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256" r:id="rId2"/>
    <p:sldId id="405" r:id="rId3"/>
    <p:sldId id="406" r:id="rId4"/>
    <p:sldId id="407" r:id="rId5"/>
    <p:sldId id="449" r:id="rId6"/>
    <p:sldId id="450" r:id="rId7"/>
    <p:sldId id="451" r:id="rId8"/>
    <p:sldId id="452" r:id="rId9"/>
    <p:sldId id="453" r:id="rId10"/>
    <p:sldId id="454" r:id="rId11"/>
    <p:sldId id="455" r:id="rId12"/>
    <p:sldId id="456" r:id="rId13"/>
    <p:sldId id="457" r:id="rId14"/>
    <p:sldId id="458" r:id="rId15"/>
    <p:sldId id="459" r:id="rId16"/>
    <p:sldId id="460" r:id="rId17"/>
    <p:sldId id="461" r:id="rId18"/>
    <p:sldId id="462" r:id="rId19"/>
    <p:sldId id="463" r:id="rId20"/>
    <p:sldId id="464" r:id="rId21"/>
    <p:sldId id="465" r:id="rId22"/>
    <p:sldId id="466" r:id="rId23"/>
    <p:sldId id="467" r:id="rId24"/>
    <p:sldId id="408" r:id="rId25"/>
    <p:sldId id="468" r:id="rId26"/>
    <p:sldId id="478" r:id="rId27"/>
    <p:sldId id="469" r:id="rId28"/>
    <p:sldId id="479" r:id="rId29"/>
    <p:sldId id="470" r:id="rId30"/>
    <p:sldId id="471" r:id="rId31"/>
    <p:sldId id="472" r:id="rId32"/>
    <p:sldId id="473" r:id="rId33"/>
    <p:sldId id="474" r:id="rId34"/>
    <p:sldId id="480" r:id="rId35"/>
    <p:sldId id="481" r:id="rId36"/>
    <p:sldId id="482" r:id="rId37"/>
    <p:sldId id="434" r:id="rId38"/>
  </p:sldIdLst>
  <p:sldSz cx="9906000" cy="6858000" type="A4"/>
  <p:notesSz cx="6858000" cy="9144000"/>
  <p:defaultTextStyle>
    <a:defPPr>
      <a:defRPr lang="en-US"/>
    </a:defPPr>
    <a:lvl1pPr algn="l"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071">
          <p15:clr>
            <a:srgbClr val="A4A3A4"/>
          </p15:clr>
        </p15:guide>
        <p15:guide id="2" orient="horz" pos="1108">
          <p15:clr>
            <a:srgbClr val="A4A3A4"/>
          </p15:clr>
        </p15:guide>
        <p15:guide id="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0081BE"/>
    <a:srgbClr val="9E0F1D"/>
    <a:srgbClr val="693B68"/>
    <a:srgbClr val="36001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77" d="100"/>
          <a:sy n="77" d="100"/>
        </p:scale>
        <p:origin x="1066" y="72"/>
      </p:cViewPr>
      <p:guideLst>
        <p:guide orient="horz" pos="1071"/>
        <p:guide orient="horz" pos="1108"/>
        <p:guide/>
      </p:guideLst>
    </p:cSldViewPr>
  </p:slideViewPr>
  <p:notesTextViewPr>
    <p:cViewPr>
      <p:scale>
        <a:sx n="1" d="1"/>
        <a:sy n="1" d="1"/>
      </p:scale>
      <p:origin x="0" y="0"/>
    </p:cViewPr>
  </p:notesTextViewPr>
  <p:notesViewPr>
    <p:cSldViewPr>
      <p:cViewPr varScale="1">
        <p:scale>
          <a:sx n="55" d="100"/>
          <a:sy n="55" d="100"/>
        </p:scale>
        <p:origin x="-250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D22EBD4A-5895-A54E-A055-EDAC0AE85B12}" type="datetimeFigureOut">
              <a:rPr lang="en-GB"/>
              <a:pPr>
                <a:defRPr/>
              </a:pPr>
              <a:t>25/07/2025</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A47DD014-F3DA-9946-8CC1-301B1D99833A}" type="slidenum">
              <a:rPr lang="en-GB"/>
              <a:pPr>
                <a:defRPr/>
              </a:pPr>
              <a:t>‹#›</a:t>
            </a:fld>
            <a:endParaRPr lang="en-GB"/>
          </a:p>
        </p:txBody>
      </p:sp>
    </p:spTree>
    <p:extLst>
      <p:ext uri="{BB962C8B-B14F-4D97-AF65-F5344CB8AC3E}">
        <p14:creationId xmlns:p14="http://schemas.microsoft.com/office/powerpoint/2010/main" val="23707200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0C6EAC80-80B2-FE4F-B44C-ECDD3CC6FD34}" type="datetimeFigureOut">
              <a:rPr lang="en-GB"/>
              <a:pPr>
                <a:defRPr/>
              </a:pPr>
              <a:t>25/07/2025</a:t>
            </a:fld>
            <a:endParaRPr lang="en-GB"/>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B138381A-76B6-2948-B558-3F957563774C}" type="slidenum">
              <a:rPr lang="en-GB"/>
              <a:pPr>
                <a:defRPr/>
              </a:pPr>
              <a:t>‹#›</a:t>
            </a:fld>
            <a:endParaRPr lang="en-GB"/>
          </a:p>
        </p:txBody>
      </p:sp>
    </p:spTree>
    <p:extLst>
      <p:ext uri="{BB962C8B-B14F-4D97-AF65-F5344CB8AC3E}">
        <p14:creationId xmlns:p14="http://schemas.microsoft.com/office/powerpoint/2010/main" val="163027520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742950" y="1916839"/>
            <a:ext cx="8420100" cy="1470025"/>
          </a:xfrm>
        </p:spPr>
        <p:txBody>
          <a:bodyPr/>
          <a:lstStyle>
            <a:lvl1pPr algn="ctr">
              <a:defRPr>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3672607"/>
            <a:ext cx="6934200" cy="1752600"/>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6" name="Date Placeholder 3"/>
          <p:cNvSpPr>
            <a:spLocks noGrp="1"/>
          </p:cNvSpPr>
          <p:nvPr>
            <p:ph type="dt" sz="half" idx="10"/>
          </p:nvPr>
        </p:nvSpPr>
        <p:spPr/>
        <p:txBody>
          <a:bodyPr/>
          <a:lstStyle>
            <a:lvl1pPr>
              <a:defRPr/>
            </a:lvl1pPr>
          </a:lstStyle>
          <a:p>
            <a:pPr>
              <a:defRPr/>
            </a:pPr>
            <a:fld id="{B5568D4F-4E96-4841-A1F5-19AC2D41DEB5}" type="datetime3">
              <a:rPr lang="en-GB"/>
              <a:pPr>
                <a:defRPr/>
              </a:pPr>
              <a:t>25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0A8E8C3C-0935-FD48-B11D-125A6C8E73DE}" type="slidenum">
              <a:rPr lang="en-GB"/>
              <a:pPr>
                <a:defRPr/>
              </a:pPr>
              <a:t>‹#›</a:t>
            </a:fld>
            <a:endParaRPr lang="en-GB" dirty="0"/>
          </a:p>
        </p:txBody>
      </p:sp>
    </p:spTree>
    <p:extLst>
      <p:ext uri="{BB962C8B-B14F-4D97-AF65-F5344CB8AC3E}">
        <p14:creationId xmlns:p14="http://schemas.microsoft.com/office/powerpoint/2010/main" val="1445450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idx="1"/>
          </p:nvPr>
        </p:nvSpPr>
        <p:spPr>
          <a:xfrm>
            <a:off x="1025525" y="1114425"/>
            <a:ext cx="8485605" cy="5122887"/>
          </a:xfrm>
        </p:spPr>
        <p:txBody>
          <a:bodyPr>
            <a:normAutofit/>
          </a:bodyPr>
          <a:lstStyle>
            <a:lvl1pPr>
              <a:defRPr sz="24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
        <p:nvSpPr>
          <p:cNvPr id="5" name="Date Placeholder 3"/>
          <p:cNvSpPr>
            <a:spLocks noGrp="1"/>
          </p:cNvSpPr>
          <p:nvPr>
            <p:ph type="dt" sz="half" idx="10"/>
          </p:nvPr>
        </p:nvSpPr>
        <p:spPr/>
        <p:txBody>
          <a:bodyPr/>
          <a:lstStyle>
            <a:lvl1pPr>
              <a:defRPr/>
            </a:lvl1pPr>
          </a:lstStyle>
          <a:p>
            <a:pPr>
              <a:defRPr/>
            </a:pPr>
            <a:fld id="{4BF4441D-FCF9-B841-8F75-F62C4FB0DAB0}" type="datetime3">
              <a:rPr lang="en-GB"/>
              <a:pPr>
                <a:defRPr/>
              </a:pPr>
              <a:t>25 July, 2025</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a:t>POWERPOINT PRESENTATION TEMPLATE GREEN</a:t>
            </a:r>
          </a:p>
        </p:txBody>
      </p:sp>
      <p:sp>
        <p:nvSpPr>
          <p:cNvPr id="7" name="Slide Number Placeholder 5"/>
          <p:cNvSpPr>
            <a:spLocks noGrp="1"/>
          </p:cNvSpPr>
          <p:nvPr>
            <p:ph type="sldNum" sz="quarter" idx="12"/>
          </p:nvPr>
        </p:nvSpPr>
        <p:spPr/>
        <p:txBody>
          <a:bodyPr/>
          <a:lstStyle>
            <a:lvl1pPr>
              <a:defRPr/>
            </a:lvl1pPr>
          </a:lstStyle>
          <a:p>
            <a:pPr>
              <a:defRPr/>
            </a:pPr>
            <a:fld id="{36EEE868-5A68-4147-BDAB-52F2EBBCC5A9}" type="slidenum">
              <a:rPr lang="en-GB"/>
              <a:pPr>
                <a:defRPr/>
              </a:pPr>
              <a:t>‹#›</a:t>
            </a:fld>
            <a:endParaRPr lang="en-GB" dirty="0"/>
          </a:p>
        </p:txBody>
      </p:sp>
    </p:spTree>
    <p:extLst>
      <p:ext uri="{BB962C8B-B14F-4D97-AF65-F5344CB8AC3E}">
        <p14:creationId xmlns:p14="http://schemas.microsoft.com/office/powerpoint/2010/main" val="2185098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80963"/>
            <a:ext cx="1728788" cy="684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5" y="929928"/>
            <a:ext cx="8485605" cy="780762"/>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8485605" cy="4465662"/>
          </a:xfrm>
        </p:spPr>
        <p:txBody>
          <a:bodyPr>
            <a:normAutofit/>
          </a:bodyPr>
          <a:lstStyle>
            <a:lvl1pPr>
              <a:defRPr sz="24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6E7A35C8-07AA-F94B-83B0-C4A730E41B1B}" type="datetime3">
              <a:rPr lang="en-GB"/>
              <a:pPr>
                <a:defRPr/>
              </a:pPr>
              <a:t>25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C1B0B1DF-C791-F345-ACE0-CA99EFF1D83D}" type="slidenum">
              <a:rPr lang="en-GB"/>
              <a:pPr>
                <a:defRPr/>
              </a:pPr>
              <a:t>‹#›</a:t>
            </a:fld>
            <a:endParaRPr lang="en-GB" dirty="0"/>
          </a:p>
        </p:txBody>
      </p:sp>
    </p:spTree>
    <p:extLst>
      <p:ext uri="{BB962C8B-B14F-4D97-AF65-F5344CB8AC3E}">
        <p14:creationId xmlns:p14="http://schemas.microsoft.com/office/powerpoint/2010/main" val="496284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cxnSp>
        <p:nvCxnSpPr>
          <p:cNvPr id="4" name="Straight Connector 3"/>
          <p:cNvCxnSpPr/>
          <p:nvPr userDrawn="1"/>
        </p:nvCxnSpPr>
        <p:spPr>
          <a:xfrm flipV="1">
            <a:off x="4953000" y="4464050"/>
            <a:ext cx="0" cy="569913"/>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cxnSp>
        <p:nvCxnSpPr>
          <p:cNvPr id="5" name="Straight Connector 4"/>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427722" y="1412776"/>
            <a:ext cx="3050556" cy="3050556"/>
          </a:xfrm>
          <a:ln w="12700" cap="rnd">
            <a:solidFill>
              <a:srgbClr val="87A529"/>
            </a:solidFill>
          </a:ln>
        </p:spPr>
        <p:txBody>
          <a:bodyPr lIns="108000" tIns="108000" rIns="108000" bIns="108000"/>
          <a:lstStyle>
            <a:lvl1pPr algn="ctr">
              <a:defRPr>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03319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0D995428-EAB3-764C-8677-F1F25470B456}" type="datetime3">
              <a:rPr lang="en-GB"/>
              <a:pPr>
                <a:defRPr/>
              </a:pPr>
              <a:t>25 July, 2025</a:t>
            </a:fld>
            <a:endParaRPr lang="en-GB"/>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EF20A639-F880-524E-92E8-3486672BD7AC}" type="slidenum">
              <a:rPr lang="en-GB"/>
              <a:pPr>
                <a:defRPr/>
              </a:pPr>
              <a:t>‹#›</a:t>
            </a:fld>
            <a:endParaRPr lang="en-GB"/>
          </a:p>
        </p:txBody>
      </p:sp>
    </p:spTree>
    <p:extLst>
      <p:ext uri="{BB962C8B-B14F-4D97-AF65-F5344CB8AC3E}">
        <p14:creationId xmlns:p14="http://schemas.microsoft.com/office/powerpoint/2010/main" val="2086483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cxnSp>
        <p:nvCxnSpPr>
          <p:cNvPr id="4" name="Straight Connector 3"/>
          <p:cNvCxnSpPr/>
          <p:nvPr userDrawn="1"/>
        </p:nvCxnSpPr>
        <p:spPr>
          <a:xfrm flipV="1">
            <a:off x="4953000" y="4464050"/>
            <a:ext cx="0" cy="569913"/>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cxnSp>
        <p:nvCxnSpPr>
          <p:cNvPr id="5" name="Straight Connector 4"/>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427722" y="1412776"/>
            <a:ext cx="3050556" cy="3050556"/>
          </a:xfrm>
          <a:solidFill>
            <a:schemeClr val="accent1"/>
          </a:solidFill>
          <a:ln>
            <a:solidFill>
              <a:srgbClr val="87A529"/>
            </a:solidFill>
          </a:ln>
        </p:spPr>
        <p:txBody>
          <a:bodyPr lIns="108000" tIns="108000" rIns="108000" bIns="108000">
            <a:normAutofit/>
          </a:bodyPr>
          <a:lstStyle>
            <a:lvl1pPr algn="ctr">
              <a:defRPr>
                <a:solidFill>
                  <a:schemeClr val="bg1"/>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03319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442D2F54-982D-E743-AA1F-7772CD9012E2}" type="datetime3">
              <a:rPr lang="en-GB"/>
              <a:pPr>
                <a:defRPr/>
              </a:pPr>
              <a:t>25 July, 2025</a:t>
            </a:fld>
            <a:endParaRPr lang="en-GB"/>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6122D634-E916-BD41-9F1F-E85E7417C396}" type="slidenum">
              <a:rPr lang="en-GB"/>
              <a:pPr>
                <a:defRPr/>
              </a:pPr>
              <a:t>‹#›</a:t>
            </a:fld>
            <a:endParaRPr lang="en-GB"/>
          </a:p>
        </p:txBody>
      </p:sp>
    </p:spTree>
    <p:extLst>
      <p:ext uri="{BB962C8B-B14F-4D97-AF65-F5344CB8AC3E}">
        <p14:creationId xmlns:p14="http://schemas.microsoft.com/office/powerpoint/2010/main" val="2694841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cxnSp>
        <p:nvCxnSpPr>
          <p:cNvPr id="5" name="Straight Connector 4"/>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742950" y="4521999"/>
            <a:ext cx="8420100" cy="864096"/>
          </a:xfrm>
        </p:spPr>
        <p:txBody>
          <a:bodyPr/>
          <a:lstStyle>
            <a:lvl1pPr algn="ctr">
              <a:defRPr sz="3600">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39323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8" name="Picture Placeholder 7"/>
          <p:cNvSpPr>
            <a:spLocks noGrp="1"/>
          </p:cNvSpPr>
          <p:nvPr>
            <p:ph type="pic" sz="quarter" idx="13"/>
          </p:nvPr>
        </p:nvSpPr>
        <p:spPr>
          <a:xfrm>
            <a:off x="2460636" y="1196400"/>
            <a:ext cx="4984728" cy="3240712"/>
          </a:xfrm>
        </p:spPr>
        <p:txBody>
          <a:bodyPr rtlCol="0">
            <a:normAutofit/>
          </a:bodyPr>
          <a:lstStyle/>
          <a:p>
            <a:pPr lvl="0"/>
            <a:r>
              <a:rPr lang="en-US" noProof="0"/>
              <a:t>Click icon to add picture</a:t>
            </a:r>
            <a:endParaRPr lang="en-GB" noProof="0"/>
          </a:p>
        </p:txBody>
      </p:sp>
      <p:sp>
        <p:nvSpPr>
          <p:cNvPr id="7" name="Date Placeholder 3"/>
          <p:cNvSpPr>
            <a:spLocks noGrp="1"/>
          </p:cNvSpPr>
          <p:nvPr>
            <p:ph type="dt" sz="half" idx="14"/>
          </p:nvPr>
        </p:nvSpPr>
        <p:spPr/>
        <p:txBody>
          <a:bodyPr/>
          <a:lstStyle>
            <a:lvl1pPr>
              <a:defRPr/>
            </a:lvl1pPr>
          </a:lstStyle>
          <a:p>
            <a:pPr>
              <a:defRPr/>
            </a:pPr>
            <a:fld id="{A4625123-537D-E741-BE56-D25E2B04354C}" type="datetime3">
              <a:rPr lang="en-GB"/>
              <a:pPr>
                <a:defRPr/>
              </a:pPr>
              <a:t>25 July, 2025</a:t>
            </a:fld>
            <a:endParaRPr lang="en-GB" dirty="0"/>
          </a:p>
        </p:txBody>
      </p:sp>
      <p:sp>
        <p:nvSpPr>
          <p:cNvPr id="9" name="Footer Placeholder 4"/>
          <p:cNvSpPr>
            <a:spLocks noGrp="1"/>
          </p:cNvSpPr>
          <p:nvPr>
            <p:ph type="ftr" sz="quarter" idx="15"/>
          </p:nvPr>
        </p:nvSpPr>
        <p:spPr/>
        <p:txBody>
          <a:bodyPr/>
          <a:lstStyle>
            <a:lvl1pPr>
              <a:defRPr/>
            </a:lvl1pPr>
          </a:lstStyle>
          <a:p>
            <a:pPr>
              <a:defRPr/>
            </a:pPr>
            <a:r>
              <a:rPr lang="en-GB"/>
              <a:t>POWERPOINT PRESENTATION TEMPLATE GREEN</a:t>
            </a:r>
            <a:endParaRPr lang="en-GB" dirty="0"/>
          </a:p>
        </p:txBody>
      </p:sp>
      <p:sp>
        <p:nvSpPr>
          <p:cNvPr id="10" name="Slide Number Placeholder 5"/>
          <p:cNvSpPr>
            <a:spLocks noGrp="1"/>
          </p:cNvSpPr>
          <p:nvPr>
            <p:ph type="sldNum" sz="quarter" idx="16"/>
          </p:nvPr>
        </p:nvSpPr>
        <p:spPr/>
        <p:txBody>
          <a:bodyPr/>
          <a:lstStyle>
            <a:lvl1pPr>
              <a:defRPr/>
            </a:lvl1pPr>
          </a:lstStyle>
          <a:p>
            <a:pPr>
              <a:defRPr/>
            </a:pPr>
            <a:fld id="{9FE7C140-4BC7-DD46-8CA3-C0DD924A0C2A}" type="slidenum">
              <a:rPr lang="en-GB"/>
              <a:pPr>
                <a:defRPr/>
              </a:pPr>
              <a:t>‹#›</a:t>
            </a:fld>
            <a:endParaRPr lang="en-GB" dirty="0"/>
          </a:p>
        </p:txBody>
      </p:sp>
    </p:spTree>
    <p:extLst>
      <p:ext uri="{BB962C8B-B14F-4D97-AF65-F5344CB8AC3E}">
        <p14:creationId xmlns:p14="http://schemas.microsoft.com/office/powerpoint/2010/main" val="427476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cxnSp>
        <p:nvCxnSpPr>
          <p:cNvPr id="5" name="Straight Connector 4"/>
          <p:cNvCxnSpPr>
            <a:stCxn id="8" idx="3"/>
          </p:cNvCxnSpPr>
          <p:nvPr userDrawn="1"/>
        </p:nvCxnSpPr>
        <p:spPr>
          <a:xfrm>
            <a:off x="4627563" y="3176588"/>
            <a:ext cx="649287" cy="0"/>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cxnSp>
        <p:nvCxnSpPr>
          <p:cNvPr id="6" name="Straight Connector 5"/>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7" name="Picture 12"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5276312" y="1917112"/>
            <a:ext cx="2520000" cy="2520000"/>
          </a:xfrm>
          <a:noFill/>
          <a:ln w="12700">
            <a:solidFill>
              <a:srgbClr val="87A529"/>
            </a:solidFill>
            <a:prstDash val="solid"/>
          </a:ln>
        </p:spPr>
        <p:txBody>
          <a:bodyPr lIns="108000" tIns="108000" rIns="108000" bIns="108000"/>
          <a:lstStyle>
            <a:lvl1pPr algn="ctr">
              <a:defRPr sz="3600">
                <a:solidFill>
                  <a:srgbClr val="87A529"/>
                </a:solidFill>
              </a:defRPr>
            </a:lvl1pPr>
          </a:lstStyle>
          <a:p>
            <a:r>
              <a:rPr lang="en-US"/>
              <a:t>Click to edit Master title style</a:t>
            </a:r>
            <a:endParaRPr lang="en-GB" dirty="0"/>
          </a:p>
        </p:txBody>
      </p:sp>
      <p:sp>
        <p:nvSpPr>
          <p:cNvPr id="8" name="Picture Placeholder 7"/>
          <p:cNvSpPr>
            <a:spLocks noGrp="1"/>
          </p:cNvSpPr>
          <p:nvPr>
            <p:ph type="pic" sz="quarter" idx="13"/>
          </p:nvPr>
        </p:nvSpPr>
        <p:spPr>
          <a:xfrm>
            <a:off x="2107960" y="1917112"/>
            <a:ext cx="2520000" cy="2520000"/>
          </a:xfrm>
        </p:spPr>
        <p:txBody>
          <a:bodyPr rtlCol="0">
            <a:normAutofit/>
          </a:bodyPr>
          <a:lstStyle/>
          <a:p>
            <a:pPr lvl="0"/>
            <a:r>
              <a:rPr lang="en-US" noProof="0"/>
              <a:t>Click icon to add picture</a:t>
            </a:r>
            <a:endParaRPr lang="en-GB" noProof="0" dirty="0"/>
          </a:p>
        </p:txBody>
      </p:sp>
      <p:sp>
        <p:nvSpPr>
          <p:cNvPr id="3" name="Subtitle 2"/>
          <p:cNvSpPr>
            <a:spLocks noGrp="1"/>
          </p:cNvSpPr>
          <p:nvPr>
            <p:ph type="subTitle" idx="1"/>
          </p:nvPr>
        </p:nvSpPr>
        <p:spPr>
          <a:xfrm>
            <a:off x="1485900" y="4869160"/>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9" name="Date Placeholder 3"/>
          <p:cNvSpPr>
            <a:spLocks noGrp="1"/>
          </p:cNvSpPr>
          <p:nvPr>
            <p:ph type="dt" sz="half" idx="14"/>
          </p:nvPr>
        </p:nvSpPr>
        <p:spPr/>
        <p:txBody>
          <a:bodyPr/>
          <a:lstStyle>
            <a:lvl1pPr>
              <a:defRPr/>
            </a:lvl1pPr>
          </a:lstStyle>
          <a:p>
            <a:pPr>
              <a:defRPr/>
            </a:pPr>
            <a:fld id="{527BB531-FD53-6A42-8437-AB036AED9633}" type="datetime3">
              <a:rPr lang="en-GB"/>
              <a:pPr>
                <a:defRPr/>
              </a:pPr>
              <a:t>25 July, 2025</a:t>
            </a:fld>
            <a:endParaRPr lang="en-GB"/>
          </a:p>
        </p:txBody>
      </p:sp>
      <p:sp>
        <p:nvSpPr>
          <p:cNvPr id="10"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A4C009A3-AF77-304F-92E2-22002205EFCC}" type="slidenum">
              <a:rPr lang="en-GB"/>
              <a:pPr>
                <a:defRPr/>
              </a:pPr>
              <a:t>‹#›</a:t>
            </a:fld>
            <a:endParaRPr lang="en-GB"/>
          </a:p>
        </p:txBody>
      </p:sp>
    </p:spTree>
    <p:extLst>
      <p:ext uri="{BB962C8B-B14F-4D97-AF65-F5344CB8AC3E}">
        <p14:creationId xmlns:p14="http://schemas.microsoft.com/office/powerpoint/2010/main" val="1785435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5_Title Slide">
    <p:spTree>
      <p:nvGrpSpPr>
        <p:cNvPr id="1" name=""/>
        <p:cNvGrpSpPr/>
        <p:nvPr/>
      </p:nvGrpSpPr>
      <p:grpSpPr>
        <a:xfrm>
          <a:off x="0" y="0"/>
          <a:ext cx="0" cy="0"/>
          <a:chOff x="0" y="0"/>
          <a:chExt cx="0" cy="0"/>
        </a:xfrm>
      </p:grpSpPr>
      <p:cxnSp>
        <p:nvCxnSpPr>
          <p:cNvPr id="4" name="Straight Connector 3"/>
          <p:cNvCxnSpPr/>
          <p:nvPr userDrawn="1"/>
        </p:nvCxnSpPr>
        <p:spPr>
          <a:xfrm flipH="1">
            <a:off x="4632325" y="3425825"/>
            <a:ext cx="476250" cy="0"/>
          </a:xfrm>
          <a:prstGeom prst="line">
            <a:avLst/>
          </a:prstGeom>
          <a:ln w="12700" cmpd="sng">
            <a:solidFill>
              <a:srgbClr val="87A529"/>
            </a:solidFill>
            <a:prstDash val="sysDash"/>
          </a:ln>
        </p:spPr>
        <p:style>
          <a:lnRef idx="1">
            <a:schemeClr val="dk1"/>
          </a:lnRef>
          <a:fillRef idx="0">
            <a:schemeClr val="dk1"/>
          </a:fillRef>
          <a:effectRef idx="0">
            <a:schemeClr val="dk1"/>
          </a:effectRef>
          <a:fontRef idx="minor">
            <a:schemeClr val="tx1"/>
          </a:fontRef>
        </p:style>
      </p:cxnSp>
      <p:cxnSp>
        <p:nvCxnSpPr>
          <p:cNvPr id="5" name="Straight Connector 4"/>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2111789" y="2166556"/>
            <a:ext cx="2520000" cy="2520000"/>
          </a:xfrm>
          <a:solidFill>
            <a:schemeClr val="accent1"/>
          </a:solidFill>
          <a:ln>
            <a:solidFill>
              <a:srgbClr val="87A529"/>
            </a:solidFill>
          </a:ln>
        </p:spPr>
        <p:txBody>
          <a:bodyPr lIns="108000" tIns="108000" rIns="108000" bIns="108000">
            <a:normAutofit/>
          </a:bodyPr>
          <a:lstStyle>
            <a:lvl1pPr algn="ctr">
              <a:defRPr sz="2400">
                <a:solidFill>
                  <a:schemeClr val="bg1"/>
                </a:solidFill>
              </a:defRPr>
            </a:lvl1pPr>
          </a:lstStyle>
          <a:p>
            <a:r>
              <a:rPr lang="en-US"/>
              <a:t>Click to edit Master title style</a:t>
            </a:r>
            <a:endParaRPr lang="en-GB" dirty="0"/>
          </a:p>
        </p:txBody>
      </p:sp>
      <p:sp>
        <p:nvSpPr>
          <p:cNvPr id="3" name="Subtitle 2"/>
          <p:cNvSpPr>
            <a:spLocks noGrp="1"/>
          </p:cNvSpPr>
          <p:nvPr>
            <p:ph type="subTitle" idx="1"/>
          </p:nvPr>
        </p:nvSpPr>
        <p:spPr>
          <a:xfrm>
            <a:off x="5109056" y="2166556"/>
            <a:ext cx="2520000" cy="2520000"/>
          </a:xfrm>
          <a:ln w="12700">
            <a:solidFill>
              <a:srgbClr val="87A529"/>
            </a:solidFill>
          </a:ln>
        </p:spPr>
        <p:txBody>
          <a:bodyPr lIns="108000" tIns="108000" rIns="108000" bIns="108000"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04BD460E-B54D-E546-92EF-4D2902D3E54F}" type="datetime3">
              <a:rPr lang="en-GB"/>
              <a:pPr>
                <a:defRPr/>
              </a:pPr>
              <a:t>25 July, 2025</a:t>
            </a:fld>
            <a:endParaRPr lang="en-GB"/>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781FE47B-26B3-1A40-A83C-170A74EA2250}" type="slidenum">
              <a:rPr lang="en-GB"/>
              <a:pPr>
                <a:defRPr/>
              </a:pPr>
              <a:t>‹#›</a:t>
            </a:fld>
            <a:endParaRPr lang="en-GB"/>
          </a:p>
        </p:txBody>
      </p:sp>
    </p:spTree>
    <p:extLst>
      <p:ext uri="{BB962C8B-B14F-4D97-AF65-F5344CB8AC3E}">
        <p14:creationId xmlns:p14="http://schemas.microsoft.com/office/powerpoint/2010/main" val="3400716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80963"/>
            <a:ext cx="1728788" cy="684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742950" y="2852936"/>
            <a:ext cx="8420100" cy="1362075"/>
          </a:xfrm>
        </p:spPr>
        <p:txBody>
          <a:bodyPr/>
          <a:lstStyle>
            <a:lvl1pPr algn="l">
              <a:defRPr sz="4000" b="1" cap="none"/>
            </a:lvl1pPr>
          </a:lstStyle>
          <a:p>
            <a:r>
              <a:rPr lang="en-US"/>
              <a:t>Click to edit Master title style</a:t>
            </a:r>
            <a:endParaRPr lang="en-GB" dirty="0"/>
          </a:p>
        </p:txBody>
      </p:sp>
      <p:sp>
        <p:nvSpPr>
          <p:cNvPr id="3" name="Text Placeholder 2"/>
          <p:cNvSpPr>
            <a:spLocks noGrp="1"/>
          </p:cNvSpPr>
          <p:nvPr>
            <p:ph type="body" idx="1"/>
          </p:nvPr>
        </p:nvSpPr>
        <p:spPr>
          <a:xfrm>
            <a:off x="742950" y="4509120"/>
            <a:ext cx="8420100" cy="1080120"/>
          </a:xfrm>
        </p:spPr>
        <p:txBody>
          <a:bodyPr anchor="ct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FCDE044D-56C9-D045-AD41-9211A2AB6C0C}" type="datetime3">
              <a:rPr lang="en-GB"/>
              <a:pPr>
                <a:defRPr/>
              </a:pPr>
              <a:t>25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3CCFC4CA-12F0-4A4C-8629-C1CFD830D16C}" type="slidenum">
              <a:rPr lang="en-GB"/>
              <a:pPr>
                <a:defRPr/>
              </a:pPr>
              <a:t>‹#›</a:t>
            </a:fld>
            <a:endParaRPr lang="en-GB" dirty="0"/>
          </a:p>
        </p:txBody>
      </p:sp>
    </p:spTree>
    <p:extLst>
      <p:ext uri="{BB962C8B-B14F-4D97-AF65-F5344CB8AC3E}">
        <p14:creationId xmlns:p14="http://schemas.microsoft.com/office/powerpoint/2010/main" val="1216713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idx="1"/>
          </p:nvPr>
        </p:nvSpPr>
        <p:spPr>
          <a:xfrm>
            <a:off x="1030724" y="1114426"/>
            <a:ext cx="5054084" cy="5122886"/>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rgbClr val="87A529"/>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endParaRPr lang="en-GB"/>
          </a:p>
        </p:txBody>
      </p:sp>
      <p:sp>
        <p:nvSpPr>
          <p:cNvPr id="7" name="Date Placeholder 3"/>
          <p:cNvSpPr>
            <a:spLocks noGrp="1"/>
          </p:cNvSpPr>
          <p:nvPr>
            <p:ph type="dt" sz="half" idx="14"/>
          </p:nvPr>
        </p:nvSpPr>
        <p:spPr/>
        <p:txBody>
          <a:bodyPr/>
          <a:lstStyle>
            <a:lvl1pPr>
              <a:defRPr/>
            </a:lvl1pPr>
          </a:lstStyle>
          <a:p>
            <a:pPr>
              <a:defRPr/>
            </a:pPr>
            <a:fld id="{1B447C88-C818-9543-9F1E-2A7C341B416F}" type="datetime3">
              <a:rPr lang="en-GB"/>
              <a:pPr>
                <a:defRPr/>
              </a:pPr>
              <a:t>25 July, 2025</a:t>
            </a:fld>
            <a:endParaRPr lang="en-GB"/>
          </a:p>
        </p:txBody>
      </p:sp>
      <p:sp>
        <p:nvSpPr>
          <p:cNvPr id="8"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7963A9D8-66EC-444B-9E6C-54113037B395}" type="slidenum">
              <a:rPr lang="en-GB"/>
              <a:pPr>
                <a:defRPr/>
              </a:pPr>
              <a:t>‹#›</a:t>
            </a:fld>
            <a:endParaRPr lang="en-GB"/>
          </a:p>
        </p:txBody>
      </p:sp>
    </p:spTree>
    <p:extLst>
      <p:ext uri="{BB962C8B-B14F-4D97-AF65-F5344CB8AC3E}">
        <p14:creationId xmlns:p14="http://schemas.microsoft.com/office/powerpoint/2010/main" val="3437626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7" name="Picture 12"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44488" y="44450"/>
            <a:ext cx="1800225" cy="712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5" y="934120"/>
            <a:ext cx="8485605" cy="755933"/>
          </a:xfrm>
        </p:spPr>
        <p:txBody>
          <a:bodyPr/>
          <a:lstStyle/>
          <a:p>
            <a:r>
              <a:rPr lang="en-US"/>
              <a:t>Click to edit Master title style</a:t>
            </a:r>
            <a:endParaRPr lang="en-GB" dirty="0"/>
          </a:p>
        </p:txBody>
      </p:sp>
      <p:sp>
        <p:nvSpPr>
          <p:cNvPr id="3" name="Content Placeholder 2"/>
          <p:cNvSpPr>
            <a:spLocks noGrp="1"/>
          </p:cNvSpPr>
          <p:nvPr>
            <p:ph idx="1"/>
          </p:nvPr>
        </p:nvSpPr>
        <p:spPr>
          <a:xfrm>
            <a:off x="1030724" y="1771650"/>
            <a:ext cx="5054084"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noFill/>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rgbClr val="87A529"/>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fld id="{B9035336-AB8F-714D-8E4E-F432E240A60F}" type="datetime3">
              <a:rPr lang="en-GB"/>
              <a:pPr>
                <a:defRPr/>
              </a:pPr>
              <a:t>25 July, 2025</a:t>
            </a:fld>
            <a:endParaRPr lang="en-GB"/>
          </a:p>
        </p:txBody>
      </p:sp>
      <p:sp>
        <p:nvSpPr>
          <p:cNvPr id="9"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D8FB0D13-D08B-4549-AC14-0B4B4B9AF600}" type="slidenum">
              <a:rPr lang="en-GB"/>
              <a:pPr>
                <a:defRPr/>
              </a:pPr>
              <a:t>‹#›</a:t>
            </a:fld>
            <a:endParaRPr lang="en-GB"/>
          </a:p>
        </p:txBody>
      </p:sp>
    </p:spTree>
    <p:extLst>
      <p:ext uri="{BB962C8B-B14F-4D97-AF65-F5344CB8AC3E}">
        <p14:creationId xmlns:p14="http://schemas.microsoft.com/office/powerpoint/2010/main" val="2756948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idx="1"/>
          </p:nvPr>
        </p:nvSpPr>
        <p:spPr>
          <a:xfrm>
            <a:off x="1025525" y="1114426"/>
            <a:ext cx="5079603" cy="5122886"/>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solidFill>
            <a:schemeClr val="accent1"/>
          </a:solidFill>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chemeClr val="bg1"/>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endParaRPr lang="en-GB"/>
          </a:p>
        </p:txBody>
      </p:sp>
      <p:sp>
        <p:nvSpPr>
          <p:cNvPr id="7" name="Date Placeholder 3"/>
          <p:cNvSpPr>
            <a:spLocks noGrp="1"/>
          </p:cNvSpPr>
          <p:nvPr>
            <p:ph type="dt" sz="half" idx="14"/>
          </p:nvPr>
        </p:nvSpPr>
        <p:spPr/>
        <p:txBody>
          <a:bodyPr/>
          <a:lstStyle>
            <a:lvl1pPr>
              <a:defRPr/>
            </a:lvl1pPr>
          </a:lstStyle>
          <a:p>
            <a:pPr>
              <a:defRPr/>
            </a:pPr>
            <a:fld id="{5122A1A8-B470-1540-864F-AF2C7D81F41B}" type="datetime3">
              <a:rPr lang="en-GB"/>
              <a:pPr>
                <a:defRPr/>
              </a:pPr>
              <a:t>25 July, 2025</a:t>
            </a:fld>
            <a:endParaRPr lang="en-GB"/>
          </a:p>
        </p:txBody>
      </p:sp>
      <p:sp>
        <p:nvSpPr>
          <p:cNvPr id="8"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A409793B-AD38-1A42-AA9D-4E06B7A01CA5}" type="slidenum">
              <a:rPr lang="en-GB"/>
              <a:pPr>
                <a:defRPr/>
              </a:pPr>
              <a:t>‹#›</a:t>
            </a:fld>
            <a:endParaRPr lang="en-GB"/>
          </a:p>
        </p:txBody>
      </p:sp>
    </p:spTree>
    <p:extLst>
      <p:ext uri="{BB962C8B-B14F-4D97-AF65-F5344CB8AC3E}">
        <p14:creationId xmlns:p14="http://schemas.microsoft.com/office/powerpoint/2010/main" val="24287539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7" name="Picture 12"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01600"/>
            <a:ext cx="1584325" cy="6270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5" y="940088"/>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5079603"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solidFill>
            <a:schemeClr val="accent1"/>
          </a:solidFill>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chemeClr val="bg1"/>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fld id="{48C42541-E997-4F49-85EF-4CCCF00D0EF9}" type="datetime3">
              <a:rPr lang="en-GB"/>
              <a:pPr>
                <a:defRPr/>
              </a:pPr>
              <a:t>25 July, 2025</a:t>
            </a:fld>
            <a:endParaRPr lang="en-GB"/>
          </a:p>
        </p:txBody>
      </p:sp>
      <p:sp>
        <p:nvSpPr>
          <p:cNvPr id="9"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FC48B3D1-E818-B04E-A1F5-49B7F192273B}" type="slidenum">
              <a:rPr lang="en-GB"/>
              <a:pPr>
                <a:defRPr/>
              </a:pPr>
              <a:t>‹#›</a:t>
            </a:fld>
            <a:endParaRPr lang="en-GB"/>
          </a:p>
        </p:txBody>
      </p:sp>
    </p:spTree>
    <p:extLst>
      <p:ext uri="{BB962C8B-B14F-4D97-AF65-F5344CB8AC3E}">
        <p14:creationId xmlns:p14="http://schemas.microsoft.com/office/powerpoint/2010/main" val="17850928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cxnSp>
        <p:nvCxnSpPr>
          <p:cNvPr id="5" name="Straight Connector 4"/>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12" name="Picture Placeholder 13"/>
          <p:cNvSpPr>
            <a:spLocks noGrp="1"/>
          </p:cNvSpPr>
          <p:nvPr>
            <p:ph type="pic" sz="quarter" idx="17"/>
          </p:nvPr>
        </p:nvSpPr>
        <p:spPr>
          <a:xfrm>
            <a:off x="6753225" y="2060575"/>
            <a:ext cx="2016125" cy="2016125"/>
          </a:xfrm>
        </p:spPr>
        <p:txBody>
          <a:bodyPr/>
          <a:lstStyle>
            <a:lvl1pPr marL="0" indent="0">
              <a:buNone/>
              <a:defRPr/>
            </a:lvl1pPr>
          </a:lstStyle>
          <a:p>
            <a:pPr lvl="0"/>
            <a:r>
              <a:rPr lang="en-US" noProof="0"/>
              <a:t>Click icon to add picture</a:t>
            </a:r>
            <a:endParaRPr lang="en-GB" noProof="0" dirty="0"/>
          </a:p>
        </p:txBody>
      </p:sp>
      <p:sp>
        <p:nvSpPr>
          <p:cNvPr id="3" name="Content Placeholder 2"/>
          <p:cNvSpPr>
            <a:spLocks noGrp="1"/>
          </p:cNvSpPr>
          <p:nvPr>
            <p:ph idx="1"/>
          </p:nvPr>
        </p:nvSpPr>
        <p:spPr>
          <a:xfrm>
            <a:off x="1025525" y="1114426"/>
            <a:ext cx="5079603" cy="5122886"/>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itle 9"/>
          <p:cNvSpPr>
            <a:spLocks noGrp="1"/>
          </p:cNvSpPr>
          <p:nvPr>
            <p:ph type="title"/>
          </p:nvPr>
        </p:nvSpPr>
        <p:spPr/>
        <p:txBody>
          <a:bodyPr/>
          <a:lstStyle/>
          <a:p>
            <a:r>
              <a:rPr lang="en-US"/>
              <a:t>Click to edit Master title style</a:t>
            </a:r>
            <a:endParaRPr lang="en-GB"/>
          </a:p>
        </p:txBody>
      </p:sp>
      <p:sp>
        <p:nvSpPr>
          <p:cNvPr id="7" name="Date Placeholder 3"/>
          <p:cNvSpPr>
            <a:spLocks noGrp="1"/>
          </p:cNvSpPr>
          <p:nvPr>
            <p:ph type="dt" sz="half" idx="18"/>
          </p:nvPr>
        </p:nvSpPr>
        <p:spPr/>
        <p:txBody>
          <a:bodyPr/>
          <a:lstStyle>
            <a:lvl1pPr>
              <a:defRPr/>
            </a:lvl1pPr>
          </a:lstStyle>
          <a:p>
            <a:pPr>
              <a:defRPr/>
            </a:pPr>
            <a:fld id="{59CD75EA-DCC8-9840-917C-FAC56344F17F}" type="datetime3">
              <a:rPr lang="en-GB"/>
              <a:pPr>
                <a:defRPr/>
              </a:pPr>
              <a:t>25 July, 2025</a:t>
            </a:fld>
            <a:endParaRPr lang="en-GB"/>
          </a:p>
        </p:txBody>
      </p:sp>
      <p:sp>
        <p:nvSpPr>
          <p:cNvPr id="8" name="Footer Placeholder 4"/>
          <p:cNvSpPr>
            <a:spLocks noGrp="1"/>
          </p:cNvSpPr>
          <p:nvPr>
            <p:ph type="ftr" sz="quarter" idx="19"/>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20"/>
          </p:nvPr>
        </p:nvSpPr>
        <p:spPr/>
        <p:txBody>
          <a:bodyPr/>
          <a:lstStyle>
            <a:lvl1pPr>
              <a:defRPr/>
            </a:lvl1pPr>
          </a:lstStyle>
          <a:p>
            <a:pPr>
              <a:defRPr/>
            </a:pPr>
            <a:fld id="{9417B891-E3D7-6F45-BE23-3A0F1D2E5D68}" type="slidenum">
              <a:rPr lang="en-GB"/>
              <a:pPr>
                <a:defRPr/>
              </a:pPr>
              <a:t>‹#›</a:t>
            </a:fld>
            <a:endParaRPr lang="en-GB"/>
          </a:p>
        </p:txBody>
      </p:sp>
    </p:spTree>
    <p:extLst>
      <p:ext uri="{BB962C8B-B14F-4D97-AF65-F5344CB8AC3E}">
        <p14:creationId xmlns:p14="http://schemas.microsoft.com/office/powerpoint/2010/main" val="1030107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cxnSp>
        <p:nvCxnSpPr>
          <p:cNvPr id="5" name="Straight Connector 4"/>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7"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1657350" cy="655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Picture Placeholder 13"/>
          <p:cNvSpPr>
            <a:spLocks noGrp="1"/>
          </p:cNvSpPr>
          <p:nvPr>
            <p:ph type="pic" sz="quarter" idx="17"/>
          </p:nvPr>
        </p:nvSpPr>
        <p:spPr>
          <a:xfrm>
            <a:off x="6753225" y="2060575"/>
            <a:ext cx="2016125" cy="2016125"/>
          </a:xfrm>
        </p:spPr>
        <p:txBody>
          <a:bodyPr/>
          <a:lstStyle>
            <a:lvl1pPr marL="0" indent="0">
              <a:buNone/>
              <a:defRPr/>
            </a:lvl1pPr>
          </a:lstStyle>
          <a:p>
            <a:pPr lvl="0"/>
            <a:r>
              <a:rPr lang="en-US" noProof="0"/>
              <a:t>Click icon to add picture</a:t>
            </a:r>
            <a:endParaRPr lang="en-GB" noProof="0" dirty="0"/>
          </a:p>
        </p:txBody>
      </p:sp>
      <p:sp>
        <p:nvSpPr>
          <p:cNvPr id="2" name="Title 1"/>
          <p:cNvSpPr>
            <a:spLocks noGrp="1"/>
          </p:cNvSpPr>
          <p:nvPr>
            <p:ph type="title"/>
          </p:nvPr>
        </p:nvSpPr>
        <p:spPr>
          <a:xfrm>
            <a:off x="1025525" y="940088"/>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5079603"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Date Placeholder 3"/>
          <p:cNvSpPr>
            <a:spLocks noGrp="1"/>
          </p:cNvSpPr>
          <p:nvPr>
            <p:ph type="dt" sz="half" idx="18"/>
          </p:nvPr>
        </p:nvSpPr>
        <p:spPr/>
        <p:txBody>
          <a:bodyPr/>
          <a:lstStyle>
            <a:lvl1pPr>
              <a:defRPr/>
            </a:lvl1pPr>
          </a:lstStyle>
          <a:p>
            <a:pPr>
              <a:defRPr/>
            </a:pPr>
            <a:fld id="{FB32130F-0913-DF45-95C6-89DBAA63D3E9}" type="datetime3">
              <a:rPr lang="en-GB"/>
              <a:pPr>
                <a:defRPr/>
              </a:pPr>
              <a:t>25 July, 2025</a:t>
            </a:fld>
            <a:endParaRPr lang="en-GB"/>
          </a:p>
        </p:txBody>
      </p:sp>
      <p:sp>
        <p:nvSpPr>
          <p:cNvPr id="9" name="Footer Placeholder 4"/>
          <p:cNvSpPr>
            <a:spLocks noGrp="1"/>
          </p:cNvSpPr>
          <p:nvPr>
            <p:ph type="ftr" sz="quarter" idx="19"/>
          </p:nvPr>
        </p:nvSpPr>
        <p:spPr/>
        <p:txBody>
          <a:bodyPr/>
          <a:lstStyle>
            <a:lvl1pPr>
              <a:defRPr/>
            </a:lvl1pPr>
          </a:lstStyle>
          <a:p>
            <a:pPr>
              <a:defRPr/>
            </a:pPr>
            <a:r>
              <a:rPr lang="en-GB"/>
              <a:t>POWERPOINT PRESENTATION TEMPLATE GREEN</a:t>
            </a:r>
          </a:p>
        </p:txBody>
      </p:sp>
      <p:sp>
        <p:nvSpPr>
          <p:cNvPr id="10" name="Slide Number Placeholder 5"/>
          <p:cNvSpPr>
            <a:spLocks noGrp="1"/>
          </p:cNvSpPr>
          <p:nvPr>
            <p:ph type="sldNum" sz="quarter" idx="20"/>
          </p:nvPr>
        </p:nvSpPr>
        <p:spPr/>
        <p:txBody>
          <a:bodyPr/>
          <a:lstStyle>
            <a:lvl1pPr>
              <a:defRPr/>
            </a:lvl1pPr>
          </a:lstStyle>
          <a:p>
            <a:pPr>
              <a:defRPr/>
            </a:pPr>
            <a:fld id="{F190DA09-FF99-0649-8968-06384E36B96D}" type="slidenum">
              <a:rPr lang="en-GB"/>
              <a:pPr>
                <a:defRPr/>
              </a:pPr>
              <a:t>‹#›</a:t>
            </a:fld>
            <a:endParaRPr lang="en-GB"/>
          </a:p>
        </p:txBody>
      </p:sp>
    </p:spTree>
    <p:extLst>
      <p:ext uri="{BB962C8B-B14F-4D97-AF65-F5344CB8AC3E}">
        <p14:creationId xmlns:p14="http://schemas.microsoft.com/office/powerpoint/2010/main" val="16882678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sz="half" idx="1"/>
          </p:nvPr>
        </p:nvSpPr>
        <p:spPr>
          <a:xfrm>
            <a:off x="1034088" y="1114426"/>
            <a:ext cx="4062928" cy="501174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5457056" y="1114426"/>
            <a:ext cx="4048894" cy="501174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
        <p:nvSpPr>
          <p:cNvPr id="6" name="Date Placeholder 3"/>
          <p:cNvSpPr>
            <a:spLocks noGrp="1"/>
          </p:cNvSpPr>
          <p:nvPr>
            <p:ph type="dt" sz="half" idx="10"/>
          </p:nvPr>
        </p:nvSpPr>
        <p:spPr/>
        <p:txBody>
          <a:bodyPr/>
          <a:lstStyle>
            <a:lvl1pPr>
              <a:defRPr/>
            </a:lvl1pPr>
          </a:lstStyle>
          <a:p>
            <a:pPr>
              <a:defRPr/>
            </a:pPr>
            <a:fld id="{8169D680-5E09-F74D-8047-C1E5DBBD3B29}" type="datetime3">
              <a:rPr lang="en-GB"/>
              <a:pPr>
                <a:defRPr/>
              </a:pPr>
              <a:t>25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66A01427-B512-7248-A4CA-C97BF0071E51}" type="slidenum">
              <a:rPr lang="en-GB"/>
              <a:pPr>
                <a:defRPr/>
              </a:pPr>
              <a:t>‹#›</a:t>
            </a:fld>
            <a:endParaRPr lang="en-GB" dirty="0"/>
          </a:p>
        </p:txBody>
      </p:sp>
    </p:spTree>
    <p:extLst>
      <p:ext uri="{BB962C8B-B14F-4D97-AF65-F5344CB8AC3E}">
        <p14:creationId xmlns:p14="http://schemas.microsoft.com/office/powerpoint/2010/main" val="22723996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00225" cy="712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2163" y="933343"/>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1771650"/>
            <a:ext cx="4062928"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5457056" y="1771650"/>
            <a:ext cx="4048894"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3"/>
          <p:cNvSpPr>
            <a:spLocks noGrp="1"/>
          </p:cNvSpPr>
          <p:nvPr>
            <p:ph type="dt" sz="half" idx="10"/>
          </p:nvPr>
        </p:nvSpPr>
        <p:spPr/>
        <p:txBody>
          <a:bodyPr/>
          <a:lstStyle>
            <a:lvl1pPr>
              <a:defRPr/>
            </a:lvl1pPr>
          </a:lstStyle>
          <a:p>
            <a:pPr>
              <a:defRPr/>
            </a:pPr>
            <a:fld id="{E16A3276-1A0C-D446-AB2F-569EC9556028}" type="datetime3">
              <a:rPr lang="en-GB"/>
              <a:pPr>
                <a:defRPr/>
              </a:pPr>
              <a:t>25 July, 2025</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9" name="Slide Number Placeholder 5"/>
          <p:cNvSpPr>
            <a:spLocks noGrp="1"/>
          </p:cNvSpPr>
          <p:nvPr>
            <p:ph type="sldNum" sz="quarter" idx="12"/>
          </p:nvPr>
        </p:nvSpPr>
        <p:spPr/>
        <p:txBody>
          <a:bodyPr/>
          <a:lstStyle>
            <a:lvl1pPr>
              <a:defRPr/>
            </a:lvl1pPr>
          </a:lstStyle>
          <a:p>
            <a:pPr>
              <a:defRPr/>
            </a:pPr>
            <a:fld id="{19E353AB-A865-4446-87DC-AEDFA62A2921}" type="slidenum">
              <a:rPr lang="en-GB"/>
              <a:pPr>
                <a:defRPr/>
              </a:pPr>
              <a:t>‹#›</a:t>
            </a:fld>
            <a:endParaRPr lang="en-GB" dirty="0"/>
          </a:p>
        </p:txBody>
      </p:sp>
    </p:spTree>
    <p:extLst>
      <p:ext uri="{BB962C8B-B14F-4D97-AF65-F5344CB8AC3E}">
        <p14:creationId xmlns:p14="http://schemas.microsoft.com/office/powerpoint/2010/main" val="14341313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sz="half" idx="1"/>
          </p:nvPr>
        </p:nvSpPr>
        <p:spPr>
          <a:xfrm>
            <a:off x="1034088" y="1112356"/>
            <a:ext cx="4062928" cy="501381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Picture Placeholder 10"/>
          <p:cNvSpPr>
            <a:spLocks noGrp="1"/>
          </p:cNvSpPr>
          <p:nvPr>
            <p:ph type="pic" sz="quarter" idx="13"/>
          </p:nvPr>
        </p:nvSpPr>
        <p:spPr>
          <a:xfrm>
            <a:off x="5457825" y="1114426"/>
            <a:ext cx="4049713" cy="5010150"/>
          </a:xfrm>
        </p:spPr>
        <p:txBody>
          <a:bodyPr/>
          <a:lstStyle>
            <a:lvl1pPr marL="0" indent="0">
              <a:buNone/>
              <a:defRPr/>
            </a:lvl1pPr>
          </a:lstStyle>
          <a:p>
            <a:pPr lvl="0"/>
            <a:r>
              <a:rPr lang="en-US" noProof="0"/>
              <a:t>Click icon to add picture</a:t>
            </a:r>
            <a:endParaRPr lang="en-GB" noProof="0" dirty="0"/>
          </a:p>
        </p:txBody>
      </p:sp>
      <p:sp>
        <p:nvSpPr>
          <p:cNvPr id="2" name="Title 1"/>
          <p:cNvSpPr>
            <a:spLocks noGrp="1"/>
          </p:cNvSpPr>
          <p:nvPr>
            <p:ph type="title"/>
          </p:nvPr>
        </p:nvSpPr>
        <p:spPr/>
        <p:txBody>
          <a:bodyPr/>
          <a:lstStyle/>
          <a:p>
            <a:r>
              <a:rPr lang="en-US"/>
              <a:t>Click to edit Master title style</a:t>
            </a:r>
            <a:endParaRPr lang="en-GB"/>
          </a:p>
        </p:txBody>
      </p:sp>
      <p:sp>
        <p:nvSpPr>
          <p:cNvPr id="6" name="Date Placeholder 3"/>
          <p:cNvSpPr>
            <a:spLocks noGrp="1"/>
          </p:cNvSpPr>
          <p:nvPr>
            <p:ph type="dt" sz="half" idx="14"/>
          </p:nvPr>
        </p:nvSpPr>
        <p:spPr/>
        <p:txBody>
          <a:bodyPr/>
          <a:lstStyle>
            <a:lvl1pPr>
              <a:defRPr/>
            </a:lvl1pPr>
          </a:lstStyle>
          <a:p>
            <a:pPr>
              <a:defRPr/>
            </a:pPr>
            <a:fld id="{B77C966C-6B72-5141-B469-5EAA79BF385D}" type="datetime3">
              <a:rPr lang="en-GB"/>
              <a:pPr>
                <a:defRPr/>
              </a:pPr>
              <a:t>25 July, 2025</a:t>
            </a:fld>
            <a:endParaRPr lang="en-GB" dirty="0"/>
          </a:p>
        </p:txBody>
      </p:sp>
      <p:sp>
        <p:nvSpPr>
          <p:cNvPr id="7" name="Footer Placeholder 4"/>
          <p:cNvSpPr>
            <a:spLocks noGrp="1"/>
          </p:cNvSpPr>
          <p:nvPr>
            <p:ph type="ftr" sz="quarter" idx="15"/>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6"/>
          </p:nvPr>
        </p:nvSpPr>
        <p:spPr/>
        <p:txBody>
          <a:bodyPr/>
          <a:lstStyle>
            <a:lvl1pPr>
              <a:defRPr/>
            </a:lvl1pPr>
          </a:lstStyle>
          <a:p>
            <a:pPr>
              <a:defRPr/>
            </a:pPr>
            <a:fld id="{B4072F7F-CAE4-184F-BD3C-1874F5B871D7}" type="slidenum">
              <a:rPr lang="en-GB"/>
              <a:pPr>
                <a:defRPr/>
              </a:pPr>
              <a:t>‹#›</a:t>
            </a:fld>
            <a:endParaRPr lang="en-GB" dirty="0"/>
          </a:p>
        </p:txBody>
      </p:sp>
    </p:spTree>
    <p:extLst>
      <p:ext uri="{BB962C8B-B14F-4D97-AF65-F5344CB8AC3E}">
        <p14:creationId xmlns:p14="http://schemas.microsoft.com/office/powerpoint/2010/main" val="11078856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1657350" cy="655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2163" y="933343"/>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1771650"/>
            <a:ext cx="4062928"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icture Placeholder 10"/>
          <p:cNvSpPr>
            <a:spLocks noGrp="1"/>
          </p:cNvSpPr>
          <p:nvPr>
            <p:ph type="pic" sz="quarter" idx="13"/>
          </p:nvPr>
        </p:nvSpPr>
        <p:spPr>
          <a:xfrm>
            <a:off x="5457825" y="1773238"/>
            <a:ext cx="4049713" cy="4351337"/>
          </a:xfrm>
        </p:spPr>
        <p:txBody>
          <a:bodyPr/>
          <a:lstStyle>
            <a:lvl1pPr marL="0" indent="0">
              <a:buNone/>
              <a:defRPr/>
            </a:lvl1pPr>
          </a:lstStyle>
          <a:p>
            <a:pPr lvl="0"/>
            <a:r>
              <a:rPr lang="en-US" noProof="0"/>
              <a:t>Click icon to add picture</a:t>
            </a:r>
            <a:endParaRPr lang="en-GB" noProof="0" dirty="0"/>
          </a:p>
        </p:txBody>
      </p:sp>
      <p:sp>
        <p:nvSpPr>
          <p:cNvPr id="7" name="Date Placeholder 3"/>
          <p:cNvSpPr>
            <a:spLocks noGrp="1"/>
          </p:cNvSpPr>
          <p:nvPr>
            <p:ph type="dt" sz="half" idx="14"/>
          </p:nvPr>
        </p:nvSpPr>
        <p:spPr/>
        <p:txBody>
          <a:bodyPr/>
          <a:lstStyle>
            <a:lvl1pPr>
              <a:defRPr/>
            </a:lvl1pPr>
          </a:lstStyle>
          <a:p>
            <a:pPr>
              <a:defRPr/>
            </a:pPr>
            <a:fld id="{8CBBA733-5E18-704D-8A3E-0849B336BAB7}" type="datetime3">
              <a:rPr lang="en-GB"/>
              <a:pPr>
                <a:defRPr/>
              </a:pPr>
              <a:t>25 July, 2025</a:t>
            </a:fld>
            <a:endParaRPr lang="en-GB" dirty="0"/>
          </a:p>
        </p:txBody>
      </p:sp>
      <p:sp>
        <p:nvSpPr>
          <p:cNvPr id="8" name="Footer Placeholder 4"/>
          <p:cNvSpPr>
            <a:spLocks noGrp="1"/>
          </p:cNvSpPr>
          <p:nvPr>
            <p:ph type="ftr" sz="quarter" idx="15"/>
          </p:nvPr>
        </p:nvSpPr>
        <p:spPr/>
        <p:txBody>
          <a:bodyPr/>
          <a:lstStyle>
            <a:lvl1pPr>
              <a:defRPr/>
            </a:lvl1pPr>
          </a:lstStyle>
          <a:p>
            <a:pPr>
              <a:defRPr/>
            </a:pPr>
            <a:r>
              <a:rPr lang="en-GB"/>
              <a:t>POWERPOINT PRESENTATION TEMPLATE GREEN</a:t>
            </a:r>
            <a:endParaRPr lang="en-GB" dirty="0"/>
          </a:p>
        </p:txBody>
      </p:sp>
      <p:sp>
        <p:nvSpPr>
          <p:cNvPr id="9" name="Slide Number Placeholder 5"/>
          <p:cNvSpPr>
            <a:spLocks noGrp="1"/>
          </p:cNvSpPr>
          <p:nvPr>
            <p:ph type="sldNum" sz="quarter" idx="16"/>
          </p:nvPr>
        </p:nvSpPr>
        <p:spPr/>
        <p:txBody>
          <a:bodyPr/>
          <a:lstStyle>
            <a:lvl1pPr>
              <a:defRPr/>
            </a:lvl1pPr>
          </a:lstStyle>
          <a:p>
            <a:pPr>
              <a:defRPr/>
            </a:pPr>
            <a:fld id="{FD331DDB-933F-9844-BB22-08B7C9609136}" type="slidenum">
              <a:rPr lang="en-GB"/>
              <a:pPr>
                <a:defRPr/>
              </a:pPr>
              <a:t>‹#›</a:t>
            </a:fld>
            <a:endParaRPr lang="en-GB" dirty="0"/>
          </a:p>
        </p:txBody>
      </p:sp>
    </p:spTree>
    <p:extLst>
      <p:ext uri="{BB962C8B-B14F-4D97-AF65-F5344CB8AC3E}">
        <p14:creationId xmlns:p14="http://schemas.microsoft.com/office/powerpoint/2010/main" val="5896633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cxnSp>
        <p:nvCxnSpPr>
          <p:cNvPr id="7" name="Straight Connector 6"/>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Text Placeholder 2"/>
          <p:cNvSpPr>
            <a:spLocks noGrp="1"/>
          </p:cNvSpPr>
          <p:nvPr>
            <p:ph type="body" idx="1"/>
          </p:nvPr>
        </p:nvSpPr>
        <p:spPr>
          <a:xfrm>
            <a:off x="1034088" y="1124744"/>
            <a:ext cx="4068137"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34088" y="1916832"/>
            <a:ext cx="4068137" cy="4320480"/>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5448300" y="1124744"/>
            <a:ext cx="4071620"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48300" y="1916832"/>
            <a:ext cx="4071620" cy="4320480"/>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itle 10"/>
          <p:cNvSpPr>
            <a:spLocks noGrp="1"/>
          </p:cNvSpPr>
          <p:nvPr>
            <p:ph type="title"/>
          </p:nvPr>
        </p:nvSpPr>
        <p:spPr/>
        <p:txBody>
          <a:bodyPr/>
          <a:lstStyle/>
          <a:p>
            <a:r>
              <a:rPr lang="en-US"/>
              <a:t>Click to edit Master title style</a:t>
            </a:r>
            <a:endParaRPr lang="en-GB"/>
          </a:p>
        </p:txBody>
      </p:sp>
      <p:sp>
        <p:nvSpPr>
          <p:cNvPr id="8" name="Date Placeholder 3"/>
          <p:cNvSpPr>
            <a:spLocks noGrp="1"/>
          </p:cNvSpPr>
          <p:nvPr>
            <p:ph type="dt" sz="half" idx="10"/>
          </p:nvPr>
        </p:nvSpPr>
        <p:spPr/>
        <p:txBody>
          <a:bodyPr/>
          <a:lstStyle>
            <a:lvl1pPr>
              <a:defRPr/>
            </a:lvl1pPr>
          </a:lstStyle>
          <a:p>
            <a:pPr>
              <a:defRPr/>
            </a:pPr>
            <a:fld id="{3A5441FF-F6A3-EF42-B4DC-77CDBD117C18}" type="datetime3">
              <a:rPr lang="en-GB"/>
              <a:pPr>
                <a:defRPr/>
              </a:pPr>
              <a:t>25 July, 2025</a:t>
            </a:fld>
            <a:endParaRPr lang="en-GB" dirty="0"/>
          </a:p>
        </p:txBody>
      </p:sp>
      <p:sp>
        <p:nvSpPr>
          <p:cNvPr id="9"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10" name="Slide Number Placeholder 5"/>
          <p:cNvSpPr>
            <a:spLocks noGrp="1"/>
          </p:cNvSpPr>
          <p:nvPr>
            <p:ph type="sldNum" sz="quarter" idx="12"/>
          </p:nvPr>
        </p:nvSpPr>
        <p:spPr/>
        <p:txBody>
          <a:bodyPr/>
          <a:lstStyle>
            <a:lvl1pPr>
              <a:defRPr/>
            </a:lvl1pPr>
          </a:lstStyle>
          <a:p>
            <a:pPr>
              <a:defRPr/>
            </a:pPr>
            <a:fld id="{5825D98B-0F68-2E43-BC3B-3280CEDF0E33}" type="slidenum">
              <a:rPr lang="en-GB"/>
              <a:pPr>
                <a:defRPr/>
              </a:pPr>
              <a:t>‹#›</a:t>
            </a:fld>
            <a:endParaRPr lang="en-GB" dirty="0"/>
          </a:p>
        </p:txBody>
      </p:sp>
    </p:spTree>
    <p:extLst>
      <p:ext uri="{BB962C8B-B14F-4D97-AF65-F5344CB8AC3E}">
        <p14:creationId xmlns:p14="http://schemas.microsoft.com/office/powerpoint/2010/main" val="41212550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8"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00225" cy="712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1875" y="934045"/>
            <a:ext cx="8485188" cy="766763"/>
          </a:xfrm>
        </p:spPr>
        <p:txBody>
          <a:bodyPr/>
          <a:lstStyle>
            <a:lvl1pPr>
              <a:defRPr/>
            </a:lvl1pPr>
          </a:lstStyle>
          <a:p>
            <a:r>
              <a:rPr lang="en-US"/>
              <a:t>Click to edit Master title style</a:t>
            </a:r>
            <a:endParaRPr lang="en-GB" dirty="0"/>
          </a:p>
        </p:txBody>
      </p:sp>
      <p:sp>
        <p:nvSpPr>
          <p:cNvPr id="3" name="Text Placeholder 2"/>
          <p:cNvSpPr>
            <a:spLocks noGrp="1"/>
          </p:cNvSpPr>
          <p:nvPr>
            <p:ph type="body" idx="1"/>
          </p:nvPr>
        </p:nvSpPr>
        <p:spPr>
          <a:xfrm>
            <a:off x="1034088" y="1772816"/>
            <a:ext cx="4068137"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34088" y="2492896"/>
            <a:ext cx="4068137" cy="3744416"/>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5448300" y="1772816"/>
            <a:ext cx="4071620"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48300" y="2492896"/>
            <a:ext cx="4071620" cy="3744416"/>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Date Placeholder 3"/>
          <p:cNvSpPr>
            <a:spLocks noGrp="1"/>
          </p:cNvSpPr>
          <p:nvPr>
            <p:ph type="dt" sz="half" idx="10"/>
          </p:nvPr>
        </p:nvSpPr>
        <p:spPr/>
        <p:txBody>
          <a:bodyPr/>
          <a:lstStyle>
            <a:lvl1pPr>
              <a:defRPr/>
            </a:lvl1pPr>
          </a:lstStyle>
          <a:p>
            <a:pPr>
              <a:defRPr/>
            </a:pPr>
            <a:fld id="{4E5EDFE4-4D8A-7846-A0C4-2F016432D8F3}" type="datetime3">
              <a:rPr lang="en-GB"/>
              <a:pPr>
                <a:defRPr/>
              </a:pPr>
              <a:t>25 July, 2025</a:t>
            </a:fld>
            <a:endParaRPr lang="en-GB" dirty="0"/>
          </a:p>
        </p:txBody>
      </p:sp>
      <p:sp>
        <p:nvSpPr>
          <p:cNvPr id="10"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11" name="Slide Number Placeholder 5"/>
          <p:cNvSpPr>
            <a:spLocks noGrp="1"/>
          </p:cNvSpPr>
          <p:nvPr>
            <p:ph type="sldNum" sz="quarter" idx="12"/>
          </p:nvPr>
        </p:nvSpPr>
        <p:spPr/>
        <p:txBody>
          <a:bodyPr/>
          <a:lstStyle>
            <a:lvl1pPr>
              <a:defRPr/>
            </a:lvl1pPr>
          </a:lstStyle>
          <a:p>
            <a:pPr>
              <a:defRPr/>
            </a:pPr>
            <a:fld id="{D5C8BE3B-F668-DB4C-A0F2-E43A7C187F30}" type="slidenum">
              <a:rPr lang="en-GB"/>
              <a:pPr>
                <a:defRPr/>
              </a:pPr>
              <a:t>‹#›</a:t>
            </a:fld>
            <a:endParaRPr lang="en-GB" dirty="0"/>
          </a:p>
        </p:txBody>
      </p:sp>
    </p:spTree>
    <p:extLst>
      <p:ext uri="{BB962C8B-B14F-4D97-AF65-F5344CB8AC3E}">
        <p14:creationId xmlns:p14="http://schemas.microsoft.com/office/powerpoint/2010/main" val="7017190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cxnSp>
        <p:nvCxnSpPr>
          <p:cNvPr id="3" name="Straight Connector 2"/>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7" name="Title 6"/>
          <p:cNvSpPr>
            <a:spLocks noGrp="1"/>
          </p:cNvSpPr>
          <p:nvPr>
            <p:ph type="title"/>
          </p:nvPr>
        </p:nvSpPr>
        <p:spPr/>
        <p:txBody>
          <a:bodyPr/>
          <a:lstStyle/>
          <a:p>
            <a:r>
              <a:rPr lang="en-US"/>
              <a:t>Click to edit Master title style</a:t>
            </a:r>
            <a:endParaRPr lang="en-GB"/>
          </a:p>
        </p:txBody>
      </p:sp>
      <p:sp>
        <p:nvSpPr>
          <p:cNvPr id="4" name="Date Placeholder 3"/>
          <p:cNvSpPr>
            <a:spLocks noGrp="1"/>
          </p:cNvSpPr>
          <p:nvPr>
            <p:ph type="dt" sz="half" idx="10"/>
          </p:nvPr>
        </p:nvSpPr>
        <p:spPr/>
        <p:txBody>
          <a:bodyPr/>
          <a:lstStyle>
            <a:lvl1pPr>
              <a:defRPr/>
            </a:lvl1pPr>
          </a:lstStyle>
          <a:p>
            <a:pPr>
              <a:defRPr/>
            </a:pPr>
            <a:fld id="{609EE141-945D-9B45-B69D-164338EB0C16}" type="datetime3">
              <a:rPr lang="en-GB"/>
              <a:pPr>
                <a:defRPr/>
              </a:pPr>
              <a:t>25 July, 2025</a:t>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6" name="Slide Number Placeholder 5"/>
          <p:cNvSpPr>
            <a:spLocks noGrp="1"/>
          </p:cNvSpPr>
          <p:nvPr>
            <p:ph type="sldNum" sz="quarter" idx="12"/>
          </p:nvPr>
        </p:nvSpPr>
        <p:spPr/>
        <p:txBody>
          <a:bodyPr/>
          <a:lstStyle>
            <a:lvl1pPr>
              <a:defRPr/>
            </a:lvl1pPr>
          </a:lstStyle>
          <a:p>
            <a:pPr>
              <a:defRPr/>
            </a:pPr>
            <a:fld id="{6B2937DF-DC3B-2B40-8064-4D2CB8147FB9}" type="slidenum">
              <a:rPr lang="en-GB"/>
              <a:pPr>
                <a:defRPr/>
              </a:pPr>
              <a:t>‹#›</a:t>
            </a:fld>
            <a:endParaRPr lang="en-GB" dirty="0"/>
          </a:p>
        </p:txBody>
      </p:sp>
    </p:spTree>
    <p:extLst>
      <p:ext uri="{BB962C8B-B14F-4D97-AF65-F5344CB8AC3E}">
        <p14:creationId xmlns:p14="http://schemas.microsoft.com/office/powerpoint/2010/main" val="31603255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4"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1728788" cy="684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1875" y="934045"/>
            <a:ext cx="8485188" cy="766763"/>
          </a:xfrm>
        </p:spPr>
        <p:txBody>
          <a:bodyPr/>
          <a:lstStyle/>
          <a:p>
            <a:r>
              <a:rPr lang="en-US"/>
              <a:t>Click to edit Master title style</a:t>
            </a:r>
            <a:endParaRPr lang="en-GB"/>
          </a:p>
        </p:txBody>
      </p:sp>
      <p:sp>
        <p:nvSpPr>
          <p:cNvPr id="5" name="Date Placeholder 3"/>
          <p:cNvSpPr>
            <a:spLocks noGrp="1"/>
          </p:cNvSpPr>
          <p:nvPr>
            <p:ph type="dt" sz="half" idx="10"/>
          </p:nvPr>
        </p:nvSpPr>
        <p:spPr/>
        <p:txBody>
          <a:bodyPr/>
          <a:lstStyle>
            <a:lvl1pPr>
              <a:defRPr/>
            </a:lvl1pPr>
          </a:lstStyle>
          <a:p>
            <a:pPr>
              <a:defRPr/>
            </a:pPr>
            <a:fld id="{CDF9FF54-C48D-DC49-B8E9-9BFF9633E595}" type="datetime3">
              <a:rPr lang="en-GB"/>
              <a:pPr>
                <a:defRPr/>
              </a:pPr>
              <a:t>25 July, 2025</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7" name="Slide Number Placeholder 5"/>
          <p:cNvSpPr>
            <a:spLocks noGrp="1"/>
          </p:cNvSpPr>
          <p:nvPr>
            <p:ph type="sldNum" sz="quarter" idx="12"/>
          </p:nvPr>
        </p:nvSpPr>
        <p:spPr/>
        <p:txBody>
          <a:bodyPr/>
          <a:lstStyle>
            <a:lvl1pPr>
              <a:defRPr/>
            </a:lvl1pPr>
          </a:lstStyle>
          <a:p>
            <a:pPr>
              <a:defRPr/>
            </a:pPr>
            <a:fld id="{9AEEB4C0-1156-3142-A0E4-36DE16FEE6CC}" type="slidenum">
              <a:rPr lang="en-GB"/>
              <a:pPr>
                <a:defRPr/>
              </a:pPr>
              <a:t>‹#›</a:t>
            </a:fld>
            <a:endParaRPr lang="en-GB" dirty="0"/>
          </a:p>
        </p:txBody>
      </p:sp>
    </p:spTree>
    <p:extLst>
      <p:ext uri="{BB962C8B-B14F-4D97-AF65-F5344CB8AC3E}">
        <p14:creationId xmlns:p14="http://schemas.microsoft.com/office/powerpoint/2010/main" val="30008154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cxnSp>
        <p:nvCxnSpPr>
          <p:cNvPr id="2" name="Straight Connector 1"/>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Date Placeholder 3"/>
          <p:cNvSpPr>
            <a:spLocks noGrp="1"/>
          </p:cNvSpPr>
          <p:nvPr>
            <p:ph type="dt" sz="half" idx="10"/>
          </p:nvPr>
        </p:nvSpPr>
        <p:spPr/>
        <p:txBody>
          <a:bodyPr/>
          <a:lstStyle>
            <a:lvl1pPr>
              <a:defRPr/>
            </a:lvl1pPr>
          </a:lstStyle>
          <a:p>
            <a:pPr>
              <a:defRPr/>
            </a:pPr>
            <a:fld id="{435386D1-55F4-274E-8E31-C05C80C0997C}" type="datetime3">
              <a:rPr lang="en-GB"/>
              <a:pPr>
                <a:defRPr/>
              </a:pPr>
              <a:t>25 July, 2025</a:t>
            </a:fld>
            <a:endParaRPr lang="en-GB" dirty="0"/>
          </a:p>
        </p:txBody>
      </p:sp>
      <p:sp>
        <p:nvSpPr>
          <p:cNvPr id="4"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5" name="Slide Number Placeholder 5"/>
          <p:cNvSpPr>
            <a:spLocks noGrp="1"/>
          </p:cNvSpPr>
          <p:nvPr>
            <p:ph type="sldNum" sz="quarter" idx="12"/>
          </p:nvPr>
        </p:nvSpPr>
        <p:spPr/>
        <p:txBody>
          <a:bodyPr/>
          <a:lstStyle>
            <a:lvl1pPr>
              <a:defRPr/>
            </a:lvl1pPr>
          </a:lstStyle>
          <a:p>
            <a:pPr>
              <a:defRPr/>
            </a:pPr>
            <a:fld id="{5FC1AFC6-2595-E641-8B02-9202243DB659}" type="slidenum">
              <a:rPr lang="en-GB"/>
              <a:pPr>
                <a:defRPr/>
              </a:pPr>
              <a:t>‹#›</a:t>
            </a:fld>
            <a:endParaRPr lang="en-GB" dirty="0"/>
          </a:p>
        </p:txBody>
      </p:sp>
    </p:spTree>
    <p:extLst>
      <p:ext uri="{BB962C8B-B14F-4D97-AF65-F5344CB8AC3E}">
        <p14:creationId xmlns:p14="http://schemas.microsoft.com/office/powerpoint/2010/main" val="9619129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3"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00225" cy="712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Date Placeholder 3"/>
          <p:cNvSpPr>
            <a:spLocks noGrp="1"/>
          </p:cNvSpPr>
          <p:nvPr>
            <p:ph type="dt" sz="half" idx="10"/>
          </p:nvPr>
        </p:nvSpPr>
        <p:spPr/>
        <p:txBody>
          <a:bodyPr/>
          <a:lstStyle>
            <a:lvl1pPr>
              <a:defRPr/>
            </a:lvl1pPr>
          </a:lstStyle>
          <a:p>
            <a:pPr>
              <a:defRPr/>
            </a:pPr>
            <a:fld id="{185E7F3F-C7CA-C949-BDCC-28B438452C1D}" type="datetime3">
              <a:rPr lang="en-GB"/>
              <a:pPr>
                <a:defRPr/>
              </a:pPr>
              <a:t>25 July, 2025</a:t>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6" name="Slide Number Placeholder 5"/>
          <p:cNvSpPr>
            <a:spLocks noGrp="1"/>
          </p:cNvSpPr>
          <p:nvPr>
            <p:ph type="sldNum" sz="quarter" idx="12"/>
          </p:nvPr>
        </p:nvSpPr>
        <p:spPr/>
        <p:txBody>
          <a:bodyPr/>
          <a:lstStyle>
            <a:lvl1pPr>
              <a:defRPr/>
            </a:lvl1pPr>
          </a:lstStyle>
          <a:p>
            <a:pPr>
              <a:defRPr/>
            </a:pPr>
            <a:fld id="{92E34A02-E4AB-AB4F-8B80-E8ACE1C484D0}" type="slidenum">
              <a:rPr lang="en-GB"/>
              <a:pPr>
                <a:defRPr/>
              </a:pPr>
              <a:t>‹#›</a:t>
            </a:fld>
            <a:endParaRPr lang="en-GB" dirty="0"/>
          </a:p>
        </p:txBody>
      </p:sp>
    </p:spTree>
    <p:extLst>
      <p:ext uri="{BB962C8B-B14F-4D97-AF65-F5344CB8AC3E}">
        <p14:creationId xmlns:p14="http://schemas.microsoft.com/office/powerpoint/2010/main" val="35040175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a:xfrm>
            <a:off x="1025524" y="949359"/>
            <a:ext cx="2824473" cy="689733"/>
          </a:xfrm>
        </p:spPr>
        <p:txBody>
          <a:bodyPr/>
          <a:lstStyle>
            <a:lvl1pPr algn="l">
              <a:defRPr sz="2000" b="1"/>
            </a:lvl1pPr>
          </a:lstStyle>
          <a:p>
            <a:r>
              <a:rPr lang="en-US"/>
              <a:t>Click to edit Master title style</a:t>
            </a:r>
            <a:endParaRPr lang="en-GB" dirty="0"/>
          </a:p>
        </p:txBody>
      </p:sp>
      <p:sp>
        <p:nvSpPr>
          <p:cNvPr id="3" name="Content Placeholder 2"/>
          <p:cNvSpPr>
            <a:spLocks noGrp="1"/>
          </p:cNvSpPr>
          <p:nvPr>
            <p:ph idx="1"/>
          </p:nvPr>
        </p:nvSpPr>
        <p:spPr>
          <a:xfrm>
            <a:off x="3968664" y="949360"/>
            <a:ext cx="5537729" cy="5287952"/>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1025524" y="1669440"/>
            <a:ext cx="2824473" cy="45678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5845DABA-A733-ED44-BAF2-74BAD90DD168}" type="datetime3">
              <a:rPr lang="en-GB"/>
              <a:pPr>
                <a:defRPr/>
              </a:pPr>
              <a:t>25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153C0E16-F279-204C-8F1E-D763784F2CE2}" type="slidenum">
              <a:rPr lang="en-GB"/>
              <a:pPr>
                <a:defRPr/>
              </a:pPr>
              <a:t>‹#›</a:t>
            </a:fld>
            <a:endParaRPr lang="en-GB" dirty="0"/>
          </a:p>
        </p:txBody>
      </p:sp>
    </p:spTree>
    <p:extLst>
      <p:ext uri="{BB962C8B-B14F-4D97-AF65-F5344CB8AC3E}">
        <p14:creationId xmlns:p14="http://schemas.microsoft.com/office/powerpoint/2010/main" val="2828777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00225" cy="712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4" y="949359"/>
            <a:ext cx="2824473" cy="689733"/>
          </a:xfrm>
        </p:spPr>
        <p:txBody>
          <a:bodyPr/>
          <a:lstStyle>
            <a:lvl1pPr algn="l">
              <a:defRPr sz="2000" b="1"/>
            </a:lvl1pPr>
          </a:lstStyle>
          <a:p>
            <a:r>
              <a:rPr lang="en-US"/>
              <a:t>Click to edit Master title style</a:t>
            </a:r>
            <a:endParaRPr lang="en-GB" dirty="0"/>
          </a:p>
        </p:txBody>
      </p:sp>
      <p:sp>
        <p:nvSpPr>
          <p:cNvPr id="3" name="Content Placeholder 2"/>
          <p:cNvSpPr>
            <a:spLocks noGrp="1"/>
          </p:cNvSpPr>
          <p:nvPr>
            <p:ph idx="1"/>
          </p:nvPr>
        </p:nvSpPr>
        <p:spPr>
          <a:xfrm>
            <a:off x="3968664" y="949360"/>
            <a:ext cx="5537729" cy="5287952"/>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1025524" y="1669440"/>
            <a:ext cx="2824473" cy="45678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715A72E8-4729-7444-BC73-110EEAA2260D}" type="datetime3">
              <a:rPr lang="en-GB"/>
              <a:pPr>
                <a:defRPr/>
              </a:pPr>
              <a:t>25 July, 2025</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9" name="Slide Number Placeholder 5"/>
          <p:cNvSpPr>
            <a:spLocks noGrp="1"/>
          </p:cNvSpPr>
          <p:nvPr>
            <p:ph type="sldNum" sz="quarter" idx="12"/>
          </p:nvPr>
        </p:nvSpPr>
        <p:spPr/>
        <p:txBody>
          <a:bodyPr/>
          <a:lstStyle>
            <a:lvl1pPr>
              <a:defRPr/>
            </a:lvl1pPr>
          </a:lstStyle>
          <a:p>
            <a:pPr>
              <a:defRPr/>
            </a:pPr>
            <a:fld id="{8993C102-2AC3-CA4A-8F5C-9BEDD08B54DC}" type="slidenum">
              <a:rPr lang="en-GB"/>
              <a:pPr>
                <a:defRPr/>
              </a:pPr>
              <a:t>‹#›</a:t>
            </a:fld>
            <a:endParaRPr lang="en-GB" dirty="0"/>
          </a:p>
        </p:txBody>
      </p:sp>
    </p:spTree>
    <p:extLst>
      <p:ext uri="{BB962C8B-B14F-4D97-AF65-F5344CB8AC3E}">
        <p14:creationId xmlns:p14="http://schemas.microsoft.com/office/powerpoint/2010/main" val="5584188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a:xfrm>
            <a:off x="1941645" y="4800600"/>
            <a:ext cx="59436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936625"/>
            <a:ext cx="5943600" cy="379094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941645" y="5367338"/>
            <a:ext cx="5943600" cy="804862"/>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C5BD6B6C-6107-6748-9690-0C5DCB979249}" type="datetime3">
              <a:rPr lang="en-GB"/>
              <a:pPr>
                <a:defRPr/>
              </a:pPr>
              <a:t>25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81114FEE-8ACB-AB48-9E72-F40339A1EC0E}" type="slidenum">
              <a:rPr lang="en-GB"/>
              <a:pPr>
                <a:defRPr/>
              </a:pPr>
              <a:t>‹#›</a:t>
            </a:fld>
            <a:endParaRPr lang="en-GB" dirty="0"/>
          </a:p>
        </p:txBody>
      </p:sp>
    </p:spTree>
    <p:extLst>
      <p:ext uri="{BB962C8B-B14F-4D97-AF65-F5344CB8AC3E}">
        <p14:creationId xmlns:p14="http://schemas.microsoft.com/office/powerpoint/2010/main" val="29288167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73250" cy="741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941645" y="4800600"/>
            <a:ext cx="59436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936625"/>
            <a:ext cx="5943600" cy="379094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941645" y="5367338"/>
            <a:ext cx="5943600" cy="804862"/>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9B8B28D9-145B-CE40-BF66-564217847540}" type="datetime3">
              <a:rPr lang="en-GB"/>
              <a:pPr>
                <a:defRPr/>
              </a:pPr>
              <a:t>25 July, 2025</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9" name="Slide Number Placeholder 5"/>
          <p:cNvSpPr>
            <a:spLocks noGrp="1"/>
          </p:cNvSpPr>
          <p:nvPr>
            <p:ph type="sldNum" sz="quarter" idx="12"/>
          </p:nvPr>
        </p:nvSpPr>
        <p:spPr/>
        <p:txBody>
          <a:bodyPr/>
          <a:lstStyle>
            <a:lvl1pPr>
              <a:defRPr/>
            </a:lvl1pPr>
          </a:lstStyle>
          <a:p>
            <a:pPr>
              <a:defRPr/>
            </a:pPr>
            <a:fld id="{7CFD08EE-0A1B-6E44-89A9-50D76CE33D2A}" type="slidenum">
              <a:rPr lang="en-GB"/>
              <a:pPr>
                <a:defRPr/>
              </a:pPr>
              <a:t>‹#›</a:t>
            </a:fld>
            <a:endParaRPr lang="en-GB" dirty="0"/>
          </a:p>
        </p:txBody>
      </p:sp>
    </p:spTree>
    <p:extLst>
      <p:ext uri="{BB962C8B-B14F-4D97-AF65-F5344CB8AC3E}">
        <p14:creationId xmlns:p14="http://schemas.microsoft.com/office/powerpoint/2010/main" val="29096729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57CC4DF8-4B58-784F-A4DF-275A1FD47115}" type="datetime3">
              <a:rPr lang="en-GB"/>
              <a:pPr>
                <a:defRPr/>
              </a:pPr>
              <a:t>25 July, 2025</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7" name="Slide Number Placeholder 5"/>
          <p:cNvSpPr>
            <a:spLocks noGrp="1"/>
          </p:cNvSpPr>
          <p:nvPr>
            <p:ph type="sldNum" sz="quarter" idx="12"/>
          </p:nvPr>
        </p:nvSpPr>
        <p:spPr/>
        <p:txBody>
          <a:bodyPr/>
          <a:lstStyle>
            <a:lvl1pPr>
              <a:defRPr/>
            </a:lvl1pPr>
          </a:lstStyle>
          <a:p>
            <a:pPr>
              <a:defRPr/>
            </a:pPr>
            <a:fld id="{D5C1FFD0-77F3-3E4D-9850-85A2DA222CF1}" type="slidenum">
              <a:rPr lang="en-GB"/>
              <a:pPr>
                <a:defRPr/>
              </a:pPr>
              <a:t>‹#›</a:t>
            </a:fld>
            <a:endParaRPr lang="en-GB" dirty="0"/>
          </a:p>
        </p:txBody>
      </p:sp>
    </p:spTree>
    <p:extLst>
      <p:ext uri="{BB962C8B-B14F-4D97-AF65-F5344CB8AC3E}">
        <p14:creationId xmlns:p14="http://schemas.microsoft.com/office/powerpoint/2010/main" val="40729570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1728788" cy="684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1875" y="934045"/>
            <a:ext cx="8485188" cy="766763"/>
          </a:xfrm>
        </p:spPr>
        <p:txBody>
          <a:bodyPr/>
          <a:lstStyle/>
          <a:p>
            <a:r>
              <a:rPr lang="en-US"/>
              <a:t>Click to edit Master title style</a:t>
            </a:r>
            <a:endParaRPr lang="en-GB" dirty="0"/>
          </a:p>
        </p:txBody>
      </p:sp>
      <p:sp>
        <p:nvSpPr>
          <p:cNvPr id="3" name="Vertical Text Placeholder 2"/>
          <p:cNvSpPr>
            <a:spLocks noGrp="1"/>
          </p:cNvSpPr>
          <p:nvPr>
            <p:ph type="body" orient="vert" idx="1"/>
          </p:nvPr>
        </p:nvSpPr>
        <p:spPr>
          <a:xfrm>
            <a:off x="1031875" y="1772221"/>
            <a:ext cx="8485188" cy="44650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3"/>
          <p:cNvSpPr>
            <a:spLocks noGrp="1"/>
          </p:cNvSpPr>
          <p:nvPr>
            <p:ph type="dt" sz="half" idx="10"/>
          </p:nvPr>
        </p:nvSpPr>
        <p:spPr/>
        <p:txBody>
          <a:bodyPr/>
          <a:lstStyle>
            <a:lvl1pPr>
              <a:defRPr/>
            </a:lvl1pPr>
          </a:lstStyle>
          <a:p>
            <a:pPr>
              <a:defRPr/>
            </a:pPr>
            <a:fld id="{3DD746FC-89C8-8947-B99E-11FCA650D660}" type="datetime3">
              <a:rPr lang="en-GB"/>
              <a:pPr>
                <a:defRPr/>
              </a:pPr>
              <a:t>25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69B2278C-87C0-7B46-A362-15FBE1085178}" type="slidenum">
              <a:rPr lang="en-GB"/>
              <a:pPr>
                <a:defRPr/>
              </a:pPr>
              <a:t>‹#›</a:t>
            </a:fld>
            <a:endParaRPr lang="en-GB" dirty="0"/>
          </a:p>
        </p:txBody>
      </p:sp>
    </p:spTree>
    <p:extLst>
      <p:ext uri="{BB962C8B-B14F-4D97-AF65-F5344CB8AC3E}">
        <p14:creationId xmlns:p14="http://schemas.microsoft.com/office/powerpoint/2010/main" val="5727465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2" name="Vertical Title 1"/>
          <p:cNvSpPr>
            <a:spLocks noGrp="1"/>
          </p:cNvSpPr>
          <p:nvPr>
            <p:ph type="title" orient="vert"/>
          </p:nvPr>
        </p:nvSpPr>
        <p:spPr>
          <a:xfrm>
            <a:off x="7181850" y="1196752"/>
            <a:ext cx="2228850" cy="492941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25524" y="1196752"/>
            <a:ext cx="5991225" cy="4929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3"/>
          <p:cNvSpPr>
            <a:spLocks noGrp="1"/>
          </p:cNvSpPr>
          <p:nvPr>
            <p:ph type="dt" sz="half" idx="10"/>
          </p:nvPr>
        </p:nvSpPr>
        <p:spPr/>
        <p:txBody>
          <a:bodyPr/>
          <a:lstStyle>
            <a:lvl1pPr>
              <a:defRPr/>
            </a:lvl1pPr>
          </a:lstStyle>
          <a:p>
            <a:pPr>
              <a:defRPr/>
            </a:pPr>
            <a:fld id="{65F62FF4-CB32-924A-B752-B19D91491121}" type="datetime3">
              <a:rPr lang="en-GB"/>
              <a:pPr>
                <a:defRPr/>
              </a:pPr>
              <a:t>25 July, 2025</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7" name="Slide Number Placeholder 5"/>
          <p:cNvSpPr>
            <a:spLocks noGrp="1"/>
          </p:cNvSpPr>
          <p:nvPr>
            <p:ph type="sldNum" sz="quarter" idx="12"/>
          </p:nvPr>
        </p:nvSpPr>
        <p:spPr/>
        <p:txBody>
          <a:bodyPr/>
          <a:lstStyle>
            <a:lvl1pPr>
              <a:defRPr/>
            </a:lvl1pPr>
          </a:lstStyle>
          <a:p>
            <a:pPr>
              <a:defRPr/>
            </a:pPr>
            <a:fld id="{D5BE8AC8-2546-FA4C-962F-2DDF922E55C7}" type="slidenum">
              <a:rPr lang="en-GB"/>
              <a:pPr>
                <a:defRPr/>
              </a:pPr>
              <a:t>‹#›</a:t>
            </a:fld>
            <a:endParaRPr lang="en-GB" dirty="0"/>
          </a:p>
        </p:txBody>
      </p:sp>
    </p:spTree>
    <p:extLst>
      <p:ext uri="{BB962C8B-B14F-4D97-AF65-F5344CB8AC3E}">
        <p14:creationId xmlns:p14="http://schemas.microsoft.com/office/powerpoint/2010/main" val="30674398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73250" cy="741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Vertical Title 1"/>
          <p:cNvSpPr>
            <a:spLocks noGrp="1"/>
          </p:cNvSpPr>
          <p:nvPr>
            <p:ph type="title" orient="vert"/>
          </p:nvPr>
        </p:nvSpPr>
        <p:spPr>
          <a:xfrm>
            <a:off x="7181850" y="1196752"/>
            <a:ext cx="2228850" cy="492941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25524" y="1196752"/>
            <a:ext cx="5991225" cy="4929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E281EED1-0220-C642-864B-0421ABAEC11B}" type="datetime3">
              <a:rPr lang="en-GB"/>
              <a:pPr>
                <a:defRPr/>
              </a:pPr>
              <a:t>25 July,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64E35F82-2AA4-BD40-8936-9C1C38FBEED5}" type="slidenum">
              <a:rPr lang="en-GB"/>
              <a:pPr>
                <a:defRPr/>
              </a:pPr>
              <a:t>‹#›</a:t>
            </a:fld>
            <a:endParaRPr lang="en-GB" dirty="0"/>
          </a:p>
        </p:txBody>
      </p:sp>
    </p:spTree>
    <p:extLst>
      <p:ext uri="{BB962C8B-B14F-4D97-AF65-F5344CB8AC3E}">
        <p14:creationId xmlns:p14="http://schemas.microsoft.com/office/powerpoint/2010/main" val="10187742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33788" y="2492375"/>
            <a:ext cx="2638425" cy="528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Content Placeholder 7"/>
          <p:cNvSpPr>
            <a:spLocks noGrp="1"/>
          </p:cNvSpPr>
          <p:nvPr>
            <p:ph sz="quarter" idx="13"/>
          </p:nvPr>
        </p:nvSpPr>
        <p:spPr>
          <a:xfrm>
            <a:off x="1025951" y="5013176"/>
            <a:ext cx="7709488" cy="576263"/>
          </a:xfrm>
        </p:spPr>
        <p:txBody>
          <a:bodyPr/>
          <a:lstStyle>
            <a:lvl1pPr marL="0" indent="0">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Click to edit Master text styles</a:t>
            </a:r>
          </a:p>
        </p:txBody>
      </p:sp>
      <p:sp>
        <p:nvSpPr>
          <p:cNvPr id="8" name="Text Placeholder 11"/>
          <p:cNvSpPr>
            <a:spLocks noGrp="1"/>
          </p:cNvSpPr>
          <p:nvPr>
            <p:ph type="body" sz="quarter" idx="14"/>
          </p:nvPr>
        </p:nvSpPr>
        <p:spPr>
          <a:xfrm>
            <a:off x="4305300" y="3429000"/>
            <a:ext cx="1943100" cy="504825"/>
          </a:xfrm>
        </p:spPr>
        <p:txBody>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6" name="Date Placeholder 3"/>
          <p:cNvSpPr>
            <a:spLocks noGrp="1"/>
          </p:cNvSpPr>
          <p:nvPr>
            <p:ph type="dt" sz="half" idx="15"/>
          </p:nvPr>
        </p:nvSpPr>
        <p:spPr/>
        <p:txBody>
          <a:bodyPr/>
          <a:lstStyle>
            <a:lvl1pPr>
              <a:defRPr/>
            </a:lvl1pPr>
          </a:lstStyle>
          <a:p>
            <a:pPr>
              <a:defRPr/>
            </a:pPr>
            <a:fld id="{DB56A427-9C52-914A-9F28-4E7A3B6702C1}" type="datetime3">
              <a:rPr lang="en-GB"/>
              <a:pPr>
                <a:defRPr/>
              </a:pPr>
              <a:t>25 July, 2025</a:t>
            </a:fld>
            <a:endParaRPr lang="en-GB" dirty="0"/>
          </a:p>
        </p:txBody>
      </p:sp>
      <p:sp>
        <p:nvSpPr>
          <p:cNvPr id="9" name="Footer Placeholder 4"/>
          <p:cNvSpPr>
            <a:spLocks noGrp="1"/>
          </p:cNvSpPr>
          <p:nvPr>
            <p:ph type="ftr" sz="quarter" idx="16"/>
          </p:nvPr>
        </p:nvSpPr>
        <p:spPr/>
        <p:txBody>
          <a:bodyPr/>
          <a:lstStyle>
            <a:lvl1pPr>
              <a:defRPr/>
            </a:lvl1pPr>
          </a:lstStyle>
          <a:p>
            <a:pPr>
              <a:defRPr/>
            </a:pPr>
            <a:r>
              <a:rPr lang="en-GB"/>
              <a:t>POWERPOINT PRESENTATION TEMPLATE GREEN</a:t>
            </a:r>
            <a:endParaRPr lang="en-GB" dirty="0"/>
          </a:p>
        </p:txBody>
      </p:sp>
      <p:sp>
        <p:nvSpPr>
          <p:cNvPr id="10" name="Slide Number Placeholder 5"/>
          <p:cNvSpPr>
            <a:spLocks noGrp="1"/>
          </p:cNvSpPr>
          <p:nvPr>
            <p:ph type="sldNum" sz="quarter" idx="17"/>
          </p:nvPr>
        </p:nvSpPr>
        <p:spPr/>
        <p:txBody>
          <a:bodyPr/>
          <a:lstStyle>
            <a:lvl1pPr>
              <a:defRPr/>
            </a:lvl1pPr>
          </a:lstStyle>
          <a:p>
            <a:pPr>
              <a:defRPr/>
            </a:pPr>
            <a:fld id="{807B1150-2EA3-BA46-9C62-F9F06C804961}" type="slidenum">
              <a:rPr lang="en-GB"/>
              <a:pPr>
                <a:defRPr/>
              </a:pPr>
              <a:t>‹#›</a:t>
            </a:fld>
            <a:endParaRPr lang="en-GB" dirty="0"/>
          </a:p>
        </p:txBody>
      </p:sp>
    </p:spTree>
    <p:extLst>
      <p:ext uri="{BB962C8B-B14F-4D97-AF65-F5344CB8AC3E}">
        <p14:creationId xmlns:p14="http://schemas.microsoft.com/office/powerpoint/2010/main" val="26195398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rgbClr val="FFFFFF"/>
        </a:solidFill>
        <a:effectLst/>
      </p:bgPr>
    </p:bg>
    <p:spTree>
      <p:nvGrpSpPr>
        <p:cNvPr id="1" name="Shape 155"/>
        <p:cNvGrpSpPr/>
        <p:nvPr/>
      </p:nvGrpSpPr>
      <p:grpSpPr>
        <a:xfrm>
          <a:off x="0" y="0"/>
          <a:ext cx="0" cy="0"/>
          <a:chOff x="0" y="0"/>
          <a:chExt cx="0" cy="0"/>
        </a:xfrm>
      </p:grpSpPr>
      <p:sp>
        <p:nvSpPr>
          <p:cNvPr id="156" name="Google Shape;156;p30"/>
          <p:cNvSpPr/>
          <p:nvPr/>
        </p:nvSpPr>
        <p:spPr>
          <a:xfrm>
            <a:off x="-12133" y="-50433"/>
            <a:ext cx="9918025" cy="1358000"/>
          </a:xfrm>
          <a:prstGeom prst="rect">
            <a:avLst/>
          </a:prstGeom>
          <a:solidFill>
            <a:srgbClr val="4CAF50"/>
          </a:solidFill>
          <a:ln>
            <a:noFill/>
          </a:ln>
        </p:spPr>
        <p:txBody>
          <a:bodyPr spcFirstLastPara="1" wrap="square" lIns="99044" tIns="99044" rIns="99044" bIns="99044" anchor="ctr" anchorCtr="0">
            <a:noAutofit/>
          </a:bodyPr>
          <a:lstStyle/>
          <a:p>
            <a:pPr marL="0" lvl="0" indent="0" algn="l" rtl="0">
              <a:spcBef>
                <a:spcPts val="0"/>
              </a:spcBef>
              <a:spcAft>
                <a:spcPts val="0"/>
              </a:spcAft>
              <a:buNone/>
            </a:pPr>
            <a:endParaRPr/>
          </a:p>
        </p:txBody>
      </p:sp>
      <p:sp>
        <p:nvSpPr>
          <p:cNvPr id="157" name="Google Shape;157;p30"/>
          <p:cNvSpPr txBox="1">
            <a:spLocks noGrp="1"/>
          </p:cNvSpPr>
          <p:nvPr>
            <p:ph type="title"/>
          </p:nvPr>
        </p:nvSpPr>
        <p:spPr>
          <a:xfrm>
            <a:off x="337675" y="227760"/>
            <a:ext cx="9230650" cy="7636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8" name="Google Shape;158;p30"/>
          <p:cNvSpPr txBox="1">
            <a:spLocks noGrp="1"/>
          </p:cNvSpPr>
          <p:nvPr>
            <p:ph type="body" idx="1"/>
          </p:nvPr>
        </p:nvSpPr>
        <p:spPr>
          <a:xfrm>
            <a:off x="337675" y="1435033"/>
            <a:ext cx="9230650" cy="4555200"/>
          </a:xfrm>
          <a:prstGeom prst="rect">
            <a:avLst/>
          </a:prstGeom>
        </p:spPr>
        <p:txBody>
          <a:bodyPr spcFirstLastPara="1" wrap="square" lIns="91425" tIns="91425" rIns="91425" bIns="91425" anchor="t" anchorCtr="0">
            <a:noAutofit/>
          </a:bodyPr>
          <a:lstStyle>
            <a:lvl1pPr marL="495285" lvl="0" indent="-412737" rtl="0">
              <a:lnSpc>
                <a:spcPct val="115000"/>
              </a:lnSpc>
              <a:spcBef>
                <a:spcPts val="1083"/>
              </a:spcBef>
              <a:spcAft>
                <a:spcPts val="0"/>
              </a:spcAft>
              <a:buClr>
                <a:srgbClr val="000000"/>
              </a:buClr>
              <a:buSzPts val="2400"/>
              <a:buAutoNum type="arabicPeriod"/>
              <a:defRPr>
                <a:solidFill>
                  <a:srgbClr val="000000"/>
                </a:solidFill>
              </a:defRPr>
            </a:lvl1pPr>
            <a:lvl2pPr marL="990570" lvl="1" indent="-385221" rtl="0">
              <a:lnSpc>
                <a:spcPct val="115000"/>
              </a:lnSpc>
              <a:spcBef>
                <a:spcPts val="1083"/>
              </a:spcBef>
              <a:spcAft>
                <a:spcPts val="0"/>
              </a:spcAft>
              <a:buClr>
                <a:srgbClr val="000000"/>
              </a:buClr>
              <a:buSzPts val="2000"/>
              <a:buAutoNum type="alphaLcPeriod"/>
              <a:defRPr sz="2167">
                <a:solidFill>
                  <a:srgbClr val="000000"/>
                </a:solidFill>
              </a:defRPr>
            </a:lvl2pPr>
            <a:lvl3pPr marL="1485854" lvl="2" indent="-343948" rtl="0">
              <a:spcBef>
                <a:spcPts val="0"/>
              </a:spcBef>
              <a:spcAft>
                <a:spcPts val="0"/>
              </a:spcAft>
              <a:buClr>
                <a:srgbClr val="000000"/>
              </a:buClr>
              <a:buSzPts val="1400"/>
              <a:buAutoNum type="romanLcPeriod"/>
              <a:defRPr>
                <a:solidFill>
                  <a:srgbClr val="000000"/>
                </a:solidFill>
              </a:defRPr>
            </a:lvl3pPr>
            <a:lvl4pPr marL="1981139" lvl="3" indent="-343948" rtl="0">
              <a:spcBef>
                <a:spcPts val="0"/>
              </a:spcBef>
              <a:spcAft>
                <a:spcPts val="0"/>
              </a:spcAft>
              <a:buClr>
                <a:srgbClr val="000000"/>
              </a:buClr>
              <a:buSzPts val="1400"/>
              <a:buAutoNum type="arabicPeriod"/>
              <a:defRPr>
                <a:solidFill>
                  <a:srgbClr val="000000"/>
                </a:solidFill>
              </a:defRPr>
            </a:lvl4pPr>
            <a:lvl5pPr marL="2476424" lvl="4" indent="-343948" rtl="0">
              <a:spcBef>
                <a:spcPts val="1733"/>
              </a:spcBef>
              <a:spcAft>
                <a:spcPts val="0"/>
              </a:spcAft>
              <a:buClr>
                <a:srgbClr val="000000"/>
              </a:buClr>
              <a:buSzPts val="1400"/>
              <a:buAutoNum type="alphaLcPeriod"/>
              <a:defRPr>
                <a:solidFill>
                  <a:srgbClr val="000000"/>
                </a:solidFill>
              </a:defRPr>
            </a:lvl5pPr>
            <a:lvl6pPr marL="2971709" lvl="5" indent="-343948" rtl="0">
              <a:spcBef>
                <a:spcPts val="1733"/>
              </a:spcBef>
              <a:spcAft>
                <a:spcPts val="0"/>
              </a:spcAft>
              <a:buClr>
                <a:srgbClr val="000000"/>
              </a:buClr>
              <a:buSzPts val="1400"/>
              <a:buAutoNum type="romanLcPeriod"/>
              <a:defRPr>
                <a:solidFill>
                  <a:srgbClr val="000000"/>
                </a:solidFill>
              </a:defRPr>
            </a:lvl6pPr>
            <a:lvl7pPr marL="3466993" lvl="6" indent="-343948" rtl="0">
              <a:spcBef>
                <a:spcPts val="1733"/>
              </a:spcBef>
              <a:spcAft>
                <a:spcPts val="0"/>
              </a:spcAft>
              <a:buClr>
                <a:srgbClr val="000000"/>
              </a:buClr>
              <a:buSzPts val="1400"/>
              <a:buAutoNum type="arabicPeriod"/>
              <a:defRPr>
                <a:solidFill>
                  <a:srgbClr val="000000"/>
                </a:solidFill>
              </a:defRPr>
            </a:lvl7pPr>
            <a:lvl8pPr marL="3962278" lvl="7" indent="-343948" rtl="0">
              <a:spcBef>
                <a:spcPts val="1733"/>
              </a:spcBef>
              <a:spcAft>
                <a:spcPts val="0"/>
              </a:spcAft>
              <a:buClr>
                <a:srgbClr val="000000"/>
              </a:buClr>
              <a:buSzPts val="1400"/>
              <a:buAutoNum type="alphaLcPeriod"/>
              <a:defRPr>
                <a:solidFill>
                  <a:srgbClr val="000000"/>
                </a:solidFill>
              </a:defRPr>
            </a:lvl8pPr>
            <a:lvl9pPr marL="4457563" lvl="8" indent="-343948" rtl="0">
              <a:spcBef>
                <a:spcPts val="1733"/>
              </a:spcBef>
              <a:spcAft>
                <a:spcPts val="1733"/>
              </a:spcAft>
              <a:buClr>
                <a:srgbClr val="000000"/>
              </a:buClr>
              <a:buSzPts val="1400"/>
              <a:buAutoNum type="romanLcPeriod"/>
              <a:defRPr>
                <a:solidFill>
                  <a:srgbClr val="000000"/>
                </a:solidFill>
              </a:defRPr>
            </a:lvl9pPr>
          </a:lstStyle>
          <a:p>
            <a:endParaRPr/>
          </a:p>
        </p:txBody>
      </p:sp>
      <p:sp>
        <p:nvSpPr>
          <p:cNvPr id="159" name="Google Shape;159;p30"/>
          <p:cNvSpPr txBox="1">
            <a:spLocks noGrp="1"/>
          </p:cNvSpPr>
          <p:nvPr>
            <p:ph type="sldNum" idx="12"/>
          </p:nvPr>
        </p:nvSpPr>
        <p:spPr>
          <a:xfrm>
            <a:off x="9178496" y="6319223"/>
            <a:ext cx="594425"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184812332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31875" y="44450"/>
            <a:ext cx="8485188" cy="766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ctr" anchorCtr="0" compatLnSpc="1">
            <a:prstTxWarp prst="textNoShape">
              <a:avLst/>
            </a:prstTxWarp>
          </a:bodyPr>
          <a:lstStyle/>
          <a:p>
            <a:pPr lvl="0"/>
            <a:r>
              <a:rPr lang="en-US"/>
              <a:t>Click to edit Master title style</a:t>
            </a:r>
            <a:endParaRPr lang="en-GB"/>
          </a:p>
        </p:txBody>
      </p:sp>
      <p:sp>
        <p:nvSpPr>
          <p:cNvPr id="1027" name="Text Placeholder 2"/>
          <p:cNvSpPr>
            <a:spLocks noGrp="1"/>
          </p:cNvSpPr>
          <p:nvPr>
            <p:ph type="body" idx="1"/>
          </p:nvPr>
        </p:nvSpPr>
        <p:spPr bwMode="auto">
          <a:xfrm>
            <a:off x="1031875" y="1114425"/>
            <a:ext cx="8485188" cy="5122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Rectangle 9"/>
          <p:cNvSpPr/>
          <p:nvPr/>
        </p:nvSpPr>
        <p:spPr bwMode="auto">
          <a:xfrm>
            <a:off x="387350" y="6340475"/>
            <a:ext cx="496888" cy="358775"/>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fontAlgn="auto">
              <a:spcBef>
                <a:spcPts val="0"/>
              </a:spcBef>
              <a:spcAft>
                <a:spcPts val="0"/>
              </a:spcAft>
              <a:defRPr/>
            </a:pPr>
            <a:endParaRPr lang="en-GB" sz="1050" b="1" dirty="0">
              <a:solidFill>
                <a:schemeClr val="bg1"/>
              </a:solidFill>
              <a:latin typeface="Lucida Sans" panose="020B0602030504020204" pitchFamily="34" charset="0"/>
              <a:cs typeface="Lucida Sans"/>
            </a:endParaRPr>
          </a:p>
        </p:txBody>
      </p:sp>
      <p:sp>
        <p:nvSpPr>
          <p:cNvPr id="8" name="Rectangle 7"/>
          <p:cNvSpPr/>
          <p:nvPr/>
        </p:nvSpPr>
        <p:spPr bwMode="auto">
          <a:xfrm>
            <a:off x="2505075" y="6340475"/>
            <a:ext cx="7011988" cy="358775"/>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050">
              <a:latin typeface="Lucida Sans" panose="020B0602030504020204" pitchFamily="34" charset="0"/>
              <a:cs typeface="Lucida Sans"/>
            </a:endParaRPr>
          </a:p>
        </p:txBody>
      </p:sp>
      <p:sp>
        <p:nvSpPr>
          <p:cNvPr id="9" name="Rectangle 8"/>
          <p:cNvSpPr/>
          <p:nvPr userDrawn="1"/>
        </p:nvSpPr>
        <p:spPr bwMode="auto">
          <a:xfrm>
            <a:off x="904875" y="6340475"/>
            <a:ext cx="1598613" cy="35877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fontAlgn="auto">
              <a:spcBef>
                <a:spcPts val="0"/>
              </a:spcBef>
              <a:spcAft>
                <a:spcPts val="0"/>
              </a:spcAft>
              <a:defRPr/>
            </a:pPr>
            <a:endParaRPr lang="en-GB" sz="1050" b="1">
              <a:latin typeface="Lucida Sans" panose="020B0602030504020204" pitchFamily="34" charset="0"/>
              <a:cs typeface="Lucida Sans"/>
            </a:endParaRPr>
          </a:p>
        </p:txBody>
      </p:sp>
      <p:sp>
        <p:nvSpPr>
          <p:cNvPr id="4" name="Date Placeholder 3"/>
          <p:cNvSpPr>
            <a:spLocks noGrp="1"/>
          </p:cNvSpPr>
          <p:nvPr>
            <p:ph type="dt" sz="half" idx="2"/>
          </p:nvPr>
        </p:nvSpPr>
        <p:spPr>
          <a:xfrm>
            <a:off x="1031875" y="6337300"/>
            <a:ext cx="1473200" cy="365125"/>
          </a:xfrm>
          <a:prstGeom prst="rect">
            <a:avLst/>
          </a:prstGeom>
        </p:spPr>
        <p:txBody>
          <a:bodyPr vert="horz" lIns="0" tIns="0" rIns="91440" bIns="0" rtlCol="0" anchor="ctr"/>
          <a:lstStyle>
            <a:lvl1pPr algn="l" fontAlgn="auto">
              <a:spcBef>
                <a:spcPts val="0"/>
              </a:spcBef>
              <a:spcAft>
                <a:spcPts val="0"/>
              </a:spcAft>
              <a:defRPr sz="1200">
                <a:solidFill>
                  <a:schemeClr val="bg1"/>
                </a:solidFill>
                <a:latin typeface="Lucida Sans Unicode" panose="020B0602030504020204" pitchFamily="34" charset="0"/>
                <a:ea typeface="+mn-ea"/>
                <a:cs typeface="Lucida Sans Unicode" panose="020B0602030504020204" pitchFamily="34" charset="0"/>
              </a:defRPr>
            </a:lvl1pPr>
          </a:lstStyle>
          <a:p>
            <a:pPr>
              <a:defRPr/>
            </a:pPr>
            <a:fld id="{56516A83-91EE-AB41-A586-9B58DDBC6DE5}" type="datetime3">
              <a:rPr lang="en-GB"/>
              <a:pPr>
                <a:defRPr/>
              </a:pPr>
              <a:t>25 July, 2025</a:t>
            </a:fld>
            <a:endParaRPr lang="en-GB" dirty="0"/>
          </a:p>
        </p:txBody>
      </p:sp>
      <p:sp>
        <p:nvSpPr>
          <p:cNvPr id="5" name="Footer Placeholder 4"/>
          <p:cNvSpPr>
            <a:spLocks noGrp="1"/>
          </p:cNvSpPr>
          <p:nvPr>
            <p:ph type="ftr" sz="quarter" idx="3"/>
          </p:nvPr>
        </p:nvSpPr>
        <p:spPr>
          <a:xfrm>
            <a:off x="2505075" y="6337300"/>
            <a:ext cx="7005638" cy="365125"/>
          </a:xfrm>
          <a:prstGeom prst="rect">
            <a:avLst/>
          </a:prstGeom>
        </p:spPr>
        <p:txBody>
          <a:bodyPr vert="horz" lIns="108000" tIns="0" rIns="108000" bIns="0" rtlCol="0" anchor="ctr"/>
          <a:lstStyle>
            <a:lvl1pPr algn="ctr" fontAlgn="auto">
              <a:spcBef>
                <a:spcPts val="0"/>
              </a:spcBef>
              <a:spcAft>
                <a:spcPts val="0"/>
              </a:spcAft>
              <a:defRPr sz="1200">
                <a:solidFill>
                  <a:schemeClr val="tx1"/>
                </a:solidFill>
                <a:latin typeface="Georgia" panose="02040502050405020303" pitchFamily="18" charset="0"/>
                <a:ea typeface="+mn-ea"/>
                <a:cs typeface="+mn-cs"/>
              </a:defRPr>
            </a:lvl1pPr>
          </a:lstStyle>
          <a:p>
            <a:pPr>
              <a:defRPr/>
            </a:pPr>
            <a:r>
              <a:rPr lang="en-GB"/>
              <a:t>POWERPOINT PRESENTATION TEMPLATE GREEN</a:t>
            </a:r>
          </a:p>
        </p:txBody>
      </p:sp>
      <p:sp>
        <p:nvSpPr>
          <p:cNvPr id="6" name="Slide Number Placeholder 5"/>
          <p:cNvSpPr>
            <a:spLocks noGrp="1"/>
          </p:cNvSpPr>
          <p:nvPr>
            <p:ph type="sldNum" sz="quarter" idx="4"/>
          </p:nvPr>
        </p:nvSpPr>
        <p:spPr>
          <a:xfrm>
            <a:off x="377825" y="6337300"/>
            <a:ext cx="514350" cy="365125"/>
          </a:xfrm>
          <a:prstGeom prst="rect">
            <a:avLst/>
          </a:prstGeom>
        </p:spPr>
        <p:txBody>
          <a:bodyPr vert="horz" lIns="0" tIns="0" rIns="0" bIns="0" rtlCol="0" anchor="ctr"/>
          <a:lstStyle>
            <a:lvl1pPr algn="ctr" fontAlgn="auto">
              <a:spcBef>
                <a:spcPts val="0"/>
              </a:spcBef>
              <a:spcAft>
                <a:spcPts val="0"/>
              </a:spcAft>
              <a:defRPr sz="1200">
                <a:solidFill>
                  <a:schemeClr val="bg1"/>
                </a:solidFill>
                <a:latin typeface="Lucida Sans Unicode" panose="020B0602030504020204" pitchFamily="34" charset="0"/>
                <a:ea typeface="+mn-ea"/>
                <a:cs typeface="Lucida Sans Unicode" panose="020B0602030504020204" pitchFamily="34" charset="0"/>
              </a:defRPr>
            </a:lvl1pPr>
          </a:lstStyle>
          <a:p>
            <a:pPr>
              <a:defRPr/>
            </a:pPr>
            <a:fld id="{B3990C44-6740-6B49-8695-A99901BF4C49}" type="slidenum">
              <a:rPr lang="en-GB"/>
              <a:pPr>
                <a:defRPr/>
              </a:pPr>
              <a:t>‹#›</a:t>
            </a:fld>
            <a:endParaRPr lang="en-GB" dirty="0"/>
          </a:p>
        </p:txBody>
      </p:sp>
    </p:spTree>
  </p:cSld>
  <p:clrMap bg1="lt1" tx1="dk1" bg2="lt2" tx2="dk2" accent1="accent1" accent2="accent2" accent3="accent3" accent4="accent4" accent5="accent5" accent6="accent6" hlink="hlink" folHlink="folHlink"/>
  <p:sldLayoutIdLst>
    <p:sldLayoutId id="2147484529" r:id="rId1"/>
    <p:sldLayoutId id="2147484530" r:id="rId2"/>
    <p:sldLayoutId id="2147484531" r:id="rId3"/>
    <p:sldLayoutId id="2147484532" r:id="rId4"/>
    <p:sldLayoutId id="2147484533" r:id="rId5"/>
    <p:sldLayoutId id="2147484534" r:id="rId6"/>
    <p:sldLayoutId id="2147484535" r:id="rId7"/>
    <p:sldLayoutId id="2147484536" r:id="rId8"/>
    <p:sldLayoutId id="2147484537" r:id="rId9"/>
    <p:sldLayoutId id="2147484538" r:id="rId10"/>
    <p:sldLayoutId id="2147484539" r:id="rId11"/>
    <p:sldLayoutId id="2147484540" r:id="rId12"/>
    <p:sldLayoutId id="2147484541" r:id="rId13"/>
    <p:sldLayoutId id="2147484542" r:id="rId14"/>
    <p:sldLayoutId id="2147484543" r:id="rId15"/>
    <p:sldLayoutId id="2147484544" r:id="rId16"/>
    <p:sldLayoutId id="2147484545" r:id="rId17"/>
    <p:sldLayoutId id="2147484546" r:id="rId18"/>
    <p:sldLayoutId id="2147484547" r:id="rId19"/>
    <p:sldLayoutId id="2147484548" r:id="rId20"/>
    <p:sldLayoutId id="2147484549" r:id="rId21"/>
    <p:sldLayoutId id="2147484550" r:id="rId22"/>
    <p:sldLayoutId id="2147484551" r:id="rId23"/>
    <p:sldLayoutId id="2147484552" r:id="rId24"/>
    <p:sldLayoutId id="2147484553" r:id="rId25"/>
    <p:sldLayoutId id="2147484554" r:id="rId26"/>
    <p:sldLayoutId id="2147484555" r:id="rId27"/>
    <p:sldLayoutId id="2147484556" r:id="rId28"/>
    <p:sldLayoutId id="2147484557" r:id="rId29"/>
    <p:sldLayoutId id="2147484558" r:id="rId30"/>
    <p:sldLayoutId id="2147484559" r:id="rId31"/>
    <p:sldLayoutId id="2147484560" r:id="rId32"/>
    <p:sldLayoutId id="2147484561" r:id="rId33"/>
    <p:sldLayoutId id="2147484562" r:id="rId34"/>
    <p:sldLayoutId id="2147484564" r:id="rId35"/>
  </p:sldLayoutIdLst>
  <p:hf hdr="0"/>
  <p:txStyles>
    <p:titleStyle>
      <a:lvl1pPr algn="l" rtl="0" eaLnBrk="1" fontAlgn="base" hangingPunct="1">
        <a:spcBef>
          <a:spcPct val="0"/>
        </a:spcBef>
        <a:spcAft>
          <a:spcPct val="0"/>
        </a:spcAft>
        <a:defRPr sz="3600" b="1" kern="1200">
          <a:solidFill>
            <a:srgbClr val="87A529"/>
          </a:solidFill>
          <a:latin typeface="Georgia" panose="02040502050405020303" pitchFamily="18" charset="0"/>
          <a:ea typeface="ＭＳ Ｐゴシック" charset="0"/>
          <a:cs typeface="ＭＳ Ｐゴシック" charset="0"/>
        </a:defRPr>
      </a:lvl1pPr>
      <a:lvl2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2pPr>
      <a:lvl3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3pPr>
      <a:lvl4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4pPr>
      <a:lvl5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5pPr>
      <a:lvl6pPr marL="4572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6pPr>
      <a:lvl7pPr marL="9144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7pPr>
      <a:lvl8pPr marL="13716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8pPr>
      <a:lvl9pPr marL="18288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9pPr>
    </p:titleStyle>
    <p:bodyStyle>
      <a:lvl1pPr marL="342900" indent="-34290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Lucida Sans Unicode" panose="020B0602030504020204" pitchFamily="34" charset="0"/>
          <a:ea typeface="ＭＳ Ｐゴシック" charset="0"/>
          <a:cs typeface="Lucida Sans Unicode" panose="020B0602030504020204" pitchFamily="34" charset="0"/>
        </a:defRPr>
      </a:lvl2pPr>
      <a:lvl3pPr marL="1143000" indent="-228600" algn="l" rtl="0" eaLnBrk="1" fontAlgn="base" hangingPunct="1">
        <a:spcBef>
          <a:spcPct val="20000"/>
        </a:spcBef>
        <a:spcAft>
          <a:spcPct val="0"/>
        </a:spcAft>
        <a:buFont typeface="Arial" charset="0"/>
        <a:buChar char="•"/>
        <a:defRPr kern="1200">
          <a:solidFill>
            <a:schemeClr val="tx1"/>
          </a:solidFill>
          <a:latin typeface="Lucida Sans Unicode" panose="020B0602030504020204" pitchFamily="34" charset="0"/>
          <a:ea typeface="ＭＳ Ｐゴシック" charset="0"/>
          <a:cs typeface="Lucida Sans Unicode" panose="020B0602030504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5.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hyperlink" Target="https://developer.android.com/guide/fragments" TargetMode="External"/><Relationship Id="rId2" Type="http://schemas.openxmlformats.org/officeDocument/2006/relationships/image" Target="../media/image12.png"/><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50"/>
          <p:cNvSpPr>
            <a:spLocks noGrp="1" noChangeArrowheads="1"/>
          </p:cNvSpPr>
          <p:nvPr>
            <p:ph type="title"/>
          </p:nvPr>
        </p:nvSpPr>
        <p:spPr>
          <a:xfrm>
            <a:off x="416496" y="1312895"/>
            <a:ext cx="9230650" cy="763600"/>
          </a:xfrm>
        </p:spPr>
        <p:txBody>
          <a:bodyPr anchor="ctr">
            <a:normAutofit fontScale="90000"/>
          </a:bodyPr>
          <a:lstStyle/>
          <a:p>
            <a:pPr algn="ctr"/>
            <a:r>
              <a:rPr lang="en-GB" altLang="en-US" sz="3600" dirty="0">
                <a:solidFill>
                  <a:schemeClr val="bg1"/>
                </a:solidFill>
                <a:latin typeface="Georgia" panose="02040502050405020303" pitchFamily="18" charset="0"/>
              </a:rPr>
              <a:t>Mobile Application Development (COS7025-B)</a:t>
            </a:r>
            <a:br>
              <a:rPr lang="en-GB" altLang="en-US" sz="3600" dirty="0">
                <a:solidFill>
                  <a:schemeClr val="bg1"/>
                </a:solidFill>
                <a:latin typeface="Georgia" panose="02040502050405020303" pitchFamily="18" charset="0"/>
              </a:rPr>
            </a:br>
            <a:br>
              <a:rPr lang="en-GB" altLang="en-US" sz="1300" dirty="0">
                <a:solidFill>
                  <a:srgbClr val="003399"/>
                </a:solidFill>
                <a:latin typeface="Georgia" panose="02040502050405020303" pitchFamily="18" charset="0"/>
              </a:rPr>
            </a:br>
            <a:br>
              <a:rPr lang="en-GB" altLang="en-US" sz="900" dirty="0">
                <a:solidFill>
                  <a:srgbClr val="003399"/>
                </a:solidFill>
              </a:rPr>
            </a:br>
            <a:r>
              <a:rPr lang="en-GB" altLang="en-US" sz="3600" dirty="0">
                <a:solidFill>
                  <a:srgbClr val="003399"/>
                </a:solidFill>
                <a:latin typeface="Georgia" panose="02040502050405020303" pitchFamily="18" charset="0"/>
              </a:rPr>
              <a:t> </a:t>
            </a:r>
            <a:br>
              <a:rPr lang="en-GB" altLang="en-US" sz="900" dirty="0">
                <a:solidFill>
                  <a:srgbClr val="003399"/>
                </a:solidFill>
                <a:latin typeface="Georgia" panose="02040502050405020303" pitchFamily="18" charset="0"/>
              </a:rPr>
            </a:br>
            <a:r>
              <a:rPr lang="en-GB" altLang="en-US" sz="3600" b="1" dirty="0">
                <a:solidFill>
                  <a:srgbClr val="0070C0"/>
                </a:solidFill>
                <a:latin typeface="Georgia" charset="0"/>
                <a:ea typeface="MS PGothic" charset="-128"/>
                <a:cs typeface="ＭＳ Ｐゴシック" charset="-128"/>
              </a:rPr>
              <a:t>Designing Mobile Apps using Android</a:t>
            </a:r>
            <a:br>
              <a:rPr lang="en-GB" altLang="en-US" sz="3600" b="1" dirty="0">
                <a:solidFill>
                  <a:srgbClr val="0070C0"/>
                </a:solidFill>
                <a:latin typeface="Georgia" charset="0"/>
                <a:ea typeface="MS PGothic" charset="-128"/>
                <a:cs typeface="ＭＳ Ｐゴシック" charset="-128"/>
              </a:rPr>
            </a:br>
            <a:r>
              <a:rPr lang="en-GB" altLang="en-US" sz="3600" b="1" dirty="0">
                <a:solidFill>
                  <a:srgbClr val="0081BE"/>
                </a:solidFill>
                <a:latin typeface="Georgia" panose="02040502050405020303" pitchFamily="18" charset="0"/>
              </a:rPr>
              <a:t>Introduction to </a:t>
            </a:r>
            <a:r>
              <a:rPr lang="en-GB" altLang="en-US" sz="3600" b="1" dirty="0">
                <a:solidFill>
                  <a:srgbClr val="0081BE"/>
                </a:solidFill>
                <a:latin typeface="Georgia" panose="02040502050405020303" pitchFamily="18" charset="0"/>
                <a:ea typeface="MS PGothic" charset="-128"/>
              </a:rPr>
              <a:t>Fragments</a:t>
            </a:r>
            <a:endParaRPr lang="es-ES" altLang="en-US" sz="3600" dirty="0">
              <a:solidFill>
                <a:srgbClr val="0081BE"/>
              </a:solidFill>
              <a:latin typeface="Georgia" panose="02040502050405020303" pitchFamily="18" charset="0"/>
            </a:endParaRPr>
          </a:p>
        </p:txBody>
      </p:sp>
      <p:sp>
        <p:nvSpPr>
          <p:cNvPr id="6" name="Slide Number Placeholder 5"/>
          <p:cNvSpPr>
            <a:spLocks noGrp="1"/>
          </p:cNvSpPr>
          <p:nvPr>
            <p:ph type="sldNum" idx="12"/>
          </p:nvPr>
        </p:nvSpPr>
        <p:spPr/>
        <p:txBody>
          <a:bodyPr/>
          <a:lstStyle/>
          <a:p>
            <a:pPr>
              <a:defRPr/>
            </a:pPr>
            <a:fld id="{71B4BE5D-D4C9-A14A-A707-5B27380E2328}" type="slidenum">
              <a:rPr lang="en-GB" smtClean="0"/>
              <a:pPr>
                <a:defRPr/>
              </a:pPr>
              <a:t>1</a:t>
            </a:fld>
            <a:endParaRPr lang="en-GB" dirty="0"/>
          </a:p>
        </p:txBody>
      </p:sp>
      <p:sp>
        <p:nvSpPr>
          <p:cNvPr id="4" name="Date Placeholder 3"/>
          <p:cNvSpPr>
            <a:spLocks noGrp="1"/>
          </p:cNvSpPr>
          <p:nvPr>
            <p:ph type="dt" sz="quarter" idx="4294967295"/>
          </p:nvPr>
        </p:nvSpPr>
        <p:spPr>
          <a:xfrm>
            <a:off x="0" y="6337300"/>
            <a:ext cx="1473200" cy="365125"/>
          </a:xfrm>
        </p:spPr>
        <p:txBody>
          <a:bodyPr/>
          <a:lstStyle/>
          <a:p>
            <a:pPr>
              <a:defRPr/>
            </a:pPr>
            <a:fld id="{03F7D35D-8950-BF46-B66A-37F1FDD14F3C}" type="datetime3">
              <a:rPr lang="en-GB"/>
              <a:pPr>
                <a:defRPr/>
              </a:pPr>
              <a:t>25 July, 2025</a:t>
            </a:fld>
            <a:endParaRPr lang="en-GB" dirty="0"/>
          </a:p>
        </p:txBody>
      </p:sp>
      <p:sp>
        <p:nvSpPr>
          <p:cNvPr id="5" name="Footer Placeholder 4"/>
          <p:cNvSpPr>
            <a:spLocks noGrp="1"/>
          </p:cNvSpPr>
          <p:nvPr>
            <p:ph type="ftr" sz="quarter" idx="4294967295"/>
          </p:nvPr>
        </p:nvSpPr>
        <p:spPr>
          <a:xfrm>
            <a:off x="2900363" y="6337300"/>
            <a:ext cx="7005637" cy="365125"/>
          </a:xfrm>
        </p:spPr>
        <p:txBody>
          <a:bodyPr/>
          <a:lstStyle/>
          <a:p>
            <a:pPr>
              <a:defRPr/>
            </a:pPr>
            <a:r>
              <a:rPr lang="en-GB"/>
              <a:t>POWERPOINT PRESENTATION TEMPLATE GREEN</a:t>
            </a:r>
            <a:endParaRPr lang="en-GB" dirty="0"/>
          </a:p>
        </p:txBody>
      </p:sp>
      <p:sp>
        <p:nvSpPr>
          <p:cNvPr id="10" name="Rectangle 168"/>
          <p:cNvSpPr>
            <a:spLocks noChangeArrowheads="1"/>
          </p:cNvSpPr>
          <p:nvPr/>
        </p:nvSpPr>
        <p:spPr bwMode="auto">
          <a:xfrm>
            <a:off x="2385307" y="3633138"/>
            <a:ext cx="496855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s-UY" altLang="en-US" sz="2000" b="1" dirty="0">
                <a:solidFill>
                  <a:schemeClr val="tx1"/>
                </a:solidFill>
              </a:rPr>
              <a:t>Karim Hammoud Sadik</a:t>
            </a:r>
          </a:p>
          <a:p>
            <a:endParaRPr lang="es-UY" altLang="en-US" sz="2000" b="1" dirty="0">
              <a:solidFill>
                <a:schemeClr val="tx1"/>
              </a:solidFill>
            </a:endParaRPr>
          </a:p>
          <a:p>
            <a:r>
              <a:rPr lang="es-UY" altLang="en-US" sz="2000" b="1" dirty="0" err="1">
                <a:solidFill>
                  <a:schemeClr val="tx1"/>
                </a:solidFill>
              </a:rPr>
              <a:t>Lecture</a:t>
            </a:r>
            <a:r>
              <a:rPr lang="es-UY" altLang="en-US" sz="2000" b="1" dirty="0">
                <a:solidFill>
                  <a:schemeClr val="tx1"/>
                </a:solidFill>
              </a:rPr>
              <a:t> #6</a:t>
            </a:r>
            <a:endParaRPr lang="es-ES" altLang="en-US" sz="2000" b="1" dirty="0">
              <a:solidFill>
                <a:schemeClr val="tx1"/>
              </a:solidFill>
            </a:endParaRPr>
          </a:p>
        </p:txBody>
      </p:sp>
      <p:pic>
        <p:nvPicPr>
          <p:cNvPr id="11" name="object 3"/>
          <p:cNvPicPr/>
          <p:nvPr/>
        </p:nvPicPr>
        <p:blipFill>
          <a:blip r:embed="rId2" cstate="print"/>
          <a:stretch>
            <a:fillRect/>
          </a:stretch>
        </p:blipFill>
        <p:spPr>
          <a:xfrm>
            <a:off x="632520" y="4607870"/>
            <a:ext cx="960698" cy="1540889"/>
          </a:xfrm>
          <a:prstGeom prst="rect">
            <a:avLst/>
          </a:prstGeom>
        </p:spPr>
      </p:pic>
      <p:pic>
        <p:nvPicPr>
          <p:cNvPr id="12" name="object 5"/>
          <p:cNvPicPr/>
          <p:nvPr/>
        </p:nvPicPr>
        <p:blipFill>
          <a:blip r:embed="rId3" cstate="print"/>
          <a:stretch>
            <a:fillRect/>
          </a:stretch>
        </p:blipFill>
        <p:spPr>
          <a:xfrm>
            <a:off x="5385048" y="4869160"/>
            <a:ext cx="1103818" cy="1101508"/>
          </a:xfrm>
          <a:prstGeom prst="rect">
            <a:avLst/>
          </a:prstGeom>
        </p:spPr>
      </p:pic>
      <p:sp>
        <p:nvSpPr>
          <p:cNvPr id="13" name="object 2"/>
          <p:cNvSpPr txBox="1">
            <a:spLocks/>
          </p:cNvSpPr>
          <p:nvPr/>
        </p:nvSpPr>
        <p:spPr bwMode="auto">
          <a:xfrm>
            <a:off x="5121609" y="6042039"/>
            <a:ext cx="162525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b" anchorCtr="0" compatLnSpc="1">
            <a:prstTxWarp prst="textNoShape">
              <a:avLst/>
            </a:prstTxWarp>
            <a:spAutoFit/>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marL="12700">
              <a:spcBef>
                <a:spcPts val="100"/>
              </a:spcBef>
            </a:pPr>
            <a:r>
              <a:rPr lang="en-GB" sz="1600" b="1" dirty="0">
                <a:solidFill>
                  <a:srgbClr val="7030A0"/>
                </a:solidFill>
              </a:rPr>
              <a:t>Android</a:t>
            </a:r>
            <a:r>
              <a:rPr lang="en-GB" sz="1600" b="1" spc="-155" dirty="0">
                <a:solidFill>
                  <a:srgbClr val="7030A0"/>
                </a:solidFill>
              </a:rPr>
              <a:t> </a:t>
            </a:r>
            <a:r>
              <a:rPr lang="en-GB" sz="1600" b="1" dirty="0">
                <a:solidFill>
                  <a:srgbClr val="7030A0"/>
                </a:solidFill>
              </a:rPr>
              <a:t>Studio</a:t>
            </a:r>
            <a:endParaRPr lang="en-GB" sz="1600" b="1" spc="-100" dirty="0">
              <a:solidFill>
                <a:srgbClr val="7030A0"/>
              </a:solidFill>
            </a:endParaRPr>
          </a:p>
        </p:txBody>
      </p:sp>
      <p:pic>
        <p:nvPicPr>
          <p:cNvPr id="14" name="Picture 13"/>
          <p:cNvPicPr>
            <a:picLocks noChangeAspect="1"/>
          </p:cNvPicPr>
          <p:nvPr/>
        </p:nvPicPr>
        <p:blipFill>
          <a:blip r:embed="rId4"/>
          <a:stretch>
            <a:fillRect/>
          </a:stretch>
        </p:blipFill>
        <p:spPr>
          <a:xfrm rot="1901369">
            <a:off x="2770480" y="4707233"/>
            <a:ext cx="803112" cy="1496807"/>
          </a:xfrm>
          <a:prstGeom prst="rect">
            <a:avLst/>
          </a:prstGeom>
        </p:spPr>
      </p:pic>
      <p:pic>
        <p:nvPicPr>
          <p:cNvPr id="15" name="Picture 2" descr="Android framework details"/>
          <p:cNvPicPr>
            <a:picLocks noChangeAspect="1" noChangeArrowheads="1"/>
          </p:cNvPicPr>
          <p:nvPr/>
        </p:nvPicPr>
        <p:blipFill>
          <a:blip r:embed="rId5" cstate="email">
            <a:extLst>
              <a:ext uri="{28A0092B-C50C-407E-A947-70E740481C1C}">
                <a14:useLocalDpi xmlns:a14="http://schemas.microsoft.com/office/drawing/2010/main" val="0"/>
              </a:ext>
            </a:extLst>
          </a:blip>
          <a:srcRect l="21053" r="41013"/>
          <a:stretch>
            <a:fillRect/>
          </a:stretch>
        </p:blipFill>
        <p:spPr bwMode="auto">
          <a:xfrm>
            <a:off x="7751333" y="3987613"/>
            <a:ext cx="1394740" cy="2374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55B40-594C-87A4-67E1-018DC8F2706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1B490B-786A-691E-A082-ABCA10D53DE7}"/>
              </a:ext>
            </a:extLst>
          </p:cNvPr>
          <p:cNvSpPr>
            <a:spLocks noGrp="1"/>
          </p:cNvSpPr>
          <p:nvPr>
            <p:ph type="sldNum" idx="12"/>
          </p:nvPr>
        </p:nvSpPr>
        <p:spPr/>
        <p:txBody>
          <a:bodyPr/>
          <a:lstStyle/>
          <a:p>
            <a:pPr algn="r"/>
            <a:fld id="{00000000-1234-1234-1234-123412341234}" type="slidenum">
              <a:rPr lang="en" smtClean="0"/>
              <a:pPr algn="r"/>
              <a:t>2</a:t>
            </a:fld>
            <a:endParaRPr lang="en"/>
          </a:p>
        </p:txBody>
      </p:sp>
      <p:sp>
        <p:nvSpPr>
          <p:cNvPr id="6" name="Google Shape;488;p94">
            <a:extLst>
              <a:ext uri="{FF2B5EF4-FFF2-40B4-BE49-F238E27FC236}">
                <a16:creationId xmlns:a16="http://schemas.microsoft.com/office/drawing/2014/main" id="{FB4163B3-F9C3-376B-F66E-7D6BBA661F10}"/>
              </a:ext>
            </a:extLst>
          </p:cNvPr>
          <p:cNvSpPr txBox="1">
            <a:spLocks noGrp="1"/>
          </p:cNvSpPr>
          <p:nvPr>
            <p:ph type="title"/>
          </p:nvPr>
        </p:nvSpPr>
        <p:spPr>
          <a:xfrm>
            <a:off x="272480" y="436193"/>
            <a:ext cx="86577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dirty="0">
                <a:solidFill>
                  <a:srgbClr val="FFFFFF"/>
                </a:solidFill>
              </a:rPr>
              <a:t>Contents</a:t>
            </a:r>
            <a:endParaRPr dirty="0">
              <a:solidFill>
                <a:srgbClr val="FFFFFF"/>
              </a:solidFill>
            </a:endParaRPr>
          </a:p>
        </p:txBody>
      </p:sp>
      <p:sp>
        <p:nvSpPr>
          <p:cNvPr id="5" name="Rectangle 4">
            <a:extLst>
              <a:ext uri="{FF2B5EF4-FFF2-40B4-BE49-F238E27FC236}">
                <a16:creationId xmlns:a16="http://schemas.microsoft.com/office/drawing/2014/main" id="{85A563E1-0EBB-EEA1-5F86-02E4F5B55014}"/>
              </a:ext>
            </a:extLst>
          </p:cNvPr>
          <p:cNvSpPr/>
          <p:nvPr/>
        </p:nvSpPr>
        <p:spPr>
          <a:xfrm>
            <a:off x="0" y="1772816"/>
            <a:ext cx="7704856" cy="2031325"/>
          </a:xfrm>
          <a:prstGeom prst="rect">
            <a:avLst/>
          </a:prstGeom>
        </p:spPr>
        <p:txBody>
          <a:bodyPr wrap="square">
            <a:spAutoFit/>
          </a:bodyPr>
          <a:lstStyle/>
          <a:p>
            <a:pPr marL="742950" lvl="1" indent="-285750">
              <a:spcBef>
                <a:spcPts val="1200"/>
              </a:spcBef>
              <a:buFont typeface="Wingdings" panose="05000000000000000000" pitchFamily="2" charset="2"/>
              <a:buChar char="Ø"/>
            </a:pPr>
            <a:r>
              <a:rPr lang="en-GB" altLang="en-US" sz="2400" dirty="0">
                <a:latin typeface="Lucida Sans Unicode" charset="0"/>
                <a:ea typeface="MS PGothic" charset="-128"/>
                <a:cs typeface="Lucida Sans Unicode" charset="0"/>
              </a:rPr>
              <a:t>Activities and connection with fragments</a:t>
            </a:r>
          </a:p>
          <a:p>
            <a:pPr marL="742950" lvl="1" indent="-285750">
              <a:spcBef>
                <a:spcPts val="1200"/>
              </a:spcBef>
              <a:buFont typeface="Wingdings" panose="05000000000000000000" pitchFamily="2" charset="2"/>
              <a:buChar char="Ø"/>
            </a:pPr>
            <a:r>
              <a:rPr lang="en-GB" altLang="en-US" sz="2400" dirty="0">
                <a:latin typeface="Lucida Sans Unicode" charset="0"/>
                <a:ea typeface="MS PGothic" charset="-128"/>
                <a:cs typeface="Lucida Sans Unicode" charset="0"/>
              </a:rPr>
              <a:t>Fragment lifecycle</a:t>
            </a:r>
          </a:p>
          <a:p>
            <a:pPr marL="742950" lvl="1" indent="-285750">
              <a:spcBef>
                <a:spcPts val="1200"/>
              </a:spcBef>
              <a:buFont typeface="Wingdings" panose="05000000000000000000" pitchFamily="2" charset="2"/>
              <a:buChar char="Ø"/>
            </a:pPr>
            <a:r>
              <a:rPr lang="en-GB" altLang="en-US" sz="2400" dirty="0">
                <a:latin typeface="Lucida Sans Unicode" charset="0"/>
                <a:ea typeface="MS PGothic" charset="-128"/>
                <a:cs typeface="Lucida Sans Unicode" charset="0"/>
              </a:rPr>
              <a:t>Communication between fragments/activities</a:t>
            </a:r>
          </a:p>
          <a:p>
            <a:pPr marL="742950" lvl="1" indent="-285750">
              <a:spcBef>
                <a:spcPts val="1200"/>
              </a:spcBef>
              <a:buFont typeface="Wingdings" panose="05000000000000000000" pitchFamily="2" charset="2"/>
              <a:buChar char="Ø"/>
            </a:pPr>
            <a:r>
              <a:rPr lang="en-GB" altLang="en-US" sz="2400" dirty="0">
                <a:latin typeface="Lucida Sans Unicode" charset="0"/>
                <a:ea typeface="MS PGothic" charset="-128"/>
                <a:cs typeface="Lucida Sans Unicode" charset="0"/>
              </a:rPr>
              <a:t>UI components</a:t>
            </a:r>
          </a:p>
        </p:txBody>
      </p:sp>
    </p:spTree>
    <p:extLst>
      <p:ext uri="{BB962C8B-B14F-4D97-AF65-F5344CB8AC3E}">
        <p14:creationId xmlns:p14="http://schemas.microsoft.com/office/powerpoint/2010/main" val="2977182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2F66F-72FE-2F2E-089F-D64B3C9B01E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F80A63-AC8F-89AE-3D59-82A74DBC6FDE}"/>
              </a:ext>
            </a:extLst>
          </p:cNvPr>
          <p:cNvSpPr>
            <a:spLocks noGrp="1"/>
          </p:cNvSpPr>
          <p:nvPr>
            <p:ph type="sldNum" idx="12"/>
          </p:nvPr>
        </p:nvSpPr>
        <p:spPr/>
        <p:txBody>
          <a:bodyPr/>
          <a:lstStyle/>
          <a:p>
            <a:pPr algn="r"/>
            <a:fld id="{00000000-1234-1234-1234-123412341234}" type="slidenum">
              <a:rPr lang="en" smtClean="0"/>
              <a:pPr algn="r"/>
              <a:t>3</a:t>
            </a:fld>
            <a:endParaRPr lang="en"/>
          </a:p>
        </p:txBody>
      </p:sp>
      <p:sp>
        <p:nvSpPr>
          <p:cNvPr id="9" name="Title 8">
            <a:extLst>
              <a:ext uri="{FF2B5EF4-FFF2-40B4-BE49-F238E27FC236}">
                <a16:creationId xmlns:a16="http://schemas.microsoft.com/office/drawing/2014/main" id="{3702B255-10E7-F963-AAC6-8EBF1F9B05B0}"/>
              </a:ext>
            </a:extLst>
          </p:cNvPr>
          <p:cNvSpPr>
            <a:spLocks noGrp="1"/>
          </p:cNvSpPr>
          <p:nvPr>
            <p:ph type="title"/>
          </p:nvPr>
        </p:nvSpPr>
        <p:spPr/>
        <p:txBody>
          <a:bodyPr/>
          <a:lstStyle/>
          <a:p>
            <a:r>
              <a:rPr lang="en-GB" sz="3600" b="1" dirty="0">
                <a:solidFill>
                  <a:schemeClr val="bg1"/>
                </a:solidFill>
                <a:latin typeface="Georgia" panose="02040502050405020303" pitchFamily="18" charset="0"/>
              </a:rPr>
              <a:t>What are Fragments?</a:t>
            </a:r>
            <a:endParaRPr lang="en-GB" dirty="0"/>
          </a:p>
        </p:txBody>
      </p:sp>
      <p:sp>
        <p:nvSpPr>
          <p:cNvPr id="10" name="Rectangle 9">
            <a:extLst>
              <a:ext uri="{FF2B5EF4-FFF2-40B4-BE49-F238E27FC236}">
                <a16:creationId xmlns:a16="http://schemas.microsoft.com/office/drawing/2014/main" id="{08279D9E-DC28-E26A-EA99-81717D91BAD9}"/>
              </a:ext>
            </a:extLst>
          </p:cNvPr>
          <p:cNvSpPr/>
          <p:nvPr/>
        </p:nvSpPr>
        <p:spPr>
          <a:xfrm>
            <a:off x="56456" y="1288672"/>
            <a:ext cx="8928992" cy="3046988"/>
          </a:xfrm>
          <a:prstGeom prst="rect">
            <a:avLst/>
          </a:prstGeom>
        </p:spPr>
        <p:txBody>
          <a:bodyPr wrap="square">
            <a:spAutoFit/>
          </a:bodyPr>
          <a:lstStyle/>
          <a:p>
            <a:r>
              <a:rPr lang="en-GB" sz="2200" dirty="0"/>
              <a:t>Using an activity a user can perform a single task per screen. This might not be necessarily ideal, especially for larger screens.</a:t>
            </a:r>
          </a:p>
          <a:p>
            <a:r>
              <a:rPr lang="en-GB" sz="1000" dirty="0"/>
              <a:t> </a:t>
            </a:r>
          </a:p>
          <a:p>
            <a:pPr marL="285750" indent="-285750">
              <a:buFont typeface="Wingdings" panose="05000000000000000000" pitchFamily="2" charset="2"/>
              <a:buChar char="§"/>
            </a:pPr>
            <a:r>
              <a:rPr lang="en-GB" sz="2000" dirty="0"/>
              <a:t>A Fragment (from Android 3.0- API 11) represents a behaviour or a portion of user interface in an Activity. </a:t>
            </a:r>
          </a:p>
          <a:p>
            <a:pPr marL="285750" indent="-285750">
              <a:buFont typeface="Wingdings" panose="05000000000000000000" pitchFamily="2" charset="2"/>
              <a:buChar char="§"/>
            </a:pPr>
            <a:r>
              <a:rPr lang="en-GB" sz="2000" dirty="0"/>
              <a:t>Multiple fragments can be used in a single activity to build a multi-pane UI. </a:t>
            </a:r>
          </a:p>
          <a:p>
            <a:pPr marL="285750" indent="-285750">
              <a:buFont typeface="Wingdings" panose="05000000000000000000" pitchFamily="2" charset="2"/>
              <a:buChar char="§"/>
            </a:pPr>
            <a:r>
              <a:rPr lang="en-GB" sz="2000" dirty="0"/>
              <a:t>Fragments can be re-used across multiple activities. </a:t>
            </a:r>
          </a:p>
          <a:p>
            <a:endParaRPr lang="en-GB" dirty="0"/>
          </a:p>
          <a:p>
            <a:r>
              <a:rPr lang="en-GB" sz="2000" dirty="0"/>
              <a:t>A fragment has to be embedded within an activity and its lifecycle is affected by the activity’s lifecycle</a:t>
            </a:r>
          </a:p>
        </p:txBody>
      </p:sp>
      <p:pic>
        <p:nvPicPr>
          <p:cNvPr id="11" name="Picture 10">
            <a:extLst>
              <a:ext uri="{FF2B5EF4-FFF2-40B4-BE49-F238E27FC236}">
                <a16:creationId xmlns:a16="http://schemas.microsoft.com/office/drawing/2014/main" id="{0727D7D4-D2EA-8567-78C6-FA072F767494}"/>
              </a:ext>
            </a:extLst>
          </p:cNvPr>
          <p:cNvPicPr>
            <a:picLocks noChangeAspect="1"/>
          </p:cNvPicPr>
          <p:nvPr/>
        </p:nvPicPr>
        <p:blipFill>
          <a:blip r:embed="rId2"/>
          <a:stretch>
            <a:fillRect/>
          </a:stretch>
        </p:blipFill>
        <p:spPr>
          <a:xfrm>
            <a:off x="5714849" y="4045834"/>
            <a:ext cx="3888432" cy="2273389"/>
          </a:xfrm>
          <a:prstGeom prst="rect">
            <a:avLst/>
          </a:prstGeom>
        </p:spPr>
      </p:pic>
      <p:sp>
        <p:nvSpPr>
          <p:cNvPr id="12" name="Rectangle 11">
            <a:extLst>
              <a:ext uri="{FF2B5EF4-FFF2-40B4-BE49-F238E27FC236}">
                <a16:creationId xmlns:a16="http://schemas.microsoft.com/office/drawing/2014/main" id="{1E050E76-5690-A664-C9DB-C1071E7F4167}"/>
              </a:ext>
            </a:extLst>
          </p:cNvPr>
          <p:cNvSpPr/>
          <p:nvPr/>
        </p:nvSpPr>
        <p:spPr>
          <a:xfrm>
            <a:off x="744229" y="5963588"/>
            <a:ext cx="2468496" cy="276999"/>
          </a:xfrm>
          <a:prstGeom prst="rect">
            <a:avLst/>
          </a:prstGeom>
        </p:spPr>
        <p:txBody>
          <a:bodyPr wrap="none">
            <a:spAutoFit/>
          </a:bodyPr>
          <a:lstStyle/>
          <a:p>
            <a:r>
              <a:rPr lang="en-GB" sz="1200" dirty="0">
                <a:hlinkClick r:id="rId3"/>
              </a:rPr>
              <a:t>Fragments  |  Android Developers</a:t>
            </a:r>
            <a:endParaRPr lang="en-GB" sz="1200" dirty="0"/>
          </a:p>
        </p:txBody>
      </p:sp>
    </p:spTree>
    <p:extLst>
      <p:ext uri="{BB962C8B-B14F-4D97-AF65-F5344CB8AC3E}">
        <p14:creationId xmlns:p14="http://schemas.microsoft.com/office/powerpoint/2010/main" val="3210573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4358A-B79A-61C0-6DE5-7B74CC9F6A1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C68CDB-6A14-0E53-380D-CDA27DCB8304}"/>
              </a:ext>
            </a:extLst>
          </p:cNvPr>
          <p:cNvSpPr>
            <a:spLocks noGrp="1"/>
          </p:cNvSpPr>
          <p:nvPr>
            <p:ph type="sldNum" idx="12"/>
          </p:nvPr>
        </p:nvSpPr>
        <p:spPr/>
        <p:txBody>
          <a:bodyPr/>
          <a:lstStyle/>
          <a:p>
            <a:pPr algn="r"/>
            <a:fld id="{00000000-1234-1234-1234-123412341234}" type="slidenum">
              <a:rPr lang="en" smtClean="0"/>
              <a:pPr algn="r"/>
              <a:t>4</a:t>
            </a:fld>
            <a:endParaRPr lang="en"/>
          </a:p>
        </p:txBody>
      </p:sp>
      <p:sp>
        <p:nvSpPr>
          <p:cNvPr id="3" name="Title 2">
            <a:extLst>
              <a:ext uri="{FF2B5EF4-FFF2-40B4-BE49-F238E27FC236}">
                <a16:creationId xmlns:a16="http://schemas.microsoft.com/office/drawing/2014/main" id="{50AD102F-7E00-2CE0-2FDB-6C4BDF1A2FAF}"/>
              </a:ext>
            </a:extLst>
          </p:cNvPr>
          <p:cNvSpPr>
            <a:spLocks noGrp="1"/>
          </p:cNvSpPr>
          <p:nvPr>
            <p:ph type="title"/>
          </p:nvPr>
        </p:nvSpPr>
        <p:spPr/>
        <p:txBody>
          <a:bodyPr/>
          <a:lstStyle/>
          <a:p>
            <a:r>
              <a:rPr lang="en-GB" sz="3600" b="1" dirty="0">
                <a:solidFill>
                  <a:schemeClr val="bg1"/>
                </a:solidFill>
                <a:latin typeface="Georgia" panose="02040502050405020303" pitchFamily="18" charset="0"/>
              </a:rPr>
              <a:t>What are Fragments?</a:t>
            </a:r>
            <a:endParaRPr lang="en-GB" dirty="0"/>
          </a:p>
        </p:txBody>
      </p:sp>
      <p:pic>
        <p:nvPicPr>
          <p:cNvPr id="9" name="Picture 8">
            <a:extLst>
              <a:ext uri="{FF2B5EF4-FFF2-40B4-BE49-F238E27FC236}">
                <a16:creationId xmlns:a16="http://schemas.microsoft.com/office/drawing/2014/main" id="{66C0F35D-C156-E9C1-A73B-9ED83AB32296}"/>
              </a:ext>
            </a:extLst>
          </p:cNvPr>
          <p:cNvPicPr>
            <a:picLocks noChangeAspect="1"/>
          </p:cNvPicPr>
          <p:nvPr/>
        </p:nvPicPr>
        <p:blipFill>
          <a:blip r:embed="rId2"/>
          <a:stretch>
            <a:fillRect/>
          </a:stretch>
        </p:blipFill>
        <p:spPr>
          <a:xfrm>
            <a:off x="349913" y="1412776"/>
            <a:ext cx="8575593" cy="5033398"/>
          </a:xfrm>
          <a:prstGeom prst="rect">
            <a:avLst/>
          </a:prstGeom>
        </p:spPr>
      </p:pic>
    </p:spTree>
    <p:extLst>
      <p:ext uri="{BB962C8B-B14F-4D97-AF65-F5344CB8AC3E}">
        <p14:creationId xmlns:p14="http://schemas.microsoft.com/office/powerpoint/2010/main" val="657275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84724-1063-7E16-8809-37E3B195D59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BAA32D0-8C51-9776-291B-0FF9275AF093}"/>
              </a:ext>
            </a:extLst>
          </p:cNvPr>
          <p:cNvSpPr>
            <a:spLocks noGrp="1"/>
          </p:cNvSpPr>
          <p:nvPr>
            <p:ph type="sldNum" idx="12"/>
          </p:nvPr>
        </p:nvSpPr>
        <p:spPr/>
        <p:txBody>
          <a:bodyPr/>
          <a:lstStyle/>
          <a:p>
            <a:pPr algn="r"/>
            <a:fld id="{00000000-1234-1234-1234-123412341234}" type="slidenum">
              <a:rPr lang="en" smtClean="0"/>
              <a:pPr algn="r"/>
              <a:t>5</a:t>
            </a:fld>
            <a:endParaRPr lang="en"/>
          </a:p>
        </p:txBody>
      </p:sp>
      <p:sp>
        <p:nvSpPr>
          <p:cNvPr id="3" name="Title 2">
            <a:extLst>
              <a:ext uri="{FF2B5EF4-FFF2-40B4-BE49-F238E27FC236}">
                <a16:creationId xmlns:a16="http://schemas.microsoft.com/office/drawing/2014/main" id="{F9C2CBD3-D7A8-ABFC-F6BA-EAA9C6E9F5A3}"/>
              </a:ext>
            </a:extLst>
          </p:cNvPr>
          <p:cNvSpPr>
            <a:spLocks noGrp="1"/>
          </p:cNvSpPr>
          <p:nvPr>
            <p:ph type="title"/>
          </p:nvPr>
        </p:nvSpPr>
        <p:spPr>
          <a:xfrm>
            <a:off x="0" y="260648"/>
            <a:ext cx="9865096" cy="763600"/>
          </a:xfrm>
        </p:spPr>
        <p:txBody>
          <a:bodyPr/>
          <a:lstStyle/>
          <a:p>
            <a:r>
              <a:rPr lang="en-GB" altLang="en-US" sz="3200" b="1" dirty="0">
                <a:solidFill>
                  <a:schemeClr val="bg1"/>
                </a:solidFill>
                <a:latin typeface="Georgia" charset="0"/>
                <a:ea typeface="MS PGothic" charset="-128"/>
              </a:rPr>
              <a:t>Supporting UI flexibility: Issue with Activities</a:t>
            </a:r>
            <a:endParaRPr lang="en-GB" sz="3200" dirty="0">
              <a:solidFill>
                <a:schemeClr val="bg1"/>
              </a:solidFill>
            </a:endParaRPr>
          </a:p>
        </p:txBody>
      </p:sp>
      <p:sp>
        <p:nvSpPr>
          <p:cNvPr id="2" name="Content Placeholder 2">
            <a:extLst>
              <a:ext uri="{FF2B5EF4-FFF2-40B4-BE49-F238E27FC236}">
                <a16:creationId xmlns:a16="http://schemas.microsoft.com/office/drawing/2014/main" id="{2E906A4A-2CD7-548C-E0B3-798298444AF6}"/>
              </a:ext>
            </a:extLst>
          </p:cNvPr>
          <p:cNvSpPr txBox="1">
            <a:spLocks/>
          </p:cNvSpPr>
          <p:nvPr/>
        </p:nvSpPr>
        <p:spPr bwMode="auto">
          <a:xfrm>
            <a:off x="-108012" y="1360627"/>
            <a:ext cx="3980892" cy="14853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r>
              <a:rPr lang="en-GB" altLang="en-US" sz="1800" dirty="0">
                <a:latin typeface="Lucida Sans Unicode" charset="0"/>
                <a:ea typeface="MS PGothic" charset="-128"/>
                <a:cs typeface="Lucida Sans Unicode" charset="0"/>
              </a:rPr>
              <a:t>Activities were not built to provide this flexibility. </a:t>
            </a:r>
          </a:p>
          <a:p>
            <a:r>
              <a:rPr lang="en-GB" altLang="en-US" sz="1800" dirty="0">
                <a:latin typeface="Lucida Sans Unicode" charset="0"/>
                <a:ea typeface="MS PGothic" charset="-128"/>
                <a:cs typeface="Lucida Sans Unicode" charset="0"/>
              </a:rPr>
              <a:t>An activity is tightly coupled with its view. The view that the activity inflates in the call to </a:t>
            </a:r>
            <a:r>
              <a:rPr lang="en-GB" altLang="en-US" sz="1800" dirty="0" err="1">
                <a:latin typeface="Lucida Sans Unicode" charset="0"/>
                <a:ea typeface="MS PGothic" charset="-128"/>
                <a:cs typeface="Lucida Sans Unicode" charset="0"/>
              </a:rPr>
              <a:t>setContentView</a:t>
            </a:r>
            <a:r>
              <a:rPr lang="en-GB" altLang="en-US" sz="1800" dirty="0">
                <a:latin typeface="Lucida Sans Unicode" charset="0"/>
                <a:ea typeface="MS PGothic" charset="-128"/>
                <a:cs typeface="Lucida Sans Unicode" charset="0"/>
              </a:rPr>
              <a:t>(…) is tied to the activity ’til death do them part. </a:t>
            </a:r>
          </a:p>
          <a:p>
            <a:pPr marL="82548" indent="0">
              <a:buNone/>
            </a:pPr>
            <a:endParaRPr lang="en-GB" altLang="en-US" dirty="0">
              <a:latin typeface="Lucida Sans Unicode" charset="0"/>
              <a:ea typeface="MS PGothic" charset="-128"/>
              <a:cs typeface="Lucida Sans Unicode" charset="0"/>
            </a:endParaRPr>
          </a:p>
        </p:txBody>
      </p:sp>
      <p:sp>
        <p:nvSpPr>
          <p:cNvPr id="5" name="Content Placeholder 2">
            <a:extLst>
              <a:ext uri="{FF2B5EF4-FFF2-40B4-BE49-F238E27FC236}">
                <a16:creationId xmlns:a16="http://schemas.microsoft.com/office/drawing/2014/main" id="{2856EC77-10CF-A2C7-EDB0-612F346152C5}"/>
              </a:ext>
            </a:extLst>
          </p:cNvPr>
          <p:cNvSpPr txBox="1">
            <a:spLocks/>
          </p:cNvSpPr>
          <p:nvPr/>
        </p:nvSpPr>
        <p:spPr bwMode="auto">
          <a:xfrm>
            <a:off x="4984102" y="1566695"/>
            <a:ext cx="4536504"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fontScale="25000" lnSpcReduction="20000"/>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charset="0"/>
              <a:buNone/>
              <a:defRPr/>
            </a:pPr>
            <a:r>
              <a:rPr lang="en-US" dirty="0"/>
              <a:t>@Override</a:t>
            </a:r>
          </a:p>
          <a:p>
            <a:pPr marL="0" indent="0">
              <a:buFont typeface="Arial" charset="0"/>
              <a:buNone/>
              <a:defRPr/>
            </a:pPr>
            <a:r>
              <a:rPr lang="en-US" sz="4200" dirty="0"/>
              <a:t>    </a:t>
            </a:r>
            <a:r>
              <a:rPr lang="en-US" sz="4200" b="1" dirty="0"/>
              <a:t>protected void </a:t>
            </a:r>
            <a:r>
              <a:rPr lang="en-US" sz="4200" b="1" dirty="0" err="1"/>
              <a:t>onCreate</a:t>
            </a:r>
            <a:r>
              <a:rPr lang="en-US" sz="4200" b="1" dirty="0"/>
              <a:t>(Bundle </a:t>
            </a:r>
            <a:r>
              <a:rPr lang="en-US" sz="4200" b="1" dirty="0" err="1"/>
              <a:t>savedInstanceState</a:t>
            </a:r>
            <a:r>
              <a:rPr lang="en-US" sz="4200" b="1" dirty="0"/>
              <a:t>) {</a:t>
            </a:r>
          </a:p>
          <a:p>
            <a:pPr marL="0" indent="0">
              <a:buFont typeface="Arial" charset="0"/>
              <a:buNone/>
              <a:defRPr/>
            </a:pPr>
            <a:r>
              <a:rPr lang="en-US" sz="4200" dirty="0"/>
              <a:t>        </a:t>
            </a:r>
            <a:r>
              <a:rPr lang="en-US" sz="4200" b="1" dirty="0" err="1"/>
              <a:t>super.onCreate</a:t>
            </a:r>
            <a:r>
              <a:rPr lang="en-US" sz="4200" b="1" dirty="0"/>
              <a:t>(</a:t>
            </a:r>
            <a:r>
              <a:rPr lang="en-US" sz="4200" b="1" dirty="0" err="1"/>
              <a:t>savedInstanceState</a:t>
            </a:r>
            <a:r>
              <a:rPr lang="en-US" sz="4200" b="1" dirty="0"/>
              <a:t>);</a:t>
            </a:r>
          </a:p>
          <a:p>
            <a:pPr marL="0" indent="0">
              <a:buFont typeface="Arial" charset="0"/>
              <a:buNone/>
              <a:defRPr/>
            </a:pPr>
            <a:r>
              <a:rPr lang="en-US" sz="4200" dirty="0"/>
              <a:t>        </a:t>
            </a:r>
            <a:r>
              <a:rPr lang="en-US" sz="4200" dirty="0" err="1"/>
              <a:t>setContentView</a:t>
            </a:r>
            <a:r>
              <a:rPr lang="en-US" sz="4200" dirty="0"/>
              <a:t>(</a:t>
            </a:r>
            <a:r>
              <a:rPr lang="en-US" sz="4200" dirty="0" err="1"/>
              <a:t>R.layout.</a:t>
            </a:r>
            <a:r>
              <a:rPr lang="en-US" sz="4200" b="1" i="1" dirty="0" err="1"/>
              <a:t>activity_quiz</a:t>
            </a:r>
            <a:r>
              <a:rPr lang="en-US" sz="4200" b="1" i="1" dirty="0"/>
              <a:t>);</a:t>
            </a:r>
          </a:p>
          <a:p>
            <a:pPr marL="0" indent="0">
              <a:buFont typeface="Arial" charset="0"/>
              <a:buNone/>
              <a:defRPr/>
            </a:pPr>
            <a:r>
              <a:rPr lang="en-US" sz="4200" dirty="0"/>
              <a:t>        </a:t>
            </a:r>
          </a:p>
          <a:p>
            <a:pPr marL="0" indent="0">
              <a:buFont typeface="Arial" charset="0"/>
              <a:buNone/>
              <a:defRPr/>
            </a:pPr>
            <a:r>
              <a:rPr lang="en-US" sz="4200" dirty="0"/>
              <a:t>        </a:t>
            </a:r>
            <a:r>
              <a:rPr lang="en-US" sz="4200" dirty="0" err="1"/>
              <a:t>TextView</a:t>
            </a:r>
            <a:r>
              <a:rPr lang="en-US" sz="4200" dirty="0"/>
              <a:t> </a:t>
            </a:r>
            <a:r>
              <a:rPr lang="en-US" sz="4200" u="sng" dirty="0" err="1"/>
              <a:t>mTextView</a:t>
            </a:r>
            <a:r>
              <a:rPr lang="en-US" sz="4200" u="sng" dirty="0"/>
              <a:t> = (</a:t>
            </a:r>
            <a:r>
              <a:rPr lang="en-US" sz="4200" u="sng" dirty="0" err="1"/>
              <a:t>TextView</a:t>
            </a:r>
            <a:r>
              <a:rPr lang="en-US" sz="4200" u="sng" dirty="0"/>
              <a:t>)</a:t>
            </a:r>
            <a:r>
              <a:rPr lang="en-US" sz="4200" u="sng" dirty="0" err="1"/>
              <a:t>findViewById</a:t>
            </a:r>
            <a:r>
              <a:rPr lang="en-US" sz="4200" u="sng" dirty="0"/>
              <a:t>(</a:t>
            </a:r>
            <a:r>
              <a:rPr lang="en-US" sz="4200" u="sng" dirty="0" err="1"/>
              <a:t>R.id.</a:t>
            </a:r>
            <a:r>
              <a:rPr lang="en-US" sz="4200" b="1" i="1" u="sng" dirty="0" err="1"/>
              <a:t>false_button</a:t>
            </a:r>
            <a:r>
              <a:rPr lang="en-US" sz="4200" b="1" i="1" u="sng" dirty="0"/>
              <a:t>);</a:t>
            </a:r>
          </a:p>
          <a:p>
            <a:pPr marL="0" indent="0">
              <a:buFont typeface="Arial" charset="0"/>
              <a:buNone/>
              <a:defRPr/>
            </a:pPr>
            <a:r>
              <a:rPr lang="en-US" sz="4200" dirty="0"/>
              <a:t>        </a:t>
            </a:r>
          </a:p>
          <a:p>
            <a:pPr marL="0" indent="0">
              <a:buFont typeface="Arial" charset="0"/>
              <a:buNone/>
              <a:defRPr/>
            </a:pPr>
            <a:r>
              <a:rPr lang="en-US" sz="4200" dirty="0"/>
              <a:t>        </a:t>
            </a:r>
            <a:r>
              <a:rPr lang="en-US" sz="4200" dirty="0" err="1"/>
              <a:t>mTrueButton</a:t>
            </a:r>
            <a:r>
              <a:rPr lang="en-US" sz="4200" dirty="0"/>
              <a:t> = (Button)</a:t>
            </a:r>
            <a:r>
              <a:rPr lang="en-US" sz="4200" dirty="0" err="1"/>
              <a:t>findViewById</a:t>
            </a:r>
            <a:r>
              <a:rPr lang="en-US" sz="4200" dirty="0"/>
              <a:t>(</a:t>
            </a:r>
            <a:r>
              <a:rPr lang="en-US" sz="4200" dirty="0" err="1"/>
              <a:t>R.id.</a:t>
            </a:r>
            <a:r>
              <a:rPr lang="en-US" sz="4200" b="1" i="1" dirty="0" err="1"/>
              <a:t>true_button</a:t>
            </a:r>
            <a:r>
              <a:rPr lang="en-US" sz="4200" b="1" i="1" dirty="0"/>
              <a:t>);</a:t>
            </a:r>
          </a:p>
          <a:p>
            <a:pPr marL="0" indent="0">
              <a:buFont typeface="Arial" charset="0"/>
              <a:buNone/>
              <a:defRPr/>
            </a:pPr>
            <a:r>
              <a:rPr lang="en-US" sz="4200" dirty="0"/>
              <a:t>        </a:t>
            </a:r>
            <a:r>
              <a:rPr lang="en-US" sz="4200" dirty="0" err="1"/>
              <a:t>mTrueButton.setOnClickListener</a:t>
            </a:r>
            <a:r>
              <a:rPr lang="en-US" sz="4200" dirty="0"/>
              <a:t>(</a:t>
            </a:r>
            <a:r>
              <a:rPr lang="en-US" sz="4200" b="1" dirty="0"/>
              <a:t>new </a:t>
            </a:r>
            <a:r>
              <a:rPr lang="en-US" sz="4200" b="1" dirty="0" err="1"/>
              <a:t>View.OnClickListener</a:t>
            </a:r>
            <a:r>
              <a:rPr lang="en-US" sz="4200" b="1" dirty="0"/>
              <a:t>() {</a:t>
            </a:r>
          </a:p>
          <a:p>
            <a:pPr marL="0" indent="0">
              <a:buFont typeface="Arial" charset="0"/>
              <a:buNone/>
              <a:defRPr/>
            </a:pPr>
            <a:r>
              <a:rPr lang="en-US" sz="4200" dirty="0"/>
              <a:t>            @Override</a:t>
            </a:r>
          </a:p>
          <a:p>
            <a:pPr marL="0" indent="0">
              <a:buFont typeface="Arial" charset="0"/>
              <a:buNone/>
              <a:defRPr/>
            </a:pPr>
            <a:r>
              <a:rPr lang="en-US" sz="4200" dirty="0"/>
              <a:t>            </a:t>
            </a:r>
            <a:r>
              <a:rPr lang="en-US" sz="4200" b="1" dirty="0"/>
              <a:t>public void </a:t>
            </a:r>
            <a:r>
              <a:rPr lang="en-US" sz="4200" b="1" dirty="0" err="1"/>
              <a:t>onClick</a:t>
            </a:r>
            <a:r>
              <a:rPr lang="en-US" sz="4200" b="1" dirty="0"/>
              <a:t>(View v) {</a:t>
            </a:r>
          </a:p>
          <a:p>
            <a:pPr marL="0" indent="0">
              <a:buFont typeface="Arial" charset="0"/>
              <a:buNone/>
              <a:defRPr/>
            </a:pPr>
            <a:r>
              <a:rPr lang="en-US" sz="4200" dirty="0"/>
              <a:t>                </a:t>
            </a:r>
            <a:r>
              <a:rPr lang="en-US" sz="4200" dirty="0" err="1"/>
              <a:t>Toast.</a:t>
            </a:r>
            <a:r>
              <a:rPr lang="en-US" sz="4200" i="1" dirty="0" err="1"/>
              <a:t>makeText</a:t>
            </a:r>
            <a:r>
              <a:rPr lang="en-US" sz="4200" i="1" dirty="0"/>
              <a:t>(</a:t>
            </a:r>
            <a:r>
              <a:rPr lang="en-US" sz="4200" i="1" dirty="0" err="1"/>
              <a:t>QuizActivity.</a:t>
            </a:r>
            <a:r>
              <a:rPr lang="en-US" sz="4200" b="1" i="1" dirty="0" err="1"/>
              <a:t>this</a:t>
            </a:r>
            <a:r>
              <a:rPr lang="en-US" sz="4200" b="1" i="1" dirty="0"/>
              <a:t>, </a:t>
            </a:r>
          </a:p>
          <a:p>
            <a:pPr marL="0" indent="0">
              <a:buFont typeface="Arial" charset="0"/>
              <a:buNone/>
              <a:defRPr/>
            </a:pPr>
            <a:r>
              <a:rPr lang="en-US" sz="4200" dirty="0"/>
              <a:t>                        </a:t>
            </a:r>
            <a:r>
              <a:rPr lang="en-US" sz="4200" dirty="0" err="1"/>
              <a:t>R.string.</a:t>
            </a:r>
            <a:r>
              <a:rPr lang="en-US" sz="4200" b="1" i="1" dirty="0" err="1"/>
              <a:t>incorrect_toast</a:t>
            </a:r>
            <a:r>
              <a:rPr lang="en-US" sz="4200" b="1" i="1" dirty="0"/>
              <a:t>, </a:t>
            </a:r>
            <a:r>
              <a:rPr lang="en-US" sz="4200" b="1" i="1" dirty="0" err="1"/>
              <a:t>Toast.LENGTH_SHORT</a:t>
            </a:r>
            <a:r>
              <a:rPr lang="en-US" sz="4200" b="1" i="1" dirty="0"/>
              <a:t>)</a:t>
            </a:r>
          </a:p>
          <a:p>
            <a:pPr marL="0" indent="0">
              <a:buFont typeface="Arial" charset="0"/>
              <a:buNone/>
              <a:defRPr/>
            </a:pPr>
            <a:r>
              <a:rPr lang="en-US" sz="4200" dirty="0"/>
              <a:t>                        .show();</a:t>
            </a:r>
          </a:p>
          <a:p>
            <a:pPr marL="0" indent="0">
              <a:buFont typeface="Arial" charset="0"/>
              <a:buNone/>
              <a:defRPr/>
            </a:pPr>
            <a:r>
              <a:rPr lang="en-US" sz="4200" dirty="0"/>
              <a:t>            }</a:t>
            </a:r>
          </a:p>
          <a:p>
            <a:pPr marL="0" indent="0">
              <a:buFont typeface="Arial" charset="0"/>
              <a:buNone/>
              <a:defRPr/>
            </a:pPr>
            <a:r>
              <a:rPr lang="en-US" sz="4200" dirty="0"/>
              <a:t>        });</a:t>
            </a:r>
          </a:p>
          <a:p>
            <a:pPr marL="0" indent="0">
              <a:buFont typeface="Arial" charset="0"/>
              <a:buNone/>
              <a:defRPr/>
            </a:pPr>
            <a:endParaRPr lang="en-US" sz="4200" dirty="0"/>
          </a:p>
          <a:p>
            <a:pPr marL="0" indent="0">
              <a:buFont typeface="Arial" charset="0"/>
              <a:buNone/>
              <a:defRPr/>
            </a:pPr>
            <a:r>
              <a:rPr lang="en-US" sz="4200" dirty="0"/>
              <a:t>        </a:t>
            </a:r>
            <a:r>
              <a:rPr lang="en-US" sz="4200" dirty="0" err="1"/>
              <a:t>mFalseButton</a:t>
            </a:r>
            <a:r>
              <a:rPr lang="en-US" sz="4200" dirty="0"/>
              <a:t> = (Button)</a:t>
            </a:r>
            <a:r>
              <a:rPr lang="en-US" sz="4200" dirty="0" err="1"/>
              <a:t>findViewById</a:t>
            </a:r>
            <a:r>
              <a:rPr lang="en-US" sz="4200" dirty="0"/>
              <a:t>(</a:t>
            </a:r>
            <a:r>
              <a:rPr lang="en-US" sz="4200" dirty="0" err="1"/>
              <a:t>R.id.</a:t>
            </a:r>
            <a:r>
              <a:rPr lang="en-US" sz="4200" b="1" i="1" dirty="0" err="1"/>
              <a:t>false_button</a:t>
            </a:r>
            <a:r>
              <a:rPr lang="en-US" sz="4200" b="1" i="1" dirty="0"/>
              <a:t>);		</a:t>
            </a:r>
          </a:p>
          <a:p>
            <a:pPr marL="0" indent="0">
              <a:buFont typeface="Arial" charset="0"/>
              <a:buNone/>
              <a:defRPr/>
            </a:pPr>
            <a:r>
              <a:rPr lang="en-US" sz="4200" dirty="0"/>
              <a:t>        </a:t>
            </a:r>
            <a:r>
              <a:rPr lang="en-US" sz="4200" dirty="0" err="1"/>
              <a:t>mFalseButton.setOnClickListener</a:t>
            </a:r>
            <a:r>
              <a:rPr lang="en-US" sz="4200" dirty="0"/>
              <a:t>(</a:t>
            </a:r>
            <a:r>
              <a:rPr lang="en-US" sz="4200" b="1" dirty="0"/>
              <a:t>new </a:t>
            </a:r>
            <a:r>
              <a:rPr lang="en-US" sz="4200" b="1" dirty="0" err="1"/>
              <a:t>View.OnClickListener</a:t>
            </a:r>
            <a:r>
              <a:rPr lang="en-US" sz="4200" b="1" dirty="0"/>
              <a:t>() {</a:t>
            </a:r>
          </a:p>
          <a:p>
            <a:pPr marL="0" indent="0">
              <a:buFont typeface="Arial" charset="0"/>
              <a:buNone/>
              <a:defRPr/>
            </a:pPr>
            <a:r>
              <a:rPr lang="en-US" sz="4200" dirty="0"/>
              <a:t>            @Override</a:t>
            </a:r>
          </a:p>
          <a:p>
            <a:pPr marL="0" indent="0">
              <a:buFont typeface="Arial" charset="0"/>
              <a:buNone/>
              <a:defRPr/>
            </a:pPr>
            <a:r>
              <a:rPr lang="en-US" sz="4200" dirty="0"/>
              <a:t>            </a:t>
            </a:r>
            <a:r>
              <a:rPr lang="en-US" sz="4200" b="1" dirty="0"/>
              <a:t>public void </a:t>
            </a:r>
            <a:r>
              <a:rPr lang="en-US" sz="4200" b="1" dirty="0" err="1"/>
              <a:t>onClick</a:t>
            </a:r>
            <a:r>
              <a:rPr lang="en-US" sz="4200" b="1" dirty="0"/>
              <a:t>(View v) {</a:t>
            </a:r>
          </a:p>
          <a:p>
            <a:pPr marL="0" indent="0">
              <a:buFont typeface="Arial" charset="0"/>
              <a:buNone/>
              <a:defRPr/>
            </a:pPr>
            <a:r>
              <a:rPr lang="en-US" sz="4200" dirty="0"/>
              <a:t>                </a:t>
            </a:r>
            <a:r>
              <a:rPr lang="en-US" sz="4200" dirty="0" err="1"/>
              <a:t>Toast.</a:t>
            </a:r>
            <a:r>
              <a:rPr lang="en-US" sz="4200" i="1" dirty="0" err="1"/>
              <a:t>makeText</a:t>
            </a:r>
            <a:r>
              <a:rPr lang="en-US" sz="4200" i="1" dirty="0"/>
              <a:t>(</a:t>
            </a:r>
            <a:r>
              <a:rPr lang="en-US" sz="4200" i="1" dirty="0" err="1"/>
              <a:t>QuizActivity.</a:t>
            </a:r>
            <a:r>
              <a:rPr lang="en-US" sz="4200" b="1" i="1" dirty="0" err="1"/>
              <a:t>this</a:t>
            </a:r>
            <a:r>
              <a:rPr lang="en-US" sz="4200" b="1" i="1" dirty="0"/>
              <a:t>, </a:t>
            </a:r>
          </a:p>
          <a:p>
            <a:pPr marL="0" indent="0">
              <a:buFont typeface="Arial" charset="0"/>
              <a:buNone/>
              <a:defRPr/>
            </a:pPr>
            <a:r>
              <a:rPr lang="en-US" sz="4200" dirty="0"/>
              <a:t>                        </a:t>
            </a:r>
            <a:r>
              <a:rPr lang="en-US" sz="4200" dirty="0" err="1"/>
              <a:t>R.string.</a:t>
            </a:r>
            <a:r>
              <a:rPr lang="en-US" sz="4200" b="1" i="1" dirty="0" err="1"/>
              <a:t>correct_toast</a:t>
            </a:r>
            <a:r>
              <a:rPr lang="en-US" sz="4200" b="1" i="1" dirty="0"/>
              <a:t>, </a:t>
            </a:r>
            <a:r>
              <a:rPr lang="en-US" sz="4200" b="1" i="1" dirty="0" err="1"/>
              <a:t>Toast.LENGTH_SHORT</a:t>
            </a:r>
            <a:r>
              <a:rPr lang="en-US" sz="4200" b="1" i="1" dirty="0"/>
              <a:t>)</a:t>
            </a:r>
          </a:p>
          <a:p>
            <a:pPr marL="0" indent="0">
              <a:buFont typeface="Arial" charset="0"/>
              <a:buNone/>
              <a:defRPr/>
            </a:pPr>
            <a:r>
              <a:rPr lang="en-US" sz="4200" dirty="0"/>
              <a:t>                        .show();</a:t>
            </a:r>
          </a:p>
          <a:p>
            <a:pPr marL="0" indent="0">
              <a:buFont typeface="Arial" charset="0"/>
              <a:buNone/>
              <a:defRPr/>
            </a:pPr>
            <a:r>
              <a:rPr lang="en-US" sz="4200" dirty="0"/>
              <a:t>            }</a:t>
            </a:r>
          </a:p>
          <a:p>
            <a:pPr marL="0" indent="0">
              <a:buFont typeface="Arial" charset="0"/>
              <a:buNone/>
              <a:defRPr/>
            </a:pPr>
            <a:r>
              <a:rPr lang="en-US" sz="4200" dirty="0"/>
              <a:t>        });</a:t>
            </a:r>
          </a:p>
          <a:p>
            <a:pPr marL="0" indent="0">
              <a:buFont typeface="Arial" charset="0"/>
              <a:buNone/>
              <a:defRPr/>
            </a:pPr>
            <a:r>
              <a:rPr lang="en-US" sz="4200" dirty="0"/>
              <a:t>    }</a:t>
            </a:r>
          </a:p>
          <a:p>
            <a:pPr marL="0" indent="0">
              <a:buFont typeface="Arial" charset="0"/>
              <a:buNone/>
              <a:defRPr/>
            </a:pPr>
            <a:endParaRPr lang="en-US" dirty="0"/>
          </a:p>
          <a:p>
            <a:pPr marL="0" indent="0">
              <a:buFont typeface="Arial" charset="0"/>
              <a:buNone/>
              <a:defRPr/>
            </a:pPr>
            <a:endParaRPr lang="en-US" dirty="0"/>
          </a:p>
        </p:txBody>
      </p:sp>
    </p:spTree>
    <p:extLst>
      <p:ext uri="{BB962C8B-B14F-4D97-AF65-F5344CB8AC3E}">
        <p14:creationId xmlns:p14="http://schemas.microsoft.com/office/powerpoint/2010/main" val="3801735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9C32D-DDAF-54C8-A281-6ACA29D9CC8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7EEDB7-6605-DFC3-1D43-239E8C0211F8}"/>
              </a:ext>
            </a:extLst>
          </p:cNvPr>
          <p:cNvSpPr>
            <a:spLocks noGrp="1"/>
          </p:cNvSpPr>
          <p:nvPr>
            <p:ph type="sldNum" idx="12"/>
          </p:nvPr>
        </p:nvSpPr>
        <p:spPr/>
        <p:txBody>
          <a:bodyPr/>
          <a:lstStyle/>
          <a:p>
            <a:pPr algn="r"/>
            <a:fld id="{00000000-1234-1234-1234-123412341234}" type="slidenum">
              <a:rPr lang="en" smtClean="0"/>
              <a:pPr algn="r"/>
              <a:t>6</a:t>
            </a:fld>
            <a:endParaRPr lang="en"/>
          </a:p>
        </p:txBody>
      </p:sp>
      <p:sp>
        <p:nvSpPr>
          <p:cNvPr id="2" name="Title 2">
            <a:extLst>
              <a:ext uri="{FF2B5EF4-FFF2-40B4-BE49-F238E27FC236}">
                <a16:creationId xmlns:a16="http://schemas.microsoft.com/office/drawing/2014/main" id="{415BEEEF-A194-C898-A377-F7F22F7D6606}"/>
              </a:ext>
            </a:extLst>
          </p:cNvPr>
          <p:cNvSpPr>
            <a:spLocks noGrp="1"/>
          </p:cNvSpPr>
          <p:nvPr>
            <p:ph type="title"/>
          </p:nvPr>
        </p:nvSpPr>
        <p:spPr>
          <a:xfrm>
            <a:off x="0" y="260648"/>
            <a:ext cx="9865096" cy="763600"/>
          </a:xfrm>
        </p:spPr>
        <p:txBody>
          <a:bodyPr/>
          <a:lstStyle/>
          <a:p>
            <a:r>
              <a:rPr lang="en-GB" altLang="en-US" sz="3200" b="1" dirty="0">
                <a:solidFill>
                  <a:schemeClr val="bg1"/>
                </a:solidFill>
                <a:latin typeface="Georgia" charset="0"/>
                <a:ea typeface="MS PGothic" charset="-128"/>
              </a:rPr>
              <a:t>Supporting UI flexibility: Issue with Activities</a:t>
            </a:r>
            <a:endParaRPr lang="en-GB" sz="3200" dirty="0">
              <a:solidFill>
                <a:schemeClr val="bg1"/>
              </a:solidFill>
            </a:endParaRPr>
          </a:p>
        </p:txBody>
      </p:sp>
      <p:sp>
        <p:nvSpPr>
          <p:cNvPr id="5" name="Content Placeholder 2">
            <a:extLst>
              <a:ext uri="{FF2B5EF4-FFF2-40B4-BE49-F238E27FC236}">
                <a16:creationId xmlns:a16="http://schemas.microsoft.com/office/drawing/2014/main" id="{9FF6A94A-02D7-C18A-BAC8-37CBE62BBEFB}"/>
              </a:ext>
            </a:extLst>
          </p:cNvPr>
          <p:cNvSpPr txBox="1">
            <a:spLocks/>
          </p:cNvSpPr>
          <p:nvPr/>
        </p:nvSpPr>
        <p:spPr bwMode="auto">
          <a:xfrm>
            <a:off x="128464" y="1367937"/>
            <a:ext cx="9777536" cy="41221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fontScale="92500" lnSpcReduction="20000"/>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a:buFont typeface="Arial" panose="020B0604020202020204" pitchFamily="34" charset="0"/>
              <a:buChar char="•"/>
              <a:defRPr/>
            </a:pPr>
            <a:r>
              <a:rPr lang="en-GB" sz="2200"/>
              <a:t>Activities were not built to provide this flexibility. </a:t>
            </a:r>
          </a:p>
          <a:p>
            <a:pPr>
              <a:buFont typeface="Arial" panose="020B0604020202020204" pitchFamily="34" charset="0"/>
              <a:buChar char="•"/>
              <a:defRPr/>
            </a:pPr>
            <a:endParaRPr lang="en-GB" sz="1300"/>
          </a:p>
          <a:p>
            <a:pPr>
              <a:buFont typeface="Arial" panose="020B0604020202020204" pitchFamily="34" charset="0"/>
              <a:buChar char="•"/>
              <a:defRPr/>
            </a:pPr>
            <a:r>
              <a:rPr lang="en-GB" sz="2200"/>
              <a:t>An activity is tightly coupled with its view. The view that the activity inflates in the call to setContentView(…) is tied to the activity ’til death do them part. </a:t>
            </a:r>
          </a:p>
          <a:p>
            <a:pPr>
              <a:buFont typeface="Arial" panose="020B0604020202020204" pitchFamily="34" charset="0"/>
              <a:buChar char="•"/>
              <a:defRPr/>
            </a:pPr>
            <a:endParaRPr lang="en-GB" sz="1300"/>
          </a:p>
          <a:p>
            <a:pPr>
              <a:buFont typeface="Arial" panose="020B0604020202020204" pitchFamily="34" charset="0"/>
              <a:buChar char="•"/>
              <a:defRPr/>
            </a:pPr>
            <a:r>
              <a:rPr lang="en-GB" sz="2200"/>
              <a:t>You cannot swap out an activity’s entire view (without destroying the activity) or pass a view from one activity to another at runtime. This is the law of Android.</a:t>
            </a:r>
            <a:br>
              <a:rPr lang="en-GB"/>
            </a:br>
            <a:endParaRPr lang="en-GB" sz="1200"/>
          </a:p>
          <a:p>
            <a:pPr>
              <a:buFont typeface="Arial" panose="020B0604020202020204" pitchFamily="34" charset="0"/>
              <a:buChar char="•"/>
              <a:defRPr/>
            </a:pPr>
            <a:r>
              <a:rPr lang="en-GB" sz="2200"/>
              <a:t>Work around is : using </a:t>
            </a:r>
            <a:r>
              <a:rPr lang="en-GB" sz="2200" i="1"/>
              <a:t>fragments</a:t>
            </a:r>
            <a:r>
              <a:rPr lang="en-GB" sz="2200"/>
              <a:t> with the activities</a:t>
            </a:r>
          </a:p>
          <a:p>
            <a:pPr>
              <a:defRPr/>
            </a:pPr>
            <a:endParaRPr lang="en-US" dirty="0"/>
          </a:p>
        </p:txBody>
      </p:sp>
    </p:spTree>
    <p:extLst>
      <p:ext uri="{BB962C8B-B14F-4D97-AF65-F5344CB8AC3E}">
        <p14:creationId xmlns:p14="http://schemas.microsoft.com/office/powerpoint/2010/main" val="69807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8B95A-BD27-CAFF-3569-5FC624DA64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47CAC83-F136-5F91-95FF-B04F434039CE}"/>
              </a:ext>
            </a:extLst>
          </p:cNvPr>
          <p:cNvSpPr>
            <a:spLocks noGrp="1"/>
          </p:cNvSpPr>
          <p:nvPr>
            <p:ph type="sldNum" idx="12"/>
          </p:nvPr>
        </p:nvSpPr>
        <p:spPr/>
        <p:txBody>
          <a:bodyPr/>
          <a:lstStyle/>
          <a:p>
            <a:pPr algn="r"/>
            <a:fld id="{00000000-1234-1234-1234-123412341234}" type="slidenum">
              <a:rPr lang="en" smtClean="0"/>
              <a:pPr algn="r"/>
              <a:t>7</a:t>
            </a:fld>
            <a:endParaRPr lang="en"/>
          </a:p>
        </p:txBody>
      </p:sp>
      <p:sp>
        <p:nvSpPr>
          <p:cNvPr id="3" name="Title 2">
            <a:extLst>
              <a:ext uri="{FF2B5EF4-FFF2-40B4-BE49-F238E27FC236}">
                <a16:creationId xmlns:a16="http://schemas.microsoft.com/office/drawing/2014/main" id="{7C58BC97-1D50-2C80-461D-BC19148EC949}"/>
              </a:ext>
            </a:extLst>
          </p:cNvPr>
          <p:cNvSpPr>
            <a:spLocks noGrp="1"/>
          </p:cNvSpPr>
          <p:nvPr>
            <p:ph type="title"/>
          </p:nvPr>
        </p:nvSpPr>
        <p:spPr/>
        <p:txBody>
          <a:bodyPr/>
          <a:lstStyle/>
          <a:p>
            <a:r>
              <a:rPr lang="en-GB" sz="3600" b="1" dirty="0">
                <a:solidFill>
                  <a:schemeClr val="bg1"/>
                </a:solidFill>
                <a:latin typeface="Georgia" panose="02040502050405020303" pitchFamily="18" charset="0"/>
              </a:rPr>
              <a:t>Creating a Fragment</a:t>
            </a:r>
            <a:endParaRPr lang="en-GB" dirty="0">
              <a:solidFill>
                <a:schemeClr val="bg1"/>
              </a:solidFill>
            </a:endParaRPr>
          </a:p>
        </p:txBody>
      </p:sp>
      <p:sp>
        <p:nvSpPr>
          <p:cNvPr id="2" name="Rectangle 1">
            <a:extLst>
              <a:ext uri="{FF2B5EF4-FFF2-40B4-BE49-F238E27FC236}">
                <a16:creationId xmlns:a16="http://schemas.microsoft.com/office/drawing/2014/main" id="{CA90FCBB-AC7A-1E3D-B6FF-1E69F17FDC90}"/>
              </a:ext>
            </a:extLst>
          </p:cNvPr>
          <p:cNvSpPr/>
          <p:nvPr/>
        </p:nvSpPr>
        <p:spPr>
          <a:xfrm>
            <a:off x="200471" y="1412776"/>
            <a:ext cx="9572449" cy="4278094"/>
          </a:xfrm>
          <a:prstGeom prst="rect">
            <a:avLst/>
          </a:prstGeom>
        </p:spPr>
        <p:txBody>
          <a:bodyPr wrap="square">
            <a:spAutoFit/>
          </a:bodyPr>
          <a:lstStyle/>
          <a:p>
            <a:r>
              <a:rPr lang="en-GB" sz="2400" dirty="0">
                <a:latin typeface="Georgia" panose="02040502050405020303" pitchFamily="18" charset="0"/>
              </a:rPr>
              <a:t>A class has to be created which is a subclass of class </a:t>
            </a:r>
            <a:r>
              <a:rPr lang="en-GB" sz="2400" b="1" i="1" dirty="0">
                <a:latin typeface="Georgia" panose="02040502050405020303" pitchFamily="18" charset="0"/>
              </a:rPr>
              <a:t>Fragment </a:t>
            </a:r>
            <a:r>
              <a:rPr lang="en-GB" sz="2400" dirty="0">
                <a:latin typeface="Georgia" panose="02040502050405020303" pitchFamily="18" charset="0"/>
              </a:rPr>
              <a:t>or another subclass of class Fragment.</a:t>
            </a:r>
          </a:p>
          <a:p>
            <a:r>
              <a:rPr lang="en-GB" sz="1000" dirty="0">
                <a:latin typeface="Georgia" panose="02040502050405020303" pitchFamily="18" charset="0"/>
              </a:rPr>
              <a:t> </a:t>
            </a:r>
          </a:p>
          <a:p>
            <a:r>
              <a:rPr lang="en-GB" sz="2400" dirty="0">
                <a:latin typeface="Georgia" panose="02040502050405020303" pitchFamily="18" charset="0"/>
              </a:rPr>
              <a:t>The following lifecycle methods have to be implemented at least:</a:t>
            </a:r>
          </a:p>
          <a:p>
            <a:r>
              <a:rPr lang="en-GB" sz="1000" dirty="0">
                <a:latin typeface="Georgia" panose="02040502050405020303" pitchFamily="18" charset="0"/>
              </a:rPr>
              <a:t> </a:t>
            </a:r>
          </a:p>
          <a:p>
            <a:pPr marL="285750" indent="-285750">
              <a:buFont typeface="Wingdings" panose="05000000000000000000" pitchFamily="2" charset="2"/>
              <a:buChar char="ü"/>
            </a:pPr>
            <a:r>
              <a:rPr lang="en-GB" sz="2000" b="1" i="1" dirty="0" err="1">
                <a:latin typeface="Georgia" panose="02040502050405020303" pitchFamily="18" charset="0"/>
              </a:rPr>
              <a:t>onCreate</a:t>
            </a:r>
            <a:r>
              <a:rPr lang="en-GB" sz="2000" b="1" i="1" dirty="0">
                <a:latin typeface="Georgia" panose="02040502050405020303" pitchFamily="18" charset="0"/>
              </a:rPr>
              <a:t>(): </a:t>
            </a:r>
            <a:r>
              <a:rPr lang="en-GB" sz="2000" dirty="0">
                <a:latin typeface="Georgia" panose="02040502050405020303" pitchFamily="18" charset="0"/>
              </a:rPr>
              <a:t>Called when creating the fragment. Initialize essential components of the fragment that you want to retain when the fragment is paused or stopped, then resumed. </a:t>
            </a:r>
          </a:p>
          <a:p>
            <a:pPr marL="285750" indent="-285750">
              <a:buFont typeface="Wingdings" panose="05000000000000000000" pitchFamily="2" charset="2"/>
              <a:buChar char="ü"/>
            </a:pPr>
            <a:endParaRPr lang="en-GB" sz="1000" dirty="0">
              <a:latin typeface="Georgia" panose="02040502050405020303" pitchFamily="18" charset="0"/>
            </a:endParaRPr>
          </a:p>
          <a:p>
            <a:pPr marL="285750" indent="-285750">
              <a:buFont typeface="Wingdings" panose="05000000000000000000" pitchFamily="2" charset="2"/>
              <a:buChar char="ü"/>
            </a:pPr>
            <a:r>
              <a:rPr lang="en-GB" sz="2000" b="1" i="1" dirty="0" err="1">
                <a:latin typeface="Georgia" panose="02040502050405020303" pitchFamily="18" charset="0"/>
              </a:rPr>
              <a:t>onCreateView</a:t>
            </a:r>
            <a:r>
              <a:rPr lang="en-GB" sz="2000" b="1" i="1" dirty="0">
                <a:latin typeface="Georgia" panose="02040502050405020303" pitchFamily="18" charset="0"/>
              </a:rPr>
              <a:t>():</a:t>
            </a:r>
            <a:r>
              <a:rPr lang="en-GB" sz="2000" dirty="0">
                <a:latin typeface="Georgia" panose="02040502050405020303" pitchFamily="18" charset="0"/>
              </a:rPr>
              <a:t> Called it is time for the fragment to draw its UI. </a:t>
            </a:r>
          </a:p>
          <a:p>
            <a:pPr marL="285750" indent="-285750">
              <a:buFont typeface="Wingdings" panose="05000000000000000000" pitchFamily="2" charset="2"/>
              <a:buChar char="ü"/>
            </a:pPr>
            <a:endParaRPr lang="en-GB" sz="1000" dirty="0">
              <a:latin typeface="Georgia" panose="02040502050405020303" pitchFamily="18" charset="0"/>
            </a:endParaRPr>
          </a:p>
          <a:p>
            <a:pPr marL="285750" indent="-285750">
              <a:buFont typeface="Wingdings" panose="05000000000000000000" pitchFamily="2" charset="2"/>
              <a:buChar char="ü"/>
            </a:pPr>
            <a:r>
              <a:rPr lang="en-GB" sz="2000" b="1" i="1" dirty="0" err="1">
                <a:latin typeface="Georgia" panose="02040502050405020303" pitchFamily="18" charset="0"/>
              </a:rPr>
              <a:t>onPause</a:t>
            </a:r>
            <a:r>
              <a:rPr lang="en-GB" sz="2000" b="1" i="1" dirty="0">
                <a:latin typeface="Georgia" panose="02040502050405020303" pitchFamily="18" charset="0"/>
              </a:rPr>
              <a:t>(): </a:t>
            </a:r>
            <a:r>
              <a:rPr lang="en-GB" sz="2000" dirty="0">
                <a:latin typeface="Georgia" panose="02040502050405020303" pitchFamily="18" charset="0"/>
              </a:rPr>
              <a:t>First indication that the user is leaving the fragment (though it does not always mean the fragment is being destroyed). Commit any changes that should be keep on beyond the current user session (because the user might not come back)</a:t>
            </a:r>
          </a:p>
        </p:txBody>
      </p:sp>
    </p:spTree>
    <p:extLst>
      <p:ext uri="{BB962C8B-B14F-4D97-AF65-F5344CB8AC3E}">
        <p14:creationId xmlns:p14="http://schemas.microsoft.com/office/powerpoint/2010/main" val="4236972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8EFA3-7031-582C-DAD9-827CEF255BF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A59D305-AAA7-057E-75B0-1B8BA848D5CF}"/>
              </a:ext>
            </a:extLst>
          </p:cNvPr>
          <p:cNvSpPr>
            <a:spLocks noGrp="1"/>
          </p:cNvSpPr>
          <p:nvPr>
            <p:ph type="sldNum" idx="12"/>
          </p:nvPr>
        </p:nvSpPr>
        <p:spPr/>
        <p:txBody>
          <a:bodyPr/>
          <a:lstStyle/>
          <a:p>
            <a:pPr algn="r"/>
            <a:fld id="{00000000-1234-1234-1234-123412341234}" type="slidenum">
              <a:rPr lang="en" smtClean="0"/>
              <a:pPr algn="r"/>
              <a:t>8</a:t>
            </a:fld>
            <a:endParaRPr lang="en"/>
          </a:p>
        </p:txBody>
      </p:sp>
      <p:sp>
        <p:nvSpPr>
          <p:cNvPr id="3" name="Title 2">
            <a:extLst>
              <a:ext uri="{FF2B5EF4-FFF2-40B4-BE49-F238E27FC236}">
                <a16:creationId xmlns:a16="http://schemas.microsoft.com/office/drawing/2014/main" id="{C893D228-AB6C-CD2B-9E74-0541CE147A77}"/>
              </a:ext>
            </a:extLst>
          </p:cNvPr>
          <p:cNvSpPr>
            <a:spLocks noGrp="1"/>
          </p:cNvSpPr>
          <p:nvPr>
            <p:ph type="title"/>
          </p:nvPr>
        </p:nvSpPr>
        <p:spPr/>
        <p:txBody>
          <a:bodyPr/>
          <a:lstStyle/>
          <a:p>
            <a:r>
              <a:rPr lang="en-GB" sz="3600" b="1" dirty="0">
                <a:solidFill>
                  <a:schemeClr val="bg1"/>
                </a:solidFill>
              </a:rPr>
              <a:t>Subclasses of class Fragment </a:t>
            </a:r>
            <a:endParaRPr lang="en-GB" dirty="0">
              <a:solidFill>
                <a:schemeClr val="bg1"/>
              </a:solidFill>
            </a:endParaRPr>
          </a:p>
        </p:txBody>
      </p:sp>
      <p:sp>
        <p:nvSpPr>
          <p:cNvPr id="2" name="Rectangle 1">
            <a:extLst>
              <a:ext uri="{FF2B5EF4-FFF2-40B4-BE49-F238E27FC236}">
                <a16:creationId xmlns:a16="http://schemas.microsoft.com/office/drawing/2014/main" id="{FBA0286B-73A1-EE0E-D224-06EDCA566B0D}"/>
              </a:ext>
            </a:extLst>
          </p:cNvPr>
          <p:cNvSpPr/>
          <p:nvPr/>
        </p:nvSpPr>
        <p:spPr>
          <a:xfrm>
            <a:off x="141999" y="1556792"/>
            <a:ext cx="9630921" cy="2308324"/>
          </a:xfrm>
          <a:prstGeom prst="rect">
            <a:avLst/>
          </a:prstGeom>
        </p:spPr>
        <p:txBody>
          <a:bodyPr wrap="square">
            <a:spAutoFit/>
          </a:bodyPr>
          <a:lstStyle/>
          <a:p>
            <a:r>
              <a:rPr lang="en-GB" sz="2400" dirty="0"/>
              <a:t>Common subclasses of class Fragment which you might want to subclass to create your own fragment: </a:t>
            </a:r>
          </a:p>
          <a:p>
            <a:endParaRPr lang="en-GB" dirty="0"/>
          </a:p>
          <a:p>
            <a:pPr marL="742950" lvl="1" indent="-285750">
              <a:buFont typeface="Wingdings" panose="05000000000000000000" pitchFamily="2" charset="2"/>
              <a:buChar char="§"/>
            </a:pPr>
            <a:r>
              <a:rPr lang="en-GB" sz="2000" dirty="0" err="1"/>
              <a:t>DialogFragment</a:t>
            </a:r>
            <a:r>
              <a:rPr lang="en-GB" sz="2000" dirty="0"/>
              <a:t> </a:t>
            </a:r>
          </a:p>
          <a:p>
            <a:pPr marL="742950" lvl="1" indent="-285750">
              <a:buFont typeface="Wingdings" panose="05000000000000000000" pitchFamily="2" charset="2"/>
              <a:buChar char="§"/>
            </a:pPr>
            <a:endParaRPr lang="en-GB" sz="900" dirty="0"/>
          </a:p>
          <a:p>
            <a:pPr marL="742950" lvl="1" indent="-285750">
              <a:buFont typeface="Wingdings" panose="05000000000000000000" pitchFamily="2" charset="2"/>
              <a:buChar char="§"/>
            </a:pPr>
            <a:r>
              <a:rPr lang="en-GB" sz="2000" dirty="0" err="1"/>
              <a:t>ListFragment</a:t>
            </a:r>
            <a:r>
              <a:rPr lang="en-GB" sz="2000" dirty="0"/>
              <a:t> </a:t>
            </a:r>
          </a:p>
          <a:p>
            <a:pPr marL="742950" lvl="1" indent="-285750">
              <a:buFont typeface="Wingdings" panose="05000000000000000000" pitchFamily="2" charset="2"/>
              <a:buChar char="§"/>
            </a:pPr>
            <a:endParaRPr lang="en-GB" sz="900" dirty="0"/>
          </a:p>
          <a:p>
            <a:pPr marL="742950" lvl="1" indent="-285750">
              <a:buFont typeface="Wingdings" panose="05000000000000000000" pitchFamily="2" charset="2"/>
              <a:buChar char="§"/>
            </a:pPr>
            <a:r>
              <a:rPr lang="en-GB" sz="2000" dirty="0" err="1"/>
              <a:t>PreferenceFragment</a:t>
            </a:r>
            <a:endParaRPr lang="en-GB" sz="2000" dirty="0"/>
          </a:p>
        </p:txBody>
      </p:sp>
    </p:spTree>
    <p:extLst>
      <p:ext uri="{BB962C8B-B14F-4D97-AF65-F5344CB8AC3E}">
        <p14:creationId xmlns:p14="http://schemas.microsoft.com/office/powerpoint/2010/main" val="876898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5126C-D815-7FDE-FDD2-42206C4B007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C21DB0-CC98-5397-14F9-E0C7F4DC8FFF}"/>
              </a:ext>
            </a:extLst>
          </p:cNvPr>
          <p:cNvSpPr>
            <a:spLocks noGrp="1"/>
          </p:cNvSpPr>
          <p:nvPr>
            <p:ph type="sldNum" idx="12"/>
          </p:nvPr>
        </p:nvSpPr>
        <p:spPr/>
        <p:txBody>
          <a:bodyPr/>
          <a:lstStyle/>
          <a:p>
            <a:pPr algn="r"/>
            <a:fld id="{00000000-1234-1234-1234-123412341234}" type="slidenum">
              <a:rPr lang="en" smtClean="0"/>
              <a:pPr algn="r"/>
              <a:t>9</a:t>
            </a:fld>
            <a:endParaRPr lang="en"/>
          </a:p>
        </p:txBody>
      </p:sp>
      <p:sp>
        <p:nvSpPr>
          <p:cNvPr id="3" name="Title 2">
            <a:extLst>
              <a:ext uri="{FF2B5EF4-FFF2-40B4-BE49-F238E27FC236}">
                <a16:creationId xmlns:a16="http://schemas.microsoft.com/office/drawing/2014/main" id="{19DE00EE-F626-5EE1-C520-1697688DB228}"/>
              </a:ext>
            </a:extLst>
          </p:cNvPr>
          <p:cNvSpPr>
            <a:spLocks noGrp="1"/>
          </p:cNvSpPr>
          <p:nvPr>
            <p:ph type="title"/>
          </p:nvPr>
        </p:nvSpPr>
        <p:spPr>
          <a:xfrm>
            <a:off x="222002" y="188640"/>
            <a:ext cx="9230650" cy="763600"/>
          </a:xfrm>
        </p:spPr>
        <p:txBody>
          <a:bodyPr/>
          <a:lstStyle/>
          <a:p>
            <a:r>
              <a:rPr lang="en-GB" sz="3600" b="1" dirty="0">
                <a:solidFill>
                  <a:schemeClr val="bg1"/>
                </a:solidFill>
                <a:latin typeface="Georgia" panose="02040502050405020303" pitchFamily="18" charset="0"/>
              </a:rPr>
              <a:t>Adding a user interface to a Fragment</a:t>
            </a:r>
            <a:endParaRPr lang="en-GB" dirty="0">
              <a:solidFill>
                <a:schemeClr val="bg1"/>
              </a:solidFill>
            </a:endParaRPr>
          </a:p>
        </p:txBody>
      </p:sp>
      <p:sp>
        <p:nvSpPr>
          <p:cNvPr id="2" name="Rectangle 1">
            <a:extLst>
              <a:ext uri="{FF2B5EF4-FFF2-40B4-BE49-F238E27FC236}">
                <a16:creationId xmlns:a16="http://schemas.microsoft.com/office/drawing/2014/main" id="{887E821B-8831-61C9-D95A-0AC73BAF1810}"/>
              </a:ext>
            </a:extLst>
          </p:cNvPr>
          <p:cNvSpPr/>
          <p:nvPr/>
        </p:nvSpPr>
        <p:spPr>
          <a:xfrm>
            <a:off x="14266" y="1327885"/>
            <a:ext cx="9891733" cy="3385542"/>
          </a:xfrm>
          <a:prstGeom prst="rect">
            <a:avLst/>
          </a:prstGeom>
        </p:spPr>
        <p:txBody>
          <a:bodyPr wrap="square">
            <a:spAutoFit/>
          </a:bodyPr>
          <a:lstStyle/>
          <a:p>
            <a:r>
              <a:rPr lang="en-GB" sz="2000" b="1" dirty="0"/>
              <a:t>public class </a:t>
            </a:r>
            <a:r>
              <a:rPr lang="en-GB" sz="2000" b="1" dirty="0" err="1"/>
              <a:t>ExampleFragment</a:t>
            </a:r>
            <a:r>
              <a:rPr lang="en-GB" sz="2000" b="1" dirty="0"/>
              <a:t> extends Fragment { </a:t>
            </a:r>
          </a:p>
          <a:p>
            <a:r>
              <a:rPr lang="en-GB" sz="2000" b="1" dirty="0"/>
              <a:t>                  public View </a:t>
            </a:r>
            <a:r>
              <a:rPr lang="en-GB" sz="2000" b="1" dirty="0" err="1">
                <a:solidFill>
                  <a:schemeClr val="accent2"/>
                </a:solidFill>
              </a:rPr>
              <a:t>onCreateView</a:t>
            </a:r>
            <a:r>
              <a:rPr lang="en-GB" sz="2000" b="1" dirty="0"/>
              <a:t>(</a:t>
            </a:r>
            <a:r>
              <a:rPr lang="en-GB" sz="2000" b="1" dirty="0" err="1"/>
              <a:t>LayoutInflater</a:t>
            </a:r>
            <a:r>
              <a:rPr lang="en-GB" sz="2000" b="1" dirty="0"/>
              <a:t> </a:t>
            </a:r>
            <a:r>
              <a:rPr lang="en-GB" sz="2000" b="1" dirty="0" err="1"/>
              <a:t>inflater</a:t>
            </a:r>
            <a:r>
              <a:rPr lang="en-GB" sz="2000" b="1" dirty="0"/>
              <a:t>, </a:t>
            </a:r>
          </a:p>
          <a:p>
            <a:r>
              <a:rPr lang="en-GB" sz="2000" b="1" dirty="0"/>
              <a:t>                                               </a:t>
            </a:r>
            <a:r>
              <a:rPr lang="en-GB" sz="2000" b="1" dirty="0" err="1"/>
              <a:t>ViewGroup</a:t>
            </a:r>
            <a:r>
              <a:rPr lang="en-GB" sz="2000" b="1" dirty="0"/>
              <a:t> container, </a:t>
            </a:r>
          </a:p>
          <a:p>
            <a:r>
              <a:rPr lang="en-GB" sz="2000" b="1" dirty="0"/>
              <a:t>                                               Bundle </a:t>
            </a:r>
            <a:r>
              <a:rPr lang="en-GB" sz="2000" b="1" dirty="0" err="1"/>
              <a:t>savedInstanceState</a:t>
            </a:r>
            <a:r>
              <a:rPr lang="en-GB" sz="2000" b="1" dirty="0"/>
              <a:t>) {</a:t>
            </a:r>
          </a:p>
          <a:p>
            <a:r>
              <a:rPr lang="en-GB" sz="900" dirty="0"/>
              <a:t>     </a:t>
            </a:r>
          </a:p>
          <a:p>
            <a:r>
              <a:rPr lang="en-GB" dirty="0"/>
              <a:t>// Inflate the layout for this fragment </a:t>
            </a:r>
          </a:p>
          <a:p>
            <a:endParaRPr lang="en-GB" sz="900" dirty="0"/>
          </a:p>
          <a:p>
            <a:r>
              <a:rPr lang="en-GB" sz="2000" b="1" dirty="0"/>
              <a:t>return </a:t>
            </a:r>
            <a:r>
              <a:rPr lang="en-GB" sz="2000" b="1" dirty="0" err="1"/>
              <a:t>inflater.</a:t>
            </a:r>
            <a:r>
              <a:rPr lang="en-GB" sz="2000" b="1" dirty="0" err="1">
                <a:solidFill>
                  <a:schemeClr val="accent2"/>
                </a:solidFill>
              </a:rPr>
              <a:t>inflate</a:t>
            </a:r>
            <a:r>
              <a:rPr lang="en-GB" sz="2000" b="1" dirty="0"/>
              <a:t>(</a:t>
            </a:r>
            <a:r>
              <a:rPr lang="en-GB" sz="2000" b="1" i="1" dirty="0" err="1"/>
              <a:t>R</a:t>
            </a:r>
            <a:r>
              <a:rPr lang="en-GB" sz="2000" b="1" dirty="0" err="1"/>
              <a:t>.</a:t>
            </a:r>
            <a:r>
              <a:rPr lang="en-GB" sz="2000" b="1" i="1" dirty="0" err="1"/>
              <a:t>layout</a:t>
            </a:r>
            <a:r>
              <a:rPr lang="en-GB" sz="2000" b="1" dirty="0" err="1"/>
              <a:t>.</a:t>
            </a:r>
            <a:r>
              <a:rPr lang="en-GB" sz="2000" b="1" i="1" dirty="0" err="1"/>
              <a:t>example_fragment</a:t>
            </a:r>
            <a:r>
              <a:rPr lang="en-GB" sz="2000" b="1" dirty="0"/>
              <a:t>, container, false); } </a:t>
            </a:r>
          </a:p>
          <a:p>
            <a:r>
              <a:rPr lang="en-GB" sz="2000" b="1" dirty="0"/>
              <a:t>} </a:t>
            </a:r>
          </a:p>
          <a:p>
            <a:endParaRPr lang="en-GB" dirty="0"/>
          </a:p>
          <a:p>
            <a:r>
              <a:rPr lang="en-GB" sz="2000" dirty="0"/>
              <a:t>Note: If your fragment is a subclass of </a:t>
            </a:r>
            <a:r>
              <a:rPr lang="en-GB" sz="2000" dirty="0" err="1"/>
              <a:t>ListFragment</a:t>
            </a:r>
            <a:r>
              <a:rPr lang="en-GB" sz="2000" dirty="0"/>
              <a:t>, you do not need to override this as the parent class implementation creates and returns a </a:t>
            </a:r>
            <a:r>
              <a:rPr lang="en-GB" sz="2000" dirty="0" err="1"/>
              <a:t>ListView</a:t>
            </a:r>
            <a:r>
              <a:rPr lang="en-GB" sz="2000" dirty="0"/>
              <a:t>.</a:t>
            </a:r>
          </a:p>
        </p:txBody>
      </p:sp>
      <p:sp>
        <p:nvSpPr>
          <p:cNvPr id="5" name="Rectangle 4">
            <a:extLst>
              <a:ext uri="{FF2B5EF4-FFF2-40B4-BE49-F238E27FC236}">
                <a16:creationId xmlns:a16="http://schemas.microsoft.com/office/drawing/2014/main" id="{33F4EB86-68CE-CA59-32A6-AEC9A28B4675}"/>
              </a:ext>
            </a:extLst>
          </p:cNvPr>
          <p:cNvSpPr/>
          <p:nvPr/>
        </p:nvSpPr>
        <p:spPr>
          <a:xfrm>
            <a:off x="107504" y="5029674"/>
            <a:ext cx="3286669" cy="369332"/>
          </a:xfrm>
          <a:prstGeom prst="rect">
            <a:avLst/>
          </a:prstGeom>
        </p:spPr>
        <p:txBody>
          <a:bodyPr wrap="none">
            <a:spAutoFit/>
          </a:bodyPr>
          <a:lstStyle/>
          <a:p>
            <a:r>
              <a:rPr lang="en-GB" b="1" dirty="0"/>
              <a:t>Adding a Fragment to an activity</a:t>
            </a:r>
          </a:p>
        </p:txBody>
      </p:sp>
      <p:sp>
        <p:nvSpPr>
          <p:cNvPr id="6" name="Rectangle 5">
            <a:extLst>
              <a:ext uri="{FF2B5EF4-FFF2-40B4-BE49-F238E27FC236}">
                <a16:creationId xmlns:a16="http://schemas.microsoft.com/office/drawing/2014/main" id="{31B2A52B-001A-088D-5871-0668F6D9A8EF}"/>
              </a:ext>
            </a:extLst>
          </p:cNvPr>
          <p:cNvSpPr/>
          <p:nvPr/>
        </p:nvSpPr>
        <p:spPr>
          <a:xfrm>
            <a:off x="216187" y="5477246"/>
            <a:ext cx="6264696" cy="815608"/>
          </a:xfrm>
          <a:prstGeom prst="rect">
            <a:avLst/>
          </a:prstGeom>
        </p:spPr>
        <p:txBody>
          <a:bodyPr wrap="square">
            <a:spAutoFit/>
          </a:bodyPr>
          <a:lstStyle/>
          <a:p>
            <a:pPr marL="285750" indent="-285750">
              <a:buFont typeface="Wingdings" panose="05000000000000000000" pitchFamily="2" charset="2"/>
              <a:buChar char="Ø"/>
            </a:pPr>
            <a:r>
              <a:rPr lang="en-GB" dirty="0"/>
              <a:t>Statically (using the activity’s XML layout files)</a:t>
            </a:r>
          </a:p>
          <a:p>
            <a:endParaRPr lang="en-GB" sz="1100" dirty="0"/>
          </a:p>
          <a:p>
            <a:pPr marL="285750" indent="-285750">
              <a:buFont typeface="Wingdings" panose="05000000000000000000" pitchFamily="2" charset="2"/>
              <a:buChar char="Ø"/>
            </a:pPr>
            <a:r>
              <a:rPr lang="en-GB" dirty="0"/>
              <a:t>Programmatically </a:t>
            </a:r>
          </a:p>
        </p:txBody>
      </p:sp>
    </p:spTree>
    <p:extLst>
      <p:ext uri="{BB962C8B-B14F-4D97-AF65-F5344CB8AC3E}">
        <p14:creationId xmlns:p14="http://schemas.microsoft.com/office/powerpoint/2010/main" val="1130988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F2642-6F48-579B-2321-8F877E050AC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ABA47B-414F-01A6-8E4B-A38C95265F7C}"/>
              </a:ext>
            </a:extLst>
          </p:cNvPr>
          <p:cNvSpPr>
            <a:spLocks noGrp="1"/>
          </p:cNvSpPr>
          <p:nvPr>
            <p:ph type="sldNum" idx="12"/>
          </p:nvPr>
        </p:nvSpPr>
        <p:spPr/>
        <p:txBody>
          <a:bodyPr/>
          <a:lstStyle/>
          <a:p>
            <a:pPr algn="r"/>
            <a:fld id="{00000000-1234-1234-1234-123412341234}" type="slidenum">
              <a:rPr lang="en" smtClean="0"/>
              <a:pPr algn="r"/>
              <a:t>10</a:t>
            </a:fld>
            <a:endParaRPr lang="en"/>
          </a:p>
        </p:txBody>
      </p:sp>
      <p:sp>
        <p:nvSpPr>
          <p:cNvPr id="3" name="Title 2">
            <a:extLst>
              <a:ext uri="{FF2B5EF4-FFF2-40B4-BE49-F238E27FC236}">
                <a16:creationId xmlns:a16="http://schemas.microsoft.com/office/drawing/2014/main" id="{552AC48B-0A99-187E-FC82-3B28057817C0}"/>
              </a:ext>
            </a:extLst>
          </p:cNvPr>
          <p:cNvSpPr>
            <a:spLocks noGrp="1"/>
          </p:cNvSpPr>
          <p:nvPr>
            <p:ph type="title"/>
          </p:nvPr>
        </p:nvSpPr>
        <p:spPr/>
        <p:txBody>
          <a:bodyPr/>
          <a:lstStyle/>
          <a:p>
            <a:r>
              <a:rPr lang="en-GB" sz="3600" b="1" dirty="0">
                <a:solidFill>
                  <a:schemeClr val="bg1"/>
                </a:solidFill>
              </a:rPr>
              <a:t>Statically adding a Fragment</a:t>
            </a:r>
            <a:endParaRPr lang="en-GB" dirty="0">
              <a:solidFill>
                <a:schemeClr val="bg1"/>
              </a:solidFill>
            </a:endParaRPr>
          </a:p>
        </p:txBody>
      </p:sp>
      <p:pic>
        <p:nvPicPr>
          <p:cNvPr id="2" name="Picture 1">
            <a:extLst>
              <a:ext uri="{FF2B5EF4-FFF2-40B4-BE49-F238E27FC236}">
                <a16:creationId xmlns:a16="http://schemas.microsoft.com/office/drawing/2014/main" id="{5259A820-78EB-0654-15FE-4FCDCDA2C473}"/>
              </a:ext>
            </a:extLst>
          </p:cNvPr>
          <p:cNvPicPr>
            <a:picLocks noChangeAspect="1"/>
          </p:cNvPicPr>
          <p:nvPr/>
        </p:nvPicPr>
        <p:blipFill>
          <a:blip r:embed="rId2"/>
          <a:stretch>
            <a:fillRect/>
          </a:stretch>
        </p:blipFill>
        <p:spPr>
          <a:xfrm>
            <a:off x="152620" y="1381280"/>
            <a:ext cx="9025876" cy="4937943"/>
          </a:xfrm>
          <a:prstGeom prst="rect">
            <a:avLst/>
          </a:prstGeom>
        </p:spPr>
      </p:pic>
    </p:spTree>
    <p:extLst>
      <p:ext uri="{BB962C8B-B14F-4D97-AF65-F5344CB8AC3E}">
        <p14:creationId xmlns:p14="http://schemas.microsoft.com/office/powerpoint/2010/main" val="547451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9B393-99AF-1359-F617-4DC4C92E4B9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407C271-9164-98C1-997A-F14E0700AEF0}"/>
              </a:ext>
            </a:extLst>
          </p:cNvPr>
          <p:cNvSpPr>
            <a:spLocks noGrp="1"/>
          </p:cNvSpPr>
          <p:nvPr>
            <p:ph type="sldNum" idx="12"/>
          </p:nvPr>
        </p:nvSpPr>
        <p:spPr/>
        <p:txBody>
          <a:bodyPr/>
          <a:lstStyle/>
          <a:p>
            <a:pPr algn="r"/>
            <a:fld id="{00000000-1234-1234-1234-123412341234}" type="slidenum">
              <a:rPr lang="en" smtClean="0"/>
              <a:pPr algn="r"/>
              <a:t>11</a:t>
            </a:fld>
            <a:endParaRPr lang="en"/>
          </a:p>
        </p:txBody>
      </p:sp>
      <p:sp>
        <p:nvSpPr>
          <p:cNvPr id="3" name="Title 2">
            <a:extLst>
              <a:ext uri="{FF2B5EF4-FFF2-40B4-BE49-F238E27FC236}">
                <a16:creationId xmlns:a16="http://schemas.microsoft.com/office/drawing/2014/main" id="{37893607-6D31-3367-93BE-88C27F5CF51F}"/>
              </a:ext>
            </a:extLst>
          </p:cNvPr>
          <p:cNvSpPr>
            <a:spLocks noGrp="1"/>
          </p:cNvSpPr>
          <p:nvPr>
            <p:ph type="title"/>
          </p:nvPr>
        </p:nvSpPr>
        <p:spPr/>
        <p:txBody>
          <a:bodyPr/>
          <a:lstStyle/>
          <a:p>
            <a:r>
              <a:rPr lang="en-GB" sz="3600" b="1" dirty="0">
                <a:solidFill>
                  <a:schemeClr val="bg1"/>
                </a:solidFill>
                <a:latin typeface="Georgia" panose="02040502050405020303" pitchFamily="18" charset="0"/>
              </a:rPr>
              <a:t>Programmatically adding a Fragment </a:t>
            </a:r>
            <a:endParaRPr lang="en-GB" dirty="0">
              <a:solidFill>
                <a:schemeClr val="bg1"/>
              </a:solidFill>
            </a:endParaRPr>
          </a:p>
        </p:txBody>
      </p:sp>
      <p:sp>
        <p:nvSpPr>
          <p:cNvPr id="2" name="Rectangle 1">
            <a:extLst>
              <a:ext uri="{FF2B5EF4-FFF2-40B4-BE49-F238E27FC236}">
                <a16:creationId xmlns:a16="http://schemas.microsoft.com/office/drawing/2014/main" id="{4CF38D8A-356F-5521-E7EC-0019FA77A4D4}"/>
              </a:ext>
            </a:extLst>
          </p:cNvPr>
          <p:cNvSpPr/>
          <p:nvPr/>
        </p:nvSpPr>
        <p:spPr>
          <a:xfrm>
            <a:off x="0" y="1256299"/>
            <a:ext cx="10209584" cy="4755148"/>
          </a:xfrm>
          <a:prstGeom prst="rect">
            <a:avLst/>
          </a:prstGeom>
        </p:spPr>
        <p:txBody>
          <a:bodyPr wrap="square">
            <a:spAutoFit/>
          </a:bodyPr>
          <a:lstStyle/>
          <a:p>
            <a:r>
              <a:rPr lang="en-GB" sz="2200" dirty="0">
                <a:latin typeface="Georgia" panose="02040502050405020303" pitchFamily="18" charset="0"/>
              </a:rPr>
              <a:t>Specify a </a:t>
            </a:r>
            <a:r>
              <a:rPr lang="en-GB" sz="2200" dirty="0" err="1">
                <a:latin typeface="Georgia" panose="02040502050405020303" pitchFamily="18" charset="0"/>
              </a:rPr>
              <a:t>ViewGroup</a:t>
            </a:r>
            <a:r>
              <a:rPr lang="en-GB" sz="2200" dirty="0">
                <a:latin typeface="Georgia" panose="02040502050405020303" pitchFamily="18" charset="0"/>
              </a:rPr>
              <a:t> to add the fragment: </a:t>
            </a:r>
          </a:p>
          <a:p>
            <a:endParaRPr lang="en-GB" sz="2000" dirty="0"/>
          </a:p>
          <a:p>
            <a:r>
              <a:rPr lang="en-GB" sz="2000" b="1" dirty="0" err="1">
                <a:solidFill>
                  <a:srgbClr val="3366CC"/>
                </a:solidFill>
              </a:rPr>
              <a:t>FragmentManager</a:t>
            </a:r>
            <a:r>
              <a:rPr lang="en-GB" sz="2000" dirty="0"/>
              <a:t>  </a:t>
            </a:r>
            <a:r>
              <a:rPr lang="en-GB" sz="2000" b="1" i="1" dirty="0" err="1"/>
              <a:t>fragmentManager</a:t>
            </a:r>
            <a:r>
              <a:rPr lang="en-GB" sz="2000" b="1" i="1" dirty="0"/>
              <a:t> </a:t>
            </a:r>
            <a:r>
              <a:rPr lang="en-GB" sz="2000" dirty="0"/>
              <a:t>= </a:t>
            </a:r>
            <a:r>
              <a:rPr lang="en-GB" sz="2000" b="1" i="1" dirty="0" err="1"/>
              <a:t>getFragmentManager</a:t>
            </a:r>
            <a:r>
              <a:rPr lang="en-GB" sz="2000" b="1" i="1" dirty="0"/>
              <a:t>(); </a:t>
            </a:r>
          </a:p>
          <a:p>
            <a:endParaRPr lang="en-GB" sz="900" dirty="0"/>
          </a:p>
          <a:p>
            <a:r>
              <a:rPr lang="en-GB" sz="2000" b="1" dirty="0" err="1">
                <a:solidFill>
                  <a:srgbClr val="3366CC"/>
                </a:solidFill>
              </a:rPr>
              <a:t>FragmentTransaction</a:t>
            </a:r>
            <a:r>
              <a:rPr lang="en-GB" sz="2000" b="1" dirty="0"/>
              <a:t> </a:t>
            </a:r>
            <a:r>
              <a:rPr lang="en-GB" sz="2000" dirty="0"/>
              <a:t> </a:t>
            </a:r>
            <a:r>
              <a:rPr lang="en-GB" sz="2000" b="1" i="1" dirty="0" err="1"/>
              <a:t>fragmentTransaction</a:t>
            </a:r>
            <a:r>
              <a:rPr lang="en-GB" sz="2000" dirty="0"/>
              <a:t> =  </a:t>
            </a:r>
            <a:r>
              <a:rPr lang="en-GB" sz="2000" b="1" i="1" dirty="0" err="1"/>
              <a:t>fragmentManager</a:t>
            </a:r>
            <a:r>
              <a:rPr lang="en-GB" sz="2000" b="1" dirty="0" err="1"/>
              <a:t>.</a:t>
            </a:r>
            <a:r>
              <a:rPr lang="en-GB" sz="2000" b="1" i="1" dirty="0" err="1"/>
              <a:t>beginTransaction</a:t>
            </a:r>
            <a:r>
              <a:rPr lang="en-GB" sz="2000" b="1" i="1" dirty="0"/>
              <a:t>();</a:t>
            </a:r>
          </a:p>
          <a:p>
            <a:r>
              <a:rPr lang="en-GB" sz="2000" dirty="0"/>
              <a:t> </a:t>
            </a:r>
          </a:p>
          <a:p>
            <a:r>
              <a:rPr lang="en-GB" sz="2000" dirty="0" err="1">
                <a:solidFill>
                  <a:srgbClr val="3366CC"/>
                </a:solidFill>
              </a:rPr>
              <a:t>ExampleFragment</a:t>
            </a:r>
            <a:r>
              <a:rPr lang="en-GB" sz="2000" dirty="0"/>
              <a:t> fragment = </a:t>
            </a:r>
            <a:r>
              <a:rPr lang="en-GB" sz="2000" b="1" dirty="0"/>
              <a:t>new </a:t>
            </a:r>
            <a:r>
              <a:rPr lang="en-GB" sz="2000" b="1" i="1" dirty="0" err="1"/>
              <a:t>ExampleFragment</a:t>
            </a:r>
            <a:r>
              <a:rPr lang="en-GB" sz="2000" b="1" i="1" dirty="0"/>
              <a:t>(); </a:t>
            </a:r>
          </a:p>
          <a:p>
            <a:endParaRPr lang="en-GB" sz="1000" dirty="0"/>
          </a:p>
          <a:p>
            <a:r>
              <a:rPr lang="en-GB" sz="2000" b="1" i="1" dirty="0" err="1"/>
              <a:t>fragmentTransaction</a:t>
            </a:r>
            <a:r>
              <a:rPr lang="en-GB" sz="2000" dirty="0" err="1"/>
              <a:t>.</a:t>
            </a:r>
            <a:r>
              <a:rPr lang="en-GB" sz="2000" b="1" i="1" dirty="0" err="1"/>
              <a:t>add</a:t>
            </a:r>
            <a:r>
              <a:rPr lang="en-GB" sz="2000" dirty="0"/>
              <a:t>(</a:t>
            </a:r>
            <a:r>
              <a:rPr lang="en-GB" sz="2000" b="1" i="1" dirty="0" err="1"/>
              <a:t>R.id.fragment_container</a:t>
            </a:r>
            <a:r>
              <a:rPr lang="en-GB" sz="2000" b="1" i="1" dirty="0"/>
              <a:t>, fragment</a:t>
            </a:r>
            <a:r>
              <a:rPr lang="en-GB" sz="2000" dirty="0"/>
              <a:t>); </a:t>
            </a:r>
          </a:p>
          <a:p>
            <a:endParaRPr lang="en-GB" sz="2000" dirty="0"/>
          </a:p>
          <a:p>
            <a:r>
              <a:rPr lang="en-GB" i="1" dirty="0"/>
              <a:t>/* optionally add the transaction to the back stack in case the user presses the Back button to get back to the fragment */</a:t>
            </a:r>
          </a:p>
          <a:p>
            <a:endParaRPr lang="en-GB" sz="900" dirty="0"/>
          </a:p>
          <a:p>
            <a:r>
              <a:rPr lang="en-GB" dirty="0"/>
              <a:t> </a:t>
            </a:r>
            <a:r>
              <a:rPr lang="en-GB" sz="2000" b="1" i="1" dirty="0" err="1"/>
              <a:t>transaction.addToBackStack</a:t>
            </a:r>
            <a:r>
              <a:rPr lang="en-GB" sz="2000" b="1" i="1" dirty="0"/>
              <a:t>(null); </a:t>
            </a:r>
          </a:p>
          <a:p>
            <a:endParaRPr lang="en-GB" sz="900" dirty="0"/>
          </a:p>
          <a:p>
            <a:r>
              <a:rPr lang="en-GB" i="1" dirty="0"/>
              <a:t>// Commit the transaction</a:t>
            </a:r>
          </a:p>
          <a:p>
            <a:endParaRPr lang="en-GB" sz="1000" dirty="0"/>
          </a:p>
          <a:p>
            <a:r>
              <a:rPr lang="en-GB" dirty="0"/>
              <a:t> </a:t>
            </a:r>
            <a:r>
              <a:rPr lang="en-GB" sz="2000" b="1" i="1" dirty="0" err="1"/>
              <a:t>fragmentTransaction.commit</a:t>
            </a:r>
            <a:r>
              <a:rPr lang="en-GB" sz="2000" b="1" i="1" dirty="0"/>
              <a:t>();</a:t>
            </a:r>
          </a:p>
        </p:txBody>
      </p:sp>
    </p:spTree>
    <p:extLst>
      <p:ext uri="{BB962C8B-B14F-4D97-AF65-F5344CB8AC3E}">
        <p14:creationId xmlns:p14="http://schemas.microsoft.com/office/powerpoint/2010/main" val="1346581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AD8C5-0A12-CA29-B72D-4A7D233242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7BCFB5-9B26-012E-0170-3F9372B4F47A}"/>
              </a:ext>
            </a:extLst>
          </p:cNvPr>
          <p:cNvSpPr>
            <a:spLocks noGrp="1"/>
          </p:cNvSpPr>
          <p:nvPr>
            <p:ph type="sldNum" idx="12"/>
          </p:nvPr>
        </p:nvSpPr>
        <p:spPr/>
        <p:txBody>
          <a:bodyPr/>
          <a:lstStyle/>
          <a:p>
            <a:pPr algn="r"/>
            <a:fld id="{00000000-1234-1234-1234-123412341234}" type="slidenum">
              <a:rPr lang="en" smtClean="0"/>
              <a:pPr algn="r"/>
              <a:t>12</a:t>
            </a:fld>
            <a:endParaRPr lang="en"/>
          </a:p>
        </p:txBody>
      </p:sp>
      <p:sp>
        <p:nvSpPr>
          <p:cNvPr id="3" name="Title 2">
            <a:extLst>
              <a:ext uri="{FF2B5EF4-FFF2-40B4-BE49-F238E27FC236}">
                <a16:creationId xmlns:a16="http://schemas.microsoft.com/office/drawing/2014/main" id="{27D79F9B-20FB-0A73-9149-734983163043}"/>
              </a:ext>
            </a:extLst>
          </p:cNvPr>
          <p:cNvSpPr>
            <a:spLocks noGrp="1"/>
          </p:cNvSpPr>
          <p:nvPr>
            <p:ph type="title"/>
          </p:nvPr>
        </p:nvSpPr>
        <p:spPr/>
        <p:txBody>
          <a:bodyPr/>
          <a:lstStyle/>
          <a:p>
            <a:r>
              <a:rPr lang="en-GB" sz="3600" b="1" dirty="0">
                <a:solidFill>
                  <a:schemeClr val="bg1"/>
                </a:solidFill>
                <a:latin typeface="Georgia" panose="02040502050405020303" pitchFamily="18" charset="0"/>
              </a:rPr>
              <a:t>Replacing or removing a Fragment</a:t>
            </a:r>
            <a:endParaRPr lang="en-GB" dirty="0">
              <a:solidFill>
                <a:schemeClr val="bg1"/>
              </a:solidFill>
            </a:endParaRPr>
          </a:p>
        </p:txBody>
      </p:sp>
      <p:sp>
        <p:nvSpPr>
          <p:cNvPr id="2" name="Rectangle 1">
            <a:extLst>
              <a:ext uri="{FF2B5EF4-FFF2-40B4-BE49-F238E27FC236}">
                <a16:creationId xmlns:a16="http://schemas.microsoft.com/office/drawing/2014/main" id="{0B8AA84A-A6D2-26C9-BF9A-C51402E6A00E}"/>
              </a:ext>
            </a:extLst>
          </p:cNvPr>
          <p:cNvSpPr/>
          <p:nvPr/>
        </p:nvSpPr>
        <p:spPr>
          <a:xfrm>
            <a:off x="82985" y="1358833"/>
            <a:ext cx="9740030" cy="707886"/>
          </a:xfrm>
          <a:prstGeom prst="rect">
            <a:avLst/>
          </a:prstGeom>
        </p:spPr>
        <p:txBody>
          <a:bodyPr wrap="square">
            <a:spAutoFit/>
          </a:bodyPr>
          <a:lstStyle/>
          <a:p>
            <a:r>
              <a:rPr lang="en-GB" sz="2000" dirty="0">
                <a:latin typeface="Georgia" panose="02040502050405020303" pitchFamily="18" charset="0"/>
              </a:rPr>
              <a:t>The replace() or remove() methods can be used instead of add(). For example, to replace whatever fragment is in the fragment container view:</a:t>
            </a:r>
          </a:p>
        </p:txBody>
      </p:sp>
      <p:sp>
        <p:nvSpPr>
          <p:cNvPr id="5" name="Rectangle 4">
            <a:extLst>
              <a:ext uri="{FF2B5EF4-FFF2-40B4-BE49-F238E27FC236}">
                <a16:creationId xmlns:a16="http://schemas.microsoft.com/office/drawing/2014/main" id="{78F1043D-B9B9-8AF4-06E0-90231B838367}"/>
              </a:ext>
            </a:extLst>
          </p:cNvPr>
          <p:cNvSpPr/>
          <p:nvPr/>
        </p:nvSpPr>
        <p:spPr>
          <a:xfrm>
            <a:off x="376570" y="2340031"/>
            <a:ext cx="8785969" cy="1077218"/>
          </a:xfrm>
          <a:prstGeom prst="rect">
            <a:avLst/>
          </a:prstGeom>
        </p:spPr>
        <p:txBody>
          <a:bodyPr wrap="square">
            <a:spAutoFit/>
          </a:bodyPr>
          <a:lstStyle/>
          <a:p>
            <a:r>
              <a:rPr lang="en-GB" sz="1600" i="1" dirty="0"/>
              <a:t>// Create new fragment and transaction </a:t>
            </a:r>
          </a:p>
          <a:p>
            <a:r>
              <a:rPr lang="en-GB" sz="2000" b="1" dirty="0"/>
              <a:t>Fragment </a:t>
            </a:r>
            <a:r>
              <a:rPr lang="en-GB" sz="2000" b="1" dirty="0" err="1"/>
              <a:t>newFragment</a:t>
            </a:r>
            <a:r>
              <a:rPr lang="en-GB" sz="2000" b="1" dirty="0"/>
              <a:t> = new </a:t>
            </a:r>
            <a:r>
              <a:rPr lang="en-GB" sz="2000" b="1" dirty="0" err="1"/>
              <a:t>ExampleFragment</a:t>
            </a:r>
            <a:r>
              <a:rPr lang="en-GB" sz="2000" b="1" dirty="0"/>
              <a:t>(); </a:t>
            </a:r>
          </a:p>
          <a:p>
            <a:endParaRPr lang="en-GB" sz="1000" b="1" dirty="0"/>
          </a:p>
          <a:p>
            <a:r>
              <a:rPr lang="en-GB" b="1" dirty="0" err="1"/>
              <a:t>FragmentTransaction</a:t>
            </a:r>
            <a:r>
              <a:rPr lang="en-GB" b="1" dirty="0"/>
              <a:t> transaction = </a:t>
            </a:r>
            <a:r>
              <a:rPr lang="en-GB" b="1" dirty="0" err="1"/>
              <a:t>getFragmentManager</a:t>
            </a:r>
            <a:r>
              <a:rPr lang="en-GB" b="1" dirty="0"/>
              <a:t>().</a:t>
            </a:r>
            <a:r>
              <a:rPr lang="en-GB" b="1" dirty="0" err="1"/>
              <a:t>beginTransaction</a:t>
            </a:r>
            <a:r>
              <a:rPr lang="en-GB" b="1" dirty="0"/>
              <a:t>();</a:t>
            </a:r>
          </a:p>
        </p:txBody>
      </p:sp>
      <p:sp>
        <p:nvSpPr>
          <p:cNvPr id="6" name="Rectangle 5">
            <a:extLst>
              <a:ext uri="{FF2B5EF4-FFF2-40B4-BE49-F238E27FC236}">
                <a16:creationId xmlns:a16="http://schemas.microsoft.com/office/drawing/2014/main" id="{A6479F3A-7BC5-CB20-A016-ED9177AA4E08}"/>
              </a:ext>
            </a:extLst>
          </p:cNvPr>
          <p:cNvSpPr/>
          <p:nvPr/>
        </p:nvSpPr>
        <p:spPr>
          <a:xfrm>
            <a:off x="272480" y="3583091"/>
            <a:ext cx="9633520" cy="1731243"/>
          </a:xfrm>
          <a:prstGeom prst="rect">
            <a:avLst/>
          </a:prstGeom>
        </p:spPr>
        <p:txBody>
          <a:bodyPr wrap="square">
            <a:spAutoFit/>
          </a:bodyPr>
          <a:lstStyle/>
          <a:p>
            <a:r>
              <a:rPr lang="en-GB" i="1" dirty="0"/>
              <a:t>/* Replace whatever is in the </a:t>
            </a:r>
            <a:r>
              <a:rPr lang="en-GB" i="1" dirty="0" err="1"/>
              <a:t>fragment_container</a:t>
            </a:r>
            <a:r>
              <a:rPr lang="en-GB" i="1" dirty="0"/>
              <a:t> view with this fragment and add the transaction to the back stack */ </a:t>
            </a:r>
          </a:p>
          <a:p>
            <a:endParaRPr lang="en-GB" sz="1050" dirty="0"/>
          </a:p>
          <a:p>
            <a:r>
              <a:rPr lang="en-GB" sz="2000" b="1" dirty="0" err="1"/>
              <a:t>transaction.replace</a:t>
            </a:r>
            <a:r>
              <a:rPr lang="en-GB" sz="2000" b="1" dirty="0"/>
              <a:t>(</a:t>
            </a:r>
            <a:r>
              <a:rPr lang="en-GB" sz="2000" b="1" i="1" dirty="0" err="1"/>
              <a:t>R.id.fragment_container</a:t>
            </a:r>
            <a:r>
              <a:rPr lang="en-GB" sz="2000" b="1" dirty="0"/>
              <a:t>, </a:t>
            </a:r>
            <a:r>
              <a:rPr lang="en-GB" sz="2000" b="1" dirty="0" err="1"/>
              <a:t>newFragment</a:t>
            </a:r>
            <a:r>
              <a:rPr lang="en-GB" sz="2000" b="1" dirty="0"/>
              <a:t>); </a:t>
            </a:r>
          </a:p>
          <a:p>
            <a:endParaRPr lang="en-GB" sz="2000" b="1" dirty="0"/>
          </a:p>
          <a:p>
            <a:r>
              <a:rPr lang="en-GB" sz="2000" b="1" dirty="0" err="1"/>
              <a:t>transaction.addToBackStack</a:t>
            </a:r>
            <a:r>
              <a:rPr lang="en-GB" sz="2000" b="1" dirty="0"/>
              <a:t>(null);</a:t>
            </a:r>
          </a:p>
        </p:txBody>
      </p:sp>
      <p:sp>
        <p:nvSpPr>
          <p:cNvPr id="7" name="Rectangle 6">
            <a:extLst>
              <a:ext uri="{FF2B5EF4-FFF2-40B4-BE49-F238E27FC236}">
                <a16:creationId xmlns:a16="http://schemas.microsoft.com/office/drawing/2014/main" id="{FB7700D7-DE77-4BE0-F921-181320DC74F6}"/>
              </a:ext>
            </a:extLst>
          </p:cNvPr>
          <p:cNvSpPr/>
          <p:nvPr/>
        </p:nvSpPr>
        <p:spPr>
          <a:xfrm>
            <a:off x="372630" y="5401280"/>
            <a:ext cx="4572000" cy="830997"/>
          </a:xfrm>
          <a:prstGeom prst="rect">
            <a:avLst/>
          </a:prstGeom>
        </p:spPr>
        <p:txBody>
          <a:bodyPr>
            <a:spAutoFit/>
          </a:bodyPr>
          <a:lstStyle/>
          <a:p>
            <a:r>
              <a:rPr lang="en-GB" i="1" dirty="0"/>
              <a:t>// Commit the transaction </a:t>
            </a:r>
          </a:p>
          <a:p>
            <a:endParaRPr lang="en-GB" sz="1000" i="1" dirty="0"/>
          </a:p>
          <a:p>
            <a:r>
              <a:rPr lang="en-GB" sz="2000" b="1" dirty="0" err="1"/>
              <a:t>transaction.commit</a:t>
            </a:r>
            <a:r>
              <a:rPr lang="en-GB" sz="2000" b="1" dirty="0"/>
              <a:t>()</a:t>
            </a:r>
          </a:p>
        </p:txBody>
      </p:sp>
    </p:spTree>
    <p:extLst>
      <p:ext uri="{BB962C8B-B14F-4D97-AF65-F5344CB8AC3E}">
        <p14:creationId xmlns:p14="http://schemas.microsoft.com/office/powerpoint/2010/main" val="769041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AB303-7111-3DBF-0350-2BBD898081D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CD045E-C588-1963-23C2-B92E767691A1}"/>
              </a:ext>
            </a:extLst>
          </p:cNvPr>
          <p:cNvSpPr>
            <a:spLocks noGrp="1"/>
          </p:cNvSpPr>
          <p:nvPr>
            <p:ph type="sldNum" idx="12"/>
          </p:nvPr>
        </p:nvSpPr>
        <p:spPr/>
        <p:txBody>
          <a:bodyPr/>
          <a:lstStyle/>
          <a:p>
            <a:pPr algn="r"/>
            <a:fld id="{00000000-1234-1234-1234-123412341234}" type="slidenum">
              <a:rPr lang="en" smtClean="0"/>
              <a:pPr algn="r"/>
              <a:t>13</a:t>
            </a:fld>
            <a:endParaRPr lang="en"/>
          </a:p>
        </p:txBody>
      </p:sp>
      <p:sp>
        <p:nvSpPr>
          <p:cNvPr id="3" name="Title 2">
            <a:extLst>
              <a:ext uri="{FF2B5EF4-FFF2-40B4-BE49-F238E27FC236}">
                <a16:creationId xmlns:a16="http://schemas.microsoft.com/office/drawing/2014/main" id="{1DBB1D31-EAF8-1024-EEA2-8EA281676F22}"/>
              </a:ext>
            </a:extLst>
          </p:cNvPr>
          <p:cNvSpPr>
            <a:spLocks noGrp="1"/>
          </p:cNvSpPr>
          <p:nvPr>
            <p:ph type="title"/>
          </p:nvPr>
        </p:nvSpPr>
        <p:spPr>
          <a:xfrm>
            <a:off x="0" y="116632"/>
            <a:ext cx="9937103" cy="763600"/>
          </a:xfrm>
        </p:spPr>
        <p:txBody>
          <a:bodyPr/>
          <a:lstStyle/>
          <a:p>
            <a:pPr algn="ctr"/>
            <a:r>
              <a:rPr lang="en-GB" sz="3200" b="1" dirty="0">
                <a:solidFill>
                  <a:schemeClr val="bg1"/>
                </a:solidFill>
                <a:latin typeface="Georgia" panose="02040502050405020303" pitchFamily="18" charset="0"/>
              </a:rPr>
              <a:t>How a Fragment communicates with its activity?</a:t>
            </a:r>
            <a:endParaRPr lang="en-GB" sz="3200" dirty="0">
              <a:solidFill>
                <a:schemeClr val="bg1"/>
              </a:solidFill>
            </a:endParaRPr>
          </a:p>
        </p:txBody>
      </p:sp>
      <p:sp>
        <p:nvSpPr>
          <p:cNvPr id="2" name="Rectangle 1">
            <a:extLst>
              <a:ext uri="{FF2B5EF4-FFF2-40B4-BE49-F238E27FC236}">
                <a16:creationId xmlns:a16="http://schemas.microsoft.com/office/drawing/2014/main" id="{8F7E6EE3-E89C-A2D3-4E96-3A288BBB306E}"/>
              </a:ext>
            </a:extLst>
          </p:cNvPr>
          <p:cNvSpPr/>
          <p:nvPr/>
        </p:nvSpPr>
        <p:spPr>
          <a:xfrm>
            <a:off x="128464" y="1614568"/>
            <a:ext cx="9777536" cy="4062651"/>
          </a:xfrm>
          <a:prstGeom prst="rect">
            <a:avLst/>
          </a:prstGeom>
        </p:spPr>
        <p:txBody>
          <a:bodyPr wrap="square">
            <a:spAutoFit/>
          </a:bodyPr>
          <a:lstStyle/>
          <a:p>
            <a:r>
              <a:rPr lang="en-GB" sz="2000" dirty="0">
                <a:latin typeface="Georgia" panose="02040502050405020303" pitchFamily="18" charset="0"/>
              </a:rPr>
              <a:t>Although a Fragment is implemented independently from its Activity and can be used within multiple activities, there are 2 ways in which it can communicate with the activity it is embedded into: </a:t>
            </a:r>
          </a:p>
          <a:p>
            <a:endParaRPr lang="en-GB" sz="2000" dirty="0">
              <a:latin typeface="Georgia" panose="02040502050405020303" pitchFamily="18" charset="0"/>
            </a:endParaRPr>
          </a:p>
          <a:p>
            <a:pPr marL="285750" indent="-285750">
              <a:buFont typeface="Wingdings" panose="05000000000000000000" pitchFamily="2" charset="2"/>
              <a:buChar char="Ø"/>
            </a:pPr>
            <a:r>
              <a:rPr lang="en-GB" dirty="0"/>
              <a:t>Use the </a:t>
            </a:r>
            <a:r>
              <a:rPr lang="en-GB" dirty="0" err="1"/>
              <a:t>getActivity</a:t>
            </a:r>
            <a:r>
              <a:rPr lang="en-GB" dirty="0"/>
              <a:t>() method </a:t>
            </a:r>
          </a:p>
          <a:p>
            <a:r>
              <a:rPr lang="en-GB" sz="2000" dirty="0"/>
              <a:t>       </a:t>
            </a:r>
            <a:r>
              <a:rPr lang="en-GB" sz="2000" b="1" dirty="0"/>
              <a:t>View </a:t>
            </a:r>
            <a:r>
              <a:rPr lang="en-GB" sz="2000" b="1" dirty="0" err="1"/>
              <a:t>listView</a:t>
            </a:r>
            <a:r>
              <a:rPr lang="en-GB" sz="2000" b="1" dirty="0"/>
              <a:t> = </a:t>
            </a:r>
            <a:r>
              <a:rPr lang="en-GB" sz="2000" b="1" dirty="0" err="1"/>
              <a:t>getActivity</a:t>
            </a:r>
            <a:r>
              <a:rPr lang="en-GB" sz="2000" b="1" dirty="0"/>
              <a:t>().</a:t>
            </a:r>
            <a:r>
              <a:rPr lang="en-GB" sz="2000" b="1" dirty="0" err="1">
                <a:solidFill>
                  <a:srgbClr val="3366CC"/>
                </a:solidFill>
              </a:rPr>
              <a:t>findViewById</a:t>
            </a:r>
            <a:r>
              <a:rPr lang="en-GB" sz="2000" b="1" dirty="0"/>
              <a:t>(</a:t>
            </a:r>
            <a:r>
              <a:rPr lang="en-GB" sz="2000" b="1" dirty="0" err="1"/>
              <a:t>R.id.list</a:t>
            </a:r>
            <a:r>
              <a:rPr lang="en-GB" sz="2000" b="1" dirty="0"/>
              <a:t>); </a:t>
            </a:r>
          </a:p>
          <a:p>
            <a:r>
              <a:rPr lang="en-GB" sz="900" dirty="0"/>
              <a:t>     </a:t>
            </a:r>
          </a:p>
          <a:p>
            <a:r>
              <a:rPr lang="en-GB" dirty="0"/>
              <a:t>        Similarly the activity can obtain a reference to the fragment using   </a:t>
            </a:r>
          </a:p>
          <a:p>
            <a:r>
              <a:rPr lang="en-GB" sz="900" dirty="0"/>
              <a:t>      </a:t>
            </a:r>
          </a:p>
          <a:p>
            <a:r>
              <a:rPr lang="en-GB" b="1" i="1" dirty="0"/>
              <a:t>       </a:t>
            </a:r>
            <a:r>
              <a:rPr lang="en-GB" b="1" i="1" dirty="0" err="1"/>
              <a:t>findFragmentById</a:t>
            </a:r>
            <a:r>
              <a:rPr lang="en-GB" b="1" i="1" dirty="0"/>
              <a:t>() </a:t>
            </a:r>
            <a:r>
              <a:rPr lang="en-GB" dirty="0"/>
              <a:t>or </a:t>
            </a:r>
            <a:r>
              <a:rPr lang="en-GB" b="1" i="1" dirty="0" err="1"/>
              <a:t>findFragmentByTag</a:t>
            </a:r>
            <a:r>
              <a:rPr lang="en-GB" b="1" i="1" dirty="0"/>
              <a:t>(): </a:t>
            </a:r>
          </a:p>
          <a:p>
            <a:r>
              <a:rPr lang="en-GB" sz="1000" dirty="0"/>
              <a:t>    </a:t>
            </a:r>
          </a:p>
          <a:p>
            <a:r>
              <a:rPr lang="en-GB" dirty="0"/>
              <a:t>       </a:t>
            </a:r>
            <a:r>
              <a:rPr lang="en-GB" sz="2000" b="1" dirty="0" err="1"/>
              <a:t>ExampleFragment</a:t>
            </a:r>
            <a:r>
              <a:rPr lang="en-GB" sz="2000" b="1" dirty="0"/>
              <a:t>  fragment = (</a:t>
            </a:r>
            <a:r>
              <a:rPr lang="en-GB" sz="2000" b="1" dirty="0" err="1"/>
              <a:t>ExampleFragment</a:t>
            </a:r>
            <a:r>
              <a:rPr lang="en-GB" sz="2000" b="1" dirty="0"/>
              <a:t>)</a:t>
            </a:r>
            <a:r>
              <a:rPr lang="en-GB" sz="2000" dirty="0"/>
              <a:t>  </a:t>
            </a:r>
          </a:p>
          <a:p>
            <a:r>
              <a:rPr lang="en-GB" sz="2000" dirty="0"/>
              <a:t>                          </a:t>
            </a:r>
            <a:r>
              <a:rPr lang="en-GB" sz="2000" b="1" dirty="0" err="1"/>
              <a:t>getFragmentManager</a:t>
            </a:r>
            <a:r>
              <a:rPr lang="en-GB" sz="2000" b="1" dirty="0"/>
              <a:t>().</a:t>
            </a:r>
            <a:r>
              <a:rPr lang="en-GB" sz="2000" b="1" dirty="0" err="1">
                <a:solidFill>
                  <a:srgbClr val="3366CC"/>
                </a:solidFill>
              </a:rPr>
              <a:t>findFragmentById</a:t>
            </a:r>
            <a:r>
              <a:rPr lang="en-GB" sz="2000" b="1" dirty="0"/>
              <a:t>(</a:t>
            </a:r>
            <a:r>
              <a:rPr lang="en-GB" sz="2000" b="1" dirty="0" err="1"/>
              <a:t>R.id.example_fragment</a:t>
            </a:r>
            <a:r>
              <a:rPr lang="en-GB" sz="2000" b="1" dirty="0"/>
              <a:t>);</a:t>
            </a:r>
            <a:r>
              <a:rPr lang="en-GB" sz="2000" dirty="0"/>
              <a:t> </a:t>
            </a:r>
          </a:p>
          <a:p>
            <a:endParaRPr lang="en-GB" dirty="0"/>
          </a:p>
          <a:p>
            <a:pPr marL="285750" indent="-285750">
              <a:buFont typeface="Wingdings" panose="05000000000000000000" pitchFamily="2" charset="2"/>
              <a:buChar char="Ø"/>
            </a:pPr>
            <a:r>
              <a:rPr lang="en-GB" dirty="0"/>
              <a:t>Create event </a:t>
            </a:r>
            <a:r>
              <a:rPr lang="en-GB" dirty="0" err="1"/>
              <a:t>callbacks</a:t>
            </a:r>
            <a:r>
              <a:rPr lang="en-GB" dirty="0"/>
              <a:t> to the activity using an interface </a:t>
            </a:r>
          </a:p>
        </p:txBody>
      </p:sp>
    </p:spTree>
    <p:extLst>
      <p:ext uri="{BB962C8B-B14F-4D97-AF65-F5344CB8AC3E}">
        <p14:creationId xmlns:p14="http://schemas.microsoft.com/office/powerpoint/2010/main" val="1096309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E9019-E913-876E-7961-E8D422DDE82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9FD76B-CEED-BF8A-8C01-59A61420688E}"/>
              </a:ext>
            </a:extLst>
          </p:cNvPr>
          <p:cNvSpPr>
            <a:spLocks noGrp="1"/>
          </p:cNvSpPr>
          <p:nvPr>
            <p:ph type="sldNum" idx="12"/>
          </p:nvPr>
        </p:nvSpPr>
        <p:spPr/>
        <p:txBody>
          <a:bodyPr/>
          <a:lstStyle/>
          <a:p>
            <a:pPr algn="r"/>
            <a:fld id="{00000000-1234-1234-1234-123412341234}" type="slidenum">
              <a:rPr lang="en" smtClean="0"/>
              <a:pPr algn="r"/>
              <a:t>14</a:t>
            </a:fld>
            <a:endParaRPr lang="en"/>
          </a:p>
        </p:txBody>
      </p:sp>
      <p:sp>
        <p:nvSpPr>
          <p:cNvPr id="3" name="Title 2">
            <a:extLst>
              <a:ext uri="{FF2B5EF4-FFF2-40B4-BE49-F238E27FC236}">
                <a16:creationId xmlns:a16="http://schemas.microsoft.com/office/drawing/2014/main" id="{894C05A7-0ACA-8F62-3E13-5392B78C8562}"/>
              </a:ext>
            </a:extLst>
          </p:cNvPr>
          <p:cNvSpPr>
            <a:spLocks noGrp="1"/>
          </p:cNvSpPr>
          <p:nvPr>
            <p:ph type="title"/>
          </p:nvPr>
        </p:nvSpPr>
        <p:spPr>
          <a:xfrm>
            <a:off x="245058" y="13977"/>
            <a:ext cx="9230650" cy="763600"/>
          </a:xfrm>
        </p:spPr>
        <p:txBody>
          <a:bodyPr/>
          <a:lstStyle/>
          <a:p>
            <a:pPr algn="ctr"/>
            <a:r>
              <a:rPr lang="en-GB" sz="3200" b="1" dirty="0">
                <a:solidFill>
                  <a:schemeClr val="bg1"/>
                </a:solidFill>
                <a:latin typeface="Georgia" panose="02040502050405020303" pitchFamily="18" charset="0"/>
              </a:rPr>
              <a:t>Example of creating event callbacks to the activity</a:t>
            </a:r>
            <a:endParaRPr lang="en-GB" sz="3200" dirty="0">
              <a:solidFill>
                <a:schemeClr val="bg1"/>
              </a:solidFill>
            </a:endParaRPr>
          </a:p>
        </p:txBody>
      </p:sp>
      <p:sp>
        <p:nvSpPr>
          <p:cNvPr id="2" name="Rectangle 1">
            <a:extLst>
              <a:ext uri="{FF2B5EF4-FFF2-40B4-BE49-F238E27FC236}">
                <a16:creationId xmlns:a16="http://schemas.microsoft.com/office/drawing/2014/main" id="{C459518E-F671-F84E-64E7-D9C5B8D9BA77}"/>
              </a:ext>
            </a:extLst>
          </p:cNvPr>
          <p:cNvSpPr/>
          <p:nvPr/>
        </p:nvSpPr>
        <p:spPr>
          <a:xfrm>
            <a:off x="0" y="1484784"/>
            <a:ext cx="9906000" cy="5386090"/>
          </a:xfrm>
          <a:prstGeom prst="rect">
            <a:avLst/>
          </a:prstGeom>
        </p:spPr>
        <p:txBody>
          <a:bodyPr wrap="square">
            <a:spAutoFit/>
          </a:bodyPr>
          <a:lstStyle/>
          <a:p>
            <a:r>
              <a:rPr lang="en-GB" sz="2200" dirty="0">
                <a:latin typeface="Georgia" panose="02040502050405020303" pitchFamily="18" charset="0"/>
              </a:rPr>
              <a:t>A </a:t>
            </a:r>
            <a:r>
              <a:rPr lang="en-GB" sz="2200" b="1" i="1" dirty="0">
                <a:latin typeface="Georgia" panose="02040502050405020303" pitchFamily="18" charset="0"/>
              </a:rPr>
              <a:t>news application </a:t>
            </a:r>
            <a:r>
              <a:rPr lang="en-GB" sz="2200" dirty="0">
                <a:latin typeface="Georgia" panose="02040502050405020303" pitchFamily="18" charset="0"/>
              </a:rPr>
              <a:t>has two fragments in an activity: </a:t>
            </a:r>
          </a:p>
          <a:p>
            <a:endParaRPr lang="en-GB" dirty="0"/>
          </a:p>
          <a:p>
            <a:pPr marL="285750" indent="-285750">
              <a:buFont typeface="Wingdings" panose="05000000000000000000" pitchFamily="2" charset="2"/>
              <a:buChar char="Ø"/>
            </a:pPr>
            <a:r>
              <a:rPr lang="en-GB" b="1" i="1" dirty="0" err="1"/>
              <a:t>Frament</a:t>
            </a:r>
            <a:r>
              <a:rPr lang="en-GB" b="1" i="1" dirty="0"/>
              <a:t> A</a:t>
            </a:r>
            <a:r>
              <a:rPr lang="en-GB" dirty="0"/>
              <a:t> to show a list of articles </a:t>
            </a:r>
          </a:p>
          <a:p>
            <a:endParaRPr lang="en-GB" sz="900" dirty="0"/>
          </a:p>
          <a:p>
            <a:pPr marL="285750" indent="-285750">
              <a:buFont typeface="Wingdings" panose="05000000000000000000" pitchFamily="2" charset="2"/>
              <a:buChar char="Ø"/>
            </a:pPr>
            <a:r>
              <a:rPr lang="en-GB" b="1" i="1" dirty="0"/>
              <a:t>Fragment B</a:t>
            </a:r>
            <a:r>
              <a:rPr lang="en-GB" dirty="0"/>
              <a:t> to display an article </a:t>
            </a:r>
          </a:p>
          <a:p>
            <a:endParaRPr lang="en-GB" sz="900" dirty="0"/>
          </a:p>
          <a:p>
            <a:r>
              <a:rPr lang="en-GB" sz="2000" b="1" i="1" dirty="0">
                <a:latin typeface="Georgia" panose="02040502050405020303" pitchFamily="18" charset="0"/>
              </a:rPr>
              <a:t>Fragment A</a:t>
            </a:r>
            <a:r>
              <a:rPr lang="en-GB" sz="2000" dirty="0">
                <a:latin typeface="Georgia" panose="02040502050405020303" pitchFamily="18" charset="0"/>
              </a:rPr>
              <a:t> must tell the activity when a list item is selected so that the activity can tell </a:t>
            </a:r>
            <a:r>
              <a:rPr lang="en-GB" sz="2000" b="1" i="1" dirty="0">
                <a:latin typeface="Georgia" panose="02040502050405020303" pitchFamily="18" charset="0"/>
              </a:rPr>
              <a:t>fragment B</a:t>
            </a:r>
            <a:r>
              <a:rPr lang="en-GB" sz="2000" dirty="0">
                <a:latin typeface="Georgia" panose="02040502050405020303" pitchFamily="18" charset="0"/>
              </a:rPr>
              <a:t> to display the article. </a:t>
            </a:r>
          </a:p>
          <a:p>
            <a:endParaRPr lang="en-GB" dirty="0"/>
          </a:p>
          <a:p>
            <a:r>
              <a:rPr lang="en-GB" sz="2000" dirty="0">
                <a:latin typeface="Georgia" panose="02040502050405020303" pitchFamily="18" charset="0"/>
              </a:rPr>
              <a:t>The </a:t>
            </a:r>
            <a:r>
              <a:rPr lang="en-GB" sz="2000" i="1" dirty="0" err="1">
                <a:solidFill>
                  <a:srgbClr val="3366CC"/>
                </a:solidFill>
                <a:latin typeface="Georgia" panose="02040502050405020303" pitchFamily="18" charset="0"/>
              </a:rPr>
              <a:t>OnArticleSelectedListener</a:t>
            </a:r>
            <a:r>
              <a:rPr lang="en-GB" sz="2000" dirty="0">
                <a:latin typeface="Georgia" panose="02040502050405020303" pitchFamily="18" charset="0"/>
              </a:rPr>
              <a:t> interface is declared inside </a:t>
            </a:r>
            <a:r>
              <a:rPr lang="en-GB" sz="2000" b="1" i="1" dirty="0">
                <a:latin typeface="Georgia" panose="02040502050405020303" pitchFamily="18" charset="0"/>
              </a:rPr>
              <a:t>fragment A</a:t>
            </a:r>
            <a:r>
              <a:rPr lang="en-GB" sz="2000" dirty="0">
                <a:latin typeface="Georgia" panose="02040502050405020303" pitchFamily="18" charset="0"/>
              </a:rPr>
              <a:t>: </a:t>
            </a:r>
          </a:p>
          <a:p>
            <a:endParaRPr lang="en-GB" dirty="0"/>
          </a:p>
          <a:p>
            <a:r>
              <a:rPr lang="en-GB" b="1" dirty="0"/>
              <a:t>public class </a:t>
            </a:r>
            <a:r>
              <a:rPr lang="en-GB" b="1" dirty="0" err="1"/>
              <a:t>FragmentA</a:t>
            </a:r>
            <a:r>
              <a:rPr lang="en-GB" b="1" dirty="0"/>
              <a:t> extends </a:t>
            </a:r>
            <a:r>
              <a:rPr lang="en-GB" b="1" dirty="0" err="1"/>
              <a:t>ListFragment</a:t>
            </a:r>
            <a:r>
              <a:rPr lang="en-GB" b="1" dirty="0"/>
              <a:t> { </a:t>
            </a:r>
            <a:r>
              <a:rPr lang="en-GB" dirty="0"/>
              <a:t>... </a:t>
            </a:r>
          </a:p>
          <a:p>
            <a:endParaRPr lang="en-GB" sz="900" dirty="0"/>
          </a:p>
          <a:p>
            <a:r>
              <a:rPr lang="en-GB" dirty="0"/>
              <a:t>// Container Activity must implement this interface </a:t>
            </a:r>
          </a:p>
          <a:p>
            <a:endParaRPr lang="en-GB" sz="900" dirty="0"/>
          </a:p>
          <a:p>
            <a:r>
              <a:rPr lang="en-GB" b="1" dirty="0"/>
              <a:t>public interface </a:t>
            </a:r>
            <a:r>
              <a:rPr lang="en-GB" b="1" dirty="0" err="1"/>
              <a:t>OnArticleSelectedListener</a:t>
            </a:r>
            <a:r>
              <a:rPr lang="en-GB" b="1" dirty="0"/>
              <a:t> { </a:t>
            </a:r>
          </a:p>
          <a:p>
            <a:r>
              <a:rPr lang="en-GB" b="1" dirty="0"/>
              <a:t>                                                public void </a:t>
            </a:r>
            <a:r>
              <a:rPr lang="en-GB" b="1" dirty="0" err="1"/>
              <a:t>onArticleSelected</a:t>
            </a:r>
            <a:r>
              <a:rPr lang="en-GB" b="1" dirty="0"/>
              <a:t>(</a:t>
            </a:r>
            <a:r>
              <a:rPr lang="en-GB" b="1" dirty="0" err="1"/>
              <a:t>int</a:t>
            </a:r>
            <a:r>
              <a:rPr lang="en-GB" b="1" dirty="0"/>
              <a:t> index);</a:t>
            </a:r>
          </a:p>
          <a:p>
            <a:endParaRPr lang="en-GB" sz="1000" dirty="0"/>
          </a:p>
          <a:p>
            <a:r>
              <a:rPr lang="en-GB" dirty="0"/>
              <a:t>                                                        } </a:t>
            </a:r>
          </a:p>
          <a:p>
            <a:r>
              <a:rPr lang="en-GB" sz="900" dirty="0"/>
              <a:t>……</a:t>
            </a:r>
          </a:p>
          <a:p>
            <a:r>
              <a:rPr lang="en-GB" dirty="0"/>
              <a:t>} </a:t>
            </a:r>
          </a:p>
        </p:txBody>
      </p:sp>
    </p:spTree>
    <p:extLst>
      <p:ext uri="{BB962C8B-B14F-4D97-AF65-F5344CB8AC3E}">
        <p14:creationId xmlns:p14="http://schemas.microsoft.com/office/powerpoint/2010/main" val="3410834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9A85B-32C8-F0FB-C520-64D89B63760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072ED9-EB99-4E75-F8BA-BBD1AB3DDB2B}"/>
              </a:ext>
            </a:extLst>
          </p:cNvPr>
          <p:cNvSpPr>
            <a:spLocks noGrp="1"/>
          </p:cNvSpPr>
          <p:nvPr>
            <p:ph type="sldNum" idx="12"/>
          </p:nvPr>
        </p:nvSpPr>
        <p:spPr/>
        <p:txBody>
          <a:bodyPr/>
          <a:lstStyle/>
          <a:p>
            <a:pPr algn="r"/>
            <a:fld id="{00000000-1234-1234-1234-123412341234}" type="slidenum">
              <a:rPr lang="en" smtClean="0"/>
              <a:pPr algn="r"/>
              <a:t>15</a:t>
            </a:fld>
            <a:endParaRPr lang="en"/>
          </a:p>
        </p:txBody>
      </p:sp>
      <p:sp>
        <p:nvSpPr>
          <p:cNvPr id="3" name="Title 2">
            <a:extLst>
              <a:ext uri="{FF2B5EF4-FFF2-40B4-BE49-F238E27FC236}">
                <a16:creationId xmlns:a16="http://schemas.microsoft.com/office/drawing/2014/main" id="{1016BC56-9A3E-7FA4-1228-2076E8061ECD}"/>
              </a:ext>
            </a:extLst>
          </p:cNvPr>
          <p:cNvSpPr>
            <a:spLocks noGrp="1"/>
          </p:cNvSpPr>
          <p:nvPr>
            <p:ph type="title"/>
          </p:nvPr>
        </p:nvSpPr>
        <p:spPr/>
        <p:txBody>
          <a:bodyPr/>
          <a:lstStyle/>
          <a:p>
            <a:r>
              <a:rPr lang="en-GB" sz="3600" b="1" i="0" u="none" strike="noStrike" baseline="0" dirty="0">
                <a:solidFill>
                  <a:schemeClr val="bg1"/>
                </a:solidFill>
                <a:latin typeface="Georgia" panose="02040502050405020303" pitchFamily="18" charset="0"/>
              </a:rPr>
              <a:t> Example for using Fragments</a:t>
            </a:r>
            <a:endParaRPr lang="en-GB" dirty="0">
              <a:solidFill>
                <a:schemeClr val="bg1"/>
              </a:solidFill>
            </a:endParaRPr>
          </a:p>
        </p:txBody>
      </p:sp>
      <p:pic>
        <p:nvPicPr>
          <p:cNvPr id="2" name="Picture 1">
            <a:extLst>
              <a:ext uri="{FF2B5EF4-FFF2-40B4-BE49-F238E27FC236}">
                <a16:creationId xmlns:a16="http://schemas.microsoft.com/office/drawing/2014/main" id="{123FCF00-D621-3200-B021-5B0C71630A26}"/>
              </a:ext>
            </a:extLst>
          </p:cNvPr>
          <p:cNvPicPr>
            <a:picLocks noChangeAspect="1"/>
          </p:cNvPicPr>
          <p:nvPr/>
        </p:nvPicPr>
        <p:blipFill>
          <a:blip r:embed="rId2"/>
          <a:stretch>
            <a:fillRect/>
          </a:stretch>
        </p:blipFill>
        <p:spPr>
          <a:xfrm>
            <a:off x="1136576" y="1412776"/>
            <a:ext cx="2543172" cy="4437112"/>
          </a:xfrm>
          <a:prstGeom prst="rect">
            <a:avLst/>
          </a:prstGeom>
        </p:spPr>
      </p:pic>
      <p:pic>
        <p:nvPicPr>
          <p:cNvPr id="5" name="Picture 4">
            <a:extLst>
              <a:ext uri="{FF2B5EF4-FFF2-40B4-BE49-F238E27FC236}">
                <a16:creationId xmlns:a16="http://schemas.microsoft.com/office/drawing/2014/main" id="{84B16513-F11D-7782-A6EF-540A0F2CD2AE}"/>
              </a:ext>
            </a:extLst>
          </p:cNvPr>
          <p:cNvPicPr>
            <a:picLocks noChangeAspect="1"/>
          </p:cNvPicPr>
          <p:nvPr/>
        </p:nvPicPr>
        <p:blipFill>
          <a:blip r:embed="rId3"/>
          <a:stretch>
            <a:fillRect/>
          </a:stretch>
        </p:blipFill>
        <p:spPr>
          <a:xfrm>
            <a:off x="6012160" y="1340768"/>
            <a:ext cx="2679450" cy="4509120"/>
          </a:xfrm>
          <a:prstGeom prst="rect">
            <a:avLst/>
          </a:prstGeom>
        </p:spPr>
      </p:pic>
      <p:sp>
        <p:nvSpPr>
          <p:cNvPr id="6" name="TextBox 5">
            <a:extLst>
              <a:ext uri="{FF2B5EF4-FFF2-40B4-BE49-F238E27FC236}">
                <a16:creationId xmlns:a16="http://schemas.microsoft.com/office/drawing/2014/main" id="{C3591CAC-3BA0-E427-59FE-A3930D853F99}"/>
              </a:ext>
            </a:extLst>
          </p:cNvPr>
          <p:cNvSpPr txBox="1"/>
          <p:nvPr/>
        </p:nvSpPr>
        <p:spPr>
          <a:xfrm>
            <a:off x="5241032" y="5877272"/>
            <a:ext cx="4664968" cy="523220"/>
          </a:xfrm>
          <a:prstGeom prst="rect">
            <a:avLst/>
          </a:prstGeom>
          <a:noFill/>
        </p:spPr>
        <p:txBody>
          <a:bodyPr wrap="square">
            <a:spAutoFit/>
          </a:bodyPr>
          <a:lstStyle/>
          <a:p>
            <a:pPr algn="l"/>
            <a:r>
              <a:rPr lang="en-US" sz="1400" b="0" i="0" u="none" strike="noStrike" baseline="0" dirty="0">
                <a:latin typeface="CMSS10"/>
              </a:rPr>
              <a:t>Portrait mode for the Shakespeare example shown once a title has been </a:t>
            </a:r>
            <a:r>
              <a:rPr lang="en-GB" sz="1400" b="0" i="0" u="none" strike="noStrike" baseline="0" dirty="0">
                <a:latin typeface="CMSS10"/>
              </a:rPr>
              <a:t>selected.</a:t>
            </a:r>
            <a:endParaRPr lang="en-GB" sz="1400" dirty="0"/>
          </a:p>
        </p:txBody>
      </p:sp>
      <p:sp>
        <p:nvSpPr>
          <p:cNvPr id="7" name="TextBox 6">
            <a:extLst>
              <a:ext uri="{FF2B5EF4-FFF2-40B4-BE49-F238E27FC236}">
                <a16:creationId xmlns:a16="http://schemas.microsoft.com/office/drawing/2014/main" id="{2258195F-5C52-03E0-1B06-D73ADA3EC5FD}"/>
              </a:ext>
            </a:extLst>
          </p:cNvPr>
          <p:cNvSpPr txBox="1"/>
          <p:nvPr/>
        </p:nvSpPr>
        <p:spPr>
          <a:xfrm>
            <a:off x="611560" y="5908630"/>
            <a:ext cx="4572000" cy="307777"/>
          </a:xfrm>
          <a:prstGeom prst="rect">
            <a:avLst/>
          </a:prstGeom>
          <a:noFill/>
        </p:spPr>
        <p:txBody>
          <a:bodyPr wrap="square">
            <a:spAutoFit/>
          </a:bodyPr>
          <a:lstStyle/>
          <a:p>
            <a:r>
              <a:rPr lang="en-US" sz="1400" b="0" i="0" u="none" strike="noStrike" baseline="0" dirty="0">
                <a:latin typeface="CMSS10"/>
              </a:rPr>
              <a:t>Portrait mode for the Shakespeare example.</a:t>
            </a:r>
            <a:endParaRPr lang="en-GB" sz="1400" dirty="0"/>
          </a:p>
        </p:txBody>
      </p:sp>
    </p:spTree>
    <p:extLst>
      <p:ext uri="{BB962C8B-B14F-4D97-AF65-F5344CB8AC3E}">
        <p14:creationId xmlns:p14="http://schemas.microsoft.com/office/powerpoint/2010/main" val="3520467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04D26-BEF7-C5F7-0384-7001591485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C93A4E-100A-C7CC-4959-5FAD6A257308}"/>
              </a:ext>
            </a:extLst>
          </p:cNvPr>
          <p:cNvSpPr>
            <a:spLocks noGrp="1"/>
          </p:cNvSpPr>
          <p:nvPr>
            <p:ph type="sldNum" idx="12"/>
          </p:nvPr>
        </p:nvSpPr>
        <p:spPr/>
        <p:txBody>
          <a:bodyPr/>
          <a:lstStyle/>
          <a:p>
            <a:pPr algn="r"/>
            <a:fld id="{00000000-1234-1234-1234-123412341234}" type="slidenum">
              <a:rPr lang="en" smtClean="0"/>
              <a:pPr algn="r"/>
              <a:t>16</a:t>
            </a:fld>
            <a:endParaRPr lang="en"/>
          </a:p>
        </p:txBody>
      </p:sp>
      <p:sp>
        <p:nvSpPr>
          <p:cNvPr id="3" name="Title 2">
            <a:extLst>
              <a:ext uri="{FF2B5EF4-FFF2-40B4-BE49-F238E27FC236}">
                <a16:creationId xmlns:a16="http://schemas.microsoft.com/office/drawing/2014/main" id="{96595765-C1FB-9745-1686-C089255A643B}"/>
              </a:ext>
            </a:extLst>
          </p:cNvPr>
          <p:cNvSpPr>
            <a:spLocks noGrp="1"/>
          </p:cNvSpPr>
          <p:nvPr>
            <p:ph type="title"/>
          </p:nvPr>
        </p:nvSpPr>
        <p:spPr>
          <a:xfrm>
            <a:off x="337675" y="116632"/>
            <a:ext cx="9230650" cy="763600"/>
          </a:xfrm>
        </p:spPr>
        <p:txBody>
          <a:bodyPr/>
          <a:lstStyle/>
          <a:p>
            <a:pPr algn="ctr"/>
            <a:r>
              <a:rPr lang="en-GB" sz="3200" b="1" dirty="0">
                <a:solidFill>
                  <a:schemeClr val="bg1"/>
                </a:solidFill>
                <a:latin typeface="Georgia" panose="02040502050405020303" pitchFamily="18" charset="0"/>
              </a:rPr>
              <a:t>Example of creating event callbacks to the activity (cont’d)</a:t>
            </a:r>
            <a:endParaRPr lang="en-GB" sz="3200" dirty="0">
              <a:solidFill>
                <a:schemeClr val="bg1"/>
              </a:solidFill>
            </a:endParaRPr>
          </a:p>
        </p:txBody>
      </p:sp>
      <p:sp>
        <p:nvSpPr>
          <p:cNvPr id="2" name="Rectangle 1">
            <a:extLst>
              <a:ext uri="{FF2B5EF4-FFF2-40B4-BE49-F238E27FC236}">
                <a16:creationId xmlns:a16="http://schemas.microsoft.com/office/drawing/2014/main" id="{67AA17D5-3118-AC8E-1834-8AA35E47CB1F}"/>
              </a:ext>
            </a:extLst>
          </p:cNvPr>
          <p:cNvSpPr/>
          <p:nvPr/>
        </p:nvSpPr>
        <p:spPr>
          <a:xfrm>
            <a:off x="-743" y="1340768"/>
            <a:ext cx="9994303" cy="4939814"/>
          </a:xfrm>
          <a:prstGeom prst="rect">
            <a:avLst/>
          </a:prstGeom>
        </p:spPr>
        <p:txBody>
          <a:bodyPr wrap="square">
            <a:spAutoFit/>
          </a:bodyPr>
          <a:lstStyle/>
          <a:p>
            <a:r>
              <a:rPr lang="en-GB" dirty="0">
                <a:latin typeface="Georgia" panose="02040502050405020303" pitchFamily="18" charset="0"/>
              </a:rPr>
              <a:t>To ensure that the host activity implements this interface, fragment As </a:t>
            </a:r>
            <a:r>
              <a:rPr lang="en-GB" i="1" dirty="0" err="1">
                <a:solidFill>
                  <a:srgbClr val="3366CC"/>
                </a:solidFill>
                <a:latin typeface="Georgia" panose="02040502050405020303" pitchFamily="18" charset="0"/>
              </a:rPr>
              <a:t>onAttach</a:t>
            </a:r>
            <a:r>
              <a:rPr lang="en-GB" i="1" dirty="0">
                <a:solidFill>
                  <a:srgbClr val="3366CC"/>
                </a:solidFill>
                <a:latin typeface="Georgia" panose="02040502050405020303" pitchFamily="18" charset="0"/>
              </a:rPr>
              <a:t>() </a:t>
            </a:r>
            <a:r>
              <a:rPr lang="en-GB" dirty="0">
                <a:latin typeface="Georgia" panose="02040502050405020303" pitchFamily="18" charset="0"/>
              </a:rPr>
              <a:t>callback method (which the system calls when adding the fragment to the activity) and using the instance of </a:t>
            </a:r>
            <a:r>
              <a:rPr lang="en-GB" i="1" dirty="0" err="1">
                <a:solidFill>
                  <a:srgbClr val="3366CC"/>
                </a:solidFill>
                <a:latin typeface="Georgia" panose="02040502050405020303" pitchFamily="18" charset="0"/>
              </a:rPr>
              <a:t>OnArticleSelectedListener</a:t>
            </a:r>
            <a:r>
              <a:rPr lang="en-GB" dirty="0">
                <a:latin typeface="Georgia" panose="02040502050405020303" pitchFamily="18" charset="0"/>
              </a:rPr>
              <a:t> by casting the Activity that is passed into </a:t>
            </a:r>
            <a:r>
              <a:rPr lang="en-GB" b="1" i="1" dirty="0" err="1">
                <a:latin typeface="Georgia" panose="02040502050405020303" pitchFamily="18" charset="0"/>
              </a:rPr>
              <a:t>onAttach</a:t>
            </a:r>
            <a:r>
              <a:rPr lang="en-GB" b="1" i="1" dirty="0">
                <a:latin typeface="Georgia" panose="02040502050405020303" pitchFamily="18" charset="0"/>
              </a:rPr>
              <a:t>()</a:t>
            </a:r>
            <a:r>
              <a:rPr lang="en-GB" dirty="0">
                <a:latin typeface="Georgia" panose="02040502050405020303" pitchFamily="18" charset="0"/>
              </a:rPr>
              <a:t>: </a:t>
            </a:r>
          </a:p>
          <a:p>
            <a:endParaRPr lang="en-GB" dirty="0"/>
          </a:p>
          <a:p>
            <a:r>
              <a:rPr lang="en-GB" b="1" dirty="0"/>
              <a:t>public class </a:t>
            </a:r>
            <a:r>
              <a:rPr lang="en-GB" b="1" dirty="0" err="1"/>
              <a:t>FragmentA</a:t>
            </a:r>
            <a:r>
              <a:rPr lang="en-GB" b="1" dirty="0"/>
              <a:t> extends </a:t>
            </a:r>
            <a:r>
              <a:rPr lang="en-GB" b="1" dirty="0" err="1"/>
              <a:t>ListFragment</a:t>
            </a:r>
            <a:r>
              <a:rPr lang="en-GB" b="1" dirty="0"/>
              <a:t> { </a:t>
            </a:r>
          </a:p>
          <a:p>
            <a:r>
              <a:rPr lang="en-GB" b="1" dirty="0"/>
              <a:t>                        </a:t>
            </a:r>
            <a:r>
              <a:rPr lang="en-GB" b="1" dirty="0" err="1"/>
              <a:t>OnArticleSelectedListener</a:t>
            </a:r>
            <a:r>
              <a:rPr lang="en-GB" b="1" dirty="0"/>
              <a:t>   </a:t>
            </a:r>
            <a:r>
              <a:rPr lang="en-GB" b="1" dirty="0" err="1"/>
              <a:t>mListener</a:t>
            </a:r>
            <a:r>
              <a:rPr lang="en-GB" b="1" dirty="0"/>
              <a:t>; </a:t>
            </a:r>
          </a:p>
          <a:p>
            <a:r>
              <a:rPr lang="en-GB" b="1" dirty="0"/>
              <a:t>... </a:t>
            </a:r>
          </a:p>
          <a:p>
            <a:r>
              <a:rPr lang="en-GB" b="1" dirty="0"/>
              <a:t>public void </a:t>
            </a:r>
            <a:r>
              <a:rPr lang="en-GB" b="1" dirty="0" err="1"/>
              <a:t>onAttach</a:t>
            </a:r>
            <a:r>
              <a:rPr lang="en-GB" b="1" dirty="0"/>
              <a:t>(Activity activity) { </a:t>
            </a:r>
          </a:p>
          <a:p>
            <a:r>
              <a:rPr lang="en-GB" b="1" dirty="0" err="1"/>
              <a:t>super.onAttach</a:t>
            </a:r>
            <a:r>
              <a:rPr lang="en-GB" b="1" dirty="0"/>
              <a:t>(activity); </a:t>
            </a:r>
          </a:p>
          <a:p>
            <a:endParaRPr lang="en-GB" sz="900" dirty="0"/>
          </a:p>
          <a:p>
            <a:r>
              <a:rPr lang="en-GB" b="1" dirty="0"/>
              <a:t>try { </a:t>
            </a:r>
          </a:p>
          <a:p>
            <a:r>
              <a:rPr lang="en-GB" b="1" dirty="0" err="1"/>
              <a:t>mListener</a:t>
            </a:r>
            <a:r>
              <a:rPr lang="en-GB" b="1" dirty="0"/>
              <a:t> = (</a:t>
            </a:r>
            <a:r>
              <a:rPr lang="en-GB" b="1" dirty="0" err="1"/>
              <a:t>OnArticleSelectedListener</a:t>
            </a:r>
            <a:r>
              <a:rPr lang="en-GB" b="1" dirty="0"/>
              <a:t>) activity; </a:t>
            </a:r>
          </a:p>
          <a:p>
            <a:r>
              <a:rPr lang="en-GB" b="1" dirty="0"/>
              <a:t>} catch (</a:t>
            </a:r>
            <a:r>
              <a:rPr lang="en-GB" b="1" dirty="0" err="1"/>
              <a:t>ClassCastException</a:t>
            </a:r>
            <a:r>
              <a:rPr lang="en-GB" b="1" dirty="0"/>
              <a:t> e) {</a:t>
            </a:r>
          </a:p>
          <a:p>
            <a:r>
              <a:rPr lang="en-GB" b="1" dirty="0"/>
              <a:t> throw new </a:t>
            </a:r>
            <a:r>
              <a:rPr lang="en-GB" b="1" dirty="0" err="1"/>
              <a:t>ClassCastException</a:t>
            </a:r>
            <a:r>
              <a:rPr lang="en-GB" b="1" dirty="0"/>
              <a:t>(</a:t>
            </a:r>
            <a:r>
              <a:rPr lang="en-GB" b="1" dirty="0" err="1"/>
              <a:t>activity.toString</a:t>
            </a:r>
            <a:r>
              <a:rPr lang="en-GB" b="1" dirty="0"/>
              <a:t>() + " must implement  </a:t>
            </a:r>
            <a:r>
              <a:rPr lang="en-GB" b="1" dirty="0" err="1"/>
              <a:t>OnArticleSelectedListener</a:t>
            </a:r>
            <a:r>
              <a:rPr lang="en-GB" b="1" dirty="0"/>
              <a:t>"); </a:t>
            </a:r>
          </a:p>
          <a:p>
            <a:r>
              <a:rPr lang="en-GB" b="1" dirty="0"/>
              <a:t>                                                } </a:t>
            </a:r>
          </a:p>
          <a:p>
            <a:r>
              <a:rPr lang="en-GB" b="1" dirty="0"/>
              <a:t>    } </a:t>
            </a:r>
          </a:p>
          <a:p>
            <a:r>
              <a:rPr lang="en-GB" b="1" dirty="0"/>
              <a:t>...</a:t>
            </a:r>
          </a:p>
          <a:p>
            <a:r>
              <a:rPr lang="en-GB" b="1" dirty="0"/>
              <a:t> } </a:t>
            </a:r>
          </a:p>
        </p:txBody>
      </p:sp>
    </p:spTree>
    <p:extLst>
      <p:ext uri="{BB962C8B-B14F-4D97-AF65-F5344CB8AC3E}">
        <p14:creationId xmlns:p14="http://schemas.microsoft.com/office/powerpoint/2010/main" val="3559320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0BA8B-14F6-AF7F-5B71-C03E1E551D3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1FFCD9-2084-F296-AE43-33FEE10BBE5B}"/>
              </a:ext>
            </a:extLst>
          </p:cNvPr>
          <p:cNvSpPr>
            <a:spLocks noGrp="1"/>
          </p:cNvSpPr>
          <p:nvPr>
            <p:ph type="sldNum" idx="12"/>
          </p:nvPr>
        </p:nvSpPr>
        <p:spPr/>
        <p:txBody>
          <a:bodyPr/>
          <a:lstStyle/>
          <a:p>
            <a:pPr algn="r"/>
            <a:fld id="{00000000-1234-1234-1234-123412341234}" type="slidenum">
              <a:rPr lang="en" smtClean="0"/>
              <a:pPr algn="r"/>
              <a:t>17</a:t>
            </a:fld>
            <a:endParaRPr lang="en"/>
          </a:p>
        </p:txBody>
      </p:sp>
      <p:sp>
        <p:nvSpPr>
          <p:cNvPr id="2" name="Title 2">
            <a:extLst>
              <a:ext uri="{FF2B5EF4-FFF2-40B4-BE49-F238E27FC236}">
                <a16:creationId xmlns:a16="http://schemas.microsoft.com/office/drawing/2014/main" id="{D7FB49BE-B32A-0A57-3811-8361260C31E4}"/>
              </a:ext>
            </a:extLst>
          </p:cNvPr>
          <p:cNvSpPr>
            <a:spLocks noGrp="1"/>
          </p:cNvSpPr>
          <p:nvPr>
            <p:ph type="title"/>
          </p:nvPr>
        </p:nvSpPr>
        <p:spPr>
          <a:xfrm>
            <a:off x="337675" y="116632"/>
            <a:ext cx="9230650" cy="763600"/>
          </a:xfrm>
        </p:spPr>
        <p:txBody>
          <a:bodyPr/>
          <a:lstStyle/>
          <a:p>
            <a:pPr algn="ctr"/>
            <a:r>
              <a:rPr lang="en-GB" sz="3200" b="1" dirty="0">
                <a:solidFill>
                  <a:schemeClr val="bg1"/>
                </a:solidFill>
                <a:latin typeface="Georgia" panose="02040502050405020303" pitchFamily="18" charset="0"/>
              </a:rPr>
              <a:t>Example of creating event callbacks to the activity (cont’d)</a:t>
            </a:r>
            <a:endParaRPr lang="en-GB" sz="3200" dirty="0">
              <a:solidFill>
                <a:schemeClr val="bg1"/>
              </a:solidFill>
            </a:endParaRPr>
          </a:p>
        </p:txBody>
      </p:sp>
      <p:sp>
        <p:nvSpPr>
          <p:cNvPr id="5" name="Rectangle 4">
            <a:extLst>
              <a:ext uri="{FF2B5EF4-FFF2-40B4-BE49-F238E27FC236}">
                <a16:creationId xmlns:a16="http://schemas.microsoft.com/office/drawing/2014/main" id="{89A80C11-8B68-7376-9430-901EBBF71908}"/>
              </a:ext>
            </a:extLst>
          </p:cNvPr>
          <p:cNvSpPr/>
          <p:nvPr/>
        </p:nvSpPr>
        <p:spPr>
          <a:xfrm>
            <a:off x="128464" y="1556792"/>
            <a:ext cx="9886460" cy="4493538"/>
          </a:xfrm>
          <a:prstGeom prst="rect">
            <a:avLst/>
          </a:prstGeom>
        </p:spPr>
        <p:txBody>
          <a:bodyPr wrap="square">
            <a:spAutoFit/>
          </a:bodyPr>
          <a:lstStyle/>
          <a:p>
            <a:r>
              <a:rPr lang="en-GB" sz="2000" b="1" dirty="0"/>
              <a:t>public static class </a:t>
            </a:r>
            <a:r>
              <a:rPr lang="en-GB" sz="2000" b="1" dirty="0" err="1"/>
              <a:t>FragmentA</a:t>
            </a:r>
            <a:r>
              <a:rPr lang="en-GB" sz="2000" b="1" dirty="0"/>
              <a:t> extends </a:t>
            </a:r>
            <a:r>
              <a:rPr lang="en-GB" sz="2000" b="1" dirty="0" err="1"/>
              <a:t>ListFragment</a:t>
            </a:r>
            <a:r>
              <a:rPr lang="en-GB" sz="2000" b="1" dirty="0"/>
              <a:t> { </a:t>
            </a:r>
          </a:p>
          <a:p>
            <a:r>
              <a:rPr lang="en-GB" sz="2000" b="1" dirty="0"/>
              <a:t>                   </a:t>
            </a:r>
            <a:r>
              <a:rPr lang="en-GB" sz="2000" b="1" dirty="0" err="1"/>
              <a:t>OnArticleSelectedListener</a:t>
            </a:r>
            <a:r>
              <a:rPr lang="en-GB" sz="2000" b="1" dirty="0"/>
              <a:t> </a:t>
            </a:r>
            <a:r>
              <a:rPr lang="en-GB" sz="2000" b="1" dirty="0" err="1"/>
              <a:t>mListener</a:t>
            </a:r>
            <a:r>
              <a:rPr lang="en-GB" sz="2000" b="1" dirty="0"/>
              <a:t>; </a:t>
            </a:r>
          </a:p>
          <a:p>
            <a:r>
              <a:rPr lang="en-GB" dirty="0"/>
              <a:t>... </a:t>
            </a:r>
          </a:p>
          <a:p>
            <a:r>
              <a:rPr lang="en-GB" sz="2000" b="1" dirty="0"/>
              <a:t>public void </a:t>
            </a:r>
            <a:r>
              <a:rPr lang="en-GB" sz="2000" b="1" dirty="0" err="1"/>
              <a:t>onListItemClick</a:t>
            </a:r>
            <a:r>
              <a:rPr lang="en-GB" sz="2000" b="1" dirty="0"/>
              <a:t>(</a:t>
            </a:r>
            <a:r>
              <a:rPr lang="en-GB" sz="2000" b="1" dirty="0" err="1"/>
              <a:t>ListView</a:t>
            </a:r>
            <a:r>
              <a:rPr lang="en-GB" sz="2000" b="1" dirty="0"/>
              <a:t> l, View v, </a:t>
            </a:r>
            <a:r>
              <a:rPr lang="en-GB" sz="2000" b="1" dirty="0" err="1"/>
              <a:t>int</a:t>
            </a:r>
            <a:r>
              <a:rPr lang="en-GB" sz="2000" b="1" dirty="0"/>
              <a:t> position, long id) {</a:t>
            </a:r>
          </a:p>
          <a:p>
            <a:r>
              <a:rPr lang="en-GB" dirty="0"/>
              <a:t> </a:t>
            </a:r>
            <a:r>
              <a:rPr lang="en-GB" sz="1600" i="1" dirty="0"/>
              <a:t>// Send the event and Uri to the host activity</a:t>
            </a:r>
          </a:p>
          <a:p>
            <a:r>
              <a:rPr lang="en-GB" dirty="0"/>
              <a:t> </a:t>
            </a:r>
          </a:p>
          <a:p>
            <a:r>
              <a:rPr lang="en-GB" sz="2000" b="1" dirty="0" err="1"/>
              <a:t>mListener.onArticleSelected</a:t>
            </a:r>
            <a:r>
              <a:rPr lang="en-GB" sz="2000" b="1" dirty="0"/>
              <a:t>(position); </a:t>
            </a:r>
          </a:p>
          <a:p>
            <a:r>
              <a:rPr lang="en-GB" b="1" dirty="0"/>
              <a:t>} </a:t>
            </a:r>
          </a:p>
          <a:p>
            <a:r>
              <a:rPr lang="en-GB" b="1" dirty="0"/>
              <a:t>... </a:t>
            </a:r>
          </a:p>
          <a:p>
            <a:r>
              <a:rPr lang="en-GB" b="1" dirty="0"/>
              <a:t>} </a:t>
            </a:r>
          </a:p>
          <a:p>
            <a:endParaRPr lang="en-GB" dirty="0"/>
          </a:p>
          <a:p>
            <a:r>
              <a:rPr lang="en-GB" sz="2000" dirty="0">
                <a:latin typeface="Georgia" panose="02040502050405020303" pitchFamily="18" charset="0"/>
              </a:rPr>
              <a:t>Now the activity know which article was selected (i.e. it knows the position of the list item selected) and can instruct from within its implementation of the </a:t>
            </a:r>
            <a:r>
              <a:rPr lang="en-GB" sz="2000" i="1" dirty="0" err="1">
                <a:solidFill>
                  <a:srgbClr val="3366CC"/>
                </a:solidFill>
                <a:latin typeface="Georgia" panose="02040502050405020303" pitchFamily="18" charset="0"/>
              </a:rPr>
              <a:t>onArticleSelected</a:t>
            </a:r>
            <a:r>
              <a:rPr lang="en-GB" sz="2000" i="1" dirty="0">
                <a:solidFill>
                  <a:srgbClr val="3366CC"/>
                </a:solidFill>
                <a:latin typeface="Georgia" panose="02040502050405020303" pitchFamily="18" charset="0"/>
              </a:rPr>
              <a:t>(</a:t>
            </a:r>
            <a:r>
              <a:rPr lang="en-GB" sz="2000" i="1" dirty="0" err="1">
                <a:solidFill>
                  <a:srgbClr val="3366CC"/>
                </a:solidFill>
                <a:latin typeface="Georgia" panose="02040502050405020303" pitchFamily="18" charset="0"/>
              </a:rPr>
              <a:t>int</a:t>
            </a:r>
            <a:r>
              <a:rPr lang="en-GB" sz="2000" i="1" dirty="0">
                <a:solidFill>
                  <a:srgbClr val="3366CC"/>
                </a:solidFill>
                <a:latin typeface="Georgia" panose="02040502050405020303" pitchFamily="18" charset="0"/>
              </a:rPr>
              <a:t> </a:t>
            </a:r>
            <a:r>
              <a:rPr lang="en-GB" sz="2000" i="1" dirty="0" err="1">
                <a:solidFill>
                  <a:srgbClr val="3366CC"/>
                </a:solidFill>
                <a:latin typeface="Georgia" panose="02040502050405020303" pitchFamily="18" charset="0"/>
              </a:rPr>
              <a:t>pos</a:t>
            </a:r>
            <a:r>
              <a:rPr lang="en-GB" sz="2000" i="1" dirty="0">
                <a:solidFill>
                  <a:srgbClr val="3366CC"/>
                </a:solidFill>
                <a:latin typeface="Georgia" panose="02040502050405020303" pitchFamily="18" charset="0"/>
              </a:rPr>
              <a:t>) </a:t>
            </a:r>
            <a:r>
              <a:rPr lang="en-GB" sz="2000" dirty="0">
                <a:latin typeface="Georgia" panose="02040502050405020303" pitchFamily="18" charset="0"/>
              </a:rPr>
              <a:t>method the second Fragment B to display the selected article</a:t>
            </a:r>
          </a:p>
        </p:txBody>
      </p:sp>
    </p:spTree>
    <p:extLst>
      <p:ext uri="{BB962C8B-B14F-4D97-AF65-F5344CB8AC3E}">
        <p14:creationId xmlns:p14="http://schemas.microsoft.com/office/powerpoint/2010/main" val="554919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775C6-E2E4-4701-5C0A-20D756EB3B6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F26094E-EFDC-66F2-125D-8669F4C87B6D}"/>
              </a:ext>
            </a:extLst>
          </p:cNvPr>
          <p:cNvSpPr>
            <a:spLocks noGrp="1"/>
          </p:cNvSpPr>
          <p:nvPr>
            <p:ph type="sldNum" idx="12"/>
          </p:nvPr>
        </p:nvSpPr>
        <p:spPr/>
        <p:txBody>
          <a:bodyPr/>
          <a:lstStyle/>
          <a:p>
            <a:pPr algn="r"/>
            <a:fld id="{00000000-1234-1234-1234-123412341234}" type="slidenum">
              <a:rPr lang="en" smtClean="0"/>
              <a:pPr algn="r"/>
              <a:t>18</a:t>
            </a:fld>
            <a:endParaRPr lang="en"/>
          </a:p>
        </p:txBody>
      </p:sp>
      <p:sp>
        <p:nvSpPr>
          <p:cNvPr id="5" name="Title 4">
            <a:extLst>
              <a:ext uri="{FF2B5EF4-FFF2-40B4-BE49-F238E27FC236}">
                <a16:creationId xmlns:a16="http://schemas.microsoft.com/office/drawing/2014/main" id="{961C7F39-80B3-0E69-BE7C-C419AE67FFB5}"/>
              </a:ext>
            </a:extLst>
          </p:cNvPr>
          <p:cNvSpPr>
            <a:spLocks noGrp="1"/>
          </p:cNvSpPr>
          <p:nvPr>
            <p:ph type="title"/>
          </p:nvPr>
        </p:nvSpPr>
        <p:spPr/>
        <p:txBody>
          <a:bodyPr/>
          <a:lstStyle/>
          <a:p>
            <a:r>
              <a:rPr lang="en-GB" altLang="en-US" sz="3600" b="1" dirty="0">
                <a:solidFill>
                  <a:schemeClr val="bg1"/>
                </a:solidFill>
                <a:latin typeface="Georgia" charset="0"/>
                <a:ea typeface="MS PGothic" charset="-128"/>
              </a:rPr>
              <a:t>Fragments in the API</a:t>
            </a:r>
            <a:endParaRPr lang="en-GB" dirty="0">
              <a:solidFill>
                <a:schemeClr val="bg1"/>
              </a:solidFill>
            </a:endParaRPr>
          </a:p>
        </p:txBody>
      </p:sp>
      <p:sp>
        <p:nvSpPr>
          <p:cNvPr id="6" name="Content Placeholder 2">
            <a:extLst>
              <a:ext uri="{FF2B5EF4-FFF2-40B4-BE49-F238E27FC236}">
                <a16:creationId xmlns:a16="http://schemas.microsoft.com/office/drawing/2014/main" id="{2356ECED-EB39-7579-6014-2C7264CCEA16}"/>
              </a:ext>
            </a:extLst>
          </p:cNvPr>
          <p:cNvSpPr txBox="1">
            <a:spLocks/>
          </p:cNvSpPr>
          <p:nvPr/>
        </p:nvSpPr>
        <p:spPr bwMode="auto">
          <a:xfrm>
            <a:off x="0" y="1268760"/>
            <a:ext cx="9772921" cy="4465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algn="just">
              <a:buFont typeface="Arial" panose="020B0604020202020204" pitchFamily="34" charset="0"/>
              <a:buChar char="•"/>
              <a:defRPr/>
            </a:pPr>
            <a:r>
              <a:rPr lang="en-GB" sz="2000" dirty="0"/>
              <a:t>Fragments were introduced in API level 11 along with the first Android tablets and the sudden need for UI flexibility.</a:t>
            </a:r>
          </a:p>
          <a:p>
            <a:pPr algn="just">
              <a:buFont typeface="Arial" panose="020B0604020202020204" pitchFamily="34" charset="0"/>
              <a:buChar char="•"/>
              <a:defRPr/>
            </a:pPr>
            <a:endParaRPr lang="en-GB" sz="1100" dirty="0"/>
          </a:p>
          <a:p>
            <a:pPr algn="just">
              <a:buFont typeface="Arial" panose="020B0604020202020204" pitchFamily="34" charset="0"/>
              <a:buChar char="•"/>
              <a:defRPr/>
            </a:pPr>
            <a:r>
              <a:rPr lang="en-GB" sz="2000" dirty="0"/>
              <a:t>Fortunately, in the case of fragments, ensuring backwards-compatibility is relatively easy: you simply use the fragment-related classes found in Android’s support library.</a:t>
            </a:r>
          </a:p>
          <a:p>
            <a:pPr marL="0" indent="0" algn="just">
              <a:buFont typeface="Arial" charset="0"/>
              <a:buNone/>
              <a:defRPr/>
            </a:pPr>
            <a:endParaRPr lang="en-GB" sz="1100" dirty="0"/>
          </a:p>
          <a:p>
            <a:pPr algn="just">
              <a:buFont typeface="Arial" panose="020B0604020202020204" pitchFamily="34" charset="0"/>
              <a:buChar char="•"/>
              <a:defRPr/>
            </a:pPr>
            <a:r>
              <a:rPr lang="en-GB" sz="2000" dirty="0"/>
              <a:t>The support library includes a Fragment class (android.support.v4.app.Fragment) that you can use on any Android device running API level 4 or higher. </a:t>
            </a:r>
          </a:p>
        </p:txBody>
      </p:sp>
    </p:spTree>
    <p:extLst>
      <p:ext uri="{BB962C8B-B14F-4D97-AF65-F5344CB8AC3E}">
        <p14:creationId xmlns:p14="http://schemas.microsoft.com/office/powerpoint/2010/main" val="2795558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13F7C-E108-B4AB-9F53-FF940893F77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14DBFA3-A7BA-F1D3-21E4-46D0CF9E989D}"/>
              </a:ext>
            </a:extLst>
          </p:cNvPr>
          <p:cNvSpPr>
            <a:spLocks noGrp="1"/>
          </p:cNvSpPr>
          <p:nvPr>
            <p:ph type="sldNum" idx="12"/>
          </p:nvPr>
        </p:nvSpPr>
        <p:spPr/>
        <p:txBody>
          <a:bodyPr/>
          <a:lstStyle/>
          <a:p>
            <a:pPr algn="r"/>
            <a:fld id="{00000000-1234-1234-1234-123412341234}" type="slidenum">
              <a:rPr lang="en" smtClean="0"/>
              <a:pPr algn="r"/>
              <a:t>19</a:t>
            </a:fld>
            <a:endParaRPr lang="en"/>
          </a:p>
        </p:txBody>
      </p:sp>
      <p:sp>
        <p:nvSpPr>
          <p:cNvPr id="3" name="Title 2">
            <a:extLst>
              <a:ext uri="{FF2B5EF4-FFF2-40B4-BE49-F238E27FC236}">
                <a16:creationId xmlns:a16="http://schemas.microsoft.com/office/drawing/2014/main" id="{515C7A67-4E64-B395-9FB1-754FCF79AA1F}"/>
              </a:ext>
            </a:extLst>
          </p:cNvPr>
          <p:cNvSpPr>
            <a:spLocks noGrp="1"/>
          </p:cNvSpPr>
          <p:nvPr>
            <p:ph type="title"/>
          </p:nvPr>
        </p:nvSpPr>
        <p:spPr/>
        <p:txBody>
          <a:bodyPr/>
          <a:lstStyle/>
          <a:p>
            <a:r>
              <a:rPr lang="en-GB" altLang="en-US" sz="3600" b="1" dirty="0">
                <a:solidFill>
                  <a:schemeClr val="bg1"/>
                </a:solidFill>
                <a:latin typeface="Georgia" charset="0"/>
                <a:ea typeface="MS PGothic" charset="-128"/>
              </a:rPr>
              <a:t>Fragment Lifecycle</a:t>
            </a:r>
            <a:endParaRPr lang="en-GB" dirty="0">
              <a:solidFill>
                <a:schemeClr val="bg1"/>
              </a:solidFill>
            </a:endParaRPr>
          </a:p>
        </p:txBody>
      </p:sp>
      <p:pic>
        <p:nvPicPr>
          <p:cNvPr id="5" name="Picture 2">
            <a:extLst>
              <a:ext uri="{FF2B5EF4-FFF2-40B4-BE49-F238E27FC236}">
                <a16:creationId xmlns:a16="http://schemas.microsoft.com/office/drawing/2014/main" id="{A54451C9-E0C8-EC1F-E25A-B2947C7C018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95936" y="1340768"/>
            <a:ext cx="4536504" cy="501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3">
            <a:extLst>
              <a:ext uri="{FF2B5EF4-FFF2-40B4-BE49-F238E27FC236}">
                <a16:creationId xmlns:a16="http://schemas.microsoft.com/office/drawing/2014/main" id="{E9127249-44D7-9D76-9CE5-BB48875409A2}"/>
              </a:ext>
            </a:extLst>
          </p:cNvPr>
          <p:cNvSpPr txBox="1">
            <a:spLocks noChangeArrowheads="1"/>
          </p:cNvSpPr>
          <p:nvPr/>
        </p:nvSpPr>
        <p:spPr bwMode="auto">
          <a:xfrm>
            <a:off x="776288" y="2924175"/>
            <a:ext cx="25923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2400">
                <a:solidFill>
                  <a:schemeClr val="tx1"/>
                </a:solidFill>
                <a:latin typeface="Lucida Sans Unicode" charset="0"/>
                <a:ea typeface="MS PGothic" charset="-128"/>
                <a:cs typeface="Lucida Sans Unicode" charset="0"/>
              </a:defRPr>
            </a:lvl1pPr>
            <a:lvl2pPr marL="742950" indent="-285750">
              <a:spcBef>
                <a:spcPct val="20000"/>
              </a:spcBef>
              <a:buFont typeface="Arial" charset="0"/>
              <a:buChar char="–"/>
              <a:defRPr sz="2000">
                <a:solidFill>
                  <a:schemeClr val="tx1"/>
                </a:solidFill>
                <a:latin typeface="Lucida Sans Unicode" charset="0"/>
                <a:ea typeface="MS PGothic" charset="-128"/>
                <a:cs typeface="Lucida Sans Unicode" charset="0"/>
              </a:defRPr>
            </a:lvl2pPr>
            <a:lvl3pPr marL="1143000" indent="-228600">
              <a:spcBef>
                <a:spcPct val="20000"/>
              </a:spcBef>
              <a:buFont typeface="Arial" charset="0"/>
              <a:buChar char="•"/>
              <a:defRPr>
                <a:solidFill>
                  <a:schemeClr val="tx1"/>
                </a:solidFill>
                <a:latin typeface="Lucida Sans Unicode" charset="0"/>
                <a:ea typeface="MS PGothic" charset="-128"/>
                <a:cs typeface="Lucida Sans Unicode" charset="0"/>
              </a:defRPr>
            </a:lvl3pPr>
            <a:lvl4pPr marL="1600200" indent="-228600">
              <a:spcBef>
                <a:spcPct val="20000"/>
              </a:spcBef>
              <a:buFont typeface="Arial" charset="0"/>
              <a:buChar char="–"/>
              <a:defRPr sz="1600">
                <a:solidFill>
                  <a:schemeClr val="tx1"/>
                </a:solidFill>
                <a:latin typeface="Lucida Sans Unicode" charset="0"/>
                <a:ea typeface="MS PGothic" charset="-128"/>
                <a:cs typeface="Lucida Sans Unicode" charset="0"/>
              </a:defRPr>
            </a:lvl4pPr>
            <a:lvl5pPr marL="2057400" indent="-228600">
              <a:spcBef>
                <a:spcPct val="20000"/>
              </a:spcBef>
              <a:buFont typeface="Arial" charset="0"/>
              <a:buChar char="»"/>
              <a:defRPr sz="1600">
                <a:solidFill>
                  <a:schemeClr val="tx1"/>
                </a:solidFill>
                <a:latin typeface="Lucida Sans Unicode" charset="0"/>
                <a:ea typeface="MS PGothic" charset="-128"/>
                <a:cs typeface="Lucida Sans Unicode" charset="0"/>
              </a:defRPr>
            </a:lvl5pPr>
            <a:lvl6pPr marL="2514600" indent="-228600" eaLnBrk="0" fontAlgn="base" hangingPunct="0">
              <a:spcBef>
                <a:spcPct val="20000"/>
              </a:spcBef>
              <a:spcAft>
                <a:spcPct val="0"/>
              </a:spcAft>
              <a:buFont typeface="Arial" charset="0"/>
              <a:buChar char="»"/>
              <a:defRPr sz="1600">
                <a:solidFill>
                  <a:schemeClr val="tx1"/>
                </a:solidFill>
                <a:latin typeface="Lucida Sans Unicode" charset="0"/>
                <a:ea typeface="MS PGothic" charset="-128"/>
                <a:cs typeface="Lucida Sans Unicode" charset="0"/>
              </a:defRPr>
            </a:lvl6pPr>
            <a:lvl7pPr marL="2971800" indent="-228600" eaLnBrk="0" fontAlgn="base" hangingPunct="0">
              <a:spcBef>
                <a:spcPct val="20000"/>
              </a:spcBef>
              <a:spcAft>
                <a:spcPct val="0"/>
              </a:spcAft>
              <a:buFont typeface="Arial" charset="0"/>
              <a:buChar char="»"/>
              <a:defRPr sz="1600">
                <a:solidFill>
                  <a:schemeClr val="tx1"/>
                </a:solidFill>
                <a:latin typeface="Lucida Sans Unicode" charset="0"/>
                <a:ea typeface="MS PGothic" charset="-128"/>
                <a:cs typeface="Lucida Sans Unicode" charset="0"/>
              </a:defRPr>
            </a:lvl7pPr>
            <a:lvl8pPr marL="3429000" indent="-228600" eaLnBrk="0" fontAlgn="base" hangingPunct="0">
              <a:spcBef>
                <a:spcPct val="20000"/>
              </a:spcBef>
              <a:spcAft>
                <a:spcPct val="0"/>
              </a:spcAft>
              <a:buFont typeface="Arial" charset="0"/>
              <a:buChar char="»"/>
              <a:defRPr sz="1600">
                <a:solidFill>
                  <a:schemeClr val="tx1"/>
                </a:solidFill>
                <a:latin typeface="Lucida Sans Unicode" charset="0"/>
                <a:ea typeface="MS PGothic" charset="-128"/>
                <a:cs typeface="Lucida Sans Unicode" charset="0"/>
              </a:defRPr>
            </a:lvl8pPr>
            <a:lvl9pPr marL="3886200" indent="-228600" eaLnBrk="0" fontAlgn="base" hangingPunct="0">
              <a:spcBef>
                <a:spcPct val="20000"/>
              </a:spcBef>
              <a:spcAft>
                <a:spcPct val="0"/>
              </a:spcAft>
              <a:buFont typeface="Arial" charset="0"/>
              <a:buChar char="»"/>
              <a:defRPr sz="1600">
                <a:solidFill>
                  <a:schemeClr val="tx1"/>
                </a:solidFill>
                <a:latin typeface="Lucida Sans Unicode" charset="0"/>
                <a:ea typeface="MS PGothic" charset="-128"/>
                <a:cs typeface="Lucida Sans Unicode" charset="0"/>
              </a:defRPr>
            </a:lvl9pPr>
          </a:lstStyle>
          <a:p>
            <a:pPr>
              <a:spcBef>
                <a:spcPct val="0"/>
              </a:spcBef>
              <a:buFontTx/>
              <a:buNone/>
            </a:pPr>
            <a:r>
              <a:rPr lang="en-US" altLang="en-US" sz="1800" dirty="0"/>
              <a:t>You will learn about using these methods as you go along </a:t>
            </a:r>
          </a:p>
        </p:txBody>
      </p:sp>
    </p:spTree>
    <p:extLst>
      <p:ext uri="{BB962C8B-B14F-4D97-AF65-F5344CB8AC3E}">
        <p14:creationId xmlns:p14="http://schemas.microsoft.com/office/powerpoint/2010/main" val="3690927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C179F-90DB-3B1B-F062-6C7FB7EFDBC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BBB150-E8E3-B55C-88BE-F25C6D0C8EE3}"/>
              </a:ext>
            </a:extLst>
          </p:cNvPr>
          <p:cNvSpPr>
            <a:spLocks noGrp="1"/>
          </p:cNvSpPr>
          <p:nvPr>
            <p:ph type="title"/>
          </p:nvPr>
        </p:nvSpPr>
        <p:spPr/>
        <p:txBody>
          <a:bodyPr/>
          <a:lstStyle/>
          <a:p>
            <a:r>
              <a:rPr lang="en-GB" altLang="en-US" sz="3600" b="1" dirty="0">
                <a:solidFill>
                  <a:schemeClr val="bg1"/>
                </a:solidFill>
                <a:latin typeface="Georgia" charset="0"/>
                <a:ea typeface="MS PGothic" charset="-128"/>
              </a:rPr>
              <a:t>Fragment Lifecycle</a:t>
            </a:r>
            <a:endParaRPr lang="en-GB" dirty="0">
              <a:solidFill>
                <a:schemeClr val="bg1"/>
              </a:solidFill>
            </a:endParaRPr>
          </a:p>
        </p:txBody>
      </p:sp>
      <p:sp>
        <p:nvSpPr>
          <p:cNvPr id="2" name="Content Placeholder 2">
            <a:extLst>
              <a:ext uri="{FF2B5EF4-FFF2-40B4-BE49-F238E27FC236}">
                <a16:creationId xmlns:a16="http://schemas.microsoft.com/office/drawing/2014/main" id="{FE6B4456-B85B-843E-8D4D-25242AB0854E}"/>
              </a:ext>
            </a:extLst>
          </p:cNvPr>
          <p:cNvSpPr txBox="1">
            <a:spLocks/>
          </p:cNvSpPr>
          <p:nvPr/>
        </p:nvSpPr>
        <p:spPr bwMode="auto">
          <a:xfrm>
            <a:off x="179511" y="1268760"/>
            <a:ext cx="9593409" cy="36724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fontScale="40000" lnSpcReduction="20000"/>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marL="82548" indent="0">
              <a:buNone/>
              <a:defRPr/>
            </a:pPr>
            <a:r>
              <a:rPr lang="en-US" sz="4500" b="1" dirty="0" err="1"/>
              <a:t>onCreateView</a:t>
            </a:r>
            <a:r>
              <a:rPr lang="en-US" sz="4500" b="1" dirty="0"/>
              <a:t>()</a:t>
            </a:r>
          </a:p>
          <a:p>
            <a:pPr marL="0" indent="0">
              <a:buFont typeface="Arial" charset="0"/>
              <a:buNone/>
              <a:defRPr/>
            </a:pPr>
            <a:endParaRPr lang="en-US" sz="1600" dirty="0"/>
          </a:p>
          <a:p>
            <a:pPr marL="0" indent="0">
              <a:buFont typeface="Arial" charset="0"/>
              <a:buNone/>
              <a:defRPr/>
            </a:pPr>
            <a:r>
              <a:rPr lang="en-US" sz="3800" dirty="0"/>
              <a:t>The system calls this when it's time for the fragment to draw its user interface for the first time. To draw a UI for your fragment, you must return a View from this method that is the root of your fragment's layout. You can return null if the fragment does not provide a UI.</a:t>
            </a:r>
          </a:p>
          <a:p>
            <a:pPr marL="0" indent="0">
              <a:buFont typeface="Arial" charset="0"/>
              <a:buNone/>
              <a:defRPr/>
            </a:pPr>
            <a:br>
              <a:rPr lang="en-US" dirty="0"/>
            </a:br>
            <a:r>
              <a:rPr lang="en-US" dirty="0"/>
              <a:t>@Override</a:t>
            </a:r>
          </a:p>
          <a:p>
            <a:pPr marL="0" indent="0">
              <a:buFont typeface="Arial" charset="0"/>
              <a:buNone/>
              <a:defRPr/>
            </a:pPr>
            <a:r>
              <a:rPr lang="en-US" sz="4500" b="1" dirty="0"/>
              <a:t>public View </a:t>
            </a:r>
            <a:r>
              <a:rPr lang="en-US" sz="4500" b="1" dirty="0" err="1"/>
              <a:t>onCreateView</a:t>
            </a:r>
            <a:r>
              <a:rPr lang="en-US" sz="4500" b="1" dirty="0"/>
              <a:t>(</a:t>
            </a:r>
            <a:r>
              <a:rPr lang="en-US" sz="4500" b="1" dirty="0" err="1"/>
              <a:t>LayoutInflater</a:t>
            </a:r>
            <a:r>
              <a:rPr lang="en-US" sz="4500" b="1" dirty="0"/>
              <a:t> inflater, </a:t>
            </a:r>
            <a:r>
              <a:rPr lang="en-US" sz="4500" b="1" dirty="0" err="1"/>
              <a:t>ViewGroup</a:t>
            </a:r>
            <a:r>
              <a:rPr lang="en-US" sz="4500" b="1" dirty="0"/>
              <a:t> container, ) {</a:t>
            </a:r>
          </a:p>
          <a:p>
            <a:pPr marL="0" indent="0">
              <a:buFont typeface="Arial" charset="0"/>
              <a:buNone/>
              <a:defRPr/>
            </a:pPr>
            <a:r>
              <a:rPr lang="en-US" sz="4500" dirty="0"/>
              <a:t>View </a:t>
            </a:r>
            <a:r>
              <a:rPr lang="en-US" sz="4500" b="1" dirty="0" err="1"/>
              <a:t>view</a:t>
            </a:r>
            <a:r>
              <a:rPr lang="en-US" sz="4500" dirty="0"/>
              <a:t> = </a:t>
            </a:r>
            <a:r>
              <a:rPr lang="en-US" sz="4500" dirty="0" err="1"/>
              <a:t>inflater.inflate</a:t>
            </a:r>
            <a:r>
              <a:rPr lang="en-US" sz="4500" dirty="0"/>
              <a:t>(</a:t>
            </a:r>
            <a:r>
              <a:rPr lang="en-US" sz="4500" dirty="0" err="1"/>
              <a:t>R.layout.</a:t>
            </a:r>
            <a:r>
              <a:rPr lang="en-US" sz="4500" b="1" i="1" dirty="0" err="1"/>
              <a:t>fragment_task_list</a:t>
            </a:r>
            <a:r>
              <a:rPr lang="en-US" sz="4500" b="1" i="1" dirty="0"/>
              <a:t>, container,</a:t>
            </a:r>
            <a:r>
              <a:rPr lang="en-GB" sz="4500" dirty="0"/>
              <a:t> </a:t>
            </a:r>
            <a:r>
              <a:rPr lang="en-GB" sz="4500" b="1" i="1" dirty="0"/>
              <a:t>false</a:t>
            </a:r>
            <a:r>
              <a:rPr lang="en-US" sz="4500" b="1" i="1" dirty="0"/>
              <a:t>);</a:t>
            </a:r>
          </a:p>
          <a:p>
            <a:pPr marL="0" indent="0">
              <a:buFont typeface="Arial" charset="0"/>
              <a:buNone/>
              <a:defRPr/>
            </a:pPr>
            <a:r>
              <a:rPr lang="en-US" sz="4500" b="1" i="1" dirty="0"/>
              <a:t> </a:t>
            </a:r>
            <a:r>
              <a:rPr lang="en-US" sz="4500" dirty="0"/>
              <a:t> return </a:t>
            </a:r>
            <a:r>
              <a:rPr lang="en-US" sz="4500" b="1" i="1" dirty="0"/>
              <a:t>view</a:t>
            </a:r>
          </a:p>
          <a:p>
            <a:pPr marL="0" indent="0">
              <a:buFont typeface="Arial" charset="0"/>
              <a:buNone/>
              <a:defRPr/>
            </a:pPr>
            <a:r>
              <a:rPr lang="en-US" sz="4500" b="1" i="1" dirty="0"/>
              <a:t>}</a:t>
            </a:r>
            <a:endParaRPr lang="en-US" sz="4500" dirty="0"/>
          </a:p>
        </p:txBody>
      </p:sp>
      <p:sp>
        <p:nvSpPr>
          <p:cNvPr id="5" name="Content Placeholder 2">
            <a:extLst>
              <a:ext uri="{FF2B5EF4-FFF2-40B4-BE49-F238E27FC236}">
                <a16:creationId xmlns:a16="http://schemas.microsoft.com/office/drawing/2014/main" id="{D3FC14FB-A24A-B2EC-C98F-FDD1EBD0CFD3}"/>
              </a:ext>
            </a:extLst>
          </p:cNvPr>
          <p:cNvSpPr txBox="1">
            <a:spLocks/>
          </p:cNvSpPr>
          <p:nvPr/>
        </p:nvSpPr>
        <p:spPr bwMode="auto">
          <a:xfrm>
            <a:off x="2502" y="4907903"/>
            <a:ext cx="8784976" cy="14681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r>
              <a:rPr lang="en-GB" altLang="en-US" sz="1800" dirty="0">
                <a:latin typeface="Lucida Sans Unicode" charset="0"/>
                <a:ea typeface="MS PGothic" charset="-128"/>
                <a:cs typeface="Lucida Sans Unicode" charset="0"/>
              </a:rPr>
              <a:t>Fragments cannot put their views on screen. </a:t>
            </a:r>
          </a:p>
          <a:p>
            <a:r>
              <a:rPr lang="en-GB" altLang="en-US" sz="1800" dirty="0">
                <a:latin typeface="Lucida Sans Unicode" charset="0"/>
                <a:ea typeface="MS PGothic" charset="-128"/>
                <a:cs typeface="Lucida Sans Unicode" charset="0"/>
              </a:rPr>
              <a:t>To realize your efforts, you first have to add a </a:t>
            </a:r>
            <a:r>
              <a:rPr lang="en-GB" altLang="en-US" sz="1800" b="1" dirty="0">
                <a:latin typeface="Lucida Sans Unicode" charset="0"/>
                <a:ea typeface="MS PGothic" charset="-128"/>
                <a:cs typeface="Lucida Sans Unicode" charset="0"/>
              </a:rPr>
              <a:t>Fragment </a:t>
            </a:r>
            <a:r>
              <a:rPr lang="en-GB" altLang="en-US" sz="1800" dirty="0">
                <a:latin typeface="Lucida Sans Unicode" charset="0"/>
                <a:ea typeface="MS PGothic" charset="-128"/>
                <a:cs typeface="Lucida Sans Unicode" charset="0"/>
              </a:rPr>
              <a:t>to </a:t>
            </a:r>
            <a:r>
              <a:rPr lang="en-GB" altLang="en-US" sz="1800" b="1" dirty="0">
                <a:latin typeface="Lucida Sans Unicode" charset="0"/>
                <a:ea typeface="MS PGothic" charset="-128"/>
                <a:cs typeface="Lucida Sans Unicode" charset="0"/>
              </a:rPr>
              <a:t>an Activity. (Remember: An activity can have many fragments)</a:t>
            </a:r>
          </a:p>
        </p:txBody>
      </p:sp>
    </p:spTree>
    <p:extLst>
      <p:ext uri="{BB962C8B-B14F-4D97-AF65-F5344CB8AC3E}">
        <p14:creationId xmlns:p14="http://schemas.microsoft.com/office/powerpoint/2010/main" val="1324524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688EF-01BC-E576-161E-C688AA13467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11207B-7B6A-5441-5CBC-B32995AC8CFF}"/>
              </a:ext>
            </a:extLst>
          </p:cNvPr>
          <p:cNvSpPr>
            <a:spLocks noGrp="1"/>
          </p:cNvSpPr>
          <p:nvPr>
            <p:ph type="sldNum" idx="12"/>
          </p:nvPr>
        </p:nvSpPr>
        <p:spPr/>
        <p:txBody>
          <a:bodyPr/>
          <a:lstStyle/>
          <a:p>
            <a:pPr algn="r"/>
            <a:fld id="{00000000-1234-1234-1234-123412341234}" type="slidenum">
              <a:rPr lang="en" smtClean="0"/>
              <a:pPr algn="r"/>
              <a:t>21</a:t>
            </a:fld>
            <a:endParaRPr lang="en"/>
          </a:p>
        </p:txBody>
      </p:sp>
      <p:sp>
        <p:nvSpPr>
          <p:cNvPr id="3" name="Title 2">
            <a:extLst>
              <a:ext uri="{FF2B5EF4-FFF2-40B4-BE49-F238E27FC236}">
                <a16:creationId xmlns:a16="http://schemas.microsoft.com/office/drawing/2014/main" id="{4C3742FB-54CD-7ACD-2D64-7CE67B174C57}"/>
              </a:ext>
            </a:extLst>
          </p:cNvPr>
          <p:cNvSpPr>
            <a:spLocks noGrp="1"/>
          </p:cNvSpPr>
          <p:nvPr>
            <p:ph type="title"/>
          </p:nvPr>
        </p:nvSpPr>
        <p:spPr/>
        <p:txBody>
          <a:bodyPr/>
          <a:lstStyle/>
          <a:p>
            <a:r>
              <a:rPr lang="en-US" altLang="en-US" sz="3600" b="1" dirty="0">
                <a:solidFill>
                  <a:schemeClr val="bg1"/>
                </a:solidFill>
                <a:latin typeface="Georgia" charset="0"/>
                <a:ea typeface="MS PGothic" charset="-128"/>
              </a:rPr>
              <a:t>Fragment Manager</a:t>
            </a:r>
            <a:endParaRPr lang="en-GB" dirty="0">
              <a:solidFill>
                <a:schemeClr val="bg1"/>
              </a:solidFill>
            </a:endParaRPr>
          </a:p>
        </p:txBody>
      </p:sp>
      <p:sp>
        <p:nvSpPr>
          <p:cNvPr id="2" name="Content Placeholder 2">
            <a:extLst>
              <a:ext uri="{FF2B5EF4-FFF2-40B4-BE49-F238E27FC236}">
                <a16:creationId xmlns:a16="http://schemas.microsoft.com/office/drawing/2014/main" id="{15AD5768-1232-B261-E500-3D77594B3D19}"/>
              </a:ext>
            </a:extLst>
          </p:cNvPr>
          <p:cNvSpPr txBox="1">
            <a:spLocks/>
          </p:cNvSpPr>
          <p:nvPr/>
        </p:nvSpPr>
        <p:spPr bwMode="auto">
          <a:xfrm>
            <a:off x="179512" y="1268760"/>
            <a:ext cx="5709592" cy="4465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r>
              <a:rPr lang="en-GB" altLang="en-US" sz="2200" dirty="0">
                <a:latin typeface="Lucida Sans Unicode" charset="0"/>
                <a:ea typeface="MS PGothic" charset="-128"/>
                <a:cs typeface="Lucida Sans Unicode" charset="0"/>
              </a:rPr>
              <a:t>The </a:t>
            </a:r>
            <a:r>
              <a:rPr lang="en-GB" altLang="en-US" sz="2200" b="1" dirty="0" err="1">
                <a:latin typeface="Lucida Sans Unicode" charset="0"/>
                <a:ea typeface="MS PGothic" charset="-128"/>
                <a:cs typeface="Lucida Sans Unicode" charset="0"/>
              </a:rPr>
              <a:t>FragmentManager</a:t>
            </a:r>
            <a:r>
              <a:rPr lang="en-GB" altLang="en-US" sz="2200" b="1" dirty="0">
                <a:latin typeface="Lucida Sans Unicode" charset="0"/>
                <a:ea typeface="MS PGothic" charset="-128"/>
                <a:cs typeface="Lucida Sans Unicode" charset="0"/>
              </a:rPr>
              <a:t> </a:t>
            </a:r>
            <a:r>
              <a:rPr lang="en-GB" altLang="en-US" sz="2200" dirty="0">
                <a:latin typeface="Lucida Sans Unicode" charset="0"/>
                <a:ea typeface="MS PGothic" charset="-128"/>
                <a:cs typeface="Lucida Sans Unicode" charset="0"/>
              </a:rPr>
              <a:t>is responsible for</a:t>
            </a:r>
            <a:r>
              <a:rPr lang="en-US" altLang="en-US" sz="2200" dirty="0">
                <a:latin typeface="Lucida Sans Unicode" charset="0"/>
                <a:ea typeface="MS PGothic" charset="-128"/>
                <a:cs typeface="Lucida Sans Unicode" charset="0"/>
              </a:rPr>
              <a:t> </a:t>
            </a:r>
            <a:r>
              <a:rPr lang="en-GB" altLang="en-US" sz="2200" dirty="0">
                <a:latin typeface="Lucida Sans Unicode" charset="0"/>
                <a:ea typeface="MS PGothic" charset="-128"/>
                <a:cs typeface="Lucida Sans Unicode" charset="0"/>
              </a:rPr>
              <a:t>managing your fragments and adding their views to the activity’s view hierarchy.</a:t>
            </a:r>
            <a:endParaRPr lang="en-US" altLang="en-US" sz="2200" dirty="0">
              <a:latin typeface="Lucida Sans Unicode" charset="0"/>
              <a:ea typeface="MS PGothic" charset="-128"/>
              <a:cs typeface="Lucida Sans Unicode" charset="0"/>
            </a:endParaRPr>
          </a:p>
          <a:p>
            <a:endParaRPr lang="en-GB" altLang="en-US" dirty="0">
              <a:latin typeface="Lucida Sans Unicode" charset="0"/>
              <a:ea typeface="MS PGothic" charset="-128"/>
              <a:cs typeface="Lucida Sans Unicode" charset="0"/>
            </a:endParaRPr>
          </a:p>
          <a:p>
            <a:r>
              <a:rPr lang="en-GB" altLang="en-US" sz="2200" dirty="0">
                <a:latin typeface="Lucida Sans Unicode" charset="0"/>
                <a:ea typeface="MS PGothic" charset="-128"/>
                <a:cs typeface="Lucida Sans Unicode" charset="0"/>
              </a:rPr>
              <a:t>The </a:t>
            </a:r>
            <a:r>
              <a:rPr lang="en-GB" altLang="en-US" sz="2200" b="1" dirty="0" err="1">
                <a:latin typeface="Lucida Sans Unicode" charset="0"/>
                <a:ea typeface="MS PGothic" charset="-128"/>
                <a:cs typeface="Lucida Sans Unicode" charset="0"/>
              </a:rPr>
              <a:t>FragmentManager</a:t>
            </a:r>
            <a:r>
              <a:rPr lang="en-GB" altLang="en-US" sz="2200" b="1" dirty="0">
                <a:latin typeface="Lucida Sans Unicode" charset="0"/>
                <a:ea typeface="MS PGothic" charset="-128"/>
                <a:cs typeface="Lucida Sans Unicode" charset="0"/>
              </a:rPr>
              <a:t> </a:t>
            </a:r>
            <a:r>
              <a:rPr lang="en-GB" altLang="en-US" sz="2200" dirty="0">
                <a:latin typeface="Lucida Sans Unicode" charset="0"/>
                <a:ea typeface="MS PGothic" charset="-128"/>
                <a:cs typeface="Lucida Sans Unicode" charset="0"/>
              </a:rPr>
              <a:t>handles two things: a list of fragments and a back stack of fragment</a:t>
            </a:r>
            <a:r>
              <a:rPr lang="en-US" altLang="en-US" sz="2200" dirty="0">
                <a:latin typeface="Lucida Sans Unicode" charset="0"/>
                <a:ea typeface="MS PGothic" charset="-128"/>
                <a:cs typeface="Lucida Sans Unicode" charset="0"/>
              </a:rPr>
              <a:t> </a:t>
            </a:r>
            <a:r>
              <a:rPr lang="en-GB" altLang="en-US" sz="2200" dirty="0">
                <a:latin typeface="Lucida Sans Unicode" charset="0"/>
                <a:ea typeface="MS PGothic" charset="-128"/>
                <a:cs typeface="Lucida Sans Unicode" charset="0"/>
              </a:rPr>
              <a:t>transactions.</a:t>
            </a:r>
            <a:endParaRPr lang="en-US" altLang="en-US" sz="2200" dirty="0">
              <a:latin typeface="Lucida Sans Unicode" charset="0"/>
              <a:ea typeface="MS PGothic" charset="-128"/>
              <a:cs typeface="Lucida Sans Unicode" charset="0"/>
            </a:endParaRPr>
          </a:p>
          <a:p>
            <a:endParaRPr lang="en-US" altLang="en-US" dirty="0">
              <a:latin typeface="Lucida Sans Unicode" charset="0"/>
              <a:ea typeface="MS PGothic" charset="-128"/>
              <a:cs typeface="Lucida Sans Unicode" charset="0"/>
            </a:endParaRPr>
          </a:p>
        </p:txBody>
      </p:sp>
      <p:pic>
        <p:nvPicPr>
          <p:cNvPr id="5" name="Content Placeholder 3">
            <a:extLst>
              <a:ext uri="{FF2B5EF4-FFF2-40B4-BE49-F238E27FC236}">
                <a16:creationId xmlns:a16="http://schemas.microsoft.com/office/drawing/2014/main" id="{5CF7F2F6-CB35-2B67-F729-900A2DD339F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l="18913" t="31937" r="68152" b="33087"/>
          <a:stretch>
            <a:fillRect/>
          </a:stretch>
        </p:blipFill>
        <p:spPr bwMode="auto">
          <a:xfrm>
            <a:off x="6319961" y="1976310"/>
            <a:ext cx="3457575" cy="305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3097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F8B4C-5319-5B84-44E0-6DF62A2E519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40E346C-C32C-EBE0-BF96-2DCBB5406B94}"/>
              </a:ext>
            </a:extLst>
          </p:cNvPr>
          <p:cNvSpPr>
            <a:spLocks noGrp="1"/>
          </p:cNvSpPr>
          <p:nvPr>
            <p:ph type="sldNum" idx="12"/>
          </p:nvPr>
        </p:nvSpPr>
        <p:spPr/>
        <p:txBody>
          <a:bodyPr/>
          <a:lstStyle/>
          <a:p>
            <a:pPr algn="r"/>
            <a:fld id="{00000000-1234-1234-1234-123412341234}" type="slidenum">
              <a:rPr lang="en" smtClean="0"/>
              <a:pPr algn="r"/>
              <a:t>22</a:t>
            </a:fld>
            <a:endParaRPr lang="en"/>
          </a:p>
        </p:txBody>
      </p:sp>
      <p:sp>
        <p:nvSpPr>
          <p:cNvPr id="3" name="Title 2">
            <a:extLst>
              <a:ext uri="{FF2B5EF4-FFF2-40B4-BE49-F238E27FC236}">
                <a16:creationId xmlns:a16="http://schemas.microsoft.com/office/drawing/2014/main" id="{619A520A-5D37-FEEC-D7D8-66A39FF399D9}"/>
              </a:ext>
            </a:extLst>
          </p:cNvPr>
          <p:cNvSpPr>
            <a:spLocks noGrp="1"/>
          </p:cNvSpPr>
          <p:nvPr>
            <p:ph type="title"/>
          </p:nvPr>
        </p:nvSpPr>
        <p:spPr/>
        <p:txBody>
          <a:bodyPr/>
          <a:lstStyle/>
          <a:p>
            <a:r>
              <a:rPr lang="en-GB" altLang="en-US" sz="3600" b="1" dirty="0">
                <a:solidFill>
                  <a:schemeClr val="bg1"/>
                </a:solidFill>
                <a:latin typeface="Georgia" charset="0"/>
                <a:ea typeface="MS PGothic" charset="-128"/>
              </a:rPr>
              <a:t>Few other scenarios</a:t>
            </a:r>
            <a:endParaRPr lang="en-GB" dirty="0">
              <a:solidFill>
                <a:schemeClr val="bg1"/>
              </a:solidFill>
            </a:endParaRPr>
          </a:p>
        </p:txBody>
      </p:sp>
      <p:sp>
        <p:nvSpPr>
          <p:cNvPr id="2" name="Content Placeholder 2">
            <a:extLst>
              <a:ext uri="{FF2B5EF4-FFF2-40B4-BE49-F238E27FC236}">
                <a16:creationId xmlns:a16="http://schemas.microsoft.com/office/drawing/2014/main" id="{18A1C282-1C80-1017-4182-F34FDB293437}"/>
              </a:ext>
            </a:extLst>
          </p:cNvPr>
          <p:cNvSpPr txBox="1">
            <a:spLocks/>
          </p:cNvSpPr>
          <p:nvPr/>
        </p:nvSpPr>
        <p:spPr bwMode="auto">
          <a:xfrm>
            <a:off x="76887" y="1484784"/>
            <a:ext cx="9696033" cy="41764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fontScale="70000" lnSpcReduction="20000"/>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a:buFont typeface="Arial" panose="020B0604020202020204" pitchFamily="34" charset="0"/>
              <a:buChar char="•"/>
              <a:defRPr/>
            </a:pPr>
            <a:r>
              <a:rPr lang="en-GB" dirty="0"/>
              <a:t>A </a:t>
            </a:r>
            <a:r>
              <a:rPr lang="en-GB" b="1" i="1" dirty="0"/>
              <a:t>news application </a:t>
            </a:r>
            <a:r>
              <a:rPr lang="en-GB" dirty="0"/>
              <a:t>can use one fragment to show a list of articles on the left and another fragment to display an article on the right—both fragments appear in </a:t>
            </a:r>
            <a:r>
              <a:rPr lang="en-GB" b="1" i="1" dirty="0"/>
              <a:t>one activity</a:t>
            </a:r>
            <a:r>
              <a:rPr lang="en-GB" dirty="0"/>
              <a:t>, side by side, and each fragment has its own set of lifecycle callback methods and handle their own user input events. </a:t>
            </a:r>
          </a:p>
          <a:p>
            <a:pPr>
              <a:buFont typeface="Arial" panose="020B0604020202020204" pitchFamily="34" charset="0"/>
              <a:buChar char="•"/>
              <a:defRPr/>
            </a:pPr>
            <a:endParaRPr lang="en-GB" dirty="0"/>
          </a:p>
          <a:p>
            <a:pPr>
              <a:buFont typeface="Arial" panose="020B0604020202020204" pitchFamily="34" charset="0"/>
              <a:buChar char="•"/>
              <a:defRPr/>
            </a:pPr>
            <a:r>
              <a:rPr lang="en-GB" dirty="0"/>
              <a:t>Thus, instead of using one activity to select an article and another activity to read the article, the user can select an article and read it all within the same activity.</a:t>
            </a:r>
          </a:p>
          <a:p>
            <a:pPr>
              <a:buFont typeface="Arial" panose="020B0604020202020204" pitchFamily="34" charset="0"/>
              <a:buChar char="•"/>
              <a:defRPr/>
            </a:pPr>
            <a:endParaRPr lang="en-GB" dirty="0"/>
          </a:p>
          <a:p>
            <a:pPr>
              <a:buFont typeface="Arial" panose="020B0604020202020204" pitchFamily="34" charset="0"/>
              <a:buChar char="•"/>
              <a:defRPr/>
            </a:pPr>
            <a:r>
              <a:rPr lang="en-GB" dirty="0"/>
              <a:t>What another example scenario you  can think of?</a:t>
            </a:r>
          </a:p>
          <a:p>
            <a:pPr lvl="1">
              <a:buFont typeface="Arial" panose="020B0604020202020204" pitchFamily="34" charset="0"/>
              <a:buChar char="•"/>
              <a:defRPr/>
            </a:pPr>
            <a:r>
              <a:rPr lang="en-GB" sz="2400" dirty="0"/>
              <a:t>Login/register screen App</a:t>
            </a:r>
          </a:p>
          <a:p>
            <a:pPr lvl="1">
              <a:buFont typeface="Arial" panose="020B0604020202020204" pitchFamily="34" charset="0"/>
              <a:buChar char="•"/>
              <a:defRPr/>
            </a:pPr>
            <a:r>
              <a:rPr lang="en-GB" sz="2400" dirty="0"/>
              <a:t>Email app</a:t>
            </a:r>
          </a:p>
          <a:p>
            <a:pPr marL="0" indent="0">
              <a:buFont typeface="Arial" charset="0"/>
              <a:buNone/>
              <a:defRPr/>
            </a:pPr>
            <a:endParaRPr lang="en-GB" dirty="0"/>
          </a:p>
        </p:txBody>
      </p:sp>
    </p:spTree>
    <p:extLst>
      <p:ext uri="{BB962C8B-B14F-4D97-AF65-F5344CB8AC3E}">
        <p14:creationId xmlns:p14="http://schemas.microsoft.com/office/powerpoint/2010/main" val="3403351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fade">
                                      <p:cBhvr>
                                        <p:cTn id="13" dur="500"/>
                                        <p:tgtEl>
                                          <p:spTgt spid="2">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5" end="5"/>
                                            </p:txEl>
                                          </p:spTgt>
                                        </p:tgtEl>
                                        <p:attrNameLst>
                                          <p:attrName>style.visibility</p:attrName>
                                        </p:attrNameLst>
                                      </p:cBhvr>
                                      <p:to>
                                        <p:strVal val="visible"/>
                                      </p:to>
                                    </p:set>
                                    <p:animEffect transition="in" filter="fade">
                                      <p:cBhvr>
                                        <p:cTn id="18" dur="500"/>
                                        <p:tgtEl>
                                          <p:spTgt spid="2">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fade">
                                      <p:cBhvr>
                                        <p:cTn id="23"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FAC59-8F30-CF82-58BD-7EE45ACCA09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441C1E-AEAE-9A7E-EE89-9CF40279A459}"/>
              </a:ext>
            </a:extLst>
          </p:cNvPr>
          <p:cNvSpPr>
            <a:spLocks noGrp="1"/>
          </p:cNvSpPr>
          <p:nvPr>
            <p:ph type="sldNum" idx="12"/>
          </p:nvPr>
        </p:nvSpPr>
        <p:spPr/>
        <p:txBody>
          <a:bodyPr/>
          <a:lstStyle/>
          <a:p>
            <a:pPr algn="r"/>
            <a:fld id="{00000000-1234-1234-1234-123412341234}" type="slidenum">
              <a:rPr lang="en" smtClean="0"/>
              <a:pPr algn="r"/>
              <a:t>23</a:t>
            </a:fld>
            <a:endParaRPr lang="en"/>
          </a:p>
        </p:txBody>
      </p:sp>
      <p:sp>
        <p:nvSpPr>
          <p:cNvPr id="3" name="Title 2">
            <a:extLst>
              <a:ext uri="{FF2B5EF4-FFF2-40B4-BE49-F238E27FC236}">
                <a16:creationId xmlns:a16="http://schemas.microsoft.com/office/drawing/2014/main" id="{17E4F399-BA79-AD69-6EED-40C6A17FBC11}"/>
              </a:ext>
            </a:extLst>
          </p:cNvPr>
          <p:cNvSpPr>
            <a:spLocks noGrp="1"/>
          </p:cNvSpPr>
          <p:nvPr>
            <p:ph type="title"/>
          </p:nvPr>
        </p:nvSpPr>
        <p:spPr/>
        <p:txBody>
          <a:bodyPr/>
          <a:lstStyle/>
          <a:p>
            <a:r>
              <a:rPr lang="en-GB" sz="3600" b="1" i="0" u="none" strike="noStrike" baseline="0" dirty="0">
                <a:solidFill>
                  <a:schemeClr val="bg1"/>
                </a:solidFill>
                <a:latin typeface="Georgia" panose="02040502050405020303" pitchFamily="18" charset="0"/>
              </a:rPr>
              <a:t> Example for using Fragments</a:t>
            </a:r>
            <a:endParaRPr lang="en-GB" dirty="0">
              <a:solidFill>
                <a:schemeClr val="bg1"/>
              </a:solidFill>
            </a:endParaRPr>
          </a:p>
        </p:txBody>
      </p:sp>
      <p:sp>
        <p:nvSpPr>
          <p:cNvPr id="2" name="TextBox 1">
            <a:extLst>
              <a:ext uri="{FF2B5EF4-FFF2-40B4-BE49-F238E27FC236}">
                <a16:creationId xmlns:a16="http://schemas.microsoft.com/office/drawing/2014/main" id="{D243CB2F-3D1C-8916-14EB-4773A51367E3}"/>
              </a:ext>
            </a:extLst>
          </p:cNvPr>
          <p:cNvSpPr txBox="1"/>
          <p:nvPr/>
        </p:nvSpPr>
        <p:spPr>
          <a:xfrm>
            <a:off x="107004" y="1340768"/>
            <a:ext cx="9691992" cy="1477328"/>
          </a:xfrm>
          <a:prstGeom prst="rect">
            <a:avLst/>
          </a:prstGeom>
          <a:noFill/>
        </p:spPr>
        <p:txBody>
          <a:bodyPr wrap="square">
            <a:spAutoFit/>
          </a:bodyPr>
          <a:lstStyle/>
          <a:p>
            <a:pPr algn="l"/>
            <a:r>
              <a:rPr lang="en-US" b="0" i="0" u="none" strike="noStrike" baseline="0" dirty="0">
                <a:latin typeface="Georgia" panose="02040502050405020303" pitchFamily="18" charset="0"/>
              </a:rPr>
              <a:t>An activity displays a list of Shakespeare play titles using a fragment. A second fragment is used to show a summary of the play when selected </a:t>
            </a:r>
            <a:r>
              <a:rPr lang="en-GB" b="0" i="0" u="none" strike="noStrike" baseline="0" dirty="0">
                <a:latin typeface="Georgia" panose="02040502050405020303" pitchFamily="18" charset="0"/>
              </a:rPr>
              <a:t>from the list.</a:t>
            </a:r>
          </a:p>
          <a:p>
            <a:pPr algn="l"/>
            <a:endParaRPr lang="en-GB" sz="1800" b="0" i="0" u="none" strike="noStrike" baseline="0" dirty="0">
              <a:latin typeface="CMSS10"/>
            </a:endParaRPr>
          </a:p>
          <a:p>
            <a:pPr algn="l"/>
            <a:r>
              <a:rPr lang="en-US" b="0" i="0" u="none" strike="noStrike" baseline="0" dirty="0">
                <a:latin typeface="Georgia" panose="02040502050405020303" pitchFamily="18" charset="0"/>
              </a:rPr>
              <a:t>Based on the screen </a:t>
            </a:r>
            <a:r>
              <a:rPr lang="en-US" dirty="0">
                <a:latin typeface="Georgia" panose="02040502050405020303" pitchFamily="18" charset="0"/>
              </a:rPr>
              <a:t>type</a:t>
            </a:r>
            <a:r>
              <a:rPr lang="en-US" b="0" i="0" u="none" strike="noStrike" baseline="0" dirty="0">
                <a:latin typeface="Georgia" panose="02040502050405020303" pitchFamily="18" charset="0"/>
              </a:rPr>
              <a:t> (landscape or portrait) the 2 fragments can be displayed at once (landscape) or a second activity created which displays the second fragment.</a:t>
            </a:r>
            <a:endParaRPr lang="en-GB" dirty="0">
              <a:latin typeface="Georgia" panose="02040502050405020303" pitchFamily="18" charset="0"/>
            </a:endParaRPr>
          </a:p>
        </p:txBody>
      </p:sp>
      <p:pic>
        <p:nvPicPr>
          <p:cNvPr id="5" name="Picture 4">
            <a:extLst>
              <a:ext uri="{FF2B5EF4-FFF2-40B4-BE49-F238E27FC236}">
                <a16:creationId xmlns:a16="http://schemas.microsoft.com/office/drawing/2014/main" id="{D1F00E50-3362-1DB7-8DC8-EC251F7CF247}"/>
              </a:ext>
            </a:extLst>
          </p:cNvPr>
          <p:cNvPicPr>
            <a:picLocks noChangeAspect="1"/>
          </p:cNvPicPr>
          <p:nvPr/>
        </p:nvPicPr>
        <p:blipFill>
          <a:blip r:embed="rId2"/>
          <a:stretch>
            <a:fillRect/>
          </a:stretch>
        </p:blipFill>
        <p:spPr>
          <a:xfrm>
            <a:off x="1208584" y="2932534"/>
            <a:ext cx="2195736" cy="3128120"/>
          </a:xfrm>
          <a:prstGeom prst="rect">
            <a:avLst/>
          </a:prstGeom>
        </p:spPr>
      </p:pic>
      <p:pic>
        <p:nvPicPr>
          <p:cNvPr id="6" name="Picture 5">
            <a:extLst>
              <a:ext uri="{FF2B5EF4-FFF2-40B4-BE49-F238E27FC236}">
                <a16:creationId xmlns:a16="http://schemas.microsoft.com/office/drawing/2014/main" id="{B7433004-3C50-51A1-AF48-E65C9AF4A64B}"/>
              </a:ext>
            </a:extLst>
          </p:cNvPr>
          <p:cNvPicPr>
            <a:picLocks noChangeAspect="1"/>
          </p:cNvPicPr>
          <p:nvPr/>
        </p:nvPicPr>
        <p:blipFill>
          <a:blip r:embed="rId3"/>
          <a:stretch>
            <a:fillRect/>
          </a:stretch>
        </p:blipFill>
        <p:spPr>
          <a:xfrm>
            <a:off x="5817096" y="2869776"/>
            <a:ext cx="2123727" cy="3128121"/>
          </a:xfrm>
          <a:prstGeom prst="rect">
            <a:avLst/>
          </a:prstGeom>
        </p:spPr>
      </p:pic>
      <p:sp>
        <p:nvSpPr>
          <p:cNvPr id="7" name="TextBox 6">
            <a:extLst>
              <a:ext uri="{FF2B5EF4-FFF2-40B4-BE49-F238E27FC236}">
                <a16:creationId xmlns:a16="http://schemas.microsoft.com/office/drawing/2014/main" id="{DEA5C7A0-BB8F-3060-3ECD-491F1F649A70}"/>
              </a:ext>
            </a:extLst>
          </p:cNvPr>
          <p:cNvSpPr txBox="1"/>
          <p:nvPr/>
        </p:nvSpPr>
        <p:spPr>
          <a:xfrm>
            <a:off x="5411389" y="5997897"/>
            <a:ext cx="4361532" cy="523220"/>
          </a:xfrm>
          <a:prstGeom prst="rect">
            <a:avLst/>
          </a:prstGeom>
          <a:noFill/>
        </p:spPr>
        <p:txBody>
          <a:bodyPr wrap="square">
            <a:spAutoFit/>
          </a:bodyPr>
          <a:lstStyle/>
          <a:p>
            <a:pPr algn="l"/>
            <a:r>
              <a:rPr lang="en-US" sz="1400" b="0" i="0" u="none" strike="noStrike" baseline="0" dirty="0">
                <a:latin typeface="CMSS10"/>
              </a:rPr>
              <a:t>Portrait mode for the Shakespeare example shown once a title has been </a:t>
            </a:r>
            <a:r>
              <a:rPr lang="en-GB" sz="1400" b="0" i="0" u="none" strike="noStrike" baseline="0" dirty="0">
                <a:latin typeface="CMSS10"/>
              </a:rPr>
              <a:t>selected.</a:t>
            </a:r>
            <a:endParaRPr lang="en-GB" sz="1400" dirty="0"/>
          </a:p>
        </p:txBody>
      </p:sp>
      <p:sp>
        <p:nvSpPr>
          <p:cNvPr id="8" name="TextBox 7">
            <a:extLst>
              <a:ext uri="{FF2B5EF4-FFF2-40B4-BE49-F238E27FC236}">
                <a16:creationId xmlns:a16="http://schemas.microsoft.com/office/drawing/2014/main" id="{E633CA35-975D-A7C5-A6B7-CA4794B3B8E9}"/>
              </a:ext>
            </a:extLst>
          </p:cNvPr>
          <p:cNvSpPr txBox="1"/>
          <p:nvPr/>
        </p:nvSpPr>
        <p:spPr>
          <a:xfrm>
            <a:off x="560512" y="6044307"/>
            <a:ext cx="4200530" cy="307777"/>
          </a:xfrm>
          <a:prstGeom prst="rect">
            <a:avLst/>
          </a:prstGeom>
          <a:noFill/>
        </p:spPr>
        <p:txBody>
          <a:bodyPr wrap="square">
            <a:spAutoFit/>
          </a:bodyPr>
          <a:lstStyle/>
          <a:p>
            <a:r>
              <a:rPr lang="en-US" sz="1400" b="0" i="0" u="none" strike="noStrike" baseline="0" dirty="0">
                <a:latin typeface="CMSS10"/>
              </a:rPr>
              <a:t>Portrait mode for the Shakespeare example.</a:t>
            </a:r>
            <a:endParaRPr lang="en-GB" sz="1400" dirty="0"/>
          </a:p>
        </p:txBody>
      </p:sp>
    </p:spTree>
    <p:extLst>
      <p:ext uri="{BB962C8B-B14F-4D97-AF65-F5344CB8AC3E}">
        <p14:creationId xmlns:p14="http://schemas.microsoft.com/office/powerpoint/2010/main" val="178826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DDEA5-ABFA-C932-25EB-0C84628AB7A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AED43B0-2980-5506-DBE4-92A58E1A5B99}"/>
              </a:ext>
            </a:extLst>
          </p:cNvPr>
          <p:cNvSpPr>
            <a:spLocks noGrp="1"/>
          </p:cNvSpPr>
          <p:nvPr>
            <p:ph type="sldNum" idx="12"/>
          </p:nvPr>
        </p:nvSpPr>
        <p:spPr/>
        <p:txBody>
          <a:bodyPr/>
          <a:lstStyle/>
          <a:p>
            <a:pPr algn="r"/>
            <a:fld id="{00000000-1234-1234-1234-123412341234}" type="slidenum">
              <a:rPr lang="en" smtClean="0"/>
              <a:pPr algn="r"/>
              <a:t>24</a:t>
            </a:fld>
            <a:endParaRPr lang="en"/>
          </a:p>
        </p:txBody>
      </p:sp>
      <p:sp>
        <p:nvSpPr>
          <p:cNvPr id="3" name="Title 2">
            <a:extLst>
              <a:ext uri="{FF2B5EF4-FFF2-40B4-BE49-F238E27FC236}">
                <a16:creationId xmlns:a16="http://schemas.microsoft.com/office/drawing/2014/main" id="{9479A195-51CF-A7D7-1BC3-E68FD6A732D4}"/>
              </a:ext>
            </a:extLst>
          </p:cNvPr>
          <p:cNvSpPr>
            <a:spLocks noGrp="1"/>
          </p:cNvSpPr>
          <p:nvPr>
            <p:ph type="title"/>
          </p:nvPr>
        </p:nvSpPr>
        <p:spPr/>
        <p:txBody>
          <a:bodyPr/>
          <a:lstStyle/>
          <a:p>
            <a:r>
              <a:rPr lang="en-GB" sz="3600" b="1" i="0" u="none" strike="noStrike" baseline="0" dirty="0">
                <a:solidFill>
                  <a:schemeClr val="bg1"/>
                </a:solidFill>
                <a:latin typeface="Georgia" panose="02040502050405020303" pitchFamily="18" charset="0"/>
              </a:rPr>
              <a:t> Example for using Fragments</a:t>
            </a:r>
            <a:endParaRPr lang="en-GB" dirty="0">
              <a:solidFill>
                <a:schemeClr val="bg1"/>
              </a:solidFill>
            </a:endParaRPr>
          </a:p>
        </p:txBody>
      </p:sp>
      <p:pic>
        <p:nvPicPr>
          <p:cNvPr id="10" name="Picture 9">
            <a:extLst>
              <a:ext uri="{FF2B5EF4-FFF2-40B4-BE49-F238E27FC236}">
                <a16:creationId xmlns:a16="http://schemas.microsoft.com/office/drawing/2014/main" id="{A53FD83D-6EC9-F20E-AE62-53FC719C8EFB}"/>
              </a:ext>
            </a:extLst>
          </p:cNvPr>
          <p:cNvPicPr>
            <a:picLocks noChangeAspect="1"/>
          </p:cNvPicPr>
          <p:nvPr/>
        </p:nvPicPr>
        <p:blipFill>
          <a:blip r:embed="rId2"/>
          <a:stretch>
            <a:fillRect/>
          </a:stretch>
        </p:blipFill>
        <p:spPr>
          <a:xfrm>
            <a:off x="776536" y="1416423"/>
            <a:ext cx="7673788" cy="4025153"/>
          </a:xfrm>
          <a:prstGeom prst="rect">
            <a:avLst/>
          </a:prstGeom>
        </p:spPr>
      </p:pic>
      <p:sp>
        <p:nvSpPr>
          <p:cNvPr id="11" name="TextBox 10">
            <a:extLst>
              <a:ext uri="{FF2B5EF4-FFF2-40B4-BE49-F238E27FC236}">
                <a16:creationId xmlns:a16="http://schemas.microsoft.com/office/drawing/2014/main" id="{3058F1F8-A3D3-46D3-0B1D-48134AC8F2F6}"/>
              </a:ext>
            </a:extLst>
          </p:cNvPr>
          <p:cNvSpPr txBox="1"/>
          <p:nvPr/>
        </p:nvSpPr>
        <p:spPr>
          <a:xfrm>
            <a:off x="2432720" y="5803642"/>
            <a:ext cx="4572000" cy="369332"/>
          </a:xfrm>
          <a:prstGeom prst="rect">
            <a:avLst/>
          </a:prstGeom>
          <a:noFill/>
        </p:spPr>
        <p:txBody>
          <a:bodyPr wrap="square">
            <a:spAutoFit/>
          </a:bodyPr>
          <a:lstStyle/>
          <a:p>
            <a:r>
              <a:rPr lang="en-US" sz="1800" b="0" i="0" u="none" strike="noStrike" baseline="0" dirty="0">
                <a:latin typeface="CMSS10"/>
              </a:rPr>
              <a:t>Landscape mode for the Shakespeare example.</a:t>
            </a:r>
            <a:endParaRPr lang="en-GB" dirty="0"/>
          </a:p>
        </p:txBody>
      </p:sp>
    </p:spTree>
    <p:extLst>
      <p:ext uri="{BB962C8B-B14F-4D97-AF65-F5344CB8AC3E}">
        <p14:creationId xmlns:p14="http://schemas.microsoft.com/office/powerpoint/2010/main" val="3576243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EDC63-A88A-2611-E01D-5926353CAF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38F7D8-2F9A-6A8B-FFC2-3F5860C8F454}"/>
              </a:ext>
            </a:extLst>
          </p:cNvPr>
          <p:cNvSpPr>
            <a:spLocks noGrp="1"/>
          </p:cNvSpPr>
          <p:nvPr>
            <p:ph type="sldNum" idx="12"/>
          </p:nvPr>
        </p:nvSpPr>
        <p:spPr/>
        <p:txBody>
          <a:bodyPr/>
          <a:lstStyle/>
          <a:p>
            <a:pPr algn="r"/>
            <a:fld id="{00000000-1234-1234-1234-123412341234}" type="slidenum">
              <a:rPr lang="en" smtClean="0"/>
              <a:pPr algn="r"/>
              <a:t>25</a:t>
            </a:fld>
            <a:endParaRPr lang="en"/>
          </a:p>
        </p:txBody>
      </p:sp>
      <p:sp>
        <p:nvSpPr>
          <p:cNvPr id="3" name="Title 2">
            <a:extLst>
              <a:ext uri="{FF2B5EF4-FFF2-40B4-BE49-F238E27FC236}">
                <a16:creationId xmlns:a16="http://schemas.microsoft.com/office/drawing/2014/main" id="{660A5E03-27DE-3435-952A-F9D3E3B472F9}"/>
              </a:ext>
            </a:extLst>
          </p:cNvPr>
          <p:cNvSpPr>
            <a:spLocks noGrp="1"/>
          </p:cNvSpPr>
          <p:nvPr>
            <p:ph type="title"/>
          </p:nvPr>
        </p:nvSpPr>
        <p:spPr/>
        <p:txBody>
          <a:bodyPr/>
          <a:lstStyle/>
          <a:p>
            <a:r>
              <a:rPr lang="en-GB" sz="3600" b="1" i="0" u="none" strike="noStrike" baseline="0" dirty="0">
                <a:solidFill>
                  <a:schemeClr val="bg1"/>
                </a:solidFill>
                <a:latin typeface="Georgia" panose="02040502050405020303" pitchFamily="18" charset="0"/>
              </a:rPr>
              <a:t> Example for using Fragments </a:t>
            </a:r>
            <a:r>
              <a:rPr lang="en-GB" sz="2400" b="1" dirty="0">
                <a:solidFill>
                  <a:schemeClr val="bg1"/>
                </a:solidFill>
                <a:latin typeface="Georgia" panose="02040502050405020303" pitchFamily="18" charset="0"/>
              </a:rPr>
              <a:t>(cont’d)</a:t>
            </a:r>
            <a:endParaRPr lang="en-GB" dirty="0">
              <a:solidFill>
                <a:schemeClr val="bg1"/>
              </a:solidFill>
            </a:endParaRPr>
          </a:p>
        </p:txBody>
      </p:sp>
      <p:sp>
        <p:nvSpPr>
          <p:cNvPr id="2" name="TextBox 1">
            <a:extLst>
              <a:ext uri="{FF2B5EF4-FFF2-40B4-BE49-F238E27FC236}">
                <a16:creationId xmlns:a16="http://schemas.microsoft.com/office/drawing/2014/main" id="{F84F3455-EA52-39B7-E030-E3BD31F3039A}"/>
              </a:ext>
            </a:extLst>
          </p:cNvPr>
          <p:cNvSpPr txBox="1"/>
          <p:nvPr/>
        </p:nvSpPr>
        <p:spPr>
          <a:xfrm>
            <a:off x="133079" y="1196752"/>
            <a:ext cx="8207205" cy="5539978"/>
          </a:xfrm>
          <a:prstGeom prst="rect">
            <a:avLst/>
          </a:prstGeom>
          <a:noFill/>
        </p:spPr>
        <p:txBody>
          <a:bodyPr wrap="square">
            <a:spAutoFit/>
          </a:bodyPr>
          <a:lstStyle/>
          <a:p>
            <a:pPr algn="l"/>
            <a:r>
              <a:rPr lang="en-GB" sz="2400" b="0" i="0" u="none" strike="noStrike" baseline="0" dirty="0">
                <a:solidFill>
                  <a:srgbClr val="000000"/>
                </a:solidFill>
                <a:latin typeface="CMSS10"/>
              </a:rPr>
              <a:t>The </a:t>
            </a:r>
            <a:r>
              <a:rPr lang="en-GB" sz="2400" b="0" i="0" u="none" strike="noStrike" baseline="0" dirty="0" err="1">
                <a:solidFill>
                  <a:srgbClr val="000000"/>
                </a:solidFill>
                <a:latin typeface="CMTT10"/>
              </a:rPr>
              <a:t>MainActivity</a:t>
            </a:r>
            <a:r>
              <a:rPr lang="en-GB" sz="2400" b="0" i="0" u="none" strike="noStrike" baseline="0" dirty="0">
                <a:solidFill>
                  <a:srgbClr val="000000"/>
                </a:solidFill>
                <a:latin typeface="CMSS10"/>
              </a:rPr>
              <a:t>:</a:t>
            </a:r>
          </a:p>
          <a:p>
            <a:pPr algn="l"/>
            <a:endParaRPr lang="en-GB" sz="2400" b="0" i="0" u="none" strike="noStrike" baseline="0" dirty="0">
              <a:solidFill>
                <a:srgbClr val="000000"/>
              </a:solidFill>
              <a:latin typeface="CMSS10"/>
            </a:endParaRPr>
          </a:p>
          <a:p>
            <a:pPr algn="l"/>
            <a:r>
              <a:rPr lang="en-GB" sz="1800" b="0" i="0" u="none" strike="noStrike" baseline="0" dirty="0">
                <a:solidFill>
                  <a:srgbClr val="008000"/>
                </a:solidFill>
                <a:latin typeface="CMTT10"/>
              </a:rPr>
              <a:t>package </a:t>
            </a:r>
            <a:r>
              <a:rPr lang="en-GB" sz="1800" b="0" i="0" u="none" strike="noStrike" baseline="0" dirty="0" err="1">
                <a:solidFill>
                  <a:srgbClr val="0000FF"/>
                </a:solidFill>
                <a:latin typeface="CMTT10"/>
              </a:rPr>
              <a:t>com.example.frgmentexample</a:t>
            </a:r>
            <a:r>
              <a:rPr lang="en-GB" sz="1800" b="0" i="0" u="none" strike="noStrike" baseline="0" dirty="0">
                <a:solidFill>
                  <a:srgbClr val="000000"/>
                </a:solidFill>
                <a:latin typeface="CMTT10"/>
              </a:rPr>
              <a:t>;</a:t>
            </a:r>
          </a:p>
          <a:p>
            <a:pPr algn="l"/>
            <a:r>
              <a:rPr lang="en-GB" sz="1800" b="0" i="0" u="none" strike="noStrike" baseline="0" dirty="0">
                <a:solidFill>
                  <a:srgbClr val="008000"/>
                </a:solidFill>
                <a:latin typeface="CMTT10"/>
              </a:rPr>
              <a:t>import </a:t>
            </a:r>
            <a:r>
              <a:rPr lang="en-GB" sz="1800" b="0" i="0" u="none" strike="noStrike" baseline="0" dirty="0" err="1">
                <a:solidFill>
                  <a:srgbClr val="0000FF"/>
                </a:solidFill>
                <a:latin typeface="CMTT10"/>
              </a:rPr>
              <a:t>android.os.Bundle</a:t>
            </a:r>
            <a:r>
              <a:rPr lang="en-GB" sz="1800" b="0" i="0" u="none" strike="noStrike" baseline="0" dirty="0">
                <a:solidFill>
                  <a:srgbClr val="000000"/>
                </a:solidFill>
                <a:latin typeface="CMTT10"/>
              </a:rPr>
              <a:t>;</a:t>
            </a:r>
          </a:p>
          <a:p>
            <a:pPr algn="l"/>
            <a:r>
              <a:rPr lang="en-GB" sz="1800" b="0" i="0" u="none" strike="noStrike" baseline="0" dirty="0">
                <a:solidFill>
                  <a:srgbClr val="008000"/>
                </a:solidFill>
                <a:latin typeface="CMTT10"/>
              </a:rPr>
              <a:t>import </a:t>
            </a:r>
            <a:r>
              <a:rPr lang="en-GB" sz="1800" b="0" i="0" u="none" strike="noStrike" baseline="0" dirty="0" err="1">
                <a:solidFill>
                  <a:srgbClr val="0000FF"/>
                </a:solidFill>
                <a:latin typeface="CMTT10"/>
              </a:rPr>
              <a:t>android.app.Activity</a:t>
            </a:r>
            <a:r>
              <a:rPr lang="en-GB" sz="1800" b="0" i="0" u="none" strike="noStrike" baseline="0" dirty="0">
                <a:solidFill>
                  <a:srgbClr val="000000"/>
                </a:solidFill>
                <a:latin typeface="CMTT10"/>
              </a:rPr>
              <a:t>;</a:t>
            </a:r>
          </a:p>
          <a:p>
            <a:pPr algn="l"/>
            <a:r>
              <a:rPr lang="en-GB" sz="1800" b="0" i="0" u="none" strike="noStrike" baseline="0" dirty="0">
                <a:solidFill>
                  <a:srgbClr val="008000"/>
                </a:solidFill>
                <a:latin typeface="CMTT10"/>
              </a:rPr>
              <a:t>import </a:t>
            </a:r>
            <a:r>
              <a:rPr lang="en-GB" sz="1800" b="0" i="0" u="none" strike="noStrike" baseline="0" dirty="0" err="1">
                <a:solidFill>
                  <a:srgbClr val="0000FF"/>
                </a:solidFill>
                <a:latin typeface="CMTT10"/>
              </a:rPr>
              <a:t>android.view.Menu</a:t>
            </a:r>
            <a:r>
              <a:rPr lang="en-GB" sz="1800" b="0" i="0" u="none" strike="noStrike" baseline="0" dirty="0">
                <a:solidFill>
                  <a:srgbClr val="000000"/>
                </a:solidFill>
                <a:latin typeface="CMTT10"/>
              </a:rPr>
              <a:t>;</a:t>
            </a:r>
          </a:p>
          <a:p>
            <a:pPr algn="l"/>
            <a:endParaRPr lang="en-US" sz="1800" b="0" i="0" u="none" strike="noStrike" baseline="0" dirty="0">
              <a:solidFill>
                <a:srgbClr val="008000"/>
              </a:solidFill>
              <a:latin typeface="CMTT10"/>
            </a:endParaRPr>
          </a:p>
          <a:p>
            <a:pPr algn="l"/>
            <a:r>
              <a:rPr lang="en-US" sz="1800" b="0" i="0" u="none" strike="noStrike" baseline="0" dirty="0">
                <a:solidFill>
                  <a:srgbClr val="008000"/>
                </a:solidFill>
                <a:latin typeface="CMTT10"/>
              </a:rPr>
              <a:t>public class </a:t>
            </a:r>
            <a:r>
              <a:rPr lang="en-US" sz="1800" b="0" i="0" u="none" strike="noStrike" baseline="0" dirty="0" err="1">
                <a:solidFill>
                  <a:srgbClr val="0000FF"/>
                </a:solidFill>
                <a:latin typeface="CMTT10"/>
              </a:rPr>
              <a:t>MainActivity</a:t>
            </a:r>
            <a:r>
              <a:rPr lang="en-US" sz="1800" b="0" i="0" u="none" strike="noStrike" baseline="0" dirty="0">
                <a:solidFill>
                  <a:srgbClr val="0000FF"/>
                </a:solidFill>
                <a:latin typeface="CMTT10"/>
              </a:rPr>
              <a:t> </a:t>
            </a:r>
            <a:r>
              <a:rPr lang="en-US" sz="1800" b="0" i="0" u="none" strike="noStrike" baseline="0" dirty="0">
                <a:solidFill>
                  <a:srgbClr val="008000"/>
                </a:solidFill>
                <a:latin typeface="CMTT10"/>
              </a:rPr>
              <a:t>extends </a:t>
            </a:r>
            <a:r>
              <a:rPr lang="en-US" sz="1800" b="0" i="0" u="none" strike="noStrike" baseline="0" dirty="0">
                <a:solidFill>
                  <a:srgbClr val="000000"/>
                </a:solidFill>
                <a:latin typeface="CMTT10"/>
              </a:rPr>
              <a:t>Activity {</a:t>
            </a:r>
          </a:p>
          <a:p>
            <a:pPr algn="l"/>
            <a:r>
              <a:rPr lang="en-US" sz="1800" b="0" i="0" u="none" strike="noStrike" baseline="0" dirty="0">
                <a:solidFill>
                  <a:srgbClr val="008000"/>
                </a:solidFill>
                <a:latin typeface="CMTT10"/>
              </a:rPr>
              <a:t>        protected </a:t>
            </a:r>
            <a:r>
              <a:rPr lang="en-US" sz="1800" b="0" i="0" u="none" strike="noStrike" baseline="0" dirty="0">
                <a:solidFill>
                  <a:srgbClr val="B10040"/>
                </a:solidFill>
                <a:latin typeface="CMTT10"/>
              </a:rPr>
              <a:t>void </a:t>
            </a:r>
            <a:r>
              <a:rPr lang="en-US" sz="1800" b="0" i="0" u="none" strike="noStrike" baseline="0" dirty="0" err="1">
                <a:solidFill>
                  <a:srgbClr val="0000FF"/>
                </a:solidFill>
                <a:latin typeface="CMTT10"/>
              </a:rPr>
              <a:t>onCreate</a:t>
            </a:r>
            <a:r>
              <a:rPr lang="en-US" sz="1800" b="0" i="0" u="none" strike="noStrike" baseline="0" dirty="0">
                <a:solidFill>
                  <a:srgbClr val="000000"/>
                </a:solidFill>
                <a:latin typeface="CMTT10"/>
              </a:rPr>
              <a:t>(Bundle </a:t>
            </a:r>
            <a:r>
              <a:rPr lang="en-US" sz="1800" b="0" i="0" u="none" strike="noStrike" baseline="0" dirty="0" err="1">
                <a:solidFill>
                  <a:srgbClr val="000000"/>
                </a:solidFill>
                <a:latin typeface="CMTT10"/>
              </a:rPr>
              <a:t>savedInstanceState</a:t>
            </a:r>
            <a:r>
              <a:rPr lang="en-US" sz="1800" b="0" i="0" u="none" strike="noStrike" baseline="0" dirty="0">
                <a:solidFill>
                  <a:srgbClr val="000000"/>
                </a:solidFill>
                <a:latin typeface="CMTT10"/>
              </a:rPr>
              <a:t>) {</a:t>
            </a:r>
          </a:p>
          <a:p>
            <a:pPr algn="l"/>
            <a:r>
              <a:rPr lang="en-GB" sz="1800" b="0" i="0" u="none" strike="noStrike" baseline="0" dirty="0">
                <a:solidFill>
                  <a:srgbClr val="008000"/>
                </a:solidFill>
                <a:latin typeface="CMTT10"/>
              </a:rPr>
              <a:t>        </a:t>
            </a:r>
            <a:r>
              <a:rPr lang="en-GB" sz="1800" b="0" i="0" u="none" strike="noStrike" baseline="0" dirty="0" err="1">
                <a:solidFill>
                  <a:srgbClr val="008000"/>
                </a:solidFill>
                <a:latin typeface="CMTT10"/>
              </a:rPr>
              <a:t>super</a:t>
            </a:r>
            <a:r>
              <a:rPr lang="en-GB" sz="1800" b="0" i="0" u="none" strike="noStrike" baseline="0" dirty="0" err="1">
                <a:solidFill>
                  <a:srgbClr val="000000"/>
                </a:solidFill>
                <a:latin typeface="CMTT10"/>
              </a:rPr>
              <a:t>.</a:t>
            </a:r>
            <a:r>
              <a:rPr lang="en-GB" sz="1800" b="0" i="0" u="none" strike="noStrike" baseline="0" dirty="0" err="1">
                <a:solidFill>
                  <a:srgbClr val="7D8F29"/>
                </a:solidFill>
                <a:latin typeface="CMTT10"/>
              </a:rPr>
              <a:t>onCreate</a:t>
            </a:r>
            <a:r>
              <a:rPr lang="en-GB" sz="1800" b="0" i="0" u="none" strike="noStrike" baseline="0" dirty="0">
                <a:solidFill>
                  <a:srgbClr val="000000"/>
                </a:solidFill>
                <a:latin typeface="CMTT10"/>
              </a:rPr>
              <a:t>(</a:t>
            </a:r>
            <a:r>
              <a:rPr lang="en-GB" sz="1800" b="0" i="0" u="none" strike="noStrike" baseline="0" dirty="0" err="1">
                <a:solidFill>
                  <a:srgbClr val="000000"/>
                </a:solidFill>
                <a:latin typeface="CMTT10"/>
              </a:rPr>
              <a:t>savedInstanceState</a:t>
            </a:r>
            <a:r>
              <a:rPr lang="en-GB" sz="1800" b="0" i="0" u="none" strike="noStrike" baseline="0" dirty="0">
                <a:solidFill>
                  <a:srgbClr val="000000"/>
                </a:solidFill>
                <a:latin typeface="CMTT10"/>
              </a:rPr>
              <a:t>);</a:t>
            </a:r>
          </a:p>
          <a:p>
            <a:pPr algn="l"/>
            <a:r>
              <a:rPr lang="en-US" sz="1800" b="0" i="0" u="none" strike="noStrike" baseline="0" dirty="0">
                <a:solidFill>
                  <a:srgbClr val="000000"/>
                </a:solidFill>
                <a:latin typeface="CMTT10"/>
              </a:rPr>
              <a:t>        </a:t>
            </a:r>
            <a:r>
              <a:rPr lang="en-US" sz="1800" b="0" i="0" u="none" strike="noStrike" baseline="0" dirty="0" err="1">
                <a:solidFill>
                  <a:srgbClr val="000000"/>
                </a:solidFill>
                <a:latin typeface="CMTT10"/>
              </a:rPr>
              <a:t>setContentView</a:t>
            </a:r>
            <a:r>
              <a:rPr lang="en-US" sz="1800" b="0" i="0" u="none" strike="noStrike" baseline="0" dirty="0">
                <a:solidFill>
                  <a:srgbClr val="000000"/>
                </a:solidFill>
                <a:latin typeface="CMTT10"/>
              </a:rPr>
              <a:t>(</a:t>
            </a:r>
            <a:r>
              <a:rPr lang="en-US" sz="1800" b="0" i="0" u="none" strike="noStrike" baseline="0" dirty="0" err="1">
                <a:solidFill>
                  <a:srgbClr val="000000"/>
                </a:solidFill>
                <a:latin typeface="CMTT10"/>
              </a:rPr>
              <a:t>R.</a:t>
            </a:r>
            <a:r>
              <a:rPr lang="en-US" sz="1800" b="0" i="0" u="none" strike="noStrike" baseline="0" dirty="0" err="1">
                <a:solidFill>
                  <a:srgbClr val="7D8F29"/>
                </a:solidFill>
                <a:latin typeface="CMTT10"/>
              </a:rPr>
              <a:t>layout</a:t>
            </a:r>
            <a:r>
              <a:rPr lang="en-US" sz="1800" b="0" i="0" u="none" strike="noStrike" baseline="0" dirty="0" err="1">
                <a:solidFill>
                  <a:srgbClr val="000000"/>
                </a:solidFill>
                <a:latin typeface="CMTT10"/>
              </a:rPr>
              <a:t>.</a:t>
            </a:r>
            <a:r>
              <a:rPr lang="en-US" sz="1800" b="0" i="0" u="none" strike="noStrike" baseline="0" dirty="0" err="1">
                <a:solidFill>
                  <a:srgbClr val="7D8F29"/>
                </a:solidFill>
                <a:latin typeface="CMTT10"/>
              </a:rPr>
              <a:t>activity_main</a:t>
            </a:r>
            <a:r>
              <a:rPr lang="en-US" sz="1800" b="0" i="0" u="none" strike="noStrike" baseline="0" dirty="0">
                <a:solidFill>
                  <a:srgbClr val="000000"/>
                </a:solidFill>
                <a:latin typeface="CMTT10"/>
              </a:rPr>
              <a:t>);</a:t>
            </a:r>
          </a:p>
          <a:p>
            <a:pPr algn="l"/>
            <a:r>
              <a:rPr lang="en-GB" sz="1800" b="0" i="0" u="none" strike="noStrike" baseline="0" dirty="0">
                <a:solidFill>
                  <a:srgbClr val="000000"/>
                </a:solidFill>
                <a:latin typeface="CMTT10"/>
              </a:rPr>
              <a:t>}</a:t>
            </a:r>
          </a:p>
          <a:p>
            <a:pPr algn="l"/>
            <a:endParaRPr lang="en-GB" sz="1800" b="0" i="0" u="none" strike="noStrike" baseline="0" dirty="0">
              <a:solidFill>
                <a:srgbClr val="008000"/>
              </a:solidFill>
              <a:latin typeface="CMTT10"/>
            </a:endParaRPr>
          </a:p>
          <a:p>
            <a:pPr algn="l"/>
            <a:r>
              <a:rPr lang="en-GB" sz="1800" b="0" i="0" u="none" strike="noStrike" baseline="0" dirty="0">
                <a:solidFill>
                  <a:srgbClr val="008000"/>
                </a:solidFill>
                <a:latin typeface="CMTT10"/>
              </a:rPr>
              <a:t>public </a:t>
            </a:r>
            <a:r>
              <a:rPr lang="en-GB" sz="1800" b="0" i="0" u="none" strike="noStrike" baseline="0" dirty="0" err="1">
                <a:solidFill>
                  <a:srgbClr val="B10040"/>
                </a:solidFill>
                <a:latin typeface="CMTT10"/>
              </a:rPr>
              <a:t>boolean</a:t>
            </a:r>
            <a:r>
              <a:rPr lang="en-GB" sz="1800" b="0" i="0" u="none" strike="noStrike" baseline="0" dirty="0">
                <a:solidFill>
                  <a:srgbClr val="B10040"/>
                </a:solidFill>
                <a:latin typeface="CMTT10"/>
              </a:rPr>
              <a:t> </a:t>
            </a:r>
            <a:r>
              <a:rPr lang="en-GB" sz="1800" b="0" i="0" u="none" strike="noStrike" baseline="0" dirty="0" err="1">
                <a:solidFill>
                  <a:srgbClr val="0000FF"/>
                </a:solidFill>
                <a:latin typeface="CMTT10"/>
              </a:rPr>
              <a:t>onCreateOptionsMenu</a:t>
            </a:r>
            <a:r>
              <a:rPr lang="en-GB" sz="1800" b="0" i="0" u="none" strike="noStrike" baseline="0" dirty="0">
                <a:solidFill>
                  <a:srgbClr val="000000"/>
                </a:solidFill>
                <a:latin typeface="CMTT10"/>
              </a:rPr>
              <a:t>(Menu menu) {</a:t>
            </a:r>
          </a:p>
          <a:p>
            <a:pPr algn="l"/>
            <a:r>
              <a:rPr lang="en-US" sz="1800" b="0" i="0" u="none" strike="noStrike" baseline="0" dirty="0">
                <a:solidFill>
                  <a:srgbClr val="408080"/>
                </a:solidFill>
                <a:latin typeface="CMITT10"/>
              </a:rPr>
              <a:t>         </a:t>
            </a:r>
            <a:r>
              <a:rPr lang="en-US" sz="1400" b="0" i="0" u="none" strike="noStrike" baseline="0" dirty="0">
                <a:solidFill>
                  <a:srgbClr val="408080"/>
                </a:solidFill>
                <a:latin typeface="CMITT10"/>
              </a:rPr>
              <a:t>/* Inflate the menu; this adds items to the action bar </a:t>
            </a:r>
            <a:r>
              <a:rPr lang="en-GB" sz="1400" b="0" i="0" u="none" strike="noStrike" baseline="0" dirty="0">
                <a:solidFill>
                  <a:srgbClr val="408080"/>
                </a:solidFill>
                <a:latin typeface="CMITT10"/>
              </a:rPr>
              <a:t>if it is present. */</a:t>
            </a:r>
          </a:p>
          <a:p>
            <a:pPr algn="l"/>
            <a:r>
              <a:rPr lang="en-US" dirty="0">
                <a:solidFill>
                  <a:srgbClr val="000000"/>
                </a:solidFill>
                <a:latin typeface="CMTT10"/>
              </a:rPr>
              <a:t>        </a:t>
            </a:r>
            <a:r>
              <a:rPr lang="en-US" sz="1800" b="0" i="0" u="none" strike="noStrike" baseline="0" dirty="0" err="1">
                <a:solidFill>
                  <a:srgbClr val="000000"/>
                </a:solidFill>
                <a:latin typeface="CMTT10"/>
              </a:rPr>
              <a:t>getMenuInflater</a:t>
            </a:r>
            <a:r>
              <a:rPr lang="en-US" sz="1800" b="0" i="0" u="none" strike="noStrike" baseline="0" dirty="0">
                <a:solidFill>
                  <a:srgbClr val="000000"/>
                </a:solidFill>
                <a:latin typeface="CMTT10"/>
              </a:rPr>
              <a:t>().</a:t>
            </a:r>
            <a:r>
              <a:rPr lang="en-US" sz="1800" b="0" i="0" u="none" strike="noStrike" baseline="0" dirty="0">
                <a:solidFill>
                  <a:srgbClr val="7D8F29"/>
                </a:solidFill>
                <a:latin typeface="CMTT10"/>
              </a:rPr>
              <a:t>inflate</a:t>
            </a:r>
            <a:r>
              <a:rPr lang="en-US" sz="1800" b="0" i="0" u="none" strike="noStrike" baseline="0" dirty="0">
                <a:solidFill>
                  <a:srgbClr val="000000"/>
                </a:solidFill>
                <a:latin typeface="CMTT10"/>
              </a:rPr>
              <a:t>(</a:t>
            </a:r>
            <a:r>
              <a:rPr lang="en-US" sz="1800" b="0" i="0" u="none" strike="noStrike" baseline="0" dirty="0" err="1">
                <a:solidFill>
                  <a:srgbClr val="000000"/>
                </a:solidFill>
                <a:latin typeface="CMTT10"/>
              </a:rPr>
              <a:t>R.</a:t>
            </a:r>
            <a:r>
              <a:rPr lang="en-US" sz="1800" b="0" i="0" u="none" strike="noStrike" baseline="0" dirty="0" err="1">
                <a:solidFill>
                  <a:srgbClr val="7D8F29"/>
                </a:solidFill>
                <a:latin typeface="CMTT10"/>
              </a:rPr>
              <a:t>menu</a:t>
            </a:r>
            <a:r>
              <a:rPr lang="en-US" sz="1800" b="0" i="0" u="none" strike="noStrike" baseline="0" dirty="0" err="1">
                <a:solidFill>
                  <a:srgbClr val="000000"/>
                </a:solidFill>
                <a:latin typeface="CMTT10"/>
              </a:rPr>
              <a:t>.</a:t>
            </a:r>
            <a:r>
              <a:rPr lang="en-US" sz="1800" b="0" i="0" u="none" strike="noStrike" baseline="0" dirty="0" err="1">
                <a:solidFill>
                  <a:srgbClr val="7D8F29"/>
                </a:solidFill>
                <a:latin typeface="CMTT10"/>
              </a:rPr>
              <a:t>main</a:t>
            </a:r>
            <a:r>
              <a:rPr lang="en-US" sz="1800" b="0" i="0" u="none" strike="noStrike" baseline="0" dirty="0">
                <a:solidFill>
                  <a:srgbClr val="000000"/>
                </a:solidFill>
                <a:latin typeface="CMTT10"/>
              </a:rPr>
              <a:t>, menu);</a:t>
            </a:r>
          </a:p>
          <a:p>
            <a:pPr algn="l"/>
            <a:r>
              <a:rPr lang="en-GB" sz="1800" b="0" i="0" u="none" strike="noStrike" baseline="0" dirty="0">
                <a:solidFill>
                  <a:srgbClr val="008000"/>
                </a:solidFill>
                <a:latin typeface="CMTT10"/>
              </a:rPr>
              <a:t>         return true</a:t>
            </a:r>
            <a:r>
              <a:rPr lang="en-GB" sz="1800" b="0" i="0" u="none" strike="noStrike" baseline="0" dirty="0">
                <a:solidFill>
                  <a:srgbClr val="000000"/>
                </a:solidFill>
                <a:latin typeface="CMTT10"/>
              </a:rPr>
              <a:t>;</a:t>
            </a:r>
          </a:p>
          <a:p>
            <a:pPr algn="l"/>
            <a:r>
              <a:rPr lang="en-GB" sz="1800" b="0" i="0" u="none" strike="noStrike" baseline="0" dirty="0">
                <a:solidFill>
                  <a:srgbClr val="000000"/>
                </a:solidFill>
                <a:latin typeface="CMTT10"/>
              </a:rPr>
              <a:t>}</a:t>
            </a:r>
          </a:p>
          <a:p>
            <a:pPr algn="l"/>
            <a:r>
              <a:rPr lang="en-GB" sz="1800" b="0" i="0" u="none" strike="noStrike" baseline="0" dirty="0">
                <a:solidFill>
                  <a:srgbClr val="000000"/>
                </a:solidFill>
                <a:latin typeface="CMTT10"/>
              </a:rPr>
              <a:t>}  </a:t>
            </a:r>
            <a:endParaRPr lang="en-GB" dirty="0"/>
          </a:p>
        </p:txBody>
      </p:sp>
    </p:spTree>
    <p:extLst>
      <p:ext uri="{BB962C8B-B14F-4D97-AF65-F5344CB8AC3E}">
        <p14:creationId xmlns:p14="http://schemas.microsoft.com/office/powerpoint/2010/main" val="2040711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526FC-AEFE-BA94-9B01-C7F058CAE2A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8E88A7-1A1C-E17D-4E99-F33FDF8A5BAD}"/>
              </a:ext>
            </a:extLst>
          </p:cNvPr>
          <p:cNvSpPr>
            <a:spLocks noGrp="1"/>
          </p:cNvSpPr>
          <p:nvPr>
            <p:ph type="sldNum" idx="12"/>
          </p:nvPr>
        </p:nvSpPr>
        <p:spPr/>
        <p:txBody>
          <a:bodyPr/>
          <a:lstStyle/>
          <a:p>
            <a:pPr algn="r"/>
            <a:fld id="{00000000-1234-1234-1234-123412341234}" type="slidenum">
              <a:rPr lang="en" smtClean="0"/>
              <a:pPr algn="r"/>
              <a:t>26</a:t>
            </a:fld>
            <a:endParaRPr lang="en"/>
          </a:p>
        </p:txBody>
      </p:sp>
      <p:sp>
        <p:nvSpPr>
          <p:cNvPr id="3" name="Title 2">
            <a:extLst>
              <a:ext uri="{FF2B5EF4-FFF2-40B4-BE49-F238E27FC236}">
                <a16:creationId xmlns:a16="http://schemas.microsoft.com/office/drawing/2014/main" id="{B8AF6584-F733-C2BA-3634-408E6F51B393}"/>
              </a:ext>
            </a:extLst>
          </p:cNvPr>
          <p:cNvSpPr>
            <a:spLocks noGrp="1"/>
          </p:cNvSpPr>
          <p:nvPr>
            <p:ph type="title"/>
          </p:nvPr>
        </p:nvSpPr>
        <p:spPr/>
        <p:txBody>
          <a:bodyPr/>
          <a:lstStyle/>
          <a:p>
            <a:r>
              <a:rPr lang="en-GB" sz="3600" b="1" i="0" u="none" strike="noStrike" baseline="0" dirty="0">
                <a:solidFill>
                  <a:schemeClr val="bg1"/>
                </a:solidFill>
                <a:latin typeface="Georgia" panose="02040502050405020303" pitchFamily="18" charset="0"/>
              </a:rPr>
              <a:t> Example for using Fragments </a:t>
            </a:r>
            <a:r>
              <a:rPr lang="en-GB" sz="2400" b="1" dirty="0">
                <a:solidFill>
                  <a:schemeClr val="bg1"/>
                </a:solidFill>
                <a:latin typeface="Georgia" panose="02040502050405020303" pitchFamily="18" charset="0"/>
              </a:rPr>
              <a:t>(cont’d)</a:t>
            </a:r>
            <a:endParaRPr lang="en-GB" dirty="0">
              <a:solidFill>
                <a:schemeClr val="bg1"/>
              </a:solidFill>
            </a:endParaRPr>
          </a:p>
        </p:txBody>
      </p:sp>
      <p:sp>
        <p:nvSpPr>
          <p:cNvPr id="5" name="TextBox 4">
            <a:extLst>
              <a:ext uri="{FF2B5EF4-FFF2-40B4-BE49-F238E27FC236}">
                <a16:creationId xmlns:a16="http://schemas.microsoft.com/office/drawing/2014/main" id="{C5355E21-4FDD-3EDC-16FF-505FC78DFD58}"/>
              </a:ext>
            </a:extLst>
          </p:cNvPr>
          <p:cNvSpPr txBox="1"/>
          <p:nvPr/>
        </p:nvSpPr>
        <p:spPr>
          <a:xfrm>
            <a:off x="128464" y="1772816"/>
            <a:ext cx="8856984" cy="3416320"/>
          </a:xfrm>
          <a:prstGeom prst="rect">
            <a:avLst/>
          </a:prstGeom>
          <a:noFill/>
        </p:spPr>
        <p:txBody>
          <a:bodyPr wrap="square">
            <a:spAutoFit/>
          </a:bodyPr>
          <a:lstStyle/>
          <a:p>
            <a:pPr algn="l"/>
            <a:r>
              <a:rPr lang="en-US" sz="2800" b="0" i="0" u="none" strike="noStrike" baseline="0" dirty="0">
                <a:solidFill>
                  <a:srgbClr val="000000"/>
                </a:solidFill>
                <a:latin typeface="CMSS10"/>
              </a:rPr>
              <a:t>The layout of the main activity (portrait mode):</a:t>
            </a:r>
          </a:p>
          <a:p>
            <a:pPr algn="l"/>
            <a:endParaRPr lang="en-US" sz="2800" b="0" i="0" u="none" strike="noStrike" baseline="0" dirty="0">
              <a:solidFill>
                <a:srgbClr val="000000"/>
              </a:solidFill>
              <a:latin typeface="CMSS10"/>
            </a:endParaRPr>
          </a:p>
          <a:p>
            <a:pPr algn="l"/>
            <a:r>
              <a:rPr lang="en-US" sz="2000" b="0" i="0" u="none" strike="noStrike" baseline="0" dirty="0">
                <a:latin typeface="CMTT9"/>
              </a:rPr>
              <a:t>&lt;</a:t>
            </a:r>
            <a:r>
              <a:rPr lang="en-US" sz="2000" b="0" i="0" u="none" strike="noStrike" baseline="0" dirty="0" err="1">
                <a:latin typeface="CMTT9"/>
              </a:rPr>
              <a:t>FrameLayout</a:t>
            </a:r>
            <a:r>
              <a:rPr lang="en-US" sz="2000" b="0" i="0" u="none" strike="noStrike" baseline="0" dirty="0">
                <a:latin typeface="CMTT9"/>
              </a:rPr>
              <a:t> </a:t>
            </a:r>
            <a:r>
              <a:rPr lang="en-US" sz="2000" b="0" i="0" u="none" strike="noStrike" baseline="0" dirty="0" err="1">
                <a:latin typeface="CMTT9"/>
              </a:rPr>
              <a:t>xmlns:android</a:t>
            </a:r>
            <a:r>
              <a:rPr lang="en-US" sz="2000" b="0" i="0" u="none" strike="noStrike" baseline="0" dirty="0">
                <a:latin typeface="CMTT9"/>
              </a:rPr>
              <a:t>="http://schemas.android.com/</a:t>
            </a:r>
            <a:r>
              <a:rPr lang="en-US" sz="2000" b="0" i="0" u="none" strike="noStrike" baseline="0" dirty="0" err="1">
                <a:latin typeface="CMTT9"/>
              </a:rPr>
              <a:t>apk</a:t>
            </a:r>
            <a:r>
              <a:rPr lang="en-US" sz="2000" b="0" i="0" u="none" strike="noStrike" baseline="0" dirty="0">
                <a:latin typeface="CMTT9"/>
              </a:rPr>
              <a:t>/res/android"</a:t>
            </a:r>
          </a:p>
          <a:p>
            <a:pPr algn="l"/>
            <a:r>
              <a:rPr lang="en-US" sz="2000" b="0" i="0" u="none" strike="noStrike" baseline="0" dirty="0">
                <a:latin typeface="CMTT9"/>
              </a:rPr>
              <a:t>              </a:t>
            </a:r>
            <a:r>
              <a:rPr lang="en-US" sz="2000" b="0" i="0" u="none" strike="noStrike" baseline="0" dirty="0" err="1">
                <a:latin typeface="CMTT9"/>
              </a:rPr>
              <a:t>android:layout_width</a:t>
            </a:r>
            <a:r>
              <a:rPr lang="en-US" sz="2000" b="0" i="0" u="none" strike="noStrike" baseline="0" dirty="0">
                <a:latin typeface="CMTT9"/>
              </a:rPr>
              <a:t>="</a:t>
            </a:r>
            <a:r>
              <a:rPr lang="en-US" sz="2000" b="0" i="0" u="none" strike="noStrike" baseline="0" dirty="0" err="1">
                <a:latin typeface="CMTT9"/>
              </a:rPr>
              <a:t>match_parent</a:t>
            </a:r>
            <a:r>
              <a:rPr lang="en-US" sz="2000" b="0" i="0" u="none" strike="noStrike" baseline="0" dirty="0">
                <a:latin typeface="CMTT9"/>
              </a:rPr>
              <a:t>"</a:t>
            </a:r>
          </a:p>
          <a:p>
            <a:pPr algn="l"/>
            <a:r>
              <a:rPr lang="en-US" sz="2000" b="0" i="0" u="none" strike="noStrike" baseline="0" dirty="0">
                <a:latin typeface="CMTT9"/>
              </a:rPr>
              <a:t>              </a:t>
            </a:r>
            <a:r>
              <a:rPr lang="en-US" sz="2000" b="0" i="0" u="none" strike="noStrike" baseline="0" dirty="0" err="1">
                <a:latin typeface="CMTT9"/>
              </a:rPr>
              <a:t>android:layout_height</a:t>
            </a:r>
            <a:r>
              <a:rPr lang="en-US" sz="2000" b="0" i="0" u="none" strike="noStrike" baseline="0" dirty="0">
                <a:latin typeface="CMTT9"/>
              </a:rPr>
              <a:t>="</a:t>
            </a:r>
            <a:r>
              <a:rPr lang="en-US" sz="2000" b="0" i="0" u="none" strike="noStrike" baseline="0" dirty="0" err="1">
                <a:latin typeface="CMTT9"/>
              </a:rPr>
              <a:t>match_parent</a:t>
            </a:r>
            <a:r>
              <a:rPr lang="en-US" sz="2000" b="0" i="0" u="none" strike="noStrike" baseline="0" dirty="0">
                <a:latin typeface="CMTT9"/>
              </a:rPr>
              <a:t>"&gt;</a:t>
            </a:r>
          </a:p>
          <a:p>
            <a:pPr algn="l"/>
            <a:r>
              <a:rPr lang="en-US" sz="2000" b="0" i="0" u="none" strike="noStrike" baseline="0" dirty="0">
                <a:latin typeface="CMTT9"/>
              </a:rPr>
              <a:t>             &lt;fragment class="</a:t>
            </a:r>
            <a:r>
              <a:rPr lang="en-US" sz="2000" b="0" i="0" u="none" strike="noStrike" baseline="0" dirty="0" err="1">
                <a:latin typeface="CMTT9"/>
              </a:rPr>
              <a:t>com.example.frgmentexample.TitlesFragment</a:t>
            </a:r>
            <a:r>
              <a:rPr lang="en-US" sz="2000" b="0" i="0" u="none" strike="noStrike" baseline="0" dirty="0">
                <a:latin typeface="CMTT9"/>
              </a:rPr>
              <a:t>"</a:t>
            </a:r>
          </a:p>
          <a:p>
            <a:pPr algn="l"/>
            <a:r>
              <a:rPr lang="en-GB" sz="2000" b="0" i="0" u="none" strike="noStrike" baseline="0" dirty="0">
                <a:latin typeface="CMTT9"/>
              </a:rPr>
              <a:t>                               </a:t>
            </a:r>
            <a:r>
              <a:rPr lang="en-GB" sz="2000" b="0" i="0" u="none" strike="noStrike" baseline="0" dirty="0" err="1">
                <a:latin typeface="CMTT9"/>
              </a:rPr>
              <a:t>android:id</a:t>
            </a:r>
            <a:r>
              <a:rPr lang="en-GB" sz="2000" b="0" i="0" u="none" strike="noStrike" baseline="0" dirty="0">
                <a:latin typeface="CMTT9"/>
              </a:rPr>
              <a:t>="@+id/titles"</a:t>
            </a:r>
          </a:p>
          <a:p>
            <a:pPr algn="l"/>
            <a:r>
              <a:rPr lang="en-US" sz="2000" b="0" i="0" u="none" strike="noStrike" baseline="0" dirty="0">
                <a:latin typeface="CMTT9"/>
              </a:rPr>
              <a:t>                              </a:t>
            </a:r>
            <a:r>
              <a:rPr lang="en-US" sz="2000" b="0" i="0" u="none" strike="noStrike" baseline="0" dirty="0" err="1">
                <a:latin typeface="CMTT9"/>
              </a:rPr>
              <a:t>android:layout_width</a:t>
            </a:r>
            <a:r>
              <a:rPr lang="en-US" sz="2000" b="0" i="0" u="none" strike="noStrike" baseline="0" dirty="0">
                <a:latin typeface="CMTT9"/>
              </a:rPr>
              <a:t>="</a:t>
            </a:r>
            <a:r>
              <a:rPr lang="en-US" sz="2000" b="0" i="0" u="none" strike="noStrike" baseline="0" dirty="0" err="1">
                <a:latin typeface="CMTT9"/>
              </a:rPr>
              <a:t>match_parent</a:t>
            </a:r>
            <a:r>
              <a:rPr lang="en-US" sz="2000" b="0" i="0" u="none" strike="noStrike" baseline="0" dirty="0">
                <a:latin typeface="CMTT9"/>
              </a:rPr>
              <a:t>"</a:t>
            </a:r>
          </a:p>
          <a:p>
            <a:pPr algn="l"/>
            <a:r>
              <a:rPr lang="en-US" sz="2000" b="0" i="0" u="none" strike="noStrike" baseline="0" dirty="0">
                <a:latin typeface="CMTT9"/>
              </a:rPr>
              <a:t>                              </a:t>
            </a:r>
            <a:r>
              <a:rPr lang="en-US" sz="2000" b="0" i="0" u="none" strike="noStrike" baseline="0" dirty="0" err="1">
                <a:latin typeface="CMTT9"/>
              </a:rPr>
              <a:t>android:layout_height</a:t>
            </a:r>
            <a:r>
              <a:rPr lang="en-US" sz="2000" b="0" i="0" u="none" strike="noStrike" baseline="0" dirty="0">
                <a:latin typeface="CMTT9"/>
              </a:rPr>
              <a:t>="</a:t>
            </a:r>
            <a:r>
              <a:rPr lang="en-US" sz="2000" b="0" i="0" u="none" strike="noStrike" baseline="0" dirty="0" err="1">
                <a:latin typeface="CMTT9"/>
              </a:rPr>
              <a:t>match_parent</a:t>
            </a:r>
            <a:r>
              <a:rPr lang="en-US" sz="2000" b="0" i="0" u="none" strike="noStrike" baseline="0" dirty="0">
                <a:latin typeface="CMTT9"/>
              </a:rPr>
              <a:t>" /&gt;</a:t>
            </a:r>
          </a:p>
          <a:p>
            <a:pPr algn="l"/>
            <a:r>
              <a:rPr lang="en-GB" sz="2000" b="0" i="0" u="none" strike="noStrike" baseline="0" dirty="0">
                <a:latin typeface="CMTT9"/>
              </a:rPr>
              <a:t>&lt;/</a:t>
            </a:r>
            <a:r>
              <a:rPr lang="en-GB" sz="2000" b="0" i="0" u="none" strike="noStrike" baseline="0" dirty="0" err="1">
                <a:latin typeface="CMTT9"/>
              </a:rPr>
              <a:t>FrameLayout</a:t>
            </a:r>
            <a:r>
              <a:rPr lang="en-GB" sz="2000" b="0" i="0" u="none" strike="noStrike" baseline="0" dirty="0">
                <a:latin typeface="CMTT9"/>
              </a:rPr>
              <a:t>&gt;</a:t>
            </a:r>
            <a:endParaRPr lang="en-GB" sz="2000" dirty="0"/>
          </a:p>
        </p:txBody>
      </p:sp>
    </p:spTree>
    <p:extLst>
      <p:ext uri="{BB962C8B-B14F-4D97-AF65-F5344CB8AC3E}">
        <p14:creationId xmlns:p14="http://schemas.microsoft.com/office/powerpoint/2010/main" val="2988608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BCBB4-BCD9-B1DF-B209-96A3EDDA886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7C0AD4-AE95-D1AE-3351-40F0A1198359}"/>
              </a:ext>
            </a:extLst>
          </p:cNvPr>
          <p:cNvSpPr>
            <a:spLocks noGrp="1"/>
          </p:cNvSpPr>
          <p:nvPr>
            <p:ph type="sldNum" idx="12"/>
          </p:nvPr>
        </p:nvSpPr>
        <p:spPr/>
        <p:txBody>
          <a:bodyPr/>
          <a:lstStyle/>
          <a:p>
            <a:pPr algn="r"/>
            <a:fld id="{00000000-1234-1234-1234-123412341234}" type="slidenum">
              <a:rPr lang="en" smtClean="0"/>
              <a:pPr algn="r"/>
              <a:t>27</a:t>
            </a:fld>
            <a:endParaRPr lang="en"/>
          </a:p>
        </p:txBody>
      </p:sp>
      <p:sp>
        <p:nvSpPr>
          <p:cNvPr id="2" name="Title 2">
            <a:extLst>
              <a:ext uri="{FF2B5EF4-FFF2-40B4-BE49-F238E27FC236}">
                <a16:creationId xmlns:a16="http://schemas.microsoft.com/office/drawing/2014/main" id="{64F3AE2E-4EDB-A71F-9FA2-37B790E2D61A}"/>
              </a:ext>
            </a:extLst>
          </p:cNvPr>
          <p:cNvSpPr>
            <a:spLocks noGrp="1"/>
          </p:cNvSpPr>
          <p:nvPr>
            <p:ph type="title"/>
          </p:nvPr>
        </p:nvSpPr>
        <p:spPr>
          <a:xfrm>
            <a:off x="337675" y="227760"/>
            <a:ext cx="9230650" cy="763600"/>
          </a:xfrm>
        </p:spPr>
        <p:txBody>
          <a:bodyPr/>
          <a:lstStyle/>
          <a:p>
            <a:r>
              <a:rPr lang="en-GB" sz="3600" b="1" i="0" u="none" strike="noStrike" baseline="0" dirty="0">
                <a:solidFill>
                  <a:schemeClr val="bg1"/>
                </a:solidFill>
                <a:latin typeface="Georgia" panose="02040502050405020303" pitchFamily="18" charset="0"/>
              </a:rPr>
              <a:t> Example for using Fragments </a:t>
            </a:r>
            <a:r>
              <a:rPr lang="en-GB" sz="2400" b="1" dirty="0">
                <a:solidFill>
                  <a:schemeClr val="bg1"/>
                </a:solidFill>
                <a:latin typeface="Georgia" panose="02040502050405020303" pitchFamily="18" charset="0"/>
              </a:rPr>
              <a:t>(cont’d)</a:t>
            </a:r>
            <a:endParaRPr lang="en-GB" dirty="0">
              <a:solidFill>
                <a:schemeClr val="bg1"/>
              </a:solidFill>
            </a:endParaRPr>
          </a:p>
        </p:txBody>
      </p:sp>
      <p:sp>
        <p:nvSpPr>
          <p:cNvPr id="5" name="TextBox 4">
            <a:extLst>
              <a:ext uri="{FF2B5EF4-FFF2-40B4-BE49-F238E27FC236}">
                <a16:creationId xmlns:a16="http://schemas.microsoft.com/office/drawing/2014/main" id="{240B9CE0-52FA-B4F0-8D4E-4F6629BB1EE4}"/>
              </a:ext>
            </a:extLst>
          </p:cNvPr>
          <p:cNvSpPr txBox="1"/>
          <p:nvPr/>
        </p:nvSpPr>
        <p:spPr>
          <a:xfrm>
            <a:off x="0" y="1340768"/>
            <a:ext cx="9932489" cy="4801314"/>
          </a:xfrm>
          <a:prstGeom prst="rect">
            <a:avLst/>
          </a:prstGeom>
          <a:noFill/>
        </p:spPr>
        <p:txBody>
          <a:bodyPr wrap="square">
            <a:spAutoFit/>
          </a:bodyPr>
          <a:lstStyle/>
          <a:p>
            <a:pPr algn="l"/>
            <a:r>
              <a:rPr lang="en-US" b="0" i="0" u="none" strike="noStrike" baseline="0" dirty="0">
                <a:solidFill>
                  <a:srgbClr val="000000"/>
                </a:solidFill>
                <a:latin typeface="CMSS10"/>
              </a:rPr>
              <a:t>The layout of the main activity (landscape mode - it should be placed in </a:t>
            </a:r>
            <a:r>
              <a:rPr lang="en-GB" b="0" i="0" u="none" strike="noStrike" baseline="0" dirty="0">
                <a:solidFill>
                  <a:srgbClr val="000000"/>
                </a:solidFill>
                <a:latin typeface="CMSS10"/>
              </a:rPr>
              <a:t>the </a:t>
            </a:r>
            <a:r>
              <a:rPr lang="en-GB" b="1" i="1" u="none" strike="noStrike" baseline="0" dirty="0">
                <a:solidFill>
                  <a:srgbClr val="000000"/>
                </a:solidFill>
                <a:latin typeface="CMTT10"/>
              </a:rPr>
              <a:t>res/layout-land </a:t>
            </a:r>
            <a:r>
              <a:rPr lang="en-GB" b="1" i="1" u="none" strike="noStrike" baseline="0" dirty="0">
                <a:solidFill>
                  <a:srgbClr val="000000"/>
                </a:solidFill>
                <a:latin typeface="CMSS10"/>
              </a:rPr>
              <a:t>directory</a:t>
            </a:r>
            <a:r>
              <a:rPr lang="en-GB" b="0" i="0" u="none" strike="noStrike" baseline="0" dirty="0">
                <a:solidFill>
                  <a:srgbClr val="000000"/>
                </a:solidFill>
                <a:latin typeface="CMSS10"/>
              </a:rPr>
              <a:t>):</a:t>
            </a:r>
          </a:p>
          <a:p>
            <a:pPr algn="l"/>
            <a:endParaRPr lang="en-GB" b="0" i="0" u="none" strike="noStrike" baseline="0" dirty="0">
              <a:solidFill>
                <a:srgbClr val="000000"/>
              </a:solidFill>
              <a:latin typeface="CMSS10"/>
            </a:endParaRPr>
          </a:p>
          <a:p>
            <a:pPr algn="l"/>
            <a:r>
              <a:rPr lang="en-US" sz="1800" b="0" i="0" u="none" strike="noStrike" baseline="0" dirty="0">
                <a:latin typeface="CMTT9"/>
              </a:rPr>
              <a:t>&lt;</a:t>
            </a:r>
            <a:r>
              <a:rPr lang="en-US" sz="1800" b="0" i="0" u="none" strike="noStrike" baseline="0" dirty="0" err="1">
                <a:latin typeface="CMTT9"/>
              </a:rPr>
              <a:t>LinearLayout</a:t>
            </a:r>
            <a:r>
              <a:rPr lang="en-US" sz="1800" b="0" i="0" u="none" strike="noStrike" baseline="0" dirty="0">
                <a:latin typeface="CMTT9"/>
              </a:rPr>
              <a:t> </a:t>
            </a:r>
            <a:r>
              <a:rPr lang="en-US" sz="1800" b="0" i="0" u="none" strike="noStrike" baseline="0" dirty="0" err="1">
                <a:latin typeface="CMTT9"/>
              </a:rPr>
              <a:t>xmlns:android</a:t>
            </a:r>
            <a:r>
              <a:rPr lang="en-US" sz="1800" b="0" i="0" u="none" strike="noStrike" baseline="0" dirty="0">
                <a:latin typeface="CMTT9"/>
              </a:rPr>
              <a:t>="http://schemas.android.com/</a:t>
            </a:r>
            <a:r>
              <a:rPr lang="en-US" sz="1800" b="0" i="0" u="none" strike="noStrike" baseline="0" dirty="0" err="1">
                <a:latin typeface="CMTT9"/>
              </a:rPr>
              <a:t>apk</a:t>
            </a:r>
            <a:r>
              <a:rPr lang="en-US" sz="1800" b="0" i="0" u="none" strike="noStrike" baseline="0" dirty="0">
                <a:latin typeface="CMTT9"/>
              </a:rPr>
              <a:t>/res/android"</a:t>
            </a:r>
          </a:p>
          <a:p>
            <a:pPr algn="l"/>
            <a:r>
              <a:rPr lang="en-GB" sz="1800" b="0" i="0" u="none" strike="noStrike" baseline="0" dirty="0">
                <a:latin typeface="CMTT9"/>
              </a:rPr>
              <a:t>           </a:t>
            </a:r>
            <a:r>
              <a:rPr lang="en-GB" sz="1800" b="0" i="0" u="none" strike="noStrike" baseline="0" dirty="0" err="1">
                <a:latin typeface="CMTT9"/>
              </a:rPr>
              <a:t>android:orientation</a:t>
            </a:r>
            <a:r>
              <a:rPr lang="en-GB" sz="1800" b="0" i="0" u="none" strike="noStrike" baseline="0" dirty="0">
                <a:latin typeface="CMTT9"/>
              </a:rPr>
              <a:t>="horizontal"</a:t>
            </a:r>
          </a:p>
          <a:p>
            <a:pPr algn="l"/>
            <a:r>
              <a:rPr lang="en-US" sz="1800" b="0" i="0" u="none" strike="noStrike" baseline="0" dirty="0">
                <a:latin typeface="CMTT9"/>
              </a:rPr>
              <a:t>           </a:t>
            </a:r>
            <a:r>
              <a:rPr lang="en-US" sz="1800" b="0" i="0" u="none" strike="noStrike" baseline="0" dirty="0" err="1">
                <a:latin typeface="CMTT9"/>
              </a:rPr>
              <a:t>android:layout_width</a:t>
            </a:r>
            <a:r>
              <a:rPr lang="en-US" sz="1800" b="0" i="0" u="none" strike="noStrike" baseline="0" dirty="0">
                <a:latin typeface="CMTT9"/>
              </a:rPr>
              <a:t>="</a:t>
            </a:r>
            <a:r>
              <a:rPr lang="en-US" sz="1800" b="0" i="0" u="none" strike="noStrike" baseline="0" dirty="0" err="1">
                <a:latin typeface="CMTT9"/>
              </a:rPr>
              <a:t>match_parent</a:t>
            </a:r>
            <a:r>
              <a:rPr lang="en-US" sz="1800" b="0" i="0" u="none" strike="noStrike" baseline="0" dirty="0">
                <a:latin typeface="CMTT9"/>
              </a:rPr>
              <a:t>"</a:t>
            </a:r>
          </a:p>
          <a:p>
            <a:pPr algn="l"/>
            <a:r>
              <a:rPr lang="en-US" sz="1800" b="0" i="0" u="none" strike="noStrike" baseline="0" dirty="0">
                <a:latin typeface="CMTT9"/>
              </a:rPr>
              <a:t>           </a:t>
            </a:r>
            <a:r>
              <a:rPr lang="en-US" sz="1800" b="0" i="0" u="none" strike="noStrike" baseline="0" dirty="0" err="1">
                <a:latin typeface="CMTT9"/>
              </a:rPr>
              <a:t>android:layout_height</a:t>
            </a:r>
            <a:r>
              <a:rPr lang="en-US" sz="1800" b="0" i="0" u="none" strike="noStrike" baseline="0" dirty="0">
                <a:latin typeface="CMTT9"/>
              </a:rPr>
              <a:t>="</a:t>
            </a:r>
            <a:r>
              <a:rPr lang="en-US" sz="1800" b="0" i="0" u="none" strike="noStrike" baseline="0" dirty="0" err="1">
                <a:latin typeface="CMTT9"/>
              </a:rPr>
              <a:t>match_parent</a:t>
            </a:r>
            <a:r>
              <a:rPr lang="en-US" sz="1800" b="0" i="0" u="none" strike="noStrike" baseline="0" dirty="0">
                <a:latin typeface="CMTT9"/>
              </a:rPr>
              <a:t>"&gt;</a:t>
            </a:r>
          </a:p>
          <a:p>
            <a:pPr algn="l"/>
            <a:endParaRPr lang="en-US" sz="900" b="0" i="0" u="none" strike="noStrike" baseline="0" dirty="0">
              <a:latin typeface="CMTT9"/>
            </a:endParaRPr>
          </a:p>
          <a:p>
            <a:pPr algn="l"/>
            <a:r>
              <a:rPr lang="en-US" dirty="0">
                <a:latin typeface="CMTT9"/>
              </a:rPr>
              <a:t>          </a:t>
            </a:r>
            <a:r>
              <a:rPr lang="en-US" sz="1800" b="0" i="0" u="none" strike="noStrike" baseline="0" dirty="0">
                <a:latin typeface="CMTT9"/>
              </a:rPr>
              <a:t>&lt;fragment class="</a:t>
            </a:r>
            <a:r>
              <a:rPr lang="en-US" sz="1800" b="0" i="0" u="none" strike="noStrike" baseline="0" dirty="0" err="1">
                <a:latin typeface="CMTT9"/>
              </a:rPr>
              <a:t>com.example.frgmentexample.TitlesFragment</a:t>
            </a:r>
            <a:r>
              <a:rPr lang="en-US" sz="1800" b="0" i="0" u="none" strike="noStrike" baseline="0" dirty="0">
                <a:latin typeface="CMTT9"/>
              </a:rPr>
              <a:t>"</a:t>
            </a:r>
          </a:p>
          <a:p>
            <a:pPr algn="l"/>
            <a:r>
              <a:rPr lang="en-GB" sz="1800" b="0" i="0" u="none" strike="noStrike" baseline="0" dirty="0">
                <a:latin typeface="CMTT9"/>
              </a:rPr>
              <a:t>                             </a:t>
            </a:r>
            <a:r>
              <a:rPr lang="en-GB" sz="1800" b="0" i="0" u="none" strike="noStrike" baseline="0" dirty="0" err="1">
                <a:latin typeface="CMTT9"/>
              </a:rPr>
              <a:t>android:id</a:t>
            </a:r>
            <a:r>
              <a:rPr lang="en-GB" sz="1800" b="0" i="0" u="none" strike="noStrike" baseline="0" dirty="0">
                <a:latin typeface="CMTT9"/>
              </a:rPr>
              <a:t>="@+id/titles"</a:t>
            </a:r>
          </a:p>
          <a:p>
            <a:pPr algn="l"/>
            <a:r>
              <a:rPr lang="en-GB" sz="1800" b="0" i="0" u="none" strike="noStrike" baseline="0" dirty="0">
                <a:latin typeface="CMTT9"/>
              </a:rPr>
              <a:t>                             </a:t>
            </a:r>
            <a:r>
              <a:rPr lang="en-GB" sz="1800" b="0" i="0" u="none" strike="noStrike" baseline="0" dirty="0" err="1">
                <a:latin typeface="CMTT9"/>
              </a:rPr>
              <a:t>android:layout_weight</a:t>
            </a:r>
            <a:r>
              <a:rPr lang="en-GB" sz="1800" b="0" i="0" u="none" strike="noStrike" baseline="0" dirty="0">
                <a:latin typeface="CMTT9"/>
              </a:rPr>
              <a:t>="1"</a:t>
            </a:r>
          </a:p>
          <a:p>
            <a:pPr algn="l"/>
            <a:r>
              <a:rPr lang="en-GB" sz="1800" b="0" i="0" u="none" strike="noStrike" baseline="0" dirty="0">
                <a:latin typeface="CMTT9"/>
              </a:rPr>
              <a:t>                             </a:t>
            </a:r>
            <a:r>
              <a:rPr lang="en-GB" sz="1800" b="0" i="0" u="none" strike="noStrike" baseline="0" dirty="0" err="1">
                <a:latin typeface="CMTT9"/>
              </a:rPr>
              <a:t>android:layout_width</a:t>
            </a:r>
            <a:r>
              <a:rPr lang="en-GB" sz="1800" b="0" i="0" u="none" strike="noStrike" baseline="0" dirty="0">
                <a:latin typeface="CMTT9"/>
              </a:rPr>
              <a:t>="0px"</a:t>
            </a:r>
          </a:p>
          <a:p>
            <a:pPr algn="l"/>
            <a:r>
              <a:rPr lang="en-US" sz="1800" b="0" i="0" u="none" strike="noStrike" baseline="0" dirty="0">
                <a:latin typeface="CMTT9"/>
              </a:rPr>
              <a:t>                             </a:t>
            </a:r>
            <a:r>
              <a:rPr lang="en-US" sz="1800" b="0" i="0" u="none" strike="noStrike" baseline="0" dirty="0" err="1">
                <a:latin typeface="CMTT9"/>
              </a:rPr>
              <a:t>android:layout_height</a:t>
            </a:r>
            <a:r>
              <a:rPr lang="en-US" sz="1800" b="0" i="0" u="none" strike="noStrike" baseline="0" dirty="0">
                <a:latin typeface="CMTT9"/>
              </a:rPr>
              <a:t>="</a:t>
            </a:r>
            <a:r>
              <a:rPr lang="en-US" sz="1800" b="0" i="0" u="none" strike="noStrike" baseline="0" dirty="0" err="1">
                <a:latin typeface="CMTT9"/>
              </a:rPr>
              <a:t>match_parent</a:t>
            </a:r>
            <a:r>
              <a:rPr lang="en-US" sz="1800" b="0" i="0" u="none" strike="noStrike" baseline="0" dirty="0">
                <a:latin typeface="CMTT9"/>
              </a:rPr>
              <a:t>" /&gt;</a:t>
            </a:r>
          </a:p>
          <a:p>
            <a:pPr algn="l"/>
            <a:endParaRPr lang="en-US" sz="900" b="0" i="0" u="none" strike="noStrike" baseline="0" dirty="0">
              <a:latin typeface="CMTT9"/>
            </a:endParaRPr>
          </a:p>
          <a:p>
            <a:pPr algn="l"/>
            <a:r>
              <a:rPr lang="en-US" sz="1800" b="0" i="0" u="none" strike="noStrike" baseline="0" dirty="0">
                <a:latin typeface="CMTT9"/>
              </a:rPr>
              <a:t>          &lt;</a:t>
            </a:r>
            <a:r>
              <a:rPr lang="en-US" sz="1800" b="0" i="0" u="none" strike="noStrike" baseline="0" dirty="0" err="1">
                <a:latin typeface="CMTT9"/>
              </a:rPr>
              <a:t>FrameLayout</a:t>
            </a:r>
            <a:r>
              <a:rPr lang="en-US" sz="1800" b="0" i="0" u="none" strike="noStrike" baseline="0" dirty="0">
                <a:latin typeface="CMTT9"/>
              </a:rPr>
              <a:t> </a:t>
            </a:r>
            <a:r>
              <a:rPr lang="en-US" sz="1800" b="0" i="0" u="none" strike="noStrike" baseline="0" dirty="0" err="1">
                <a:latin typeface="CMTT9"/>
              </a:rPr>
              <a:t>android:id</a:t>
            </a:r>
            <a:r>
              <a:rPr lang="en-US" sz="1800" b="0" i="0" u="none" strike="noStrike" baseline="0" dirty="0">
                <a:latin typeface="CMTT9"/>
              </a:rPr>
              <a:t>="@+id/details"</a:t>
            </a:r>
          </a:p>
          <a:p>
            <a:pPr algn="l"/>
            <a:r>
              <a:rPr lang="en-GB" sz="1800" b="0" i="0" u="none" strike="noStrike" baseline="0" dirty="0">
                <a:latin typeface="CMTT9"/>
              </a:rPr>
              <a:t>                             </a:t>
            </a:r>
            <a:r>
              <a:rPr lang="en-GB" sz="1800" b="0" i="0" u="none" strike="noStrike" baseline="0" dirty="0" err="1">
                <a:latin typeface="CMTT9"/>
              </a:rPr>
              <a:t>android:layout_weight</a:t>
            </a:r>
            <a:r>
              <a:rPr lang="en-GB" sz="1800" b="0" i="0" u="none" strike="noStrike" baseline="0" dirty="0">
                <a:latin typeface="CMTT9"/>
              </a:rPr>
              <a:t>="1"</a:t>
            </a:r>
          </a:p>
          <a:p>
            <a:pPr algn="l"/>
            <a:r>
              <a:rPr lang="en-GB" sz="1800" b="0" i="0" u="none" strike="noStrike" baseline="0" dirty="0">
                <a:latin typeface="CMTT9"/>
              </a:rPr>
              <a:t>                            </a:t>
            </a:r>
            <a:r>
              <a:rPr lang="en-GB" sz="1800" b="0" i="0" u="none" strike="noStrike" baseline="0" dirty="0" err="1">
                <a:latin typeface="CMTT9"/>
              </a:rPr>
              <a:t>android:layout_width</a:t>
            </a:r>
            <a:r>
              <a:rPr lang="en-GB" sz="1800" b="0" i="0" u="none" strike="noStrike" baseline="0" dirty="0">
                <a:latin typeface="CMTT9"/>
              </a:rPr>
              <a:t>="0px"</a:t>
            </a:r>
          </a:p>
          <a:p>
            <a:pPr algn="l"/>
            <a:r>
              <a:rPr lang="en-US" sz="1800" b="0" i="0" u="none" strike="noStrike" baseline="0" dirty="0">
                <a:latin typeface="CMTT9"/>
              </a:rPr>
              <a:t>                            </a:t>
            </a:r>
            <a:r>
              <a:rPr lang="en-US" sz="1800" b="0" i="0" u="none" strike="noStrike" baseline="0" dirty="0" err="1">
                <a:latin typeface="CMTT9"/>
              </a:rPr>
              <a:t>android:layout_height</a:t>
            </a:r>
            <a:r>
              <a:rPr lang="en-US" sz="1800" b="0" i="0" u="none" strike="noStrike" baseline="0" dirty="0">
                <a:latin typeface="CMTT9"/>
              </a:rPr>
              <a:t>="</a:t>
            </a:r>
            <a:r>
              <a:rPr lang="en-US" sz="1800" b="0" i="0" u="none" strike="noStrike" baseline="0" dirty="0" err="1">
                <a:latin typeface="CMTT9"/>
              </a:rPr>
              <a:t>match_parent</a:t>
            </a:r>
            <a:r>
              <a:rPr lang="en-US" sz="1800" b="0" i="0" u="none" strike="noStrike" baseline="0" dirty="0">
                <a:latin typeface="CMTT9"/>
              </a:rPr>
              <a:t>"/&gt;</a:t>
            </a:r>
          </a:p>
          <a:p>
            <a:pPr algn="l"/>
            <a:r>
              <a:rPr lang="en-GB" sz="1800" b="0" i="0" u="none" strike="noStrike" baseline="0" dirty="0">
                <a:latin typeface="CMTT9"/>
              </a:rPr>
              <a:t>&lt;/</a:t>
            </a:r>
            <a:r>
              <a:rPr lang="en-GB" sz="1800" b="0" i="0" u="none" strike="noStrike" baseline="0" dirty="0" err="1">
                <a:latin typeface="CMTT9"/>
              </a:rPr>
              <a:t>LinearLayout</a:t>
            </a:r>
            <a:r>
              <a:rPr lang="en-GB" sz="1800" b="0" i="0" u="none" strike="noStrike" baseline="0" dirty="0">
                <a:latin typeface="CMTT9"/>
              </a:rPr>
              <a:t>&gt;</a:t>
            </a:r>
            <a:endParaRPr lang="en-GB" dirty="0"/>
          </a:p>
        </p:txBody>
      </p:sp>
    </p:spTree>
    <p:extLst>
      <p:ext uri="{BB962C8B-B14F-4D97-AF65-F5344CB8AC3E}">
        <p14:creationId xmlns:p14="http://schemas.microsoft.com/office/powerpoint/2010/main" val="1003606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581D5-5026-3E25-AFAE-3531A0E49CA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76D3E0-DD0B-8E92-6711-8452EF7CAED4}"/>
              </a:ext>
            </a:extLst>
          </p:cNvPr>
          <p:cNvSpPr>
            <a:spLocks noGrp="1"/>
          </p:cNvSpPr>
          <p:nvPr>
            <p:ph type="sldNum" idx="12"/>
          </p:nvPr>
        </p:nvSpPr>
        <p:spPr/>
        <p:txBody>
          <a:bodyPr/>
          <a:lstStyle/>
          <a:p>
            <a:pPr algn="r"/>
            <a:fld id="{00000000-1234-1234-1234-123412341234}" type="slidenum">
              <a:rPr lang="en" smtClean="0"/>
              <a:pPr algn="r"/>
              <a:t>28</a:t>
            </a:fld>
            <a:endParaRPr lang="en"/>
          </a:p>
        </p:txBody>
      </p:sp>
      <p:sp>
        <p:nvSpPr>
          <p:cNvPr id="2" name="Title 2">
            <a:extLst>
              <a:ext uri="{FF2B5EF4-FFF2-40B4-BE49-F238E27FC236}">
                <a16:creationId xmlns:a16="http://schemas.microsoft.com/office/drawing/2014/main" id="{229D6D38-7821-A330-4653-33890AA20ADC}"/>
              </a:ext>
            </a:extLst>
          </p:cNvPr>
          <p:cNvSpPr>
            <a:spLocks noGrp="1"/>
          </p:cNvSpPr>
          <p:nvPr>
            <p:ph type="title"/>
          </p:nvPr>
        </p:nvSpPr>
        <p:spPr>
          <a:xfrm>
            <a:off x="337675" y="227760"/>
            <a:ext cx="9230650" cy="763600"/>
          </a:xfrm>
        </p:spPr>
        <p:txBody>
          <a:bodyPr/>
          <a:lstStyle/>
          <a:p>
            <a:r>
              <a:rPr lang="en-GB" sz="3600" b="1" i="0" u="none" strike="noStrike" baseline="0" dirty="0">
                <a:solidFill>
                  <a:schemeClr val="bg1"/>
                </a:solidFill>
                <a:latin typeface="Georgia" panose="02040502050405020303" pitchFamily="18" charset="0"/>
              </a:rPr>
              <a:t> Example for using Fragments </a:t>
            </a:r>
            <a:r>
              <a:rPr lang="en-GB" sz="2400" b="1" dirty="0">
                <a:solidFill>
                  <a:schemeClr val="bg1"/>
                </a:solidFill>
                <a:latin typeface="Georgia" panose="02040502050405020303" pitchFamily="18" charset="0"/>
              </a:rPr>
              <a:t>(cont’d)</a:t>
            </a:r>
            <a:endParaRPr lang="en-GB" dirty="0">
              <a:solidFill>
                <a:schemeClr val="bg1"/>
              </a:solidFill>
            </a:endParaRPr>
          </a:p>
        </p:txBody>
      </p:sp>
      <p:sp>
        <p:nvSpPr>
          <p:cNvPr id="3" name="TextBox 2">
            <a:extLst>
              <a:ext uri="{FF2B5EF4-FFF2-40B4-BE49-F238E27FC236}">
                <a16:creationId xmlns:a16="http://schemas.microsoft.com/office/drawing/2014/main" id="{ABD3BF81-B70C-1E60-5C83-16E0848A92F3}"/>
              </a:ext>
            </a:extLst>
          </p:cNvPr>
          <p:cNvSpPr txBox="1"/>
          <p:nvPr/>
        </p:nvSpPr>
        <p:spPr>
          <a:xfrm>
            <a:off x="164789" y="1340768"/>
            <a:ext cx="9316805" cy="5139869"/>
          </a:xfrm>
          <a:prstGeom prst="rect">
            <a:avLst/>
          </a:prstGeom>
          <a:noFill/>
        </p:spPr>
        <p:txBody>
          <a:bodyPr wrap="square">
            <a:spAutoFit/>
          </a:bodyPr>
          <a:lstStyle/>
          <a:p>
            <a:pPr algn="l"/>
            <a:r>
              <a:rPr lang="en-GB" sz="1600" b="0" i="0" u="none" strike="noStrike" baseline="0" dirty="0">
                <a:solidFill>
                  <a:srgbClr val="008000"/>
                </a:solidFill>
                <a:latin typeface="Calibri" panose="020F0502020204030204" pitchFamily="34" charset="0"/>
                <a:cs typeface="Calibri" panose="020F0502020204030204" pitchFamily="34" charset="0"/>
              </a:rPr>
              <a:t>package </a:t>
            </a:r>
            <a:r>
              <a:rPr lang="en-GB" sz="1600" b="0" i="0" u="none" strike="noStrike" baseline="0" dirty="0" err="1">
                <a:solidFill>
                  <a:srgbClr val="0000FF"/>
                </a:solidFill>
                <a:latin typeface="Calibri" panose="020F0502020204030204" pitchFamily="34" charset="0"/>
                <a:cs typeface="Calibri" panose="020F0502020204030204" pitchFamily="34" charset="0"/>
              </a:rPr>
              <a:t>com.example.frgmentexample</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android.app.FragmentTransaction</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android.app.ListFragment</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android.content.Intent</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android.os.Bundle</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android.view.View</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android.widget.ArrayAdapter</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android.widget.ListView</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endParaRPr lang="en-US" sz="1000" b="0" i="0" u="none" strike="noStrike" baseline="0" dirty="0">
              <a:solidFill>
                <a:srgbClr val="008000"/>
              </a:solidFill>
              <a:latin typeface="CMTT10"/>
            </a:endParaRPr>
          </a:p>
          <a:p>
            <a:pPr algn="l"/>
            <a:r>
              <a:rPr lang="en-US" sz="1600" b="0" i="0" u="none" strike="noStrike" baseline="0" dirty="0">
                <a:solidFill>
                  <a:srgbClr val="008000"/>
                </a:solidFill>
                <a:latin typeface="Calibri" panose="020F0502020204030204" pitchFamily="34" charset="0"/>
                <a:cs typeface="Calibri" panose="020F0502020204030204" pitchFamily="34" charset="0"/>
              </a:rPr>
              <a:t>public class </a:t>
            </a:r>
            <a:r>
              <a:rPr lang="en-US" sz="1600" b="0" i="0" u="none" strike="noStrike" baseline="0" dirty="0" err="1">
                <a:solidFill>
                  <a:srgbClr val="0000FF"/>
                </a:solidFill>
                <a:latin typeface="Calibri" panose="020F0502020204030204" pitchFamily="34" charset="0"/>
                <a:cs typeface="Calibri" panose="020F0502020204030204" pitchFamily="34" charset="0"/>
              </a:rPr>
              <a:t>TitlesFragment</a:t>
            </a:r>
            <a:r>
              <a:rPr lang="en-US" sz="1600" b="0" i="0" u="none" strike="noStrike" baseline="0" dirty="0">
                <a:solidFill>
                  <a:srgbClr val="0000FF"/>
                </a:solidFill>
                <a:latin typeface="Calibri" panose="020F0502020204030204" pitchFamily="34" charset="0"/>
                <a:cs typeface="Calibri" panose="020F0502020204030204" pitchFamily="34" charset="0"/>
              </a:rPr>
              <a:t> </a:t>
            </a:r>
            <a:r>
              <a:rPr lang="en-US" sz="1600" b="0" i="0" u="none" strike="noStrike" baseline="0" dirty="0">
                <a:solidFill>
                  <a:srgbClr val="008000"/>
                </a:solidFill>
                <a:latin typeface="Calibri" panose="020F0502020204030204" pitchFamily="34" charset="0"/>
                <a:cs typeface="Calibri" panose="020F0502020204030204" pitchFamily="34" charset="0"/>
              </a:rPr>
              <a:t>extends </a:t>
            </a:r>
            <a:r>
              <a:rPr lang="en-US" sz="1600" b="1" i="1" u="none" strike="noStrike" baseline="0" dirty="0" err="1">
                <a:solidFill>
                  <a:srgbClr val="000000"/>
                </a:solidFill>
                <a:latin typeface="Calibri" panose="020F0502020204030204" pitchFamily="34" charset="0"/>
                <a:cs typeface="Calibri" panose="020F0502020204030204" pitchFamily="34" charset="0"/>
              </a:rPr>
              <a:t>ListFragment</a:t>
            </a:r>
            <a:r>
              <a:rPr lang="en-US" sz="1600" b="0" i="0" u="none" strike="noStrike" baseline="0" dirty="0">
                <a:solidFill>
                  <a:srgbClr val="000000"/>
                </a:solidFill>
                <a:latin typeface="Calibri" panose="020F0502020204030204" pitchFamily="34" charset="0"/>
                <a:cs typeface="Calibri" panose="020F0502020204030204" pitchFamily="34" charset="0"/>
              </a:rPr>
              <a:t> {</a:t>
            </a:r>
          </a:p>
          <a:p>
            <a:pPr algn="l"/>
            <a:r>
              <a:rPr lang="en-GB" sz="1600" b="0" i="0" u="none" strike="noStrike" baseline="0" dirty="0">
                <a:solidFill>
                  <a:srgbClr val="B10040"/>
                </a:solidFill>
                <a:latin typeface="Calibri" panose="020F0502020204030204" pitchFamily="34" charset="0"/>
                <a:cs typeface="Calibri" panose="020F0502020204030204" pitchFamily="34" charset="0"/>
              </a:rPr>
              <a:t>           </a:t>
            </a:r>
            <a:r>
              <a:rPr lang="en-GB" sz="1600" b="0" i="0" u="none" strike="noStrike" baseline="0" dirty="0" err="1">
                <a:solidFill>
                  <a:srgbClr val="B10040"/>
                </a:solidFill>
                <a:latin typeface="Calibri" panose="020F0502020204030204" pitchFamily="34" charset="0"/>
                <a:cs typeface="Calibri" panose="020F0502020204030204" pitchFamily="34" charset="0"/>
              </a:rPr>
              <a:t>boolean</a:t>
            </a:r>
            <a:r>
              <a:rPr lang="en-GB" sz="1600" b="0" i="0" u="none" strike="noStrike" baseline="0" dirty="0">
                <a:solidFill>
                  <a:srgbClr val="B10040"/>
                </a:solidFill>
                <a:latin typeface="Calibri" panose="020F0502020204030204" pitchFamily="34" charset="0"/>
                <a:cs typeface="Calibri" panose="020F0502020204030204" pitchFamily="34" charset="0"/>
              </a:rPr>
              <a:t> </a:t>
            </a:r>
            <a:r>
              <a:rPr lang="en-GB" sz="1600" b="0" i="0" u="none" strike="noStrike" baseline="0" dirty="0" err="1">
                <a:solidFill>
                  <a:srgbClr val="000000"/>
                </a:solidFill>
                <a:latin typeface="Calibri" panose="020F0502020204030204" pitchFamily="34" charset="0"/>
                <a:cs typeface="Calibri" panose="020F0502020204030204" pitchFamily="34" charset="0"/>
              </a:rPr>
              <a:t>mDualPane</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B10040"/>
                </a:solidFill>
                <a:latin typeface="Calibri" panose="020F0502020204030204" pitchFamily="34" charset="0"/>
                <a:cs typeface="Calibri" panose="020F0502020204030204" pitchFamily="34" charset="0"/>
              </a:rPr>
              <a:t>           int </a:t>
            </a:r>
            <a:r>
              <a:rPr lang="en-GB" sz="1600" b="0" i="0" u="none" strike="noStrike" baseline="0" dirty="0" err="1">
                <a:solidFill>
                  <a:srgbClr val="000000"/>
                </a:solidFill>
                <a:latin typeface="Calibri" panose="020F0502020204030204" pitchFamily="34" charset="0"/>
                <a:cs typeface="Calibri" panose="020F0502020204030204" pitchFamily="34" charset="0"/>
              </a:rPr>
              <a:t>mCurCheckPosition</a:t>
            </a:r>
            <a:r>
              <a:rPr lang="en-GB" sz="1600" b="0" i="0" u="none" strike="noStrike" baseline="0" dirty="0">
                <a:solidFill>
                  <a:srgbClr val="000000"/>
                </a:solidFill>
                <a:latin typeface="Calibri" panose="020F0502020204030204" pitchFamily="34" charset="0"/>
                <a:cs typeface="Calibri" panose="020F0502020204030204" pitchFamily="34" charset="0"/>
              </a:rPr>
              <a:t> </a:t>
            </a:r>
            <a:r>
              <a:rPr lang="en-GB" sz="1600" b="0" i="0" u="none" strike="noStrike" baseline="0" dirty="0">
                <a:solidFill>
                  <a:srgbClr val="666666"/>
                </a:solidFill>
                <a:latin typeface="Calibri" panose="020F0502020204030204" pitchFamily="34" charset="0"/>
                <a:cs typeface="Calibri" panose="020F0502020204030204" pitchFamily="34" charset="0"/>
              </a:rPr>
              <a:t>= 0</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endParaRPr lang="en-US" sz="1000" b="0" i="0" u="none" strike="noStrike" baseline="0" dirty="0">
              <a:solidFill>
                <a:srgbClr val="008000"/>
              </a:solidFill>
              <a:latin typeface="CMTT10"/>
            </a:endParaRPr>
          </a:p>
          <a:p>
            <a:pPr algn="l"/>
            <a:r>
              <a:rPr lang="en-US" sz="1600" b="0" i="0" u="none" strike="noStrike" baseline="0" dirty="0">
                <a:solidFill>
                  <a:srgbClr val="008000"/>
                </a:solidFill>
                <a:latin typeface="Calibri" panose="020F0502020204030204" pitchFamily="34" charset="0"/>
                <a:cs typeface="Calibri" panose="020F0502020204030204" pitchFamily="34" charset="0"/>
              </a:rPr>
              <a:t>            public </a:t>
            </a:r>
            <a:r>
              <a:rPr lang="en-US" sz="1600" b="0" i="0" u="none" strike="noStrike" baseline="0" dirty="0">
                <a:solidFill>
                  <a:srgbClr val="B10040"/>
                </a:solidFill>
                <a:latin typeface="Calibri" panose="020F0502020204030204" pitchFamily="34" charset="0"/>
                <a:cs typeface="Calibri" panose="020F0502020204030204" pitchFamily="34" charset="0"/>
              </a:rPr>
              <a:t>void </a:t>
            </a:r>
            <a:r>
              <a:rPr lang="en-US" sz="1600" b="0" i="0" u="none" strike="noStrike" baseline="0" dirty="0" err="1">
                <a:solidFill>
                  <a:srgbClr val="0000FF"/>
                </a:solidFill>
                <a:latin typeface="Calibri" panose="020F0502020204030204" pitchFamily="34" charset="0"/>
                <a:cs typeface="Calibri" panose="020F0502020204030204" pitchFamily="34" charset="0"/>
              </a:rPr>
              <a:t>onActivityCreated</a:t>
            </a:r>
            <a:r>
              <a:rPr lang="en-US" sz="1600" b="0" i="0" u="none" strike="noStrike" baseline="0" dirty="0">
                <a:solidFill>
                  <a:srgbClr val="000000"/>
                </a:solidFill>
                <a:latin typeface="Calibri" panose="020F0502020204030204" pitchFamily="34" charset="0"/>
                <a:cs typeface="Calibri" panose="020F0502020204030204" pitchFamily="34" charset="0"/>
              </a:rPr>
              <a:t>(Bundle </a:t>
            </a:r>
            <a:r>
              <a:rPr lang="en-US" sz="1600" b="0" i="0" u="none" strike="noStrike" baseline="0" dirty="0" err="1">
                <a:solidFill>
                  <a:srgbClr val="000000"/>
                </a:solidFill>
                <a:latin typeface="Calibri" panose="020F0502020204030204" pitchFamily="34" charset="0"/>
                <a:cs typeface="Calibri" panose="020F0502020204030204" pitchFamily="34" charset="0"/>
              </a:rPr>
              <a:t>savedInstanceState</a:t>
            </a:r>
            <a:r>
              <a:rPr lang="en-US" sz="1600" b="0" i="0" u="none" strike="noStrike" baseline="0" dirty="0">
                <a:solidFill>
                  <a:srgbClr val="000000"/>
                </a:solidFill>
                <a:latin typeface="Calibri" panose="020F0502020204030204" pitchFamily="34" charset="0"/>
                <a:cs typeface="Calibri" panose="020F0502020204030204" pitchFamily="34" charset="0"/>
              </a:rPr>
              <a:t>) {</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                      </a:t>
            </a:r>
            <a:r>
              <a:rPr lang="en-GB" sz="1600" b="0" i="0" u="none" strike="noStrike" baseline="0" dirty="0" err="1">
                <a:solidFill>
                  <a:srgbClr val="008000"/>
                </a:solidFill>
                <a:latin typeface="Calibri" panose="020F0502020204030204" pitchFamily="34" charset="0"/>
                <a:cs typeface="Calibri" panose="020F0502020204030204" pitchFamily="34" charset="0"/>
              </a:rPr>
              <a:t>super</a:t>
            </a:r>
            <a:r>
              <a:rPr lang="en-GB" sz="1600" b="0" i="0" u="none" strike="noStrike" baseline="0" dirty="0" err="1">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7D8F29"/>
                </a:solidFill>
                <a:latin typeface="Calibri" panose="020F0502020204030204" pitchFamily="34" charset="0"/>
                <a:cs typeface="Calibri" panose="020F0502020204030204" pitchFamily="34" charset="0"/>
              </a:rPr>
              <a:t>onActivityCreated</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000000"/>
                </a:solidFill>
                <a:latin typeface="Calibri" panose="020F0502020204030204" pitchFamily="34" charset="0"/>
                <a:cs typeface="Calibri" panose="020F0502020204030204" pitchFamily="34" charset="0"/>
              </a:rPr>
              <a:t>savedInstanceState</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US" sz="1400" b="0" i="0" u="none" strike="noStrike" baseline="0" dirty="0">
                <a:solidFill>
                  <a:srgbClr val="408080"/>
                </a:solidFill>
                <a:latin typeface="Calibri" panose="020F0502020204030204" pitchFamily="34" charset="0"/>
                <a:cs typeface="Calibri" panose="020F0502020204030204" pitchFamily="34" charset="0"/>
              </a:rPr>
              <a:t>// Populate list with our static array of titles.</a:t>
            </a:r>
          </a:p>
          <a:p>
            <a:pPr algn="l"/>
            <a:r>
              <a:rPr lang="en-US" sz="1600" b="0" i="0" u="none" strike="noStrike" baseline="0" dirty="0" err="1">
                <a:solidFill>
                  <a:srgbClr val="000000"/>
                </a:solidFill>
                <a:latin typeface="Calibri" panose="020F0502020204030204" pitchFamily="34" charset="0"/>
                <a:cs typeface="Calibri" panose="020F0502020204030204" pitchFamily="34" charset="0"/>
              </a:rPr>
              <a:t>setListAdapter</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a:solidFill>
                  <a:srgbClr val="008000"/>
                </a:solidFill>
                <a:latin typeface="Calibri" panose="020F0502020204030204" pitchFamily="34" charset="0"/>
                <a:cs typeface="Calibri" panose="020F0502020204030204" pitchFamily="34" charset="0"/>
              </a:rPr>
              <a:t>new </a:t>
            </a:r>
            <a:r>
              <a:rPr lang="en-US" sz="1600" b="0" i="0" u="none" strike="noStrike" baseline="0" dirty="0" err="1">
                <a:solidFill>
                  <a:srgbClr val="000000"/>
                </a:solidFill>
                <a:latin typeface="Calibri" panose="020F0502020204030204" pitchFamily="34" charset="0"/>
                <a:cs typeface="Calibri" panose="020F0502020204030204" pitchFamily="34" charset="0"/>
              </a:rPr>
              <a:t>ArrayAdapter</a:t>
            </a:r>
            <a:r>
              <a:rPr lang="en-US" sz="1600" b="0" i="0" u="none" strike="noStrike" baseline="0" dirty="0">
                <a:solidFill>
                  <a:srgbClr val="666666"/>
                </a:solidFill>
                <a:latin typeface="Calibri" panose="020F0502020204030204" pitchFamily="34" charset="0"/>
                <a:cs typeface="Calibri" panose="020F0502020204030204" pitchFamily="34" charset="0"/>
              </a:rPr>
              <a:t>&lt;</a:t>
            </a:r>
            <a:r>
              <a:rPr lang="en-US" sz="1600" b="0" i="0" u="none" strike="noStrike" baseline="0" dirty="0">
                <a:solidFill>
                  <a:srgbClr val="000000"/>
                </a:solidFill>
                <a:latin typeface="Calibri" panose="020F0502020204030204" pitchFamily="34" charset="0"/>
                <a:cs typeface="Calibri" panose="020F0502020204030204" pitchFamily="34" charset="0"/>
              </a:rPr>
              <a:t>String</a:t>
            </a:r>
            <a:r>
              <a:rPr lang="en-US" sz="1600" b="0" i="0" u="none" strike="noStrike" baseline="0" dirty="0">
                <a:solidFill>
                  <a:srgbClr val="666666"/>
                </a:solidFill>
                <a:latin typeface="Calibri" panose="020F0502020204030204" pitchFamily="34" charset="0"/>
                <a:cs typeface="Calibri" panose="020F0502020204030204" pitchFamily="34" charset="0"/>
              </a:rPr>
              <a:t>&gt;</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000000"/>
                </a:solidFill>
                <a:latin typeface="Calibri" panose="020F0502020204030204" pitchFamily="34" charset="0"/>
                <a:cs typeface="Calibri" panose="020F0502020204030204" pitchFamily="34" charset="0"/>
              </a:rPr>
              <a:t>getActivity</a:t>
            </a:r>
            <a:r>
              <a:rPr lang="en-US"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US" sz="1600" b="0" i="0" u="none" strike="noStrike" baseline="0" dirty="0">
                <a:solidFill>
                  <a:srgbClr val="000000"/>
                </a:solidFill>
                <a:latin typeface="Calibri" panose="020F0502020204030204" pitchFamily="34" charset="0"/>
                <a:cs typeface="Calibri" panose="020F0502020204030204" pitchFamily="34" charset="0"/>
              </a:rPr>
              <a:t>            android.</a:t>
            </a:r>
            <a:r>
              <a:rPr lang="en-US" sz="1600" b="0" i="0" u="none" strike="noStrike" baseline="0" dirty="0">
                <a:solidFill>
                  <a:srgbClr val="7D8F29"/>
                </a:solidFill>
                <a:latin typeface="Calibri" panose="020F0502020204030204" pitchFamily="34" charset="0"/>
                <a:cs typeface="Calibri" panose="020F0502020204030204" pitchFamily="34" charset="0"/>
              </a:rPr>
              <a:t>R</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a:solidFill>
                  <a:srgbClr val="7D8F29"/>
                </a:solidFill>
                <a:latin typeface="Calibri" panose="020F0502020204030204" pitchFamily="34" charset="0"/>
                <a:cs typeface="Calibri" panose="020F0502020204030204" pitchFamily="34" charset="0"/>
              </a:rPr>
              <a:t>layout</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a:solidFill>
                  <a:srgbClr val="7D8F29"/>
                </a:solidFill>
                <a:latin typeface="Calibri" panose="020F0502020204030204" pitchFamily="34" charset="0"/>
                <a:cs typeface="Calibri" panose="020F0502020204030204" pitchFamily="34" charset="0"/>
              </a:rPr>
              <a:t>simple_list_item_activated_1</a:t>
            </a:r>
            <a:r>
              <a:rPr lang="en-US" sz="1600" b="0" i="0" u="none" strike="noStrike" baseline="0" dirty="0">
                <a:solidFill>
                  <a:srgbClr val="000000"/>
                </a:solidFill>
                <a:latin typeface="Calibri" panose="020F0502020204030204" pitchFamily="34" charset="0"/>
                <a:cs typeface="Calibri" panose="020F0502020204030204" pitchFamily="34" charset="0"/>
              </a:rPr>
              <a:t>, </a:t>
            </a:r>
            <a:r>
              <a:rPr lang="en-GB" sz="1600" b="0" i="0" u="none" strike="noStrike" baseline="0" dirty="0" err="1">
                <a:solidFill>
                  <a:srgbClr val="000000"/>
                </a:solidFill>
                <a:latin typeface="Calibri" panose="020F0502020204030204" pitchFamily="34" charset="0"/>
                <a:cs typeface="Calibri" panose="020F0502020204030204" pitchFamily="34" charset="0"/>
              </a:rPr>
              <a:t>Shakespeare.</a:t>
            </a:r>
            <a:r>
              <a:rPr lang="en-GB" sz="1600" b="0" i="0" u="none" strike="noStrike" baseline="0" dirty="0" err="1">
                <a:solidFill>
                  <a:srgbClr val="7D8F29"/>
                </a:solidFill>
                <a:latin typeface="Calibri" panose="020F0502020204030204" pitchFamily="34" charset="0"/>
                <a:cs typeface="Calibri" panose="020F0502020204030204" pitchFamily="34" charset="0"/>
              </a:rPr>
              <a:t>TITLES</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US" sz="1400" b="0" i="0" u="none" strike="noStrike" baseline="0" dirty="0">
                <a:solidFill>
                  <a:srgbClr val="408080"/>
                </a:solidFill>
                <a:latin typeface="Calibri" panose="020F0502020204030204" pitchFamily="34" charset="0"/>
                <a:cs typeface="Calibri" panose="020F0502020204030204" pitchFamily="34" charset="0"/>
              </a:rPr>
              <a:t>// Check to see if we have a frame in which to embed the details</a:t>
            </a:r>
          </a:p>
          <a:p>
            <a:pPr algn="l"/>
            <a:r>
              <a:rPr lang="en-US" sz="1400" b="0" i="0" u="none" strike="noStrike" baseline="0" dirty="0">
                <a:solidFill>
                  <a:srgbClr val="408080"/>
                </a:solidFill>
                <a:latin typeface="Calibri" panose="020F0502020204030204" pitchFamily="34" charset="0"/>
                <a:cs typeface="Calibri" panose="020F0502020204030204" pitchFamily="34" charset="0"/>
              </a:rPr>
              <a:t>// fragment directly in the containing UI.</a:t>
            </a:r>
          </a:p>
          <a:p>
            <a:pPr algn="l"/>
            <a:r>
              <a:rPr lang="en-US" sz="1600" b="0" i="0" u="none" strike="noStrike" baseline="0" dirty="0">
                <a:solidFill>
                  <a:srgbClr val="000000"/>
                </a:solidFill>
                <a:latin typeface="Calibri" panose="020F0502020204030204" pitchFamily="34" charset="0"/>
                <a:cs typeface="Calibri" panose="020F0502020204030204" pitchFamily="34" charset="0"/>
              </a:rPr>
              <a:t>View </a:t>
            </a:r>
            <a:r>
              <a:rPr lang="en-US" sz="1600" b="0" i="0" u="none" strike="noStrike" baseline="0" dirty="0" err="1">
                <a:solidFill>
                  <a:srgbClr val="000000"/>
                </a:solidFill>
                <a:latin typeface="Calibri" panose="020F0502020204030204" pitchFamily="34" charset="0"/>
                <a:cs typeface="Calibri" panose="020F0502020204030204" pitchFamily="34" charset="0"/>
              </a:rPr>
              <a:t>detailsFrame</a:t>
            </a:r>
            <a:r>
              <a:rPr lang="en-US" sz="1600" b="0" i="0" u="none" strike="noStrike" baseline="0" dirty="0">
                <a:solidFill>
                  <a:srgbClr val="000000"/>
                </a:solidFill>
                <a:latin typeface="Calibri" panose="020F0502020204030204" pitchFamily="34" charset="0"/>
                <a:cs typeface="Calibri" panose="020F0502020204030204" pitchFamily="34" charset="0"/>
              </a:rPr>
              <a:t> </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err="1">
                <a:solidFill>
                  <a:srgbClr val="000000"/>
                </a:solidFill>
                <a:latin typeface="Calibri" panose="020F0502020204030204" pitchFamily="34" charset="0"/>
                <a:cs typeface="Calibri" panose="020F0502020204030204" pitchFamily="34" charset="0"/>
              </a:rPr>
              <a:t>getActivity</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7D8F29"/>
                </a:solidFill>
                <a:latin typeface="Calibri" panose="020F0502020204030204" pitchFamily="34" charset="0"/>
                <a:cs typeface="Calibri" panose="020F0502020204030204" pitchFamily="34" charset="0"/>
              </a:rPr>
              <a:t>findViewById</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000000"/>
                </a:solidFill>
                <a:latin typeface="Calibri" panose="020F0502020204030204" pitchFamily="34" charset="0"/>
                <a:cs typeface="Calibri" panose="020F0502020204030204" pitchFamily="34" charset="0"/>
              </a:rPr>
              <a:t>R.</a:t>
            </a:r>
            <a:r>
              <a:rPr lang="en-US" sz="1600" b="0" i="0" u="none" strike="noStrike" baseline="0" dirty="0" err="1">
                <a:solidFill>
                  <a:srgbClr val="7D8F29"/>
                </a:solidFill>
                <a:latin typeface="Calibri" panose="020F0502020204030204" pitchFamily="34" charset="0"/>
                <a:cs typeface="Calibri" panose="020F0502020204030204" pitchFamily="34" charset="0"/>
              </a:rPr>
              <a:t>id</a:t>
            </a:r>
            <a:r>
              <a:rPr lang="en-US" sz="1600" b="0" i="0" u="none" strike="noStrike" baseline="0" dirty="0" err="1">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7D8F29"/>
                </a:solidFill>
                <a:latin typeface="Calibri" panose="020F0502020204030204" pitchFamily="34" charset="0"/>
                <a:cs typeface="Calibri" panose="020F0502020204030204" pitchFamily="34" charset="0"/>
              </a:rPr>
              <a:t>details</a:t>
            </a:r>
            <a:r>
              <a:rPr lang="en-US" sz="1600" b="0" i="0" u="none" strike="noStrike" baseline="0" dirty="0">
                <a:solidFill>
                  <a:srgbClr val="000000"/>
                </a:solidFill>
                <a:latin typeface="Calibri" panose="020F0502020204030204" pitchFamily="34" charset="0"/>
                <a:cs typeface="Calibri" panose="020F0502020204030204" pitchFamily="34" charset="0"/>
              </a:rPr>
              <a:t>);</a:t>
            </a:r>
            <a:endParaRPr lang="en-GB" sz="16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410DC04-DB15-C9E4-3451-F3A3F922D112}"/>
              </a:ext>
            </a:extLst>
          </p:cNvPr>
          <p:cNvSpPr txBox="1"/>
          <p:nvPr/>
        </p:nvSpPr>
        <p:spPr>
          <a:xfrm>
            <a:off x="6675306" y="1700808"/>
            <a:ext cx="2800402" cy="646331"/>
          </a:xfrm>
          <a:prstGeom prst="rect">
            <a:avLst/>
          </a:prstGeom>
          <a:noFill/>
        </p:spPr>
        <p:txBody>
          <a:bodyPr wrap="square" rtlCol="0">
            <a:spAutoFit/>
          </a:bodyPr>
          <a:lstStyle/>
          <a:p>
            <a:r>
              <a:rPr lang="en-GB" b="0" i="0" u="none" strike="noStrike" baseline="0" dirty="0">
                <a:solidFill>
                  <a:srgbClr val="000000"/>
                </a:solidFill>
                <a:latin typeface="Georgia" panose="02040502050405020303" pitchFamily="18" charset="0"/>
              </a:rPr>
              <a:t>TitlesFragment.java file</a:t>
            </a:r>
          </a:p>
          <a:p>
            <a:endParaRPr lang="en-GB" dirty="0">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14412020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C0FA3-F100-424F-DAF7-2BAC999A1B0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2551FE-B12B-2960-8446-42B7D4E792A3}"/>
              </a:ext>
            </a:extLst>
          </p:cNvPr>
          <p:cNvSpPr>
            <a:spLocks noGrp="1"/>
          </p:cNvSpPr>
          <p:nvPr>
            <p:ph type="sldNum" idx="12"/>
          </p:nvPr>
        </p:nvSpPr>
        <p:spPr/>
        <p:txBody>
          <a:bodyPr/>
          <a:lstStyle/>
          <a:p>
            <a:pPr algn="r"/>
            <a:fld id="{00000000-1234-1234-1234-123412341234}" type="slidenum">
              <a:rPr lang="en" smtClean="0"/>
              <a:pPr algn="r"/>
              <a:t>29</a:t>
            </a:fld>
            <a:endParaRPr lang="en"/>
          </a:p>
        </p:txBody>
      </p:sp>
      <p:sp>
        <p:nvSpPr>
          <p:cNvPr id="2" name="Title 2">
            <a:extLst>
              <a:ext uri="{FF2B5EF4-FFF2-40B4-BE49-F238E27FC236}">
                <a16:creationId xmlns:a16="http://schemas.microsoft.com/office/drawing/2014/main" id="{8E6152AA-8F48-91EF-ADF3-F47327C16B83}"/>
              </a:ext>
            </a:extLst>
          </p:cNvPr>
          <p:cNvSpPr>
            <a:spLocks noGrp="1"/>
          </p:cNvSpPr>
          <p:nvPr>
            <p:ph type="title"/>
          </p:nvPr>
        </p:nvSpPr>
        <p:spPr>
          <a:xfrm>
            <a:off x="337675" y="227760"/>
            <a:ext cx="9230650" cy="763600"/>
          </a:xfrm>
        </p:spPr>
        <p:txBody>
          <a:bodyPr/>
          <a:lstStyle/>
          <a:p>
            <a:r>
              <a:rPr lang="en-GB" sz="3600" b="1" i="0" u="none" strike="noStrike" baseline="0" dirty="0">
                <a:solidFill>
                  <a:schemeClr val="bg1"/>
                </a:solidFill>
                <a:latin typeface="Georgia" panose="02040502050405020303" pitchFamily="18" charset="0"/>
              </a:rPr>
              <a:t> Example for using Fragments </a:t>
            </a:r>
            <a:r>
              <a:rPr lang="en-GB" sz="2400" b="1" dirty="0">
                <a:solidFill>
                  <a:schemeClr val="bg1"/>
                </a:solidFill>
                <a:latin typeface="Georgia" panose="02040502050405020303" pitchFamily="18" charset="0"/>
              </a:rPr>
              <a:t>(cont’d)</a:t>
            </a:r>
            <a:endParaRPr lang="en-GB" dirty="0">
              <a:solidFill>
                <a:schemeClr val="bg1"/>
              </a:solidFill>
            </a:endParaRPr>
          </a:p>
        </p:txBody>
      </p:sp>
      <p:sp>
        <p:nvSpPr>
          <p:cNvPr id="5" name="TextBox 4">
            <a:extLst>
              <a:ext uri="{FF2B5EF4-FFF2-40B4-BE49-F238E27FC236}">
                <a16:creationId xmlns:a16="http://schemas.microsoft.com/office/drawing/2014/main" id="{4BD1B897-396C-6935-1C03-441667903730}"/>
              </a:ext>
            </a:extLst>
          </p:cNvPr>
          <p:cNvSpPr txBox="1"/>
          <p:nvPr/>
        </p:nvSpPr>
        <p:spPr>
          <a:xfrm>
            <a:off x="135175" y="1406381"/>
            <a:ext cx="8856984" cy="5262979"/>
          </a:xfrm>
          <a:prstGeom prst="rect">
            <a:avLst/>
          </a:prstGeom>
          <a:noFill/>
        </p:spPr>
        <p:txBody>
          <a:bodyPr wrap="square">
            <a:spAutoFit/>
          </a:bodyPr>
          <a:lstStyle/>
          <a:p>
            <a:pPr algn="l"/>
            <a:r>
              <a:rPr lang="en-GB" sz="1800" b="0" i="0" u="none" strike="noStrike" baseline="0" dirty="0" err="1">
                <a:solidFill>
                  <a:srgbClr val="000000"/>
                </a:solidFill>
                <a:latin typeface="Calibri" panose="020F0502020204030204" pitchFamily="34" charset="0"/>
                <a:cs typeface="Calibri" panose="020F0502020204030204" pitchFamily="34" charset="0"/>
              </a:rPr>
              <a:t>mDualPane</a:t>
            </a:r>
            <a:r>
              <a:rPr lang="en-GB" sz="1800" b="0" i="0" u="none" strike="noStrike" baseline="0" dirty="0">
                <a:solidFill>
                  <a:srgbClr val="000000"/>
                </a:solidFill>
                <a:latin typeface="Calibri" panose="020F0502020204030204" pitchFamily="34" charset="0"/>
                <a:cs typeface="Calibri" panose="020F0502020204030204" pitchFamily="34" charset="0"/>
              </a:rPr>
              <a:t> </a:t>
            </a:r>
            <a:r>
              <a:rPr lang="en-GB" sz="1800" b="0" i="0" u="none" strike="noStrike" baseline="0" dirty="0">
                <a:solidFill>
                  <a:srgbClr val="666666"/>
                </a:solidFill>
                <a:latin typeface="Calibri" panose="020F0502020204030204" pitchFamily="34" charset="0"/>
                <a:cs typeface="Calibri" panose="020F0502020204030204" pitchFamily="34" charset="0"/>
              </a:rPr>
              <a:t>= </a:t>
            </a:r>
            <a:r>
              <a:rPr lang="en-GB" sz="1800" b="0" i="0" u="none" strike="noStrike" baseline="0" dirty="0" err="1">
                <a:solidFill>
                  <a:srgbClr val="000000"/>
                </a:solidFill>
                <a:latin typeface="Calibri" panose="020F0502020204030204" pitchFamily="34" charset="0"/>
                <a:cs typeface="Calibri" panose="020F0502020204030204" pitchFamily="34" charset="0"/>
              </a:rPr>
              <a:t>detailsFrame</a:t>
            </a:r>
            <a:r>
              <a:rPr lang="en-GB" sz="1800" b="0" i="0" u="none" strike="noStrike" baseline="0" dirty="0">
                <a:solidFill>
                  <a:srgbClr val="000000"/>
                </a:solidFill>
                <a:latin typeface="Calibri" panose="020F0502020204030204" pitchFamily="34" charset="0"/>
                <a:cs typeface="Calibri" panose="020F0502020204030204" pitchFamily="34" charset="0"/>
              </a:rPr>
              <a:t> </a:t>
            </a:r>
            <a:r>
              <a:rPr lang="en-GB" sz="1800" b="0" i="0" u="none" strike="noStrike" baseline="0" dirty="0">
                <a:solidFill>
                  <a:srgbClr val="666666"/>
                </a:solidFill>
                <a:latin typeface="Calibri" panose="020F0502020204030204" pitchFamily="34" charset="0"/>
                <a:cs typeface="Calibri" panose="020F0502020204030204" pitchFamily="34" charset="0"/>
              </a:rPr>
              <a:t>!= </a:t>
            </a:r>
            <a:r>
              <a:rPr lang="en-GB" sz="1800" b="0" i="0" u="none" strike="noStrike" baseline="0" dirty="0">
                <a:solidFill>
                  <a:srgbClr val="008000"/>
                </a:solidFill>
                <a:latin typeface="Calibri" panose="020F0502020204030204" pitchFamily="34" charset="0"/>
                <a:cs typeface="Calibri" panose="020F0502020204030204" pitchFamily="34" charset="0"/>
              </a:rPr>
              <a:t>null </a:t>
            </a:r>
            <a:r>
              <a:rPr lang="en-GB" sz="1800" b="0" i="0" u="none" strike="noStrike" baseline="0" dirty="0">
                <a:solidFill>
                  <a:srgbClr val="666666"/>
                </a:solidFill>
                <a:latin typeface="Calibri" panose="020F0502020204030204" pitchFamily="34" charset="0"/>
                <a:cs typeface="Calibri" panose="020F0502020204030204" pitchFamily="34" charset="0"/>
              </a:rPr>
              <a:t>&amp;&amp; </a:t>
            </a:r>
            <a:r>
              <a:rPr lang="en-GB" sz="1800" b="0" i="0" u="none" strike="noStrike" baseline="0" dirty="0" err="1">
                <a:solidFill>
                  <a:srgbClr val="000000"/>
                </a:solidFill>
                <a:latin typeface="Calibri" panose="020F0502020204030204" pitchFamily="34" charset="0"/>
                <a:cs typeface="Calibri" panose="020F0502020204030204" pitchFamily="34" charset="0"/>
              </a:rPr>
              <a:t>detailsFrame.</a:t>
            </a:r>
            <a:r>
              <a:rPr lang="en-GB" sz="1800" b="0" i="0" u="none" strike="noStrike" baseline="0" dirty="0" err="1">
                <a:solidFill>
                  <a:srgbClr val="7D8F29"/>
                </a:solidFill>
                <a:latin typeface="Calibri" panose="020F0502020204030204" pitchFamily="34" charset="0"/>
                <a:cs typeface="Calibri" panose="020F0502020204030204" pitchFamily="34" charset="0"/>
              </a:rPr>
              <a:t>getVisibility</a:t>
            </a:r>
            <a:r>
              <a:rPr lang="en-GB" sz="1800" b="0" i="0" u="none" strike="noStrike" baseline="0" dirty="0">
                <a:solidFill>
                  <a:srgbClr val="000000"/>
                </a:solidFill>
                <a:latin typeface="Calibri" panose="020F0502020204030204" pitchFamily="34" charset="0"/>
                <a:cs typeface="Calibri" panose="020F0502020204030204" pitchFamily="34" charset="0"/>
              </a:rPr>
              <a:t>() </a:t>
            </a:r>
            <a:r>
              <a:rPr lang="en-GB" sz="1800" b="0" i="0" u="none" strike="noStrike" baseline="0" dirty="0">
                <a:solidFill>
                  <a:srgbClr val="666666"/>
                </a:solidFill>
                <a:latin typeface="Calibri" panose="020F0502020204030204" pitchFamily="34" charset="0"/>
                <a:cs typeface="Calibri" panose="020F0502020204030204" pitchFamily="34" charset="0"/>
              </a:rPr>
              <a:t>== </a:t>
            </a:r>
            <a:r>
              <a:rPr lang="en-GB" sz="1800" b="0" i="0" u="none" strike="noStrike" baseline="0" dirty="0" err="1">
                <a:solidFill>
                  <a:srgbClr val="000000"/>
                </a:solidFill>
                <a:latin typeface="Calibri" panose="020F0502020204030204" pitchFamily="34" charset="0"/>
                <a:cs typeface="Calibri" panose="020F0502020204030204" pitchFamily="34" charset="0"/>
              </a:rPr>
              <a:t>View.</a:t>
            </a:r>
            <a:r>
              <a:rPr lang="en-GB" sz="1800" b="0" i="0" u="none" strike="noStrike" baseline="0" dirty="0" err="1">
                <a:solidFill>
                  <a:srgbClr val="7D8F29"/>
                </a:solidFill>
                <a:latin typeface="Calibri" panose="020F0502020204030204" pitchFamily="34" charset="0"/>
                <a:cs typeface="Calibri" panose="020F0502020204030204" pitchFamily="34" charset="0"/>
              </a:rPr>
              <a:t>VISIBLE</a:t>
            </a:r>
            <a:r>
              <a:rPr lang="en-GB" sz="1800" b="0" i="0" u="none" strike="noStrike" baseline="0" dirty="0">
                <a:solidFill>
                  <a:srgbClr val="000000"/>
                </a:solidFill>
                <a:latin typeface="Calibri" panose="020F0502020204030204" pitchFamily="34" charset="0"/>
                <a:cs typeface="Calibri" panose="020F0502020204030204" pitchFamily="34" charset="0"/>
              </a:rPr>
              <a:t>;</a:t>
            </a:r>
          </a:p>
          <a:p>
            <a:pPr algn="l"/>
            <a:endParaRPr lang="en-GB" sz="900" b="0" i="0" u="none" strike="noStrike" baseline="0" dirty="0">
              <a:solidFill>
                <a:srgbClr val="008000"/>
              </a:solidFill>
              <a:latin typeface="Calibri" panose="020F0502020204030204" pitchFamily="34" charset="0"/>
              <a:cs typeface="Calibri" panose="020F0502020204030204" pitchFamily="34" charset="0"/>
            </a:endParaRPr>
          </a:p>
          <a:p>
            <a:pPr algn="l"/>
            <a:r>
              <a:rPr lang="en-GB" sz="1800" b="0" i="0" u="none" strike="noStrike" baseline="0" dirty="0">
                <a:solidFill>
                  <a:srgbClr val="008000"/>
                </a:solidFill>
                <a:latin typeface="Calibri" panose="020F0502020204030204" pitchFamily="34" charset="0"/>
                <a:cs typeface="Calibri" panose="020F0502020204030204" pitchFamily="34" charset="0"/>
              </a:rPr>
              <a:t>if </a:t>
            </a:r>
            <a:r>
              <a:rPr lang="en-GB" sz="1800" b="0" i="0" u="none" strike="noStrike" baseline="0" dirty="0">
                <a:solidFill>
                  <a:srgbClr val="000000"/>
                </a:solidFill>
                <a:latin typeface="Calibri" panose="020F0502020204030204" pitchFamily="34" charset="0"/>
                <a:cs typeface="Calibri" panose="020F0502020204030204" pitchFamily="34" charset="0"/>
              </a:rPr>
              <a:t>(</a:t>
            </a:r>
            <a:r>
              <a:rPr lang="en-GB" sz="1800" b="0" i="0" u="none" strike="noStrike" baseline="0" dirty="0" err="1">
                <a:solidFill>
                  <a:srgbClr val="000000"/>
                </a:solidFill>
                <a:latin typeface="Calibri" panose="020F0502020204030204" pitchFamily="34" charset="0"/>
                <a:cs typeface="Calibri" panose="020F0502020204030204" pitchFamily="34" charset="0"/>
              </a:rPr>
              <a:t>savedInstanceState</a:t>
            </a:r>
            <a:r>
              <a:rPr lang="en-GB" sz="1800" b="0" i="0" u="none" strike="noStrike" baseline="0" dirty="0">
                <a:solidFill>
                  <a:srgbClr val="000000"/>
                </a:solidFill>
                <a:latin typeface="Calibri" panose="020F0502020204030204" pitchFamily="34" charset="0"/>
                <a:cs typeface="Calibri" panose="020F0502020204030204" pitchFamily="34" charset="0"/>
              </a:rPr>
              <a:t> </a:t>
            </a:r>
            <a:r>
              <a:rPr lang="en-GB" sz="1800" b="0" i="0" u="none" strike="noStrike" baseline="0" dirty="0">
                <a:solidFill>
                  <a:srgbClr val="666666"/>
                </a:solidFill>
                <a:latin typeface="Calibri" panose="020F0502020204030204" pitchFamily="34" charset="0"/>
                <a:cs typeface="Calibri" panose="020F0502020204030204" pitchFamily="34" charset="0"/>
              </a:rPr>
              <a:t>!= </a:t>
            </a:r>
            <a:r>
              <a:rPr lang="en-GB" sz="1800" b="0" i="0" u="none" strike="noStrike" baseline="0" dirty="0">
                <a:solidFill>
                  <a:srgbClr val="008000"/>
                </a:solidFill>
                <a:latin typeface="Calibri" panose="020F0502020204030204" pitchFamily="34" charset="0"/>
                <a:cs typeface="Calibri" panose="020F0502020204030204" pitchFamily="34" charset="0"/>
              </a:rPr>
              <a:t>null</a:t>
            </a:r>
            <a:r>
              <a:rPr lang="en-GB" sz="1800" b="0" i="0" u="none" strike="noStrike" baseline="0" dirty="0">
                <a:solidFill>
                  <a:srgbClr val="000000"/>
                </a:solidFill>
                <a:latin typeface="Calibri" panose="020F0502020204030204" pitchFamily="34" charset="0"/>
                <a:cs typeface="Calibri" panose="020F0502020204030204" pitchFamily="34" charset="0"/>
              </a:rPr>
              <a:t>) {</a:t>
            </a:r>
          </a:p>
          <a:p>
            <a:pPr lvl="1"/>
            <a:r>
              <a:rPr lang="en-US" sz="1600" b="0" i="0" u="none" strike="noStrike" baseline="0" dirty="0">
                <a:solidFill>
                  <a:srgbClr val="408080"/>
                </a:solidFill>
                <a:latin typeface="Calibri" panose="020F0502020204030204" pitchFamily="34" charset="0"/>
                <a:cs typeface="Calibri" panose="020F0502020204030204" pitchFamily="34" charset="0"/>
              </a:rPr>
              <a:t>// Restore last state for checked position.</a:t>
            </a:r>
          </a:p>
          <a:p>
            <a:pPr lvl="1"/>
            <a:r>
              <a:rPr lang="en-US" b="0" i="0" u="none" strike="noStrike" baseline="0" dirty="0" err="1">
                <a:solidFill>
                  <a:srgbClr val="000000"/>
                </a:solidFill>
                <a:latin typeface="Calibri" panose="020F0502020204030204" pitchFamily="34" charset="0"/>
                <a:cs typeface="Calibri" panose="020F0502020204030204" pitchFamily="34" charset="0"/>
              </a:rPr>
              <a:t>mCurCheckPosition</a:t>
            </a:r>
            <a:r>
              <a:rPr lang="en-US" b="0" i="0" u="none" strike="noStrike" baseline="0" dirty="0">
                <a:solidFill>
                  <a:srgbClr val="000000"/>
                </a:solidFill>
                <a:latin typeface="Calibri" panose="020F0502020204030204" pitchFamily="34" charset="0"/>
                <a:cs typeface="Calibri" panose="020F0502020204030204" pitchFamily="34" charset="0"/>
              </a:rPr>
              <a:t> </a:t>
            </a:r>
            <a:r>
              <a:rPr lang="en-US" b="0" i="0" u="none" strike="noStrike" baseline="0" dirty="0">
                <a:solidFill>
                  <a:srgbClr val="666666"/>
                </a:solidFill>
                <a:latin typeface="Calibri" panose="020F0502020204030204" pitchFamily="34" charset="0"/>
                <a:cs typeface="Calibri" panose="020F0502020204030204" pitchFamily="34" charset="0"/>
              </a:rPr>
              <a:t>= </a:t>
            </a:r>
            <a:r>
              <a:rPr lang="en-US" b="0" i="0" u="none" strike="noStrike" baseline="0" dirty="0" err="1">
                <a:solidFill>
                  <a:srgbClr val="000000"/>
                </a:solidFill>
                <a:latin typeface="Calibri" panose="020F0502020204030204" pitchFamily="34" charset="0"/>
                <a:cs typeface="Calibri" panose="020F0502020204030204" pitchFamily="34" charset="0"/>
              </a:rPr>
              <a:t>savedInstanceState.</a:t>
            </a:r>
            <a:r>
              <a:rPr lang="en-US" b="0" i="0" u="none" strike="noStrike" baseline="0" dirty="0" err="1">
                <a:solidFill>
                  <a:srgbClr val="7D8F29"/>
                </a:solidFill>
                <a:latin typeface="Calibri" panose="020F0502020204030204" pitchFamily="34" charset="0"/>
                <a:cs typeface="Calibri" panose="020F0502020204030204" pitchFamily="34" charset="0"/>
              </a:rPr>
              <a:t>getInt</a:t>
            </a:r>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a:solidFill>
                  <a:srgbClr val="BB2121"/>
                </a:solidFill>
                <a:latin typeface="Calibri" panose="020F0502020204030204" pitchFamily="34" charset="0"/>
                <a:cs typeface="Calibri" panose="020F0502020204030204" pitchFamily="34" charset="0"/>
              </a:rPr>
              <a:t>"</a:t>
            </a:r>
            <a:r>
              <a:rPr lang="en-US" b="0" i="0" u="none" strike="noStrike" baseline="0" dirty="0" err="1">
                <a:solidFill>
                  <a:srgbClr val="BB2121"/>
                </a:solidFill>
                <a:latin typeface="Calibri" panose="020F0502020204030204" pitchFamily="34" charset="0"/>
                <a:cs typeface="Calibri" panose="020F0502020204030204" pitchFamily="34" charset="0"/>
              </a:rPr>
              <a:t>curChoice</a:t>
            </a:r>
            <a:r>
              <a:rPr lang="en-US" b="0" i="0" u="none" strike="noStrike" baseline="0" dirty="0">
                <a:solidFill>
                  <a:srgbClr val="BB2121"/>
                </a:solidFill>
                <a:latin typeface="Calibri" panose="020F0502020204030204" pitchFamily="34" charset="0"/>
                <a:cs typeface="Calibri" panose="020F0502020204030204" pitchFamily="34" charset="0"/>
              </a:rPr>
              <a:t>"</a:t>
            </a:r>
            <a:r>
              <a:rPr lang="en-US" b="0" i="0" u="none" strike="noStrike" baseline="0" dirty="0">
                <a:solidFill>
                  <a:srgbClr val="000000"/>
                </a:solidFill>
                <a:latin typeface="Calibri" panose="020F0502020204030204" pitchFamily="34" charset="0"/>
                <a:cs typeface="Calibri" panose="020F0502020204030204" pitchFamily="34" charset="0"/>
              </a:rPr>
              <a:t>, </a:t>
            </a:r>
            <a:r>
              <a:rPr lang="en-US" b="0" i="0" u="none" strike="noStrike" baseline="0" dirty="0">
                <a:solidFill>
                  <a:srgbClr val="666666"/>
                </a:solidFill>
                <a:latin typeface="Calibri" panose="020F0502020204030204" pitchFamily="34" charset="0"/>
                <a:cs typeface="Calibri" panose="020F0502020204030204" pitchFamily="34" charset="0"/>
              </a:rPr>
              <a:t>0</a:t>
            </a:r>
            <a:r>
              <a:rPr lang="en-US" b="0" i="0" u="none" strike="noStrike" baseline="0" dirty="0">
                <a:solidFill>
                  <a:srgbClr val="000000"/>
                </a:solidFill>
                <a:latin typeface="Calibri" panose="020F0502020204030204" pitchFamily="34" charset="0"/>
                <a:cs typeface="Calibri" panose="020F0502020204030204" pitchFamily="34" charset="0"/>
              </a:rPr>
              <a:t>);</a:t>
            </a:r>
          </a:p>
          <a:p>
            <a:pPr algn="l"/>
            <a:r>
              <a:rPr lang="en-GB" sz="1800" b="0" i="0" u="none" strike="noStrike" baseline="0" dirty="0">
                <a:solidFill>
                  <a:srgbClr val="000000"/>
                </a:solidFill>
                <a:latin typeface="Calibri" panose="020F0502020204030204" pitchFamily="34" charset="0"/>
                <a:cs typeface="Calibri" panose="020F0502020204030204" pitchFamily="34" charset="0"/>
              </a:rPr>
              <a:t>}</a:t>
            </a:r>
          </a:p>
          <a:p>
            <a:pPr algn="l"/>
            <a:endParaRPr lang="en-GB" sz="900" b="0" i="0" u="none" strike="noStrike" baseline="0" dirty="0">
              <a:solidFill>
                <a:srgbClr val="008000"/>
              </a:solidFill>
              <a:latin typeface="Calibri" panose="020F0502020204030204" pitchFamily="34" charset="0"/>
              <a:cs typeface="Calibri" panose="020F0502020204030204" pitchFamily="34" charset="0"/>
            </a:endParaRPr>
          </a:p>
          <a:p>
            <a:pPr algn="l"/>
            <a:r>
              <a:rPr lang="en-GB" sz="1800" b="0" i="0" u="none" strike="noStrike" baseline="0" dirty="0">
                <a:solidFill>
                  <a:srgbClr val="008000"/>
                </a:solidFill>
                <a:latin typeface="Calibri" panose="020F0502020204030204" pitchFamily="34" charset="0"/>
                <a:cs typeface="Calibri" panose="020F0502020204030204" pitchFamily="34" charset="0"/>
              </a:rPr>
              <a:t>if </a:t>
            </a:r>
            <a:r>
              <a:rPr lang="en-GB" sz="1800" b="0" i="0" u="none" strike="noStrike" baseline="0" dirty="0">
                <a:solidFill>
                  <a:srgbClr val="000000"/>
                </a:solidFill>
                <a:latin typeface="Calibri" panose="020F0502020204030204" pitchFamily="34" charset="0"/>
                <a:cs typeface="Calibri" panose="020F0502020204030204" pitchFamily="34" charset="0"/>
              </a:rPr>
              <a:t>(</a:t>
            </a:r>
            <a:r>
              <a:rPr lang="en-GB" sz="1800" b="0" i="0" u="none" strike="noStrike" baseline="0" dirty="0" err="1">
                <a:solidFill>
                  <a:srgbClr val="000000"/>
                </a:solidFill>
                <a:latin typeface="Calibri" panose="020F0502020204030204" pitchFamily="34" charset="0"/>
                <a:cs typeface="Calibri" panose="020F0502020204030204" pitchFamily="34" charset="0"/>
              </a:rPr>
              <a:t>mDualPane</a:t>
            </a:r>
            <a:r>
              <a:rPr lang="en-GB" sz="1800" b="0" i="0" u="none" strike="noStrike" baseline="0" dirty="0">
                <a:solidFill>
                  <a:srgbClr val="000000"/>
                </a:solidFill>
                <a:latin typeface="Calibri" panose="020F0502020204030204" pitchFamily="34" charset="0"/>
                <a:cs typeface="Calibri" panose="020F0502020204030204" pitchFamily="34" charset="0"/>
              </a:rPr>
              <a:t>) {</a:t>
            </a:r>
          </a:p>
          <a:p>
            <a:pPr lvl="1"/>
            <a:r>
              <a:rPr lang="en-US" sz="1600" b="0" i="0" u="none" strike="noStrike" baseline="0" dirty="0">
                <a:solidFill>
                  <a:srgbClr val="408080"/>
                </a:solidFill>
                <a:latin typeface="Calibri" panose="020F0502020204030204" pitchFamily="34" charset="0"/>
                <a:cs typeface="Calibri" panose="020F0502020204030204" pitchFamily="34" charset="0"/>
              </a:rPr>
              <a:t>// In dual-pane mode, the list view highlights the selected item.</a:t>
            </a:r>
          </a:p>
          <a:p>
            <a:pPr lvl="1"/>
            <a:r>
              <a:rPr lang="en-US" b="0" i="0" u="none" strike="noStrike" baseline="0" dirty="0" err="1">
                <a:solidFill>
                  <a:srgbClr val="000000"/>
                </a:solidFill>
                <a:latin typeface="Calibri" panose="020F0502020204030204" pitchFamily="34" charset="0"/>
                <a:cs typeface="Calibri" panose="020F0502020204030204" pitchFamily="34" charset="0"/>
              </a:rPr>
              <a:t>getListView</a:t>
            </a:r>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7D8F29"/>
                </a:solidFill>
                <a:latin typeface="Calibri" panose="020F0502020204030204" pitchFamily="34" charset="0"/>
                <a:cs typeface="Calibri" panose="020F0502020204030204" pitchFamily="34" charset="0"/>
              </a:rPr>
              <a:t>setChoiceMode</a:t>
            </a:r>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ListView.</a:t>
            </a:r>
            <a:r>
              <a:rPr lang="en-US" b="0" i="0" u="none" strike="noStrike" baseline="0" dirty="0" err="1">
                <a:solidFill>
                  <a:srgbClr val="7D8F29"/>
                </a:solidFill>
                <a:latin typeface="Calibri" panose="020F0502020204030204" pitchFamily="34" charset="0"/>
                <a:cs typeface="Calibri" panose="020F0502020204030204" pitchFamily="34" charset="0"/>
              </a:rPr>
              <a:t>CHOICE_MODE_SINGLE</a:t>
            </a:r>
            <a:r>
              <a:rPr lang="en-US" b="0" i="0" u="none" strike="noStrike" baseline="0" dirty="0">
                <a:solidFill>
                  <a:srgbClr val="000000"/>
                </a:solidFill>
                <a:latin typeface="Calibri" panose="020F0502020204030204" pitchFamily="34" charset="0"/>
                <a:cs typeface="Calibri" panose="020F0502020204030204" pitchFamily="34" charset="0"/>
              </a:rPr>
              <a:t>);</a:t>
            </a:r>
          </a:p>
          <a:p>
            <a:pPr lvl="1"/>
            <a:r>
              <a:rPr lang="en-US" sz="1600" b="0" i="0" u="none" strike="noStrike" baseline="0" dirty="0">
                <a:solidFill>
                  <a:srgbClr val="408080"/>
                </a:solidFill>
                <a:latin typeface="Calibri" panose="020F0502020204030204" pitchFamily="34" charset="0"/>
                <a:cs typeface="Calibri" panose="020F0502020204030204" pitchFamily="34" charset="0"/>
              </a:rPr>
              <a:t>// Make sure our UI is in the correct state.</a:t>
            </a:r>
          </a:p>
          <a:p>
            <a:pPr lvl="1"/>
            <a:r>
              <a:rPr lang="en-GB" b="0" i="0" u="none" strike="noStrike" baseline="0" dirty="0" err="1">
                <a:solidFill>
                  <a:srgbClr val="000000"/>
                </a:solidFill>
                <a:latin typeface="Calibri" panose="020F0502020204030204" pitchFamily="34" charset="0"/>
                <a:cs typeface="Calibri" panose="020F0502020204030204" pitchFamily="34" charset="0"/>
              </a:rPr>
              <a:t>showDetails</a:t>
            </a:r>
            <a:r>
              <a:rPr lang="en-GB" b="0" i="0" u="none" strike="noStrike" baseline="0" dirty="0">
                <a:solidFill>
                  <a:srgbClr val="000000"/>
                </a:solidFill>
                <a:latin typeface="Calibri" panose="020F0502020204030204" pitchFamily="34" charset="0"/>
                <a:cs typeface="Calibri" panose="020F0502020204030204" pitchFamily="34" charset="0"/>
              </a:rPr>
              <a:t>(</a:t>
            </a:r>
            <a:r>
              <a:rPr lang="en-GB" b="0" i="0" u="none" strike="noStrike" baseline="0" dirty="0" err="1">
                <a:solidFill>
                  <a:srgbClr val="000000"/>
                </a:solidFill>
                <a:latin typeface="Calibri" panose="020F0502020204030204" pitchFamily="34" charset="0"/>
                <a:cs typeface="Calibri" panose="020F0502020204030204" pitchFamily="34" charset="0"/>
              </a:rPr>
              <a:t>mCurCheckPosition</a:t>
            </a:r>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GB" sz="1800" b="0" i="0" u="none" strike="noStrike" baseline="0" dirty="0">
                <a:solidFill>
                  <a:srgbClr val="000000"/>
                </a:solidFill>
                <a:latin typeface="Calibri" panose="020F0502020204030204" pitchFamily="34" charset="0"/>
                <a:cs typeface="Calibri" panose="020F0502020204030204" pitchFamily="34" charset="0"/>
              </a:rPr>
              <a:t>}}</a:t>
            </a:r>
          </a:p>
          <a:p>
            <a:pPr algn="l"/>
            <a:r>
              <a:rPr lang="en-US" b="0" i="0" u="none" strike="noStrike" baseline="0" dirty="0">
                <a:solidFill>
                  <a:srgbClr val="008000"/>
                </a:solidFill>
                <a:latin typeface="CMTT9"/>
              </a:rPr>
              <a:t>public </a:t>
            </a:r>
            <a:r>
              <a:rPr lang="en-US" b="0" i="0" u="none" strike="noStrike" baseline="0" dirty="0">
                <a:solidFill>
                  <a:srgbClr val="B10040"/>
                </a:solidFill>
                <a:latin typeface="CMTT9"/>
              </a:rPr>
              <a:t>void </a:t>
            </a:r>
            <a:r>
              <a:rPr lang="en-US" b="0" i="0" u="none" strike="noStrike" baseline="0" dirty="0" err="1">
                <a:solidFill>
                  <a:srgbClr val="0000FF"/>
                </a:solidFill>
                <a:latin typeface="CMTT9"/>
              </a:rPr>
              <a:t>onSaveInstanceState</a:t>
            </a:r>
            <a:r>
              <a:rPr lang="en-US" b="0" i="0" u="none" strike="noStrike" baseline="0" dirty="0">
                <a:solidFill>
                  <a:srgbClr val="000000"/>
                </a:solidFill>
                <a:latin typeface="CMTT9"/>
              </a:rPr>
              <a:t>(Bundle </a:t>
            </a:r>
            <a:r>
              <a:rPr lang="en-US" b="0" i="0" u="none" strike="noStrike" baseline="0" dirty="0" err="1">
                <a:solidFill>
                  <a:srgbClr val="000000"/>
                </a:solidFill>
                <a:latin typeface="CMTT9"/>
              </a:rPr>
              <a:t>outState</a:t>
            </a:r>
            <a:r>
              <a:rPr lang="en-US" b="0" i="0" u="none" strike="noStrike" baseline="0" dirty="0">
                <a:solidFill>
                  <a:srgbClr val="000000"/>
                </a:solidFill>
                <a:latin typeface="CMTT9"/>
              </a:rPr>
              <a:t>) {</a:t>
            </a:r>
          </a:p>
          <a:p>
            <a:pPr lvl="1"/>
            <a:r>
              <a:rPr lang="en-GB" b="0" i="0" u="none" strike="noStrike" baseline="0" dirty="0" err="1">
                <a:solidFill>
                  <a:srgbClr val="008000"/>
                </a:solidFill>
                <a:latin typeface="CMTT9"/>
              </a:rPr>
              <a:t>super</a:t>
            </a:r>
            <a:r>
              <a:rPr lang="en-GB" b="0" i="0" u="none" strike="noStrike" baseline="0" dirty="0" err="1">
                <a:solidFill>
                  <a:srgbClr val="000000"/>
                </a:solidFill>
                <a:latin typeface="CMTT9"/>
              </a:rPr>
              <a:t>.</a:t>
            </a:r>
            <a:r>
              <a:rPr lang="en-GB" b="0" i="0" u="none" strike="noStrike" baseline="0" dirty="0" err="1">
                <a:solidFill>
                  <a:srgbClr val="7D8F29"/>
                </a:solidFill>
                <a:latin typeface="CMTT9"/>
              </a:rPr>
              <a:t>onSaveInstanceState</a:t>
            </a:r>
            <a:r>
              <a:rPr lang="en-GB" b="0" i="0" u="none" strike="noStrike" baseline="0" dirty="0">
                <a:solidFill>
                  <a:srgbClr val="000000"/>
                </a:solidFill>
                <a:latin typeface="CMTT9"/>
              </a:rPr>
              <a:t>(</a:t>
            </a:r>
            <a:r>
              <a:rPr lang="en-GB" b="0" i="0" u="none" strike="noStrike" baseline="0" dirty="0" err="1">
                <a:solidFill>
                  <a:srgbClr val="000000"/>
                </a:solidFill>
                <a:latin typeface="CMTT9"/>
              </a:rPr>
              <a:t>outState</a:t>
            </a:r>
            <a:r>
              <a:rPr lang="en-GB" b="0" i="0" u="none" strike="noStrike" baseline="0" dirty="0">
                <a:solidFill>
                  <a:srgbClr val="000000"/>
                </a:solidFill>
                <a:latin typeface="CMTT9"/>
              </a:rPr>
              <a:t>);</a:t>
            </a:r>
          </a:p>
          <a:p>
            <a:pPr lvl="1"/>
            <a:r>
              <a:rPr lang="en-GB" b="0" i="0" u="none" strike="noStrike" baseline="0" dirty="0" err="1">
                <a:solidFill>
                  <a:srgbClr val="000000"/>
                </a:solidFill>
                <a:latin typeface="CMTT9"/>
              </a:rPr>
              <a:t>outState.</a:t>
            </a:r>
            <a:r>
              <a:rPr lang="en-GB" b="0" i="0" u="none" strike="noStrike" baseline="0" dirty="0" err="1">
                <a:solidFill>
                  <a:srgbClr val="7D8F29"/>
                </a:solidFill>
                <a:latin typeface="CMTT9"/>
              </a:rPr>
              <a:t>putInt</a:t>
            </a:r>
            <a:r>
              <a:rPr lang="en-GB" b="0" i="0" u="none" strike="noStrike" baseline="0" dirty="0">
                <a:solidFill>
                  <a:srgbClr val="000000"/>
                </a:solidFill>
                <a:latin typeface="CMTT9"/>
              </a:rPr>
              <a:t>(</a:t>
            </a:r>
            <a:r>
              <a:rPr lang="en-GB" b="0" i="0" u="none" strike="noStrike" baseline="0" dirty="0">
                <a:solidFill>
                  <a:srgbClr val="BB2121"/>
                </a:solidFill>
                <a:latin typeface="CMTT9"/>
              </a:rPr>
              <a:t>"</a:t>
            </a:r>
            <a:r>
              <a:rPr lang="en-GB" b="0" i="0" u="none" strike="noStrike" baseline="0" dirty="0" err="1">
                <a:solidFill>
                  <a:srgbClr val="BB2121"/>
                </a:solidFill>
                <a:latin typeface="CMTT9"/>
              </a:rPr>
              <a:t>curChoice</a:t>
            </a:r>
            <a:r>
              <a:rPr lang="en-GB" b="0" i="0" u="none" strike="noStrike" baseline="0" dirty="0">
                <a:solidFill>
                  <a:srgbClr val="BB2121"/>
                </a:solidFill>
                <a:latin typeface="CMTT9"/>
              </a:rPr>
              <a:t>"</a:t>
            </a:r>
            <a:r>
              <a:rPr lang="en-GB" b="0" i="0" u="none" strike="noStrike" baseline="0" dirty="0">
                <a:solidFill>
                  <a:srgbClr val="000000"/>
                </a:solidFill>
                <a:latin typeface="CMTT9"/>
              </a:rPr>
              <a:t>, </a:t>
            </a:r>
            <a:r>
              <a:rPr lang="en-GB" b="0" i="0" u="none" strike="noStrike" baseline="0" dirty="0" err="1">
                <a:solidFill>
                  <a:srgbClr val="000000"/>
                </a:solidFill>
                <a:latin typeface="CMTT9"/>
              </a:rPr>
              <a:t>mCurCheckPosition</a:t>
            </a:r>
            <a:r>
              <a:rPr lang="en-GB" b="0" i="0" u="none" strike="noStrike" baseline="0" dirty="0">
                <a:solidFill>
                  <a:srgbClr val="000000"/>
                </a:solidFill>
                <a:latin typeface="CMTT9"/>
              </a:rPr>
              <a:t>);</a:t>
            </a:r>
          </a:p>
          <a:p>
            <a:pPr algn="l"/>
            <a:r>
              <a:rPr lang="en-GB" b="0" i="0" u="none" strike="noStrike" baseline="0" dirty="0">
                <a:solidFill>
                  <a:srgbClr val="000000"/>
                </a:solidFill>
                <a:latin typeface="CMTT9"/>
              </a:rPr>
              <a:t>}</a:t>
            </a:r>
          </a:p>
          <a:p>
            <a:pPr algn="l"/>
            <a:r>
              <a:rPr lang="en-US" b="0" i="0" u="none" strike="noStrike" baseline="0" dirty="0">
                <a:solidFill>
                  <a:srgbClr val="008000"/>
                </a:solidFill>
                <a:latin typeface="CMTT9"/>
              </a:rPr>
              <a:t>public </a:t>
            </a:r>
            <a:r>
              <a:rPr lang="en-US" b="0" i="0" u="none" strike="noStrike" baseline="0" dirty="0">
                <a:solidFill>
                  <a:srgbClr val="B10040"/>
                </a:solidFill>
                <a:latin typeface="CMTT9"/>
              </a:rPr>
              <a:t>void </a:t>
            </a:r>
            <a:r>
              <a:rPr lang="en-US" b="0" i="0" u="none" strike="noStrike" baseline="0" dirty="0" err="1">
                <a:solidFill>
                  <a:srgbClr val="0000FF"/>
                </a:solidFill>
                <a:latin typeface="CMTT9"/>
              </a:rPr>
              <a:t>onListItemClick</a:t>
            </a:r>
            <a:r>
              <a:rPr lang="en-US" b="0" i="0" u="none" strike="noStrike" baseline="0" dirty="0">
                <a:solidFill>
                  <a:srgbClr val="000000"/>
                </a:solidFill>
                <a:latin typeface="CMTT9"/>
              </a:rPr>
              <a:t>(</a:t>
            </a:r>
            <a:r>
              <a:rPr lang="en-US" b="0" i="0" u="none" strike="noStrike" baseline="0" dirty="0" err="1">
                <a:solidFill>
                  <a:srgbClr val="000000"/>
                </a:solidFill>
                <a:latin typeface="CMTT9"/>
              </a:rPr>
              <a:t>ListView</a:t>
            </a:r>
            <a:r>
              <a:rPr lang="en-US" b="0" i="0" u="none" strike="noStrike" baseline="0" dirty="0">
                <a:solidFill>
                  <a:srgbClr val="000000"/>
                </a:solidFill>
                <a:latin typeface="CMTT9"/>
              </a:rPr>
              <a:t> l, View v, </a:t>
            </a:r>
            <a:r>
              <a:rPr lang="en-GB" b="0" i="0" u="none" strike="noStrike" baseline="0" dirty="0">
                <a:solidFill>
                  <a:srgbClr val="B10040"/>
                </a:solidFill>
                <a:latin typeface="CMTT9"/>
              </a:rPr>
              <a:t>int </a:t>
            </a:r>
            <a:r>
              <a:rPr lang="en-GB" b="0" i="0" u="none" strike="noStrike" baseline="0" dirty="0">
                <a:solidFill>
                  <a:srgbClr val="000000"/>
                </a:solidFill>
                <a:latin typeface="CMTT9"/>
              </a:rPr>
              <a:t>position, </a:t>
            </a:r>
            <a:r>
              <a:rPr lang="en-GB" b="0" i="0" u="none" strike="noStrike" baseline="0" dirty="0">
                <a:solidFill>
                  <a:srgbClr val="B10040"/>
                </a:solidFill>
                <a:latin typeface="CMTT9"/>
              </a:rPr>
              <a:t>long </a:t>
            </a:r>
            <a:r>
              <a:rPr lang="en-GB" b="0" i="0" u="none" strike="noStrike" baseline="0" dirty="0">
                <a:solidFill>
                  <a:srgbClr val="000000"/>
                </a:solidFill>
                <a:latin typeface="CMTT9"/>
              </a:rPr>
              <a:t>id) {</a:t>
            </a:r>
          </a:p>
          <a:p>
            <a:pPr lvl="1"/>
            <a:r>
              <a:rPr lang="en-GB" b="0" i="0" u="none" strike="noStrike" baseline="0" dirty="0" err="1">
                <a:solidFill>
                  <a:srgbClr val="000000"/>
                </a:solidFill>
                <a:latin typeface="CMTT9"/>
              </a:rPr>
              <a:t>showDetails</a:t>
            </a:r>
            <a:r>
              <a:rPr lang="en-GB" b="0" i="0" u="none" strike="noStrike" baseline="0" dirty="0">
                <a:solidFill>
                  <a:srgbClr val="000000"/>
                </a:solidFill>
                <a:latin typeface="CMTT9"/>
              </a:rPr>
              <a:t>(position);</a:t>
            </a:r>
          </a:p>
          <a:p>
            <a:pPr algn="l"/>
            <a:r>
              <a:rPr lang="en-GB" b="0" i="0" u="none" strike="noStrike" baseline="0" dirty="0">
                <a:solidFill>
                  <a:srgbClr val="000000"/>
                </a:solidFill>
                <a:latin typeface="CMTT9"/>
              </a:rPr>
              <a:t>}</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66277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0318C-BEB7-8DA5-BA4F-B0B055877F2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CF45D4-ECF0-BFA7-ED79-4BC822C69E88}"/>
              </a:ext>
            </a:extLst>
          </p:cNvPr>
          <p:cNvSpPr>
            <a:spLocks noGrp="1"/>
          </p:cNvSpPr>
          <p:nvPr>
            <p:ph type="sldNum" idx="12"/>
          </p:nvPr>
        </p:nvSpPr>
        <p:spPr/>
        <p:txBody>
          <a:bodyPr/>
          <a:lstStyle/>
          <a:p>
            <a:pPr algn="r"/>
            <a:fld id="{00000000-1234-1234-1234-123412341234}" type="slidenum">
              <a:rPr lang="en" smtClean="0"/>
              <a:pPr algn="r"/>
              <a:t>30</a:t>
            </a:fld>
            <a:endParaRPr lang="en"/>
          </a:p>
        </p:txBody>
      </p:sp>
      <p:sp>
        <p:nvSpPr>
          <p:cNvPr id="2" name="Title 2">
            <a:extLst>
              <a:ext uri="{FF2B5EF4-FFF2-40B4-BE49-F238E27FC236}">
                <a16:creationId xmlns:a16="http://schemas.microsoft.com/office/drawing/2014/main" id="{31B876D2-6E6A-ECB9-A6EA-2B33F77AB194}"/>
              </a:ext>
            </a:extLst>
          </p:cNvPr>
          <p:cNvSpPr>
            <a:spLocks noGrp="1"/>
          </p:cNvSpPr>
          <p:nvPr>
            <p:ph type="title"/>
          </p:nvPr>
        </p:nvSpPr>
        <p:spPr>
          <a:xfrm>
            <a:off x="337675" y="227760"/>
            <a:ext cx="9230650" cy="763600"/>
          </a:xfrm>
        </p:spPr>
        <p:txBody>
          <a:bodyPr/>
          <a:lstStyle/>
          <a:p>
            <a:r>
              <a:rPr lang="en-GB" sz="3600" b="1" i="0" u="none" strike="noStrike" baseline="0" dirty="0">
                <a:solidFill>
                  <a:schemeClr val="bg1"/>
                </a:solidFill>
                <a:latin typeface="Georgia" panose="02040502050405020303" pitchFamily="18" charset="0"/>
              </a:rPr>
              <a:t> Example for using Fragments </a:t>
            </a:r>
            <a:r>
              <a:rPr lang="en-GB" sz="2400" b="1" dirty="0">
                <a:solidFill>
                  <a:schemeClr val="bg1"/>
                </a:solidFill>
                <a:latin typeface="Georgia" panose="02040502050405020303" pitchFamily="18" charset="0"/>
              </a:rPr>
              <a:t>(cont’d)</a:t>
            </a:r>
            <a:endParaRPr lang="en-GB" dirty="0">
              <a:solidFill>
                <a:schemeClr val="bg1"/>
              </a:solidFill>
            </a:endParaRPr>
          </a:p>
        </p:txBody>
      </p:sp>
      <p:sp>
        <p:nvSpPr>
          <p:cNvPr id="5" name="TextBox 4">
            <a:extLst>
              <a:ext uri="{FF2B5EF4-FFF2-40B4-BE49-F238E27FC236}">
                <a16:creationId xmlns:a16="http://schemas.microsoft.com/office/drawing/2014/main" id="{DED48488-5E59-CA47-E335-F5489B79A528}"/>
              </a:ext>
            </a:extLst>
          </p:cNvPr>
          <p:cNvSpPr txBox="1"/>
          <p:nvPr/>
        </p:nvSpPr>
        <p:spPr>
          <a:xfrm>
            <a:off x="16903" y="1380199"/>
            <a:ext cx="9798496" cy="5201424"/>
          </a:xfrm>
          <a:prstGeom prst="rect">
            <a:avLst/>
          </a:prstGeom>
          <a:noFill/>
        </p:spPr>
        <p:txBody>
          <a:bodyPr wrap="square">
            <a:spAutoFit/>
          </a:bodyPr>
          <a:lstStyle/>
          <a:p>
            <a:pPr algn="l"/>
            <a:r>
              <a:rPr lang="en-GB" sz="1400" b="0" i="0" u="none" strike="noStrike" baseline="0" dirty="0">
                <a:solidFill>
                  <a:srgbClr val="408080"/>
                </a:solidFill>
                <a:latin typeface="CMITT10"/>
              </a:rPr>
              <a:t>/**</a:t>
            </a:r>
          </a:p>
          <a:p>
            <a:pPr algn="l"/>
            <a:r>
              <a:rPr lang="en-US" sz="1400" b="0" i="0" u="none" strike="noStrike" baseline="0" dirty="0">
                <a:solidFill>
                  <a:srgbClr val="408080"/>
                </a:solidFill>
                <a:latin typeface="CMITT10"/>
              </a:rPr>
              <a:t>* Helper function to show the details of a selected item, either by displaying a fragment in-place in the current UI, or starting a whole new activity in which it is displayed. */</a:t>
            </a:r>
          </a:p>
          <a:p>
            <a:pPr algn="l"/>
            <a:r>
              <a:rPr lang="en-GB" sz="1800" b="0" i="0" u="none" strike="noStrike" baseline="0" dirty="0">
                <a:solidFill>
                  <a:srgbClr val="B10040"/>
                </a:solidFill>
                <a:latin typeface="Calibri" panose="020F0502020204030204" pitchFamily="34" charset="0"/>
                <a:cs typeface="Calibri" panose="020F0502020204030204" pitchFamily="34" charset="0"/>
              </a:rPr>
              <a:t>void </a:t>
            </a:r>
            <a:r>
              <a:rPr lang="en-GB" sz="1800" b="0" i="0" u="none" strike="noStrike" baseline="0" dirty="0" err="1">
                <a:solidFill>
                  <a:srgbClr val="0000FF"/>
                </a:solidFill>
                <a:latin typeface="Calibri" panose="020F0502020204030204" pitchFamily="34" charset="0"/>
                <a:cs typeface="Calibri" panose="020F0502020204030204" pitchFamily="34" charset="0"/>
              </a:rPr>
              <a:t>showDetails</a:t>
            </a:r>
            <a:r>
              <a:rPr lang="en-GB" sz="1800" b="0" i="0" u="none" strike="noStrike" baseline="0" dirty="0">
                <a:solidFill>
                  <a:srgbClr val="000000"/>
                </a:solidFill>
                <a:latin typeface="Calibri" panose="020F0502020204030204" pitchFamily="34" charset="0"/>
                <a:cs typeface="Calibri" panose="020F0502020204030204" pitchFamily="34" charset="0"/>
              </a:rPr>
              <a:t>(</a:t>
            </a:r>
            <a:r>
              <a:rPr lang="en-GB" sz="1800" b="0" i="0" u="none" strike="noStrike" baseline="0" dirty="0">
                <a:solidFill>
                  <a:srgbClr val="B10040"/>
                </a:solidFill>
                <a:latin typeface="Calibri" panose="020F0502020204030204" pitchFamily="34" charset="0"/>
                <a:cs typeface="Calibri" panose="020F0502020204030204" pitchFamily="34" charset="0"/>
              </a:rPr>
              <a:t>int </a:t>
            </a:r>
            <a:r>
              <a:rPr lang="en-GB" sz="1800" b="0" i="0" u="none" strike="noStrike" baseline="0" dirty="0">
                <a:solidFill>
                  <a:srgbClr val="000000"/>
                </a:solidFill>
                <a:latin typeface="Calibri" panose="020F0502020204030204" pitchFamily="34" charset="0"/>
                <a:cs typeface="Calibri" panose="020F0502020204030204" pitchFamily="34" charset="0"/>
              </a:rPr>
              <a:t>index) {</a:t>
            </a:r>
          </a:p>
          <a:p>
            <a:pPr lvl="1"/>
            <a:r>
              <a:rPr lang="en-GB" b="0" i="0" u="none" strike="noStrike" baseline="0" dirty="0" err="1">
                <a:solidFill>
                  <a:srgbClr val="000000"/>
                </a:solidFill>
                <a:latin typeface="Calibri" panose="020F0502020204030204" pitchFamily="34" charset="0"/>
                <a:cs typeface="Calibri" panose="020F0502020204030204" pitchFamily="34" charset="0"/>
              </a:rPr>
              <a:t>mCurCheckPosition</a:t>
            </a:r>
            <a:r>
              <a:rPr lang="en-GB" b="0" i="0" u="none" strike="noStrike" baseline="0" dirty="0">
                <a:solidFill>
                  <a:srgbClr val="000000"/>
                </a:solidFill>
                <a:latin typeface="Calibri" panose="020F0502020204030204" pitchFamily="34" charset="0"/>
                <a:cs typeface="Calibri" panose="020F0502020204030204" pitchFamily="34" charset="0"/>
              </a:rPr>
              <a:t> </a:t>
            </a:r>
            <a:r>
              <a:rPr lang="en-GB" b="0" i="0" u="none" strike="noStrike" baseline="0" dirty="0">
                <a:solidFill>
                  <a:srgbClr val="666666"/>
                </a:solidFill>
                <a:latin typeface="Calibri" panose="020F0502020204030204" pitchFamily="34" charset="0"/>
                <a:cs typeface="Calibri" panose="020F0502020204030204" pitchFamily="34" charset="0"/>
              </a:rPr>
              <a:t>= </a:t>
            </a:r>
            <a:r>
              <a:rPr lang="en-GB" b="0" i="0" u="none" strike="noStrike" baseline="0" dirty="0">
                <a:solidFill>
                  <a:srgbClr val="000000"/>
                </a:solidFill>
                <a:latin typeface="Calibri" panose="020F0502020204030204" pitchFamily="34" charset="0"/>
                <a:cs typeface="Calibri" panose="020F0502020204030204" pitchFamily="34" charset="0"/>
              </a:rPr>
              <a:t>index;</a:t>
            </a:r>
          </a:p>
          <a:p>
            <a:pPr lvl="1"/>
            <a:r>
              <a:rPr lang="en-GB" b="0" i="0" u="none" strike="noStrike" baseline="0" dirty="0">
                <a:solidFill>
                  <a:srgbClr val="008000"/>
                </a:solidFill>
                <a:latin typeface="Calibri" panose="020F0502020204030204" pitchFamily="34" charset="0"/>
                <a:cs typeface="Calibri" panose="020F0502020204030204" pitchFamily="34" charset="0"/>
              </a:rPr>
              <a:t>if </a:t>
            </a:r>
            <a:r>
              <a:rPr lang="en-GB" b="0" i="0" u="none" strike="noStrike" baseline="0" dirty="0">
                <a:solidFill>
                  <a:srgbClr val="000000"/>
                </a:solidFill>
                <a:latin typeface="Calibri" panose="020F0502020204030204" pitchFamily="34" charset="0"/>
                <a:cs typeface="Calibri" panose="020F0502020204030204" pitchFamily="34" charset="0"/>
              </a:rPr>
              <a:t>(</a:t>
            </a:r>
            <a:r>
              <a:rPr lang="en-GB" b="0" i="0" u="none" strike="noStrike" baseline="0" dirty="0" err="1">
                <a:solidFill>
                  <a:srgbClr val="000000"/>
                </a:solidFill>
                <a:latin typeface="Calibri" panose="020F0502020204030204" pitchFamily="34" charset="0"/>
                <a:cs typeface="Calibri" panose="020F0502020204030204" pitchFamily="34" charset="0"/>
              </a:rPr>
              <a:t>mDualPane</a:t>
            </a:r>
            <a:r>
              <a:rPr lang="en-GB" b="0" i="0" u="none" strike="noStrike" baseline="0" dirty="0">
                <a:solidFill>
                  <a:srgbClr val="000000"/>
                </a:solidFill>
                <a:latin typeface="Calibri" panose="020F0502020204030204" pitchFamily="34" charset="0"/>
                <a:cs typeface="Calibri" panose="020F0502020204030204" pitchFamily="34" charset="0"/>
              </a:rPr>
              <a:t>) {</a:t>
            </a:r>
          </a:p>
          <a:p>
            <a:pPr algn="l"/>
            <a:r>
              <a:rPr lang="en-US" sz="1400" b="0" i="0" u="none" strike="noStrike" baseline="0" dirty="0">
                <a:solidFill>
                  <a:srgbClr val="408080"/>
                </a:solidFill>
                <a:latin typeface="Calibri" panose="020F0502020204030204" pitchFamily="34" charset="0"/>
                <a:cs typeface="Calibri" panose="020F0502020204030204" pitchFamily="34" charset="0"/>
              </a:rPr>
              <a:t>// We can display everything in-place with fragments, so update the list to highlight the selected item </a:t>
            </a:r>
            <a:r>
              <a:rPr lang="en-GB" sz="1400" b="0" i="0" u="none" strike="noStrike" baseline="0" dirty="0">
                <a:solidFill>
                  <a:srgbClr val="408080"/>
                </a:solidFill>
                <a:latin typeface="Calibri" panose="020F0502020204030204" pitchFamily="34" charset="0"/>
                <a:cs typeface="Calibri" panose="020F0502020204030204" pitchFamily="34" charset="0"/>
              </a:rPr>
              <a:t>and show the data.</a:t>
            </a:r>
          </a:p>
          <a:p>
            <a:pPr lvl="2"/>
            <a:r>
              <a:rPr lang="en-GB" b="0" i="0" u="none" strike="noStrike" baseline="0" dirty="0" err="1">
                <a:solidFill>
                  <a:srgbClr val="000000"/>
                </a:solidFill>
                <a:latin typeface="Calibri" panose="020F0502020204030204" pitchFamily="34" charset="0"/>
                <a:cs typeface="Calibri" panose="020F0502020204030204" pitchFamily="34" charset="0"/>
              </a:rPr>
              <a:t>getListView</a:t>
            </a:r>
            <a:r>
              <a:rPr lang="en-GB" b="0" i="0" u="none" strike="noStrike" baseline="0" dirty="0">
                <a:solidFill>
                  <a:srgbClr val="000000"/>
                </a:solidFill>
                <a:latin typeface="Calibri" panose="020F0502020204030204" pitchFamily="34" charset="0"/>
                <a:cs typeface="Calibri" panose="020F0502020204030204" pitchFamily="34" charset="0"/>
              </a:rPr>
              <a:t>().</a:t>
            </a:r>
            <a:r>
              <a:rPr lang="en-GB" b="0" i="0" u="none" strike="noStrike" baseline="0" dirty="0" err="1">
                <a:solidFill>
                  <a:srgbClr val="7D8F29"/>
                </a:solidFill>
                <a:latin typeface="Calibri" panose="020F0502020204030204" pitchFamily="34" charset="0"/>
                <a:cs typeface="Calibri" panose="020F0502020204030204" pitchFamily="34" charset="0"/>
              </a:rPr>
              <a:t>setItemChecked</a:t>
            </a:r>
            <a:r>
              <a:rPr lang="en-GB" b="0" i="0" u="none" strike="noStrike" baseline="0" dirty="0">
                <a:solidFill>
                  <a:srgbClr val="000000"/>
                </a:solidFill>
                <a:latin typeface="Calibri" panose="020F0502020204030204" pitchFamily="34" charset="0"/>
                <a:cs typeface="Calibri" panose="020F0502020204030204" pitchFamily="34" charset="0"/>
              </a:rPr>
              <a:t>(index, </a:t>
            </a:r>
            <a:r>
              <a:rPr lang="en-GB" b="0" i="0" u="none" strike="noStrike" baseline="0" dirty="0">
                <a:solidFill>
                  <a:srgbClr val="008000"/>
                </a:solidFill>
                <a:latin typeface="Calibri" panose="020F0502020204030204" pitchFamily="34" charset="0"/>
                <a:cs typeface="Calibri" panose="020F0502020204030204" pitchFamily="34" charset="0"/>
              </a:rPr>
              <a:t>true</a:t>
            </a:r>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US" sz="1400" b="0" i="0" u="none" strike="noStrike" baseline="0" dirty="0">
                <a:solidFill>
                  <a:srgbClr val="408080"/>
                </a:solidFill>
                <a:latin typeface="Calibri" panose="020F0502020204030204" pitchFamily="34" charset="0"/>
                <a:cs typeface="Calibri" panose="020F0502020204030204" pitchFamily="34" charset="0"/>
              </a:rPr>
              <a:t>// Check what fragment is currently shown, replace if needed.</a:t>
            </a:r>
          </a:p>
          <a:p>
            <a:pPr lvl="2"/>
            <a:r>
              <a:rPr lang="en-GB" b="0" i="0" u="none" strike="noStrike" baseline="0" dirty="0" err="1">
                <a:solidFill>
                  <a:srgbClr val="000000"/>
                </a:solidFill>
                <a:latin typeface="Calibri" panose="020F0502020204030204" pitchFamily="34" charset="0"/>
                <a:cs typeface="Calibri" panose="020F0502020204030204" pitchFamily="34" charset="0"/>
              </a:rPr>
              <a:t>DetailsFragment</a:t>
            </a:r>
            <a:r>
              <a:rPr lang="en-GB" b="0" i="0" u="none" strike="noStrike" baseline="0" dirty="0">
                <a:solidFill>
                  <a:srgbClr val="000000"/>
                </a:solidFill>
                <a:latin typeface="Calibri" panose="020F0502020204030204" pitchFamily="34" charset="0"/>
                <a:cs typeface="Calibri" panose="020F0502020204030204" pitchFamily="34" charset="0"/>
              </a:rPr>
              <a:t> details </a:t>
            </a:r>
            <a:r>
              <a:rPr lang="en-GB" b="0" i="0" u="none" strike="noStrike" baseline="0" dirty="0">
                <a:solidFill>
                  <a:srgbClr val="666666"/>
                </a:solidFill>
                <a:latin typeface="Calibri" panose="020F0502020204030204" pitchFamily="34" charset="0"/>
                <a:cs typeface="Calibri" panose="020F0502020204030204" pitchFamily="34" charset="0"/>
              </a:rPr>
              <a:t>= </a:t>
            </a:r>
            <a:r>
              <a:rPr lang="en-GB" b="0" i="0" u="none" strike="noStrike" baseline="0" dirty="0">
                <a:solidFill>
                  <a:srgbClr val="000000"/>
                </a:solidFill>
                <a:latin typeface="Calibri" panose="020F0502020204030204" pitchFamily="34" charset="0"/>
                <a:cs typeface="Calibri" panose="020F0502020204030204" pitchFamily="34" charset="0"/>
              </a:rPr>
              <a:t>(</a:t>
            </a:r>
            <a:r>
              <a:rPr lang="en-GB" b="0" i="0" u="none" strike="noStrike" baseline="0" dirty="0" err="1">
                <a:solidFill>
                  <a:srgbClr val="000000"/>
                </a:solidFill>
                <a:latin typeface="Calibri" panose="020F0502020204030204" pitchFamily="34" charset="0"/>
                <a:cs typeface="Calibri" panose="020F0502020204030204" pitchFamily="34" charset="0"/>
              </a:rPr>
              <a:t>DetailsFragment</a:t>
            </a:r>
            <a:r>
              <a:rPr lang="en-GB" b="0" i="0" u="none" strike="noStrike" baseline="0" dirty="0">
                <a:solidFill>
                  <a:srgbClr val="000000"/>
                </a:solidFill>
                <a:latin typeface="Calibri" panose="020F0502020204030204" pitchFamily="34" charset="0"/>
                <a:cs typeface="Calibri" panose="020F0502020204030204" pitchFamily="34" charset="0"/>
              </a:rPr>
              <a:t>)</a:t>
            </a:r>
          </a:p>
          <a:p>
            <a:pPr lvl="3"/>
            <a:r>
              <a:rPr lang="en-GB" b="0" i="0" u="none" strike="noStrike" baseline="0" dirty="0" err="1">
                <a:solidFill>
                  <a:srgbClr val="000000"/>
                </a:solidFill>
                <a:latin typeface="Calibri" panose="020F0502020204030204" pitchFamily="34" charset="0"/>
                <a:cs typeface="Calibri" panose="020F0502020204030204" pitchFamily="34" charset="0"/>
              </a:rPr>
              <a:t>getFragmentManager</a:t>
            </a:r>
            <a:r>
              <a:rPr lang="en-GB" b="0" i="0" u="none" strike="noStrike" baseline="0" dirty="0">
                <a:solidFill>
                  <a:srgbClr val="000000"/>
                </a:solidFill>
                <a:latin typeface="Calibri" panose="020F0502020204030204" pitchFamily="34" charset="0"/>
                <a:cs typeface="Calibri" panose="020F0502020204030204" pitchFamily="34" charset="0"/>
              </a:rPr>
              <a:t>().</a:t>
            </a:r>
            <a:r>
              <a:rPr lang="en-GB" b="0" i="0" u="none" strike="noStrike" baseline="0" dirty="0" err="1">
                <a:solidFill>
                  <a:srgbClr val="7D8F29"/>
                </a:solidFill>
                <a:latin typeface="Calibri" panose="020F0502020204030204" pitchFamily="34" charset="0"/>
                <a:cs typeface="Calibri" panose="020F0502020204030204" pitchFamily="34" charset="0"/>
              </a:rPr>
              <a:t>findFragmentById</a:t>
            </a:r>
            <a:r>
              <a:rPr lang="en-GB" b="0" i="0" u="none" strike="noStrike" baseline="0" dirty="0">
                <a:solidFill>
                  <a:srgbClr val="000000"/>
                </a:solidFill>
                <a:latin typeface="Calibri" panose="020F0502020204030204" pitchFamily="34" charset="0"/>
                <a:cs typeface="Calibri" panose="020F0502020204030204" pitchFamily="34" charset="0"/>
              </a:rPr>
              <a:t>(</a:t>
            </a:r>
            <a:r>
              <a:rPr lang="en-GB" b="0" i="0" u="none" strike="noStrike" baseline="0" dirty="0" err="1">
                <a:solidFill>
                  <a:srgbClr val="000000"/>
                </a:solidFill>
                <a:latin typeface="Calibri" panose="020F0502020204030204" pitchFamily="34" charset="0"/>
                <a:cs typeface="Calibri" panose="020F0502020204030204" pitchFamily="34" charset="0"/>
              </a:rPr>
              <a:t>R.</a:t>
            </a:r>
            <a:r>
              <a:rPr lang="en-GB" b="0" i="0" u="none" strike="noStrike" baseline="0" dirty="0" err="1">
                <a:solidFill>
                  <a:srgbClr val="7D8F29"/>
                </a:solidFill>
                <a:latin typeface="Calibri" panose="020F0502020204030204" pitchFamily="34" charset="0"/>
                <a:cs typeface="Calibri" panose="020F0502020204030204" pitchFamily="34" charset="0"/>
              </a:rPr>
              <a:t>id</a:t>
            </a:r>
            <a:r>
              <a:rPr lang="en-GB" b="0" i="0" u="none" strike="noStrike" baseline="0" dirty="0" err="1">
                <a:solidFill>
                  <a:srgbClr val="000000"/>
                </a:solidFill>
                <a:latin typeface="Calibri" panose="020F0502020204030204" pitchFamily="34" charset="0"/>
                <a:cs typeface="Calibri" panose="020F0502020204030204" pitchFamily="34" charset="0"/>
              </a:rPr>
              <a:t>.</a:t>
            </a:r>
            <a:r>
              <a:rPr lang="en-GB" b="0" i="0" u="none" strike="noStrike" baseline="0" dirty="0" err="1">
                <a:solidFill>
                  <a:srgbClr val="7D8F29"/>
                </a:solidFill>
                <a:latin typeface="Calibri" panose="020F0502020204030204" pitchFamily="34" charset="0"/>
                <a:cs typeface="Calibri" panose="020F0502020204030204" pitchFamily="34" charset="0"/>
              </a:rPr>
              <a:t>details</a:t>
            </a:r>
            <a:r>
              <a:rPr lang="en-GB" b="0" i="0" u="none" strike="noStrike" baseline="0" dirty="0">
                <a:solidFill>
                  <a:srgbClr val="000000"/>
                </a:solidFill>
                <a:latin typeface="Calibri" panose="020F0502020204030204" pitchFamily="34" charset="0"/>
                <a:cs typeface="Calibri" panose="020F0502020204030204" pitchFamily="34" charset="0"/>
              </a:rPr>
              <a:t>);</a:t>
            </a:r>
          </a:p>
          <a:p>
            <a:pPr lvl="2"/>
            <a:r>
              <a:rPr lang="en-US" b="0" i="0" u="none" strike="noStrike" baseline="0" dirty="0">
                <a:solidFill>
                  <a:srgbClr val="008000"/>
                </a:solidFill>
                <a:latin typeface="Calibri" panose="020F0502020204030204" pitchFamily="34" charset="0"/>
                <a:cs typeface="Calibri" panose="020F0502020204030204" pitchFamily="34" charset="0"/>
              </a:rPr>
              <a:t>if </a:t>
            </a:r>
            <a:r>
              <a:rPr lang="en-US" b="0" i="0" u="none" strike="noStrike" baseline="0" dirty="0">
                <a:solidFill>
                  <a:srgbClr val="000000"/>
                </a:solidFill>
                <a:latin typeface="Calibri" panose="020F0502020204030204" pitchFamily="34" charset="0"/>
                <a:cs typeface="Calibri" panose="020F0502020204030204" pitchFamily="34" charset="0"/>
              </a:rPr>
              <a:t>(details </a:t>
            </a:r>
            <a:r>
              <a:rPr lang="en-US" b="0" i="0" u="none" strike="noStrike" baseline="0" dirty="0">
                <a:solidFill>
                  <a:srgbClr val="666666"/>
                </a:solidFill>
                <a:latin typeface="Calibri" panose="020F0502020204030204" pitchFamily="34" charset="0"/>
                <a:cs typeface="Calibri" panose="020F0502020204030204" pitchFamily="34" charset="0"/>
              </a:rPr>
              <a:t>== </a:t>
            </a:r>
            <a:r>
              <a:rPr lang="en-US" b="0" i="0" u="none" strike="noStrike" baseline="0" dirty="0">
                <a:solidFill>
                  <a:srgbClr val="008000"/>
                </a:solidFill>
                <a:latin typeface="Calibri" panose="020F0502020204030204" pitchFamily="34" charset="0"/>
                <a:cs typeface="Calibri" panose="020F0502020204030204" pitchFamily="34" charset="0"/>
              </a:rPr>
              <a:t>null </a:t>
            </a:r>
            <a:r>
              <a:rPr lang="en-US" b="0" i="0" u="none" strike="noStrike" baseline="0" dirty="0">
                <a:solidFill>
                  <a:srgbClr val="666666"/>
                </a:solidFill>
                <a:latin typeface="Calibri" panose="020F0502020204030204" pitchFamily="34" charset="0"/>
                <a:cs typeface="Calibri" panose="020F0502020204030204" pitchFamily="34" charset="0"/>
              </a:rPr>
              <a:t>|| </a:t>
            </a:r>
            <a:r>
              <a:rPr lang="en-US" b="0" i="0" u="none" strike="noStrike" baseline="0" dirty="0" err="1">
                <a:solidFill>
                  <a:srgbClr val="000000"/>
                </a:solidFill>
                <a:latin typeface="Calibri" panose="020F0502020204030204" pitchFamily="34" charset="0"/>
                <a:cs typeface="Calibri" panose="020F0502020204030204" pitchFamily="34" charset="0"/>
              </a:rPr>
              <a:t>details.</a:t>
            </a:r>
            <a:r>
              <a:rPr lang="en-US" b="0" i="0" u="none" strike="noStrike" baseline="0" dirty="0" err="1">
                <a:solidFill>
                  <a:srgbClr val="7D8F29"/>
                </a:solidFill>
                <a:latin typeface="Calibri" panose="020F0502020204030204" pitchFamily="34" charset="0"/>
                <a:cs typeface="Calibri" panose="020F0502020204030204" pitchFamily="34" charset="0"/>
              </a:rPr>
              <a:t>getShownIndex</a:t>
            </a:r>
            <a:r>
              <a:rPr lang="en-US" b="0" i="0" u="none" strike="noStrike" baseline="0" dirty="0">
                <a:solidFill>
                  <a:srgbClr val="000000"/>
                </a:solidFill>
                <a:latin typeface="Calibri" panose="020F0502020204030204" pitchFamily="34" charset="0"/>
                <a:cs typeface="Calibri" panose="020F0502020204030204" pitchFamily="34" charset="0"/>
              </a:rPr>
              <a:t>() </a:t>
            </a:r>
            <a:r>
              <a:rPr lang="en-US" b="0" i="0" u="none" strike="noStrike" baseline="0" dirty="0">
                <a:solidFill>
                  <a:srgbClr val="666666"/>
                </a:solidFill>
                <a:latin typeface="Calibri" panose="020F0502020204030204" pitchFamily="34" charset="0"/>
                <a:cs typeface="Calibri" panose="020F0502020204030204" pitchFamily="34" charset="0"/>
              </a:rPr>
              <a:t>!= </a:t>
            </a:r>
            <a:r>
              <a:rPr lang="en-US" b="0" i="0" u="none" strike="noStrike" baseline="0" dirty="0">
                <a:solidFill>
                  <a:srgbClr val="000000"/>
                </a:solidFill>
                <a:latin typeface="Calibri" panose="020F0502020204030204" pitchFamily="34" charset="0"/>
                <a:cs typeface="Calibri" panose="020F0502020204030204" pitchFamily="34" charset="0"/>
              </a:rPr>
              <a:t>index) {</a:t>
            </a:r>
          </a:p>
          <a:p>
            <a:pPr algn="l"/>
            <a:r>
              <a:rPr lang="en-US" sz="1400" b="0" i="0" u="none" strike="noStrike" baseline="0" dirty="0">
                <a:solidFill>
                  <a:srgbClr val="408080"/>
                </a:solidFill>
                <a:latin typeface="Calibri" panose="020F0502020204030204" pitchFamily="34" charset="0"/>
                <a:cs typeface="Calibri" panose="020F0502020204030204" pitchFamily="34" charset="0"/>
              </a:rPr>
              <a:t>// Make new fragment to show this selection.</a:t>
            </a:r>
          </a:p>
          <a:p>
            <a:pPr lvl="3"/>
            <a:r>
              <a:rPr lang="en-GB" b="0" i="0" u="none" strike="noStrike" baseline="0" dirty="0">
                <a:solidFill>
                  <a:srgbClr val="000000"/>
                </a:solidFill>
                <a:latin typeface="Calibri" panose="020F0502020204030204" pitchFamily="34" charset="0"/>
                <a:cs typeface="Calibri" panose="020F0502020204030204" pitchFamily="34" charset="0"/>
              </a:rPr>
              <a:t>details </a:t>
            </a:r>
            <a:r>
              <a:rPr lang="en-GB" b="0" i="0" u="none" strike="noStrike" baseline="0" dirty="0">
                <a:solidFill>
                  <a:srgbClr val="666666"/>
                </a:solidFill>
                <a:latin typeface="Calibri" panose="020F0502020204030204" pitchFamily="34" charset="0"/>
                <a:cs typeface="Calibri" panose="020F0502020204030204" pitchFamily="34" charset="0"/>
              </a:rPr>
              <a:t>= </a:t>
            </a:r>
            <a:r>
              <a:rPr lang="en-GB" b="0" i="0" u="none" strike="noStrike" baseline="0" dirty="0" err="1">
                <a:solidFill>
                  <a:srgbClr val="000000"/>
                </a:solidFill>
                <a:latin typeface="Calibri" panose="020F0502020204030204" pitchFamily="34" charset="0"/>
                <a:cs typeface="Calibri" panose="020F0502020204030204" pitchFamily="34" charset="0"/>
              </a:rPr>
              <a:t>DetailsFragment.</a:t>
            </a:r>
            <a:r>
              <a:rPr lang="en-GB" b="0" i="0" u="none" strike="noStrike" baseline="0" dirty="0" err="1">
                <a:solidFill>
                  <a:srgbClr val="7D8F29"/>
                </a:solidFill>
                <a:latin typeface="Calibri" panose="020F0502020204030204" pitchFamily="34" charset="0"/>
                <a:cs typeface="Calibri" panose="020F0502020204030204" pitchFamily="34" charset="0"/>
              </a:rPr>
              <a:t>newInstance</a:t>
            </a:r>
            <a:r>
              <a:rPr lang="en-GB" b="0" i="0" u="none" strike="noStrike" baseline="0" dirty="0">
                <a:solidFill>
                  <a:srgbClr val="000000"/>
                </a:solidFill>
                <a:latin typeface="Calibri" panose="020F0502020204030204" pitchFamily="34" charset="0"/>
                <a:cs typeface="Calibri" panose="020F0502020204030204" pitchFamily="34" charset="0"/>
              </a:rPr>
              <a:t>(index);</a:t>
            </a:r>
          </a:p>
          <a:p>
            <a:pPr algn="l"/>
            <a:r>
              <a:rPr lang="en-US" sz="1400" b="0" i="0" u="none" strike="noStrike" baseline="0" dirty="0">
                <a:solidFill>
                  <a:srgbClr val="408080"/>
                </a:solidFill>
                <a:latin typeface="Calibri" panose="020F0502020204030204" pitchFamily="34" charset="0"/>
                <a:cs typeface="Calibri" panose="020F0502020204030204" pitchFamily="34" charset="0"/>
              </a:rPr>
              <a:t>// Execute a transaction, replacing any existing fragment with this one inside the frame.</a:t>
            </a:r>
          </a:p>
          <a:p>
            <a:pPr lvl="3"/>
            <a:r>
              <a:rPr lang="en-GB" b="0" i="0" u="none" strike="noStrike" baseline="0" dirty="0" err="1">
                <a:solidFill>
                  <a:srgbClr val="000000"/>
                </a:solidFill>
                <a:latin typeface="Calibri" panose="020F0502020204030204" pitchFamily="34" charset="0"/>
                <a:cs typeface="Calibri" panose="020F0502020204030204" pitchFamily="34" charset="0"/>
              </a:rPr>
              <a:t>FragmentTransaction</a:t>
            </a:r>
            <a:r>
              <a:rPr lang="en-GB" b="0" i="0" u="none" strike="noStrike" baseline="0" dirty="0">
                <a:solidFill>
                  <a:srgbClr val="000000"/>
                </a:solidFill>
                <a:latin typeface="Calibri" panose="020F0502020204030204" pitchFamily="34" charset="0"/>
                <a:cs typeface="Calibri" panose="020F0502020204030204" pitchFamily="34" charset="0"/>
              </a:rPr>
              <a:t> ft </a:t>
            </a:r>
            <a:r>
              <a:rPr lang="en-GB" b="0" i="0" u="none" strike="noStrike" baseline="0" dirty="0">
                <a:solidFill>
                  <a:srgbClr val="666666"/>
                </a:solidFill>
                <a:latin typeface="Calibri" panose="020F0502020204030204" pitchFamily="34" charset="0"/>
                <a:cs typeface="Calibri" panose="020F0502020204030204" pitchFamily="34" charset="0"/>
              </a:rPr>
              <a:t>= </a:t>
            </a:r>
            <a:r>
              <a:rPr lang="en-GB" b="0" i="0" u="none" strike="noStrike" baseline="0" dirty="0" err="1">
                <a:solidFill>
                  <a:srgbClr val="000000"/>
                </a:solidFill>
                <a:latin typeface="Calibri" panose="020F0502020204030204" pitchFamily="34" charset="0"/>
                <a:cs typeface="Calibri" panose="020F0502020204030204" pitchFamily="34" charset="0"/>
              </a:rPr>
              <a:t>getFragmentManager</a:t>
            </a:r>
            <a:r>
              <a:rPr lang="en-GB" b="0" i="0" u="none" strike="noStrike" baseline="0" dirty="0">
                <a:solidFill>
                  <a:srgbClr val="000000"/>
                </a:solidFill>
                <a:latin typeface="Calibri" panose="020F0502020204030204" pitchFamily="34" charset="0"/>
                <a:cs typeface="Calibri" panose="020F0502020204030204" pitchFamily="34" charset="0"/>
              </a:rPr>
              <a:t>().</a:t>
            </a:r>
            <a:r>
              <a:rPr lang="en-GB" b="0" i="0" u="none" strike="noStrike" baseline="0" dirty="0" err="1">
                <a:solidFill>
                  <a:srgbClr val="7D8F29"/>
                </a:solidFill>
                <a:latin typeface="Calibri" panose="020F0502020204030204" pitchFamily="34" charset="0"/>
                <a:cs typeface="Calibri" panose="020F0502020204030204" pitchFamily="34" charset="0"/>
              </a:rPr>
              <a:t>beginTransaction</a:t>
            </a:r>
            <a:r>
              <a:rPr lang="en-GB" b="0" i="0" u="none" strike="noStrike" baseline="0" dirty="0">
                <a:solidFill>
                  <a:srgbClr val="000000"/>
                </a:solidFill>
                <a:latin typeface="Calibri" panose="020F0502020204030204" pitchFamily="34" charset="0"/>
                <a:cs typeface="Calibri" panose="020F0502020204030204" pitchFamily="34" charset="0"/>
              </a:rPr>
              <a:t>();</a:t>
            </a:r>
          </a:p>
          <a:p>
            <a:pPr lvl="3"/>
            <a:r>
              <a:rPr lang="en-US" b="0" i="0" u="none" strike="noStrike" baseline="0" dirty="0" err="1">
                <a:solidFill>
                  <a:srgbClr val="000000"/>
                </a:solidFill>
                <a:latin typeface="Calibri" panose="020F0502020204030204" pitchFamily="34" charset="0"/>
                <a:cs typeface="Calibri" panose="020F0502020204030204" pitchFamily="34" charset="0"/>
              </a:rPr>
              <a:t>ft.</a:t>
            </a:r>
            <a:r>
              <a:rPr lang="en-US" b="0" i="0" u="none" strike="noStrike" baseline="0" dirty="0" err="1">
                <a:solidFill>
                  <a:srgbClr val="7D8F29"/>
                </a:solidFill>
                <a:latin typeface="Calibri" panose="020F0502020204030204" pitchFamily="34" charset="0"/>
                <a:cs typeface="Calibri" panose="020F0502020204030204" pitchFamily="34" charset="0"/>
              </a:rPr>
              <a:t>replace</a:t>
            </a:r>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R.</a:t>
            </a:r>
            <a:r>
              <a:rPr lang="en-US" b="0" i="0" u="none" strike="noStrike" baseline="0" dirty="0" err="1">
                <a:solidFill>
                  <a:srgbClr val="7D8F29"/>
                </a:solidFill>
                <a:latin typeface="Calibri" panose="020F0502020204030204" pitchFamily="34" charset="0"/>
                <a:cs typeface="Calibri" panose="020F0502020204030204" pitchFamily="34" charset="0"/>
              </a:rPr>
              <a:t>id</a:t>
            </a:r>
            <a:r>
              <a:rPr lang="en-US" b="0" i="0" u="none" strike="noStrike" baseline="0" dirty="0" err="1">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7D8F29"/>
                </a:solidFill>
                <a:latin typeface="Calibri" panose="020F0502020204030204" pitchFamily="34" charset="0"/>
                <a:cs typeface="Calibri" panose="020F0502020204030204" pitchFamily="34" charset="0"/>
              </a:rPr>
              <a:t>details</a:t>
            </a:r>
            <a:r>
              <a:rPr lang="en-US" b="0" i="0" u="none" strike="noStrike" baseline="0" dirty="0">
                <a:solidFill>
                  <a:srgbClr val="000000"/>
                </a:solidFill>
                <a:latin typeface="Calibri" panose="020F0502020204030204" pitchFamily="34" charset="0"/>
                <a:cs typeface="Calibri" panose="020F0502020204030204" pitchFamily="34" charset="0"/>
              </a:rPr>
              <a:t>, details);</a:t>
            </a:r>
          </a:p>
          <a:p>
            <a:pPr lvl="3"/>
            <a:r>
              <a:rPr lang="fr-FR" b="0" i="0" u="none" strike="noStrike" baseline="0" dirty="0" err="1">
                <a:solidFill>
                  <a:srgbClr val="000000"/>
                </a:solidFill>
                <a:latin typeface="Calibri" panose="020F0502020204030204" pitchFamily="34" charset="0"/>
                <a:cs typeface="Calibri" panose="020F0502020204030204" pitchFamily="34" charset="0"/>
              </a:rPr>
              <a:t>ft.</a:t>
            </a:r>
            <a:r>
              <a:rPr lang="fr-FR" b="0" i="0" u="none" strike="noStrike" baseline="0" dirty="0" err="1">
                <a:solidFill>
                  <a:srgbClr val="7D8F29"/>
                </a:solidFill>
                <a:latin typeface="Calibri" panose="020F0502020204030204" pitchFamily="34" charset="0"/>
                <a:cs typeface="Calibri" panose="020F0502020204030204" pitchFamily="34" charset="0"/>
              </a:rPr>
              <a:t>setTransition</a:t>
            </a:r>
            <a:r>
              <a:rPr lang="fr-FR" b="0" i="0" u="none" strike="noStrike" baseline="0" dirty="0">
                <a:solidFill>
                  <a:srgbClr val="000000"/>
                </a:solidFill>
                <a:latin typeface="Calibri" panose="020F0502020204030204" pitchFamily="34" charset="0"/>
                <a:cs typeface="Calibri" panose="020F0502020204030204" pitchFamily="34" charset="0"/>
              </a:rPr>
              <a:t>(</a:t>
            </a:r>
            <a:r>
              <a:rPr lang="fr-FR" b="0" i="0" u="none" strike="noStrike" baseline="0" dirty="0" err="1">
                <a:solidFill>
                  <a:srgbClr val="000000"/>
                </a:solidFill>
                <a:latin typeface="Calibri" panose="020F0502020204030204" pitchFamily="34" charset="0"/>
                <a:cs typeface="Calibri" panose="020F0502020204030204" pitchFamily="34" charset="0"/>
              </a:rPr>
              <a:t>FragmentTransaction.</a:t>
            </a:r>
            <a:r>
              <a:rPr lang="fr-FR" b="0" i="0" u="none" strike="noStrike" baseline="0" dirty="0" err="1">
                <a:solidFill>
                  <a:srgbClr val="7D8F29"/>
                </a:solidFill>
                <a:latin typeface="Calibri" panose="020F0502020204030204" pitchFamily="34" charset="0"/>
                <a:cs typeface="Calibri" panose="020F0502020204030204" pitchFamily="34" charset="0"/>
              </a:rPr>
              <a:t>TRANSIT_FRAGMENT_FADE</a:t>
            </a:r>
            <a:r>
              <a:rPr lang="fr-FR" b="0" i="0" u="none" strike="noStrike" baseline="0" dirty="0">
                <a:solidFill>
                  <a:srgbClr val="000000"/>
                </a:solidFill>
                <a:latin typeface="Calibri" panose="020F0502020204030204" pitchFamily="34" charset="0"/>
                <a:cs typeface="Calibri" panose="020F0502020204030204" pitchFamily="34" charset="0"/>
              </a:rPr>
              <a:t>);</a:t>
            </a:r>
          </a:p>
          <a:p>
            <a:pPr lvl="3"/>
            <a:r>
              <a:rPr lang="en-GB" b="0" i="0" u="none" strike="noStrike" baseline="0" dirty="0" err="1">
                <a:solidFill>
                  <a:srgbClr val="000000"/>
                </a:solidFill>
                <a:latin typeface="Calibri" panose="020F0502020204030204" pitchFamily="34" charset="0"/>
                <a:cs typeface="Calibri" panose="020F0502020204030204" pitchFamily="34" charset="0"/>
              </a:rPr>
              <a:t>ft.</a:t>
            </a:r>
            <a:r>
              <a:rPr lang="en-GB" b="0" i="0" u="none" strike="noStrike" baseline="0" dirty="0" err="1">
                <a:solidFill>
                  <a:srgbClr val="7D8F29"/>
                </a:solidFill>
                <a:latin typeface="Calibri" panose="020F0502020204030204" pitchFamily="34" charset="0"/>
                <a:cs typeface="Calibri" panose="020F0502020204030204" pitchFamily="34" charset="0"/>
              </a:rPr>
              <a:t>commit</a:t>
            </a:r>
            <a:r>
              <a:rPr lang="en-GB" b="0" i="0" u="none" strike="noStrike" baseline="0" dirty="0">
                <a:solidFill>
                  <a:srgbClr val="000000"/>
                </a:solidFill>
                <a:latin typeface="Calibri" panose="020F0502020204030204" pitchFamily="34" charset="0"/>
                <a:cs typeface="Calibri" panose="020F0502020204030204" pitchFamily="34" charset="0"/>
              </a:rPr>
              <a:t>();</a:t>
            </a:r>
          </a:p>
          <a:p>
            <a:pPr lvl="2"/>
            <a:r>
              <a:rPr lang="en-GB" b="0" i="0" u="none" strike="noStrike" baseline="0" dirty="0">
                <a:solidFill>
                  <a:srgbClr val="000000"/>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5260084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42714-A986-9A04-0240-EE94AAFDFEC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712F27-18A1-F75D-63DF-E6E4E36B1BE1}"/>
              </a:ext>
            </a:extLst>
          </p:cNvPr>
          <p:cNvSpPr>
            <a:spLocks noGrp="1"/>
          </p:cNvSpPr>
          <p:nvPr>
            <p:ph type="sldNum" idx="12"/>
          </p:nvPr>
        </p:nvSpPr>
        <p:spPr/>
        <p:txBody>
          <a:bodyPr/>
          <a:lstStyle/>
          <a:p>
            <a:pPr algn="r"/>
            <a:fld id="{00000000-1234-1234-1234-123412341234}" type="slidenum">
              <a:rPr lang="en" smtClean="0"/>
              <a:pPr algn="r"/>
              <a:t>31</a:t>
            </a:fld>
            <a:endParaRPr lang="en"/>
          </a:p>
        </p:txBody>
      </p:sp>
      <p:sp>
        <p:nvSpPr>
          <p:cNvPr id="2" name="Title 2">
            <a:extLst>
              <a:ext uri="{FF2B5EF4-FFF2-40B4-BE49-F238E27FC236}">
                <a16:creationId xmlns:a16="http://schemas.microsoft.com/office/drawing/2014/main" id="{CFC6E36C-8EFA-59A5-F148-71283209C773}"/>
              </a:ext>
            </a:extLst>
          </p:cNvPr>
          <p:cNvSpPr>
            <a:spLocks noGrp="1"/>
          </p:cNvSpPr>
          <p:nvPr>
            <p:ph type="title"/>
          </p:nvPr>
        </p:nvSpPr>
        <p:spPr>
          <a:xfrm>
            <a:off x="337675" y="227760"/>
            <a:ext cx="9230650" cy="763600"/>
          </a:xfrm>
        </p:spPr>
        <p:txBody>
          <a:bodyPr/>
          <a:lstStyle/>
          <a:p>
            <a:r>
              <a:rPr lang="en-GB" sz="3600" b="1" i="0" u="none" strike="noStrike" baseline="0" dirty="0">
                <a:solidFill>
                  <a:schemeClr val="bg1"/>
                </a:solidFill>
                <a:latin typeface="Georgia" panose="02040502050405020303" pitchFamily="18" charset="0"/>
              </a:rPr>
              <a:t> Example for using Fragments </a:t>
            </a:r>
            <a:r>
              <a:rPr lang="en-GB" sz="2400" b="1" dirty="0">
                <a:solidFill>
                  <a:schemeClr val="bg1"/>
                </a:solidFill>
                <a:latin typeface="Georgia" panose="02040502050405020303" pitchFamily="18" charset="0"/>
              </a:rPr>
              <a:t>(cont’d)</a:t>
            </a:r>
            <a:endParaRPr lang="en-GB" dirty="0">
              <a:solidFill>
                <a:schemeClr val="bg1"/>
              </a:solidFill>
            </a:endParaRPr>
          </a:p>
        </p:txBody>
      </p:sp>
      <p:sp>
        <p:nvSpPr>
          <p:cNvPr id="5" name="TextBox 4">
            <a:extLst>
              <a:ext uri="{FF2B5EF4-FFF2-40B4-BE49-F238E27FC236}">
                <a16:creationId xmlns:a16="http://schemas.microsoft.com/office/drawing/2014/main" id="{D8CB8F35-4375-5AED-A590-A008F7DFAAB8}"/>
              </a:ext>
            </a:extLst>
          </p:cNvPr>
          <p:cNvSpPr txBox="1"/>
          <p:nvPr/>
        </p:nvSpPr>
        <p:spPr>
          <a:xfrm>
            <a:off x="200472" y="1772816"/>
            <a:ext cx="8723587" cy="3016210"/>
          </a:xfrm>
          <a:prstGeom prst="rect">
            <a:avLst/>
          </a:prstGeom>
          <a:noFill/>
        </p:spPr>
        <p:txBody>
          <a:bodyPr wrap="square">
            <a:spAutoFit/>
          </a:bodyPr>
          <a:lstStyle/>
          <a:p>
            <a:r>
              <a:rPr lang="en-GB" b="0" i="0" u="none" strike="noStrike" baseline="0" dirty="0">
                <a:solidFill>
                  <a:srgbClr val="000000"/>
                </a:solidFill>
                <a:latin typeface="Calibri" panose="020F0502020204030204" pitchFamily="34" charset="0"/>
                <a:cs typeface="Calibri" panose="020F0502020204030204" pitchFamily="34" charset="0"/>
              </a:rPr>
              <a:t>} </a:t>
            </a:r>
            <a:r>
              <a:rPr lang="en-GB" b="1" i="0" u="none" strike="noStrike" baseline="0" dirty="0">
                <a:latin typeface="Calibri" panose="020F0502020204030204" pitchFamily="34" charset="0"/>
                <a:cs typeface="Calibri" panose="020F0502020204030204" pitchFamily="34" charset="0"/>
              </a:rPr>
              <a:t>else</a:t>
            </a:r>
            <a:r>
              <a:rPr lang="en-GB" b="0" i="0" u="none" strike="noStrike" baseline="0" dirty="0">
                <a:solidFill>
                  <a:srgbClr val="008000"/>
                </a:solidFill>
                <a:latin typeface="Calibri" panose="020F0502020204030204" pitchFamily="34" charset="0"/>
                <a:cs typeface="Calibri" panose="020F0502020204030204" pitchFamily="34" charset="0"/>
              </a:rPr>
              <a:t> </a:t>
            </a:r>
            <a:r>
              <a:rPr lang="en-GB" b="0" i="0" u="none" strike="noStrike" baseline="0" dirty="0">
                <a:solidFill>
                  <a:srgbClr val="000000"/>
                </a:solidFill>
                <a:latin typeface="Calibri" panose="020F0502020204030204" pitchFamily="34" charset="0"/>
                <a:cs typeface="Calibri" panose="020F0502020204030204" pitchFamily="34" charset="0"/>
              </a:rPr>
              <a:t>{</a:t>
            </a:r>
            <a:endParaRPr lang="en-GB" dirty="0">
              <a:latin typeface="Calibri" panose="020F0502020204030204" pitchFamily="34" charset="0"/>
              <a:cs typeface="Calibri" panose="020F0502020204030204" pitchFamily="34" charset="0"/>
            </a:endParaRPr>
          </a:p>
          <a:p>
            <a:pPr algn="l"/>
            <a:endParaRPr lang="en-US" sz="1400" b="0" i="0" u="none" strike="noStrike" baseline="0" dirty="0">
              <a:solidFill>
                <a:srgbClr val="408080"/>
              </a:solidFill>
              <a:latin typeface="Calibri" panose="020F0502020204030204" pitchFamily="34" charset="0"/>
              <a:cs typeface="Calibri" panose="020F0502020204030204" pitchFamily="34" charset="0"/>
            </a:endParaRPr>
          </a:p>
          <a:p>
            <a:pPr algn="l"/>
            <a:r>
              <a:rPr lang="en-US" sz="1400" b="0" i="0" u="none" strike="noStrike" baseline="0" dirty="0">
                <a:solidFill>
                  <a:srgbClr val="408080"/>
                </a:solidFill>
                <a:latin typeface="Calibri" panose="020F0502020204030204" pitchFamily="34" charset="0"/>
                <a:cs typeface="Calibri" panose="020F0502020204030204" pitchFamily="34" charset="0"/>
              </a:rPr>
              <a:t>// Otherwise we need to launch a new activity to display the dialog fragment with selected text.</a:t>
            </a:r>
          </a:p>
          <a:p>
            <a:pPr algn="l"/>
            <a:endParaRPr lang="en-GB" b="0" i="0" u="none" strike="noStrike" baseline="0" dirty="0">
              <a:solidFill>
                <a:srgbClr val="000000"/>
              </a:solidFill>
              <a:latin typeface="Calibri" panose="020F0502020204030204" pitchFamily="34" charset="0"/>
              <a:cs typeface="Calibri" panose="020F0502020204030204" pitchFamily="34" charset="0"/>
            </a:endParaRPr>
          </a:p>
          <a:p>
            <a:pPr algn="l"/>
            <a:r>
              <a:rPr lang="en-GB" b="0" i="0" u="none" strike="noStrike" baseline="0" dirty="0">
                <a:solidFill>
                  <a:srgbClr val="000000"/>
                </a:solidFill>
                <a:latin typeface="Calibri" panose="020F0502020204030204" pitchFamily="34" charset="0"/>
                <a:cs typeface="Calibri" panose="020F0502020204030204" pitchFamily="34" charset="0"/>
              </a:rPr>
              <a:t>Intent </a:t>
            </a:r>
            <a:r>
              <a:rPr lang="en-GB" b="0" i="0" u="none" strike="noStrike" baseline="0" dirty="0" err="1">
                <a:solidFill>
                  <a:srgbClr val="000000"/>
                </a:solidFill>
                <a:latin typeface="Calibri" panose="020F0502020204030204" pitchFamily="34" charset="0"/>
                <a:cs typeface="Calibri" panose="020F0502020204030204" pitchFamily="34" charset="0"/>
              </a:rPr>
              <a:t>intent</a:t>
            </a:r>
            <a:r>
              <a:rPr lang="en-GB" b="0" i="0" u="none" strike="noStrike" baseline="0" dirty="0">
                <a:solidFill>
                  <a:srgbClr val="000000"/>
                </a:solidFill>
                <a:latin typeface="Calibri" panose="020F0502020204030204" pitchFamily="34" charset="0"/>
                <a:cs typeface="Calibri" panose="020F0502020204030204" pitchFamily="34" charset="0"/>
              </a:rPr>
              <a:t> </a:t>
            </a:r>
            <a:r>
              <a:rPr lang="en-GB" b="0" i="0" u="none" strike="noStrike" baseline="0" dirty="0">
                <a:solidFill>
                  <a:srgbClr val="666666"/>
                </a:solidFill>
                <a:latin typeface="Calibri" panose="020F0502020204030204" pitchFamily="34" charset="0"/>
                <a:cs typeface="Calibri" panose="020F0502020204030204" pitchFamily="34" charset="0"/>
              </a:rPr>
              <a:t>= </a:t>
            </a:r>
            <a:r>
              <a:rPr lang="en-GB" b="0" i="0" u="none" strike="noStrike" baseline="0" dirty="0">
                <a:solidFill>
                  <a:srgbClr val="008000"/>
                </a:solidFill>
                <a:latin typeface="Calibri" panose="020F0502020204030204" pitchFamily="34" charset="0"/>
                <a:cs typeface="Calibri" panose="020F0502020204030204" pitchFamily="34" charset="0"/>
              </a:rPr>
              <a:t>new </a:t>
            </a:r>
            <a:r>
              <a:rPr lang="en-GB" b="0" i="0" u="none" strike="noStrike" baseline="0" dirty="0">
                <a:solidFill>
                  <a:srgbClr val="000000"/>
                </a:solidFill>
                <a:latin typeface="Calibri" panose="020F0502020204030204" pitchFamily="34" charset="0"/>
                <a:cs typeface="Calibri" panose="020F0502020204030204" pitchFamily="34" charset="0"/>
              </a:rPr>
              <a:t>Intent();</a:t>
            </a:r>
          </a:p>
          <a:p>
            <a:pPr algn="l"/>
            <a:r>
              <a:rPr lang="en-US" b="0" i="0" u="none" strike="noStrike" baseline="0" dirty="0" err="1">
                <a:solidFill>
                  <a:srgbClr val="000000"/>
                </a:solidFill>
                <a:latin typeface="Calibri" panose="020F0502020204030204" pitchFamily="34" charset="0"/>
                <a:cs typeface="Calibri" panose="020F0502020204030204" pitchFamily="34" charset="0"/>
              </a:rPr>
              <a:t>intent.</a:t>
            </a:r>
            <a:r>
              <a:rPr lang="en-US" b="0" i="0" u="none" strike="noStrike" baseline="0" dirty="0" err="1">
                <a:solidFill>
                  <a:srgbClr val="7D8F29"/>
                </a:solidFill>
                <a:latin typeface="Calibri" panose="020F0502020204030204" pitchFamily="34" charset="0"/>
                <a:cs typeface="Calibri" panose="020F0502020204030204" pitchFamily="34" charset="0"/>
              </a:rPr>
              <a:t>setClass</a:t>
            </a:r>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getActivity</a:t>
            </a:r>
            <a:r>
              <a:rPr lang="en-US" b="0" i="0" u="none" strike="noStrike" baseline="0" dirty="0">
                <a:solidFill>
                  <a:srgbClr val="000000"/>
                </a:solidFill>
                <a:latin typeface="Calibri" panose="020F0502020204030204" pitchFamily="34" charset="0"/>
                <a:cs typeface="Calibri" panose="020F0502020204030204" pitchFamily="34" charset="0"/>
              </a:rPr>
              <a:t>(), </a:t>
            </a:r>
            <a:r>
              <a:rPr lang="en-US" b="0" i="0" u="none" strike="noStrike" baseline="0" dirty="0" err="1">
                <a:solidFill>
                  <a:srgbClr val="000000"/>
                </a:solidFill>
                <a:latin typeface="Calibri" panose="020F0502020204030204" pitchFamily="34" charset="0"/>
                <a:cs typeface="Calibri" panose="020F0502020204030204" pitchFamily="34" charset="0"/>
              </a:rPr>
              <a:t>DetailsActivity.</a:t>
            </a:r>
            <a:r>
              <a:rPr lang="en-US" b="0" i="0" u="none" strike="noStrike" baseline="0" dirty="0" err="1">
                <a:solidFill>
                  <a:srgbClr val="7D8F29"/>
                </a:solidFill>
                <a:latin typeface="Calibri" panose="020F0502020204030204" pitchFamily="34" charset="0"/>
                <a:cs typeface="Calibri" panose="020F0502020204030204" pitchFamily="34" charset="0"/>
              </a:rPr>
              <a:t>class</a:t>
            </a:r>
            <a:r>
              <a:rPr lang="en-US" b="0" i="0" u="none" strike="noStrike" baseline="0" dirty="0">
                <a:solidFill>
                  <a:srgbClr val="000000"/>
                </a:solidFill>
                <a:latin typeface="Calibri" panose="020F0502020204030204" pitchFamily="34" charset="0"/>
                <a:cs typeface="Calibri" panose="020F0502020204030204" pitchFamily="34" charset="0"/>
              </a:rPr>
              <a:t>);</a:t>
            </a:r>
          </a:p>
          <a:p>
            <a:pPr lvl="2"/>
            <a:r>
              <a:rPr lang="en-GB" b="0" i="0" u="none" strike="noStrike" baseline="0" dirty="0" err="1">
                <a:solidFill>
                  <a:srgbClr val="000000"/>
                </a:solidFill>
                <a:latin typeface="Calibri" panose="020F0502020204030204" pitchFamily="34" charset="0"/>
                <a:cs typeface="Calibri" panose="020F0502020204030204" pitchFamily="34" charset="0"/>
              </a:rPr>
              <a:t>intent.</a:t>
            </a:r>
            <a:r>
              <a:rPr lang="en-GB" b="0" i="0" u="none" strike="noStrike" baseline="0" dirty="0" err="1">
                <a:solidFill>
                  <a:srgbClr val="7D8F29"/>
                </a:solidFill>
                <a:latin typeface="Calibri" panose="020F0502020204030204" pitchFamily="34" charset="0"/>
                <a:cs typeface="Calibri" panose="020F0502020204030204" pitchFamily="34" charset="0"/>
              </a:rPr>
              <a:t>putExtra</a:t>
            </a:r>
            <a:r>
              <a:rPr lang="en-GB" b="0" i="0" u="none" strike="noStrike" baseline="0" dirty="0">
                <a:solidFill>
                  <a:srgbClr val="000000"/>
                </a:solidFill>
                <a:latin typeface="Calibri" panose="020F0502020204030204" pitchFamily="34" charset="0"/>
                <a:cs typeface="Calibri" panose="020F0502020204030204" pitchFamily="34" charset="0"/>
              </a:rPr>
              <a:t>(</a:t>
            </a:r>
            <a:r>
              <a:rPr lang="en-GB" b="0" i="0" u="none" strike="noStrike" baseline="0" dirty="0">
                <a:solidFill>
                  <a:srgbClr val="BB2121"/>
                </a:solidFill>
                <a:latin typeface="Calibri" panose="020F0502020204030204" pitchFamily="34" charset="0"/>
                <a:cs typeface="Calibri" panose="020F0502020204030204" pitchFamily="34" charset="0"/>
              </a:rPr>
              <a:t>"index"</a:t>
            </a:r>
            <a:r>
              <a:rPr lang="en-GB" b="0" i="0" u="none" strike="noStrike" baseline="0" dirty="0">
                <a:solidFill>
                  <a:srgbClr val="000000"/>
                </a:solidFill>
                <a:latin typeface="Calibri" panose="020F0502020204030204" pitchFamily="34" charset="0"/>
                <a:cs typeface="Calibri" panose="020F0502020204030204" pitchFamily="34" charset="0"/>
              </a:rPr>
              <a:t>, index);</a:t>
            </a:r>
          </a:p>
          <a:p>
            <a:pPr lvl="2"/>
            <a:r>
              <a:rPr lang="en-GB" b="0" i="0" u="none" strike="noStrike" baseline="0" dirty="0" err="1">
                <a:solidFill>
                  <a:srgbClr val="000000"/>
                </a:solidFill>
                <a:latin typeface="Calibri" panose="020F0502020204030204" pitchFamily="34" charset="0"/>
                <a:cs typeface="Calibri" panose="020F0502020204030204" pitchFamily="34" charset="0"/>
              </a:rPr>
              <a:t>startActivity</a:t>
            </a:r>
            <a:r>
              <a:rPr lang="en-GB" b="0" i="0" u="none" strike="noStrike" baseline="0" dirty="0">
                <a:solidFill>
                  <a:srgbClr val="000000"/>
                </a:solidFill>
                <a:latin typeface="Calibri" panose="020F0502020204030204" pitchFamily="34" charset="0"/>
                <a:cs typeface="Calibri" panose="020F0502020204030204" pitchFamily="34" charset="0"/>
              </a:rPr>
              <a:t>(intent);</a:t>
            </a:r>
          </a:p>
          <a:p>
            <a:pPr algn="l"/>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GB" b="0" i="0" u="none" strike="noStrike" baseline="0" dirty="0">
                <a:solidFill>
                  <a:srgbClr val="000000"/>
                </a:solidFill>
                <a:latin typeface="Calibri" panose="020F0502020204030204" pitchFamily="34" charset="0"/>
                <a:cs typeface="Calibri" panose="020F0502020204030204" pitchFamily="34" charset="0"/>
              </a:rPr>
              <a:t>}</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60403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BFCAB-7A67-2B9B-48A6-6557C826BBE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4610ED-1AB1-58C3-1EB2-06AAEE80E55E}"/>
              </a:ext>
            </a:extLst>
          </p:cNvPr>
          <p:cNvSpPr>
            <a:spLocks noGrp="1"/>
          </p:cNvSpPr>
          <p:nvPr>
            <p:ph type="sldNum" idx="12"/>
          </p:nvPr>
        </p:nvSpPr>
        <p:spPr/>
        <p:txBody>
          <a:bodyPr/>
          <a:lstStyle/>
          <a:p>
            <a:pPr algn="r"/>
            <a:fld id="{00000000-1234-1234-1234-123412341234}" type="slidenum">
              <a:rPr lang="en" smtClean="0"/>
              <a:pPr algn="r"/>
              <a:t>32</a:t>
            </a:fld>
            <a:endParaRPr lang="en"/>
          </a:p>
        </p:txBody>
      </p:sp>
      <p:sp>
        <p:nvSpPr>
          <p:cNvPr id="2" name="Title 2">
            <a:extLst>
              <a:ext uri="{FF2B5EF4-FFF2-40B4-BE49-F238E27FC236}">
                <a16:creationId xmlns:a16="http://schemas.microsoft.com/office/drawing/2014/main" id="{AC9E32CE-C190-4085-D93A-88EFF17DA3EB}"/>
              </a:ext>
            </a:extLst>
          </p:cNvPr>
          <p:cNvSpPr>
            <a:spLocks noGrp="1"/>
          </p:cNvSpPr>
          <p:nvPr>
            <p:ph type="title"/>
          </p:nvPr>
        </p:nvSpPr>
        <p:spPr>
          <a:xfrm>
            <a:off x="338138" y="227013"/>
            <a:ext cx="9229725" cy="763587"/>
          </a:xfrm>
        </p:spPr>
        <p:txBody>
          <a:bodyPr/>
          <a:lstStyle/>
          <a:p>
            <a:r>
              <a:rPr lang="en-GB" sz="3600" b="1" i="0" u="none" strike="noStrike" baseline="0" dirty="0">
                <a:solidFill>
                  <a:schemeClr val="bg1"/>
                </a:solidFill>
                <a:latin typeface="Georgia" panose="02040502050405020303" pitchFamily="18" charset="0"/>
              </a:rPr>
              <a:t> Example for using Fragments </a:t>
            </a:r>
            <a:r>
              <a:rPr lang="en-GB" sz="2400" b="1" dirty="0">
                <a:solidFill>
                  <a:schemeClr val="bg1"/>
                </a:solidFill>
                <a:latin typeface="Georgia" panose="02040502050405020303" pitchFamily="18" charset="0"/>
              </a:rPr>
              <a:t>(cont’d)</a:t>
            </a:r>
            <a:endParaRPr lang="en-GB" dirty="0">
              <a:solidFill>
                <a:schemeClr val="bg1"/>
              </a:solidFill>
            </a:endParaRPr>
          </a:p>
        </p:txBody>
      </p:sp>
      <p:sp>
        <p:nvSpPr>
          <p:cNvPr id="5" name="TextBox 4">
            <a:extLst>
              <a:ext uri="{FF2B5EF4-FFF2-40B4-BE49-F238E27FC236}">
                <a16:creationId xmlns:a16="http://schemas.microsoft.com/office/drawing/2014/main" id="{D6801314-EF16-D0EC-E7FF-7F44BBCD2FBA}"/>
              </a:ext>
            </a:extLst>
          </p:cNvPr>
          <p:cNvSpPr txBox="1"/>
          <p:nvPr/>
        </p:nvSpPr>
        <p:spPr>
          <a:xfrm>
            <a:off x="0" y="1322003"/>
            <a:ext cx="8784976" cy="5270674"/>
          </a:xfrm>
          <a:prstGeom prst="rect">
            <a:avLst/>
          </a:prstGeom>
          <a:noFill/>
        </p:spPr>
        <p:txBody>
          <a:bodyPr wrap="square">
            <a:spAutoFit/>
          </a:bodyPr>
          <a:lstStyle/>
          <a:p>
            <a:pPr algn="l"/>
            <a:r>
              <a:rPr lang="en-GB" sz="1600" b="0" i="0" u="none" strike="noStrike" baseline="0" dirty="0">
                <a:solidFill>
                  <a:srgbClr val="008000"/>
                </a:solidFill>
                <a:latin typeface="Calibri" panose="020F0502020204030204" pitchFamily="34" charset="0"/>
                <a:cs typeface="Calibri" panose="020F0502020204030204" pitchFamily="34" charset="0"/>
              </a:rPr>
              <a:t>package </a:t>
            </a:r>
            <a:r>
              <a:rPr lang="en-GB" sz="1600" b="0" i="0" u="none" strike="noStrike" baseline="0" dirty="0" err="1">
                <a:solidFill>
                  <a:srgbClr val="0000FF"/>
                </a:solidFill>
                <a:latin typeface="Calibri" panose="020F0502020204030204" pitchFamily="34" charset="0"/>
                <a:cs typeface="Calibri" panose="020F0502020204030204" pitchFamily="34" charset="0"/>
              </a:rPr>
              <a:t>com.example.frgmentexample</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android.app.Fragment</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android.os.Bundle</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android.util.TypedValue</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android.view.LayoutInflater</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android.view.View</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android.view.ViewGroup</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android.widget.ScrollView</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android.widget.TextView</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endParaRPr lang="en-GB" sz="1050" b="0" i="0" u="none" strike="noStrike" baseline="0" dirty="0">
              <a:solidFill>
                <a:srgbClr val="008000"/>
              </a:solidFill>
              <a:latin typeface="Calibri" panose="020F0502020204030204" pitchFamily="34" charset="0"/>
              <a:cs typeface="Calibri" panose="020F0502020204030204" pitchFamily="34" charset="0"/>
            </a:endParaRPr>
          </a:p>
          <a:p>
            <a:pPr algn="l"/>
            <a:r>
              <a:rPr lang="en-GB" sz="1600" b="0" i="0" u="none" strike="noStrike" baseline="0" dirty="0">
                <a:solidFill>
                  <a:srgbClr val="008000"/>
                </a:solidFill>
                <a:latin typeface="Calibri" panose="020F0502020204030204" pitchFamily="34" charset="0"/>
                <a:cs typeface="Calibri" panose="020F0502020204030204" pitchFamily="34" charset="0"/>
              </a:rPr>
              <a:t>public class </a:t>
            </a:r>
            <a:r>
              <a:rPr lang="en-GB" sz="1600" b="0" i="0" u="none" strike="noStrike" baseline="0" dirty="0" err="1">
                <a:solidFill>
                  <a:srgbClr val="0000FF"/>
                </a:solidFill>
                <a:latin typeface="Calibri" panose="020F0502020204030204" pitchFamily="34" charset="0"/>
                <a:cs typeface="Calibri" panose="020F0502020204030204" pitchFamily="34" charset="0"/>
              </a:rPr>
              <a:t>DetailsFragment</a:t>
            </a:r>
            <a:r>
              <a:rPr lang="en-GB" sz="1600" b="0" i="0" u="none" strike="noStrike" baseline="0" dirty="0">
                <a:solidFill>
                  <a:srgbClr val="0000FF"/>
                </a:solidFill>
                <a:latin typeface="Calibri" panose="020F0502020204030204" pitchFamily="34" charset="0"/>
                <a:cs typeface="Calibri" panose="020F0502020204030204" pitchFamily="34" charset="0"/>
              </a:rPr>
              <a:t> </a:t>
            </a:r>
            <a:r>
              <a:rPr lang="en-GB" sz="1600" b="0" i="0" u="none" strike="noStrike" baseline="0" dirty="0">
                <a:solidFill>
                  <a:srgbClr val="008000"/>
                </a:solidFill>
                <a:latin typeface="Calibri" panose="020F0502020204030204" pitchFamily="34" charset="0"/>
                <a:cs typeface="Calibri" panose="020F0502020204030204" pitchFamily="34" charset="0"/>
              </a:rPr>
              <a:t>extends </a:t>
            </a:r>
            <a:r>
              <a:rPr lang="en-GB" sz="1600" b="0" i="0" u="none" strike="noStrike" baseline="0" dirty="0">
                <a:solidFill>
                  <a:srgbClr val="000000"/>
                </a:solidFill>
                <a:latin typeface="Calibri" panose="020F0502020204030204" pitchFamily="34" charset="0"/>
                <a:cs typeface="Calibri" panose="020F0502020204030204" pitchFamily="34" charset="0"/>
              </a:rPr>
              <a:t>Fragment {</a:t>
            </a:r>
          </a:p>
          <a:p>
            <a:pPr lvl="1"/>
            <a:r>
              <a:rPr lang="en-GB" sz="1600" b="0" i="0" u="none" strike="noStrike" baseline="0" dirty="0">
                <a:solidFill>
                  <a:srgbClr val="408080"/>
                </a:solidFill>
                <a:latin typeface="Calibri" panose="020F0502020204030204" pitchFamily="34" charset="0"/>
                <a:cs typeface="Calibri" panose="020F0502020204030204" pitchFamily="34" charset="0"/>
              </a:rPr>
              <a:t>/**</a:t>
            </a:r>
          </a:p>
          <a:p>
            <a:pPr lvl="1"/>
            <a:r>
              <a:rPr lang="en-US" sz="1600" b="0" i="0" u="none" strike="noStrike" baseline="0" dirty="0">
                <a:solidFill>
                  <a:srgbClr val="408080"/>
                </a:solidFill>
                <a:latin typeface="Calibri" panose="020F0502020204030204" pitchFamily="34" charset="0"/>
                <a:cs typeface="Calibri" panose="020F0502020204030204" pitchFamily="34" charset="0"/>
              </a:rPr>
              <a:t>* Create a new instance of </a:t>
            </a:r>
            <a:r>
              <a:rPr lang="en-US" sz="1600" b="0" i="0" u="none" strike="noStrike" baseline="0" dirty="0" err="1">
                <a:solidFill>
                  <a:srgbClr val="408080"/>
                </a:solidFill>
                <a:latin typeface="Calibri" panose="020F0502020204030204" pitchFamily="34" charset="0"/>
                <a:cs typeface="Calibri" panose="020F0502020204030204" pitchFamily="34" charset="0"/>
              </a:rPr>
              <a:t>DetailsFragment</a:t>
            </a:r>
            <a:r>
              <a:rPr lang="en-US" sz="1600" b="0" i="0" u="none" strike="noStrike" baseline="0" dirty="0">
                <a:solidFill>
                  <a:srgbClr val="408080"/>
                </a:solidFill>
                <a:latin typeface="Calibri" panose="020F0502020204030204" pitchFamily="34" charset="0"/>
                <a:cs typeface="Calibri" panose="020F0502020204030204" pitchFamily="34" charset="0"/>
              </a:rPr>
              <a:t>, initialized to show the text at index.</a:t>
            </a:r>
          </a:p>
          <a:p>
            <a:pPr lvl="1"/>
            <a:r>
              <a:rPr lang="en-GB" sz="1600" b="0" i="0" u="none" strike="noStrike" baseline="0" dirty="0">
                <a:solidFill>
                  <a:srgbClr val="408080"/>
                </a:solidFill>
                <a:latin typeface="Calibri" panose="020F0502020204030204" pitchFamily="34" charset="0"/>
                <a:cs typeface="Calibri" panose="020F0502020204030204" pitchFamily="34" charset="0"/>
              </a:rPr>
              <a:t>*/</a:t>
            </a:r>
          </a:p>
          <a:p>
            <a:pPr lvl="1"/>
            <a:r>
              <a:rPr lang="en-US" sz="1600" b="0" i="0" u="none" strike="noStrike" baseline="0" dirty="0">
                <a:solidFill>
                  <a:srgbClr val="008000"/>
                </a:solidFill>
                <a:latin typeface="Calibri" panose="020F0502020204030204" pitchFamily="34" charset="0"/>
                <a:cs typeface="Calibri" panose="020F0502020204030204" pitchFamily="34" charset="0"/>
              </a:rPr>
              <a:t>public static </a:t>
            </a:r>
            <a:r>
              <a:rPr lang="en-US" sz="1600" b="0" i="0" u="none" strike="noStrike" baseline="0" dirty="0" err="1">
                <a:solidFill>
                  <a:srgbClr val="000000"/>
                </a:solidFill>
                <a:latin typeface="Calibri" panose="020F0502020204030204" pitchFamily="34" charset="0"/>
                <a:cs typeface="Calibri" panose="020F0502020204030204" pitchFamily="34" charset="0"/>
              </a:rPr>
              <a:t>DetailsFragment</a:t>
            </a:r>
            <a:r>
              <a:rPr lang="en-US" sz="1600" b="0" i="0" u="none" strike="noStrike" baseline="0" dirty="0">
                <a:solidFill>
                  <a:srgbClr val="000000"/>
                </a:solidFill>
                <a:latin typeface="Calibri" panose="020F0502020204030204" pitchFamily="34" charset="0"/>
                <a:cs typeface="Calibri" panose="020F0502020204030204" pitchFamily="34" charset="0"/>
              </a:rPr>
              <a:t> </a:t>
            </a:r>
            <a:r>
              <a:rPr lang="en-US" sz="1600" b="0" i="0" u="none" strike="noStrike" baseline="0" dirty="0" err="1">
                <a:solidFill>
                  <a:srgbClr val="0000FF"/>
                </a:solidFill>
                <a:latin typeface="Calibri" panose="020F0502020204030204" pitchFamily="34" charset="0"/>
                <a:cs typeface="Calibri" panose="020F0502020204030204" pitchFamily="34" charset="0"/>
              </a:rPr>
              <a:t>newInstance</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a:solidFill>
                  <a:srgbClr val="B10040"/>
                </a:solidFill>
                <a:latin typeface="Calibri" panose="020F0502020204030204" pitchFamily="34" charset="0"/>
                <a:cs typeface="Calibri" panose="020F0502020204030204" pitchFamily="34" charset="0"/>
              </a:rPr>
              <a:t>int </a:t>
            </a:r>
            <a:r>
              <a:rPr lang="en-US" sz="1600" b="0" i="0" u="none" strike="noStrike" baseline="0" dirty="0">
                <a:solidFill>
                  <a:srgbClr val="000000"/>
                </a:solidFill>
                <a:latin typeface="Calibri" panose="020F0502020204030204" pitchFamily="34" charset="0"/>
                <a:cs typeface="Calibri" panose="020F0502020204030204" pitchFamily="34" charset="0"/>
              </a:rPr>
              <a:t>index) {</a:t>
            </a:r>
          </a:p>
          <a:p>
            <a:pPr lvl="2"/>
            <a:r>
              <a:rPr lang="en-GB" sz="1600" b="0" i="0" u="none" strike="noStrike" baseline="0" dirty="0" err="1">
                <a:solidFill>
                  <a:srgbClr val="000000"/>
                </a:solidFill>
                <a:latin typeface="Calibri" panose="020F0502020204030204" pitchFamily="34" charset="0"/>
                <a:cs typeface="Calibri" panose="020F0502020204030204" pitchFamily="34" charset="0"/>
              </a:rPr>
              <a:t>DetailsFragment</a:t>
            </a:r>
            <a:r>
              <a:rPr lang="en-GB" sz="1600" b="0" i="0" u="none" strike="noStrike" baseline="0" dirty="0">
                <a:solidFill>
                  <a:srgbClr val="000000"/>
                </a:solidFill>
                <a:latin typeface="Calibri" panose="020F0502020204030204" pitchFamily="34" charset="0"/>
                <a:cs typeface="Calibri" panose="020F0502020204030204" pitchFamily="34" charset="0"/>
              </a:rPr>
              <a:t> f </a:t>
            </a:r>
            <a:r>
              <a:rPr lang="en-GB" sz="1600" b="0" i="0" u="none" strike="noStrike" baseline="0" dirty="0">
                <a:solidFill>
                  <a:srgbClr val="666666"/>
                </a:solidFill>
                <a:latin typeface="Calibri" panose="020F0502020204030204" pitchFamily="34" charset="0"/>
                <a:cs typeface="Calibri" panose="020F0502020204030204" pitchFamily="34" charset="0"/>
              </a:rPr>
              <a:t>= </a:t>
            </a:r>
            <a:r>
              <a:rPr lang="en-GB" sz="1600" b="0" i="0" u="none" strike="noStrike" baseline="0" dirty="0">
                <a:solidFill>
                  <a:srgbClr val="008000"/>
                </a:solidFill>
                <a:latin typeface="Calibri" panose="020F0502020204030204" pitchFamily="34" charset="0"/>
                <a:cs typeface="Calibri" panose="020F0502020204030204" pitchFamily="34" charset="0"/>
              </a:rPr>
              <a:t>new </a:t>
            </a:r>
            <a:r>
              <a:rPr lang="en-GB" sz="1600" b="0" i="0" u="none" strike="noStrike" baseline="0" dirty="0" err="1">
                <a:solidFill>
                  <a:srgbClr val="000000"/>
                </a:solidFill>
                <a:latin typeface="Calibri" panose="020F0502020204030204" pitchFamily="34" charset="0"/>
                <a:cs typeface="Calibri" panose="020F0502020204030204" pitchFamily="34" charset="0"/>
              </a:rPr>
              <a:t>DetailsFragment</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0000"/>
                </a:solidFill>
                <a:latin typeface="Calibri" panose="020F0502020204030204" pitchFamily="34" charset="0"/>
                <a:cs typeface="Calibri" panose="020F0502020204030204" pitchFamily="34" charset="0"/>
              </a:rPr>
              <a:t>          }</a:t>
            </a:r>
          </a:p>
          <a:p>
            <a:pPr algn="l"/>
            <a:r>
              <a:rPr lang="en-US" sz="1400" b="0" i="0" u="none" strike="noStrike" baseline="0" dirty="0">
                <a:solidFill>
                  <a:srgbClr val="408080"/>
                </a:solidFill>
                <a:latin typeface="Calibri" panose="020F0502020204030204" pitchFamily="34" charset="0"/>
                <a:cs typeface="Calibri" panose="020F0502020204030204" pitchFamily="34" charset="0"/>
              </a:rPr>
              <a:t>// Supply index input as an argument.</a:t>
            </a:r>
          </a:p>
          <a:p>
            <a:pPr lvl="1"/>
            <a:r>
              <a:rPr lang="en-GB" sz="1400" b="0" i="0" u="none" strike="noStrike" baseline="0" dirty="0">
                <a:solidFill>
                  <a:srgbClr val="000000"/>
                </a:solidFill>
                <a:latin typeface="Calibri" panose="020F0502020204030204" pitchFamily="34" charset="0"/>
                <a:cs typeface="Calibri" panose="020F0502020204030204" pitchFamily="34" charset="0"/>
              </a:rPr>
              <a:t>Bundle </a:t>
            </a:r>
            <a:r>
              <a:rPr lang="en-GB" sz="1400" b="0" i="0" u="none" strike="noStrike" baseline="0" dirty="0" err="1">
                <a:solidFill>
                  <a:srgbClr val="000000"/>
                </a:solidFill>
                <a:latin typeface="Calibri" panose="020F0502020204030204" pitchFamily="34" charset="0"/>
                <a:cs typeface="Calibri" panose="020F0502020204030204" pitchFamily="34" charset="0"/>
              </a:rPr>
              <a:t>args</a:t>
            </a:r>
            <a:r>
              <a:rPr lang="en-GB" sz="1400" b="0" i="0" u="none" strike="noStrike" baseline="0" dirty="0">
                <a:solidFill>
                  <a:srgbClr val="000000"/>
                </a:solidFill>
                <a:latin typeface="Calibri" panose="020F0502020204030204" pitchFamily="34" charset="0"/>
                <a:cs typeface="Calibri" panose="020F0502020204030204" pitchFamily="34" charset="0"/>
              </a:rPr>
              <a:t> </a:t>
            </a:r>
            <a:r>
              <a:rPr lang="en-GB" sz="1400" b="0" i="0" u="none" strike="noStrike" baseline="0" dirty="0">
                <a:solidFill>
                  <a:srgbClr val="666666"/>
                </a:solidFill>
                <a:latin typeface="Calibri" panose="020F0502020204030204" pitchFamily="34" charset="0"/>
                <a:cs typeface="Calibri" panose="020F0502020204030204" pitchFamily="34" charset="0"/>
              </a:rPr>
              <a:t>= </a:t>
            </a:r>
            <a:r>
              <a:rPr lang="en-GB" sz="1400" b="0" i="0" u="none" strike="noStrike" baseline="0" dirty="0">
                <a:solidFill>
                  <a:srgbClr val="008000"/>
                </a:solidFill>
                <a:latin typeface="Calibri" panose="020F0502020204030204" pitchFamily="34" charset="0"/>
                <a:cs typeface="Calibri" panose="020F0502020204030204" pitchFamily="34" charset="0"/>
              </a:rPr>
              <a:t>new </a:t>
            </a:r>
            <a:r>
              <a:rPr lang="en-GB" sz="1400" b="0" i="0" u="none" strike="noStrike" baseline="0" dirty="0">
                <a:solidFill>
                  <a:srgbClr val="000000"/>
                </a:solidFill>
                <a:latin typeface="Calibri" panose="020F0502020204030204" pitchFamily="34" charset="0"/>
                <a:cs typeface="Calibri" panose="020F0502020204030204" pitchFamily="34" charset="0"/>
              </a:rPr>
              <a:t>Bundle();   </a:t>
            </a:r>
            <a:r>
              <a:rPr lang="en-GB" sz="1400" b="0" i="0" u="none" strike="noStrike" baseline="0" dirty="0" err="1">
                <a:solidFill>
                  <a:srgbClr val="000000"/>
                </a:solidFill>
                <a:latin typeface="Calibri" panose="020F0502020204030204" pitchFamily="34" charset="0"/>
                <a:cs typeface="Calibri" panose="020F0502020204030204" pitchFamily="34" charset="0"/>
              </a:rPr>
              <a:t>args.</a:t>
            </a:r>
            <a:r>
              <a:rPr lang="en-GB" sz="1400" b="0" i="0" u="none" strike="noStrike" baseline="0" dirty="0" err="1">
                <a:solidFill>
                  <a:srgbClr val="7D8F29"/>
                </a:solidFill>
                <a:latin typeface="Calibri" panose="020F0502020204030204" pitchFamily="34" charset="0"/>
                <a:cs typeface="Calibri" panose="020F0502020204030204" pitchFamily="34" charset="0"/>
              </a:rPr>
              <a:t>putInt</a:t>
            </a:r>
            <a:r>
              <a:rPr lang="en-GB" sz="1400" b="0" i="0" u="none" strike="noStrike" baseline="0" dirty="0">
                <a:solidFill>
                  <a:srgbClr val="000000"/>
                </a:solidFill>
                <a:latin typeface="Calibri" panose="020F0502020204030204" pitchFamily="34" charset="0"/>
                <a:cs typeface="Calibri" panose="020F0502020204030204" pitchFamily="34" charset="0"/>
              </a:rPr>
              <a:t>(</a:t>
            </a:r>
            <a:r>
              <a:rPr lang="en-GB" sz="1400" b="0" i="0" u="none" strike="noStrike" baseline="0" dirty="0">
                <a:solidFill>
                  <a:srgbClr val="BB2121"/>
                </a:solidFill>
                <a:latin typeface="Calibri" panose="020F0502020204030204" pitchFamily="34" charset="0"/>
                <a:cs typeface="Calibri" panose="020F0502020204030204" pitchFamily="34" charset="0"/>
              </a:rPr>
              <a:t>"index"</a:t>
            </a:r>
            <a:r>
              <a:rPr lang="en-GB" sz="1400" b="0" i="0" u="none" strike="noStrike" baseline="0" dirty="0">
                <a:solidFill>
                  <a:srgbClr val="000000"/>
                </a:solidFill>
                <a:latin typeface="Calibri" panose="020F0502020204030204" pitchFamily="34" charset="0"/>
                <a:cs typeface="Calibri" panose="020F0502020204030204" pitchFamily="34" charset="0"/>
              </a:rPr>
              <a:t>, index);</a:t>
            </a:r>
          </a:p>
          <a:p>
            <a:pPr lvl="1"/>
            <a:r>
              <a:rPr lang="en-GB" sz="1400" b="0" i="0" u="none" strike="noStrike" baseline="0" dirty="0" err="1">
                <a:solidFill>
                  <a:srgbClr val="000000"/>
                </a:solidFill>
                <a:latin typeface="Calibri" panose="020F0502020204030204" pitchFamily="34" charset="0"/>
                <a:cs typeface="Calibri" panose="020F0502020204030204" pitchFamily="34" charset="0"/>
              </a:rPr>
              <a:t>f.</a:t>
            </a:r>
            <a:r>
              <a:rPr lang="en-GB" sz="1400" b="0" i="0" u="none" strike="noStrike" baseline="0" dirty="0" err="1">
                <a:solidFill>
                  <a:srgbClr val="7D8F29"/>
                </a:solidFill>
                <a:latin typeface="Calibri" panose="020F0502020204030204" pitchFamily="34" charset="0"/>
                <a:cs typeface="Calibri" panose="020F0502020204030204" pitchFamily="34" charset="0"/>
              </a:rPr>
              <a:t>setArguments</a:t>
            </a:r>
            <a:r>
              <a:rPr lang="en-GB" sz="1400" b="0" i="0" u="none" strike="noStrike" baseline="0" dirty="0">
                <a:solidFill>
                  <a:srgbClr val="000000"/>
                </a:solidFill>
                <a:latin typeface="Calibri" panose="020F0502020204030204" pitchFamily="34" charset="0"/>
                <a:cs typeface="Calibri" panose="020F0502020204030204" pitchFamily="34" charset="0"/>
              </a:rPr>
              <a:t>(</a:t>
            </a:r>
            <a:r>
              <a:rPr lang="en-GB" sz="1400" b="0" i="0" u="none" strike="noStrike" baseline="0" dirty="0" err="1">
                <a:solidFill>
                  <a:srgbClr val="000000"/>
                </a:solidFill>
                <a:latin typeface="Calibri" panose="020F0502020204030204" pitchFamily="34" charset="0"/>
                <a:cs typeface="Calibri" panose="020F0502020204030204" pitchFamily="34" charset="0"/>
              </a:rPr>
              <a:t>args</a:t>
            </a:r>
            <a:r>
              <a:rPr lang="en-GB" sz="1400" b="0" i="0" u="none" strike="noStrike" baseline="0" dirty="0">
                <a:solidFill>
                  <a:srgbClr val="000000"/>
                </a:solidFill>
                <a:latin typeface="Calibri" panose="020F0502020204030204" pitchFamily="34" charset="0"/>
                <a:cs typeface="Calibri" panose="020F0502020204030204" pitchFamily="34" charset="0"/>
              </a:rPr>
              <a:t>);</a:t>
            </a:r>
          </a:p>
          <a:p>
            <a:pPr lvl="1"/>
            <a:r>
              <a:rPr lang="en-GB" sz="1400" b="0" i="0" u="none" strike="noStrike" baseline="0" dirty="0">
                <a:solidFill>
                  <a:srgbClr val="008000"/>
                </a:solidFill>
                <a:latin typeface="Calibri" panose="020F0502020204030204" pitchFamily="34" charset="0"/>
                <a:cs typeface="Calibri" panose="020F0502020204030204" pitchFamily="34" charset="0"/>
              </a:rPr>
              <a:t>return </a:t>
            </a:r>
            <a:r>
              <a:rPr lang="en-GB" sz="1400" b="0" i="0" u="none" strike="noStrike" baseline="0" dirty="0">
                <a:solidFill>
                  <a:srgbClr val="000000"/>
                </a:solidFill>
                <a:latin typeface="Calibri" panose="020F0502020204030204" pitchFamily="34" charset="0"/>
                <a:cs typeface="Calibri" panose="020F0502020204030204" pitchFamily="34" charset="0"/>
              </a:rPr>
              <a:t>f;</a:t>
            </a:r>
          </a:p>
          <a:p>
            <a:pPr algn="l"/>
            <a:r>
              <a:rPr lang="en-GB" sz="1400" b="0" i="0" u="none" strike="noStrike" baseline="0" dirty="0">
                <a:solidFill>
                  <a:srgbClr val="000000"/>
                </a:solidFill>
                <a:latin typeface="Calibri" panose="020F0502020204030204" pitchFamily="34" charset="0"/>
                <a:cs typeface="Calibri" panose="020F0502020204030204" pitchFamily="34" charset="0"/>
              </a:rPr>
              <a:t>}</a:t>
            </a:r>
          </a:p>
        </p:txBody>
      </p:sp>
      <p:sp>
        <p:nvSpPr>
          <p:cNvPr id="6" name="TextBox 5">
            <a:extLst>
              <a:ext uri="{FF2B5EF4-FFF2-40B4-BE49-F238E27FC236}">
                <a16:creationId xmlns:a16="http://schemas.microsoft.com/office/drawing/2014/main" id="{C6257A07-1B0A-020A-26D1-10C6FB071267}"/>
              </a:ext>
            </a:extLst>
          </p:cNvPr>
          <p:cNvSpPr txBox="1"/>
          <p:nvPr/>
        </p:nvSpPr>
        <p:spPr>
          <a:xfrm>
            <a:off x="6897216" y="2924944"/>
            <a:ext cx="2670647" cy="646331"/>
          </a:xfrm>
          <a:prstGeom prst="rect">
            <a:avLst/>
          </a:prstGeom>
          <a:noFill/>
        </p:spPr>
        <p:txBody>
          <a:bodyPr wrap="square" rtlCol="0">
            <a:spAutoFit/>
          </a:bodyPr>
          <a:lstStyle/>
          <a:p>
            <a:r>
              <a:rPr lang="en-GB" sz="1800" b="0" i="0" u="none" strike="noStrike" baseline="0" dirty="0">
                <a:solidFill>
                  <a:srgbClr val="000000"/>
                </a:solidFill>
                <a:latin typeface="CMTT10"/>
              </a:rPr>
              <a:t>DetailsFragment.java</a:t>
            </a:r>
            <a:r>
              <a:rPr lang="en-GB" dirty="0">
                <a:solidFill>
                  <a:srgbClr val="000000"/>
                </a:solidFill>
                <a:latin typeface="CMSS10"/>
              </a:rPr>
              <a:t> file</a:t>
            </a:r>
            <a:endParaRPr lang="en-GB" sz="1800" b="0" i="0" u="none" strike="noStrike" baseline="0" dirty="0">
              <a:solidFill>
                <a:srgbClr val="000000"/>
              </a:solidFill>
              <a:latin typeface="CMSS10"/>
            </a:endParaRPr>
          </a:p>
          <a:p>
            <a:endParaRPr lang="en-GB" dirty="0">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31907118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C8478-3998-487A-FBBB-0C1BE2FBA55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B7C1DA-E47F-A3E6-D82E-A9E0A20D84CB}"/>
              </a:ext>
            </a:extLst>
          </p:cNvPr>
          <p:cNvSpPr>
            <a:spLocks noGrp="1"/>
          </p:cNvSpPr>
          <p:nvPr>
            <p:ph type="sldNum" idx="12"/>
          </p:nvPr>
        </p:nvSpPr>
        <p:spPr/>
        <p:txBody>
          <a:bodyPr/>
          <a:lstStyle/>
          <a:p>
            <a:pPr algn="r"/>
            <a:fld id="{00000000-1234-1234-1234-123412341234}" type="slidenum">
              <a:rPr lang="en" smtClean="0"/>
              <a:pPr algn="r"/>
              <a:t>33</a:t>
            </a:fld>
            <a:endParaRPr lang="en"/>
          </a:p>
        </p:txBody>
      </p:sp>
      <p:sp>
        <p:nvSpPr>
          <p:cNvPr id="2" name="Title 2">
            <a:extLst>
              <a:ext uri="{FF2B5EF4-FFF2-40B4-BE49-F238E27FC236}">
                <a16:creationId xmlns:a16="http://schemas.microsoft.com/office/drawing/2014/main" id="{7371BE18-E14A-304C-69CF-C1848A74E093}"/>
              </a:ext>
            </a:extLst>
          </p:cNvPr>
          <p:cNvSpPr>
            <a:spLocks noGrp="1"/>
          </p:cNvSpPr>
          <p:nvPr>
            <p:ph type="title"/>
          </p:nvPr>
        </p:nvSpPr>
        <p:spPr>
          <a:xfrm>
            <a:off x="338138" y="227013"/>
            <a:ext cx="9229725" cy="763587"/>
          </a:xfrm>
        </p:spPr>
        <p:txBody>
          <a:bodyPr/>
          <a:lstStyle/>
          <a:p>
            <a:r>
              <a:rPr lang="en-GB" sz="3600" b="1" i="0" u="none" strike="noStrike" baseline="0" dirty="0">
                <a:solidFill>
                  <a:schemeClr val="bg1"/>
                </a:solidFill>
                <a:latin typeface="Georgia" panose="02040502050405020303" pitchFamily="18" charset="0"/>
              </a:rPr>
              <a:t> Example for using Fragments </a:t>
            </a:r>
            <a:r>
              <a:rPr lang="en-GB" sz="2400" b="1" dirty="0">
                <a:solidFill>
                  <a:schemeClr val="bg1"/>
                </a:solidFill>
                <a:latin typeface="Georgia" panose="02040502050405020303" pitchFamily="18" charset="0"/>
              </a:rPr>
              <a:t>(cont’d)</a:t>
            </a:r>
            <a:endParaRPr lang="en-GB" dirty="0">
              <a:solidFill>
                <a:schemeClr val="bg1"/>
              </a:solidFill>
            </a:endParaRPr>
          </a:p>
        </p:txBody>
      </p:sp>
      <p:sp>
        <p:nvSpPr>
          <p:cNvPr id="5" name="TextBox 4">
            <a:extLst>
              <a:ext uri="{FF2B5EF4-FFF2-40B4-BE49-F238E27FC236}">
                <a16:creationId xmlns:a16="http://schemas.microsoft.com/office/drawing/2014/main" id="{8038E137-A33A-B76A-5044-3E0AA0639276}"/>
              </a:ext>
            </a:extLst>
          </p:cNvPr>
          <p:cNvSpPr txBox="1"/>
          <p:nvPr/>
        </p:nvSpPr>
        <p:spPr>
          <a:xfrm>
            <a:off x="148558" y="1556792"/>
            <a:ext cx="9757442" cy="4832092"/>
          </a:xfrm>
          <a:prstGeom prst="rect">
            <a:avLst/>
          </a:prstGeom>
          <a:noFill/>
        </p:spPr>
        <p:txBody>
          <a:bodyPr wrap="square">
            <a:spAutoFit/>
          </a:bodyPr>
          <a:lstStyle/>
          <a:p>
            <a:pPr algn="l"/>
            <a:r>
              <a:rPr lang="en-GB" sz="1600" b="0" i="0" u="none" strike="noStrike" baseline="0" dirty="0">
                <a:solidFill>
                  <a:srgbClr val="008000"/>
                </a:solidFill>
                <a:latin typeface="Calibri" panose="020F0502020204030204" pitchFamily="34" charset="0"/>
                <a:cs typeface="Calibri" panose="020F0502020204030204" pitchFamily="34" charset="0"/>
              </a:rPr>
              <a:t>public </a:t>
            </a:r>
            <a:r>
              <a:rPr lang="en-GB" sz="1600" b="0" i="0" u="none" strike="noStrike" baseline="0" dirty="0">
                <a:solidFill>
                  <a:srgbClr val="B10040"/>
                </a:solidFill>
                <a:latin typeface="Calibri" panose="020F0502020204030204" pitchFamily="34" charset="0"/>
                <a:cs typeface="Calibri" panose="020F0502020204030204" pitchFamily="34" charset="0"/>
              </a:rPr>
              <a:t>int </a:t>
            </a:r>
            <a:r>
              <a:rPr lang="en-GB" sz="1600" b="0" i="0" u="none" strike="noStrike" baseline="0" dirty="0" err="1">
                <a:solidFill>
                  <a:srgbClr val="0000FF"/>
                </a:solidFill>
                <a:latin typeface="Calibri" panose="020F0502020204030204" pitchFamily="34" charset="0"/>
                <a:cs typeface="Calibri" panose="020F0502020204030204" pitchFamily="34" charset="0"/>
              </a:rPr>
              <a:t>getShownIndex</a:t>
            </a:r>
            <a:r>
              <a:rPr lang="en-GB" sz="1600" b="0" i="0" u="none" strike="noStrike" baseline="0" dirty="0">
                <a:solidFill>
                  <a:srgbClr val="000000"/>
                </a:solidFill>
                <a:latin typeface="Calibri" panose="020F0502020204030204" pitchFamily="34" charset="0"/>
                <a:cs typeface="Calibri" panose="020F0502020204030204" pitchFamily="34" charset="0"/>
              </a:rPr>
              <a:t>() {</a:t>
            </a:r>
          </a:p>
          <a:p>
            <a:pPr algn="l"/>
            <a:r>
              <a:rPr lang="en-US" sz="1600" b="0" i="0" u="none" strike="noStrike" baseline="0" dirty="0">
                <a:solidFill>
                  <a:srgbClr val="008000"/>
                </a:solidFill>
                <a:latin typeface="Calibri" panose="020F0502020204030204" pitchFamily="34" charset="0"/>
                <a:cs typeface="Calibri" panose="020F0502020204030204" pitchFamily="34" charset="0"/>
              </a:rPr>
              <a:t>             return </a:t>
            </a:r>
            <a:r>
              <a:rPr lang="en-US" sz="1600" b="0" i="0" u="none" strike="noStrike" baseline="0" dirty="0" err="1">
                <a:solidFill>
                  <a:srgbClr val="000000"/>
                </a:solidFill>
                <a:latin typeface="Calibri" panose="020F0502020204030204" pitchFamily="34" charset="0"/>
                <a:cs typeface="Calibri" panose="020F0502020204030204" pitchFamily="34" charset="0"/>
              </a:rPr>
              <a:t>getArguments</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7D8F29"/>
                </a:solidFill>
                <a:latin typeface="Calibri" panose="020F0502020204030204" pitchFamily="34" charset="0"/>
                <a:cs typeface="Calibri" panose="020F0502020204030204" pitchFamily="34" charset="0"/>
              </a:rPr>
              <a:t>getInt</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a:solidFill>
                  <a:srgbClr val="BB2121"/>
                </a:solidFill>
                <a:latin typeface="Calibri" panose="020F0502020204030204" pitchFamily="34" charset="0"/>
                <a:cs typeface="Calibri" panose="020F0502020204030204" pitchFamily="34" charset="0"/>
              </a:rPr>
              <a:t>"index"</a:t>
            </a:r>
            <a:r>
              <a:rPr lang="en-US" sz="1600" b="0" i="0" u="none" strike="noStrike" baseline="0" dirty="0">
                <a:solidFill>
                  <a:srgbClr val="000000"/>
                </a:solidFill>
                <a:latin typeface="Calibri" panose="020F0502020204030204" pitchFamily="34" charset="0"/>
                <a:cs typeface="Calibri" panose="020F0502020204030204" pitchFamily="34" charset="0"/>
              </a:rPr>
              <a:t>, </a:t>
            </a:r>
            <a:r>
              <a:rPr lang="en-US" sz="1600" b="0" i="0" u="none" strike="noStrike" baseline="0" dirty="0">
                <a:solidFill>
                  <a:srgbClr val="666666"/>
                </a:solidFill>
                <a:latin typeface="Calibri" panose="020F0502020204030204" pitchFamily="34" charset="0"/>
                <a:cs typeface="Calibri" panose="020F0502020204030204" pitchFamily="34" charset="0"/>
              </a:rPr>
              <a:t>0</a:t>
            </a:r>
            <a:r>
              <a:rPr lang="en-US"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US" sz="1600" b="0" i="0" u="none" strike="noStrike" baseline="0" dirty="0">
                <a:solidFill>
                  <a:srgbClr val="008000"/>
                </a:solidFill>
                <a:latin typeface="Calibri" panose="020F0502020204030204" pitchFamily="34" charset="0"/>
                <a:cs typeface="Calibri" panose="020F0502020204030204" pitchFamily="34" charset="0"/>
              </a:rPr>
              <a:t>public </a:t>
            </a:r>
            <a:r>
              <a:rPr lang="en-US" sz="1600" b="0" i="0" u="none" strike="noStrike" baseline="0" dirty="0">
                <a:solidFill>
                  <a:srgbClr val="000000"/>
                </a:solidFill>
                <a:latin typeface="Calibri" panose="020F0502020204030204" pitchFamily="34" charset="0"/>
                <a:cs typeface="Calibri" panose="020F0502020204030204" pitchFamily="34" charset="0"/>
              </a:rPr>
              <a:t>View </a:t>
            </a:r>
            <a:r>
              <a:rPr lang="en-US" sz="1600" b="0" i="0" u="none" strike="noStrike" baseline="0" dirty="0" err="1">
                <a:solidFill>
                  <a:srgbClr val="0000FF"/>
                </a:solidFill>
                <a:latin typeface="Calibri" panose="020F0502020204030204" pitchFamily="34" charset="0"/>
                <a:cs typeface="Calibri" panose="020F0502020204030204" pitchFamily="34" charset="0"/>
              </a:rPr>
              <a:t>onCreateView</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000000"/>
                </a:solidFill>
                <a:latin typeface="Calibri" panose="020F0502020204030204" pitchFamily="34" charset="0"/>
                <a:cs typeface="Calibri" panose="020F0502020204030204" pitchFamily="34" charset="0"/>
              </a:rPr>
              <a:t>LayoutInflater</a:t>
            </a:r>
            <a:r>
              <a:rPr lang="en-US" sz="1600" b="0" i="0" u="none" strike="noStrike" baseline="0" dirty="0">
                <a:solidFill>
                  <a:srgbClr val="000000"/>
                </a:solidFill>
                <a:latin typeface="Calibri" panose="020F0502020204030204" pitchFamily="34" charset="0"/>
                <a:cs typeface="Calibri" panose="020F0502020204030204" pitchFamily="34" charset="0"/>
              </a:rPr>
              <a:t> inflater, </a:t>
            </a:r>
            <a:r>
              <a:rPr lang="en-GB" sz="1600" b="0" i="0" u="none" strike="noStrike" baseline="0" dirty="0" err="1">
                <a:solidFill>
                  <a:srgbClr val="000000"/>
                </a:solidFill>
                <a:latin typeface="Calibri" panose="020F0502020204030204" pitchFamily="34" charset="0"/>
                <a:cs typeface="Calibri" panose="020F0502020204030204" pitchFamily="34" charset="0"/>
              </a:rPr>
              <a:t>ViewGroup</a:t>
            </a:r>
            <a:r>
              <a:rPr lang="en-GB" sz="1600" b="0" i="0" u="none" strike="noStrike" baseline="0" dirty="0">
                <a:solidFill>
                  <a:srgbClr val="000000"/>
                </a:solidFill>
                <a:latin typeface="Calibri" panose="020F0502020204030204" pitchFamily="34" charset="0"/>
                <a:cs typeface="Calibri" panose="020F0502020204030204" pitchFamily="34" charset="0"/>
              </a:rPr>
              <a:t> container, Bundle </a:t>
            </a:r>
            <a:r>
              <a:rPr lang="en-GB" sz="1600" b="0" i="0" u="none" strike="noStrike" baseline="0" dirty="0" err="1">
                <a:solidFill>
                  <a:srgbClr val="000000"/>
                </a:solidFill>
                <a:latin typeface="Calibri" panose="020F0502020204030204" pitchFamily="34" charset="0"/>
                <a:cs typeface="Calibri" panose="020F0502020204030204" pitchFamily="34" charset="0"/>
              </a:rPr>
              <a:t>savedInstanceState</a:t>
            </a:r>
            <a:r>
              <a:rPr lang="en-GB" sz="1600" b="0" i="0" u="none" strike="noStrike" baseline="0" dirty="0">
                <a:solidFill>
                  <a:srgbClr val="000000"/>
                </a:solidFill>
                <a:latin typeface="Calibri" panose="020F0502020204030204" pitchFamily="34" charset="0"/>
                <a:cs typeface="Calibri" panose="020F0502020204030204" pitchFamily="34" charset="0"/>
              </a:rPr>
              <a:t>) {</a:t>
            </a:r>
          </a:p>
          <a:p>
            <a:pPr lvl="1"/>
            <a:r>
              <a:rPr lang="en-GB" sz="1600" b="0" i="0" u="none" strike="noStrike" baseline="0" dirty="0">
                <a:solidFill>
                  <a:srgbClr val="008000"/>
                </a:solidFill>
                <a:latin typeface="Calibri" panose="020F0502020204030204" pitchFamily="34" charset="0"/>
                <a:cs typeface="Calibri" panose="020F0502020204030204" pitchFamily="34" charset="0"/>
              </a:rPr>
              <a:t>if </a:t>
            </a:r>
            <a:r>
              <a:rPr lang="en-GB" sz="1600" b="0" i="0" u="none" strike="noStrike" baseline="0" dirty="0">
                <a:solidFill>
                  <a:srgbClr val="000000"/>
                </a:solidFill>
                <a:latin typeface="Calibri" panose="020F0502020204030204" pitchFamily="34" charset="0"/>
                <a:cs typeface="Calibri" panose="020F0502020204030204" pitchFamily="34" charset="0"/>
              </a:rPr>
              <a:t>(container </a:t>
            </a:r>
            <a:r>
              <a:rPr lang="en-GB" sz="1600" b="0" i="0" u="none" strike="noStrike" baseline="0" dirty="0">
                <a:solidFill>
                  <a:srgbClr val="666666"/>
                </a:solidFill>
                <a:latin typeface="Calibri" panose="020F0502020204030204" pitchFamily="34" charset="0"/>
                <a:cs typeface="Calibri" panose="020F0502020204030204" pitchFamily="34" charset="0"/>
              </a:rPr>
              <a:t>== </a:t>
            </a:r>
            <a:r>
              <a:rPr lang="en-GB" sz="1600" b="0" i="0" u="none" strike="noStrike" baseline="0" dirty="0">
                <a:solidFill>
                  <a:srgbClr val="008000"/>
                </a:solidFill>
                <a:latin typeface="Calibri" panose="020F0502020204030204" pitchFamily="34" charset="0"/>
                <a:cs typeface="Calibri" panose="020F0502020204030204" pitchFamily="34" charset="0"/>
              </a:rPr>
              <a:t>null</a:t>
            </a:r>
            <a:r>
              <a:rPr lang="en-GB" sz="1600" b="0" i="0" u="none" strike="noStrike" baseline="0" dirty="0">
                <a:solidFill>
                  <a:srgbClr val="000000"/>
                </a:solidFill>
                <a:latin typeface="Calibri" panose="020F0502020204030204" pitchFamily="34" charset="0"/>
                <a:cs typeface="Calibri" panose="020F0502020204030204" pitchFamily="34" charset="0"/>
              </a:rPr>
              <a:t>) {</a:t>
            </a:r>
          </a:p>
          <a:p>
            <a:pPr lvl="1"/>
            <a:r>
              <a:rPr lang="en-US" sz="1400" b="0" i="0" u="none" strike="noStrike" baseline="0" dirty="0">
                <a:solidFill>
                  <a:srgbClr val="408080"/>
                </a:solidFill>
                <a:latin typeface="Calibri" panose="020F0502020204030204" pitchFamily="34" charset="0"/>
                <a:cs typeface="Calibri" panose="020F0502020204030204" pitchFamily="34" charset="0"/>
              </a:rPr>
              <a:t>// We have different layouts, and in one of them this</a:t>
            </a:r>
            <a:r>
              <a:rPr lang="en-GB" sz="1400" b="0" i="0" u="none" strike="noStrike" baseline="0" dirty="0">
                <a:solidFill>
                  <a:srgbClr val="408080"/>
                </a:solidFill>
                <a:latin typeface="Calibri" panose="020F0502020204030204" pitchFamily="34" charset="0"/>
                <a:cs typeface="Calibri" panose="020F0502020204030204" pitchFamily="34" charset="0"/>
              </a:rPr>
              <a:t> fragments containing frame </a:t>
            </a:r>
            <a:r>
              <a:rPr lang="en-GB" sz="1400" b="0" i="0" u="none" strike="noStrike" baseline="0" dirty="0" err="1">
                <a:solidFill>
                  <a:srgbClr val="408080"/>
                </a:solidFill>
                <a:latin typeface="Calibri" panose="020F0502020204030204" pitchFamily="34" charset="0"/>
                <a:cs typeface="Calibri" panose="020F0502020204030204" pitchFamily="34" charset="0"/>
              </a:rPr>
              <a:t>doesnt</a:t>
            </a:r>
            <a:r>
              <a:rPr lang="en-GB" sz="1400" b="0" i="0" u="none" strike="noStrike" baseline="0" dirty="0">
                <a:solidFill>
                  <a:srgbClr val="408080"/>
                </a:solidFill>
                <a:latin typeface="Calibri" panose="020F0502020204030204" pitchFamily="34" charset="0"/>
                <a:cs typeface="Calibri" panose="020F0502020204030204" pitchFamily="34" charset="0"/>
              </a:rPr>
              <a:t> exist. The fragment</a:t>
            </a:r>
          </a:p>
          <a:p>
            <a:pPr lvl="1"/>
            <a:r>
              <a:rPr lang="en-US" sz="1400" b="0" i="0" u="none" strike="noStrike" baseline="0" dirty="0">
                <a:solidFill>
                  <a:srgbClr val="408080"/>
                </a:solidFill>
                <a:latin typeface="Calibri" panose="020F0502020204030204" pitchFamily="34" charset="0"/>
                <a:cs typeface="Calibri" panose="020F0502020204030204" pitchFamily="34" charset="0"/>
              </a:rPr>
              <a:t>// may still be created from its saved state, but there is no reason to try to create its view hierarchy because it</a:t>
            </a:r>
          </a:p>
          <a:p>
            <a:pPr lvl="1"/>
            <a:r>
              <a:rPr lang="en-US" sz="1400" b="0" i="0" u="none" strike="noStrike" baseline="0" dirty="0">
                <a:solidFill>
                  <a:srgbClr val="408080"/>
                </a:solidFill>
                <a:latin typeface="Calibri" panose="020F0502020204030204" pitchFamily="34" charset="0"/>
                <a:cs typeface="Calibri" panose="020F0502020204030204" pitchFamily="34" charset="0"/>
              </a:rPr>
              <a:t>// won’t be displayed. Note this is not needed -- we could just run the code below, where we would create and //return the view hierarchy; it would just never be used.</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           </a:t>
            </a:r>
            <a:r>
              <a:rPr lang="en-GB" sz="1400" b="0" i="0" u="none" strike="noStrike" baseline="0" dirty="0">
                <a:solidFill>
                  <a:srgbClr val="008000"/>
                </a:solidFill>
                <a:latin typeface="Calibri" panose="020F0502020204030204" pitchFamily="34" charset="0"/>
                <a:cs typeface="Calibri" panose="020F0502020204030204" pitchFamily="34" charset="0"/>
              </a:rPr>
              <a:t>return null</a:t>
            </a:r>
            <a:r>
              <a:rPr lang="en-GB" sz="14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400" b="0" i="0" u="none" strike="noStrike" baseline="0" dirty="0">
                <a:solidFill>
                  <a:srgbClr val="000000"/>
                </a:solidFill>
                <a:latin typeface="Calibri" panose="020F0502020204030204" pitchFamily="34" charset="0"/>
                <a:cs typeface="Calibri" panose="020F0502020204030204" pitchFamily="34" charset="0"/>
              </a:rPr>
              <a:t>         }</a:t>
            </a:r>
          </a:p>
          <a:p>
            <a:pPr algn="l"/>
            <a:r>
              <a:rPr lang="en-US" sz="1600" b="0" i="0" u="none" strike="noStrike" baseline="0" dirty="0" err="1">
                <a:solidFill>
                  <a:srgbClr val="000000"/>
                </a:solidFill>
                <a:latin typeface="Calibri" panose="020F0502020204030204" pitchFamily="34" charset="0"/>
                <a:cs typeface="Calibri" panose="020F0502020204030204" pitchFamily="34" charset="0"/>
              </a:rPr>
              <a:t>ScrollView</a:t>
            </a:r>
            <a:r>
              <a:rPr lang="en-US" sz="1600" b="0" i="0" u="none" strike="noStrike" baseline="0" dirty="0">
                <a:solidFill>
                  <a:srgbClr val="000000"/>
                </a:solidFill>
                <a:latin typeface="Calibri" panose="020F0502020204030204" pitchFamily="34" charset="0"/>
                <a:cs typeface="Calibri" panose="020F0502020204030204" pitchFamily="34" charset="0"/>
              </a:rPr>
              <a:t> scroller </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008000"/>
                </a:solidFill>
                <a:latin typeface="Calibri" panose="020F0502020204030204" pitchFamily="34" charset="0"/>
                <a:cs typeface="Calibri" panose="020F0502020204030204" pitchFamily="34" charset="0"/>
              </a:rPr>
              <a:t>new </a:t>
            </a:r>
            <a:r>
              <a:rPr lang="en-US" sz="1600" b="0" i="0" u="none" strike="noStrike" baseline="0" dirty="0" err="1">
                <a:solidFill>
                  <a:srgbClr val="000000"/>
                </a:solidFill>
                <a:latin typeface="Calibri" panose="020F0502020204030204" pitchFamily="34" charset="0"/>
                <a:cs typeface="Calibri" panose="020F0502020204030204" pitchFamily="34" charset="0"/>
              </a:rPr>
              <a:t>ScrollView</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000000"/>
                </a:solidFill>
                <a:latin typeface="Calibri" panose="020F0502020204030204" pitchFamily="34" charset="0"/>
                <a:cs typeface="Calibri" panose="020F0502020204030204" pitchFamily="34" charset="0"/>
              </a:rPr>
              <a:t>getActivity</a:t>
            </a:r>
            <a:r>
              <a:rPr lang="en-US"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US" sz="1600" b="0" i="0" u="none" strike="noStrike" baseline="0" dirty="0" err="1">
                <a:solidFill>
                  <a:srgbClr val="000000"/>
                </a:solidFill>
                <a:latin typeface="Calibri" panose="020F0502020204030204" pitchFamily="34" charset="0"/>
                <a:cs typeface="Calibri" panose="020F0502020204030204" pitchFamily="34" charset="0"/>
              </a:rPr>
              <a:t>TextView</a:t>
            </a:r>
            <a:r>
              <a:rPr lang="en-US" sz="1600" b="0" i="0" u="none" strike="noStrike" baseline="0" dirty="0">
                <a:solidFill>
                  <a:srgbClr val="000000"/>
                </a:solidFill>
                <a:latin typeface="Calibri" panose="020F0502020204030204" pitchFamily="34" charset="0"/>
                <a:cs typeface="Calibri" panose="020F0502020204030204" pitchFamily="34" charset="0"/>
              </a:rPr>
              <a:t> text </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008000"/>
                </a:solidFill>
                <a:latin typeface="Calibri" panose="020F0502020204030204" pitchFamily="34" charset="0"/>
                <a:cs typeface="Calibri" panose="020F0502020204030204" pitchFamily="34" charset="0"/>
              </a:rPr>
              <a:t>new </a:t>
            </a:r>
            <a:r>
              <a:rPr lang="en-US" sz="1600" b="0" i="0" u="none" strike="noStrike" baseline="0" dirty="0" err="1">
                <a:solidFill>
                  <a:srgbClr val="000000"/>
                </a:solidFill>
                <a:latin typeface="Calibri" panose="020F0502020204030204" pitchFamily="34" charset="0"/>
                <a:cs typeface="Calibri" panose="020F0502020204030204" pitchFamily="34" charset="0"/>
              </a:rPr>
              <a:t>TextView</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000000"/>
                </a:solidFill>
                <a:latin typeface="Calibri" panose="020F0502020204030204" pitchFamily="34" charset="0"/>
                <a:cs typeface="Calibri" panose="020F0502020204030204" pitchFamily="34" charset="0"/>
              </a:rPr>
              <a:t>getActivity</a:t>
            </a:r>
            <a:r>
              <a:rPr lang="en-US"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B10040"/>
                </a:solidFill>
                <a:latin typeface="Calibri" panose="020F0502020204030204" pitchFamily="34" charset="0"/>
                <a:cs typeface="Calibri" panose="020F0502020204030204" pitchFamily="34" charset="0"/>
              </a:rPr>
              <a:t>int </a:t>
            </a:r>
            <a:r>
              <a:rPr lang="en-GB" sz="1600" b="0" i="0" u="none" strike="noStrike" baseline="0" dirty="0">
                <a:solidFill>
                  <a:srgbClr val="000000"/>
                </a:solidFill>
                <a:latin typeface="Calibri" panose="020F0502020204030204" pitchFamily="34" charset="0"/>
                <a:cs typeface="Calibri" panose="020F0502020204030204" pitchFamily="34" charset="0"/>
              </a:rPr>
              <a:t>padding </a:t>
            </a:r>
            <a:r>
              <a:rPr lang="en-GB" sz="1600" b="0" i="0" u="none" strike="noStrike" baseline="0" dirty="0">
                <a:solidFill>
                  <a:srgbClr val="666666"/>
                </a:solidFill>
                <a:latin typeface="Calibri" panose="020F0502020204030204" pitchFamily="34" charset="0"/>
                <a:cs typeface="Calibri" panose="020F0502020204030204" pitchFamily="34" charset="0"/>
              </a:rPr>
              <a:t>= </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a:solidFill>
                  <a:srgbClr val="B10040"/>
                </a:solidFill>
                <a:latin typeface="Calibri" panose="020F0502020204030204" pitchFamily="34" charset="0"/>
                <a:cs typeface="Calibri" panose="020F0502020204030204" pitchFamily="34" charset="0"/>
              </a:rPr>
              <a:t>int</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000000"/>
                </a:solidFill>
                <a:latin typeface="Calibri" panose="020F0502020204030204" pitchFamily="34" charset="0"/>
                <a:cs typeface="Calibri" panose="020F0502020204030204" pitchFamily="34" charset="0"/>
              </a:rPr>
              <a:t>TypedValue.</a:t>
            </a:r>
            <a:r>
              <a:rPr lang="en-GB" sz="1600" b="0" i="0" u="none" strike="noStrike" baseline="0" dirty="0" err="1">
                <a:solidFill>
                  <a:srgbClr val="7D8F29"/>
                </a:solidFill>
                <a:latin typeface="Calibri" panose="020F0502020204030204" pitchFamily="34" charset="0"/>
                <a:cs typeface="Calibri" panose="020F0502020204030204" pitchFamily="34" charset="0"/>
              </a:rPr>
              <a:t>applyDimension</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000000"/>
                </a:solidFill>
                <a:latin typeface="Calibri" panose="020F0502020204030204" pitchFamily="34" charset="0"/>
                <a:cs typeface="Calibri" panose="020F0502020204030204" pitchFamily="34" charset="0"/>
              </a:rPr>
              <a:t>TypedValue.</a:t>
            </a:r>
            <a:r>
              <a:rPr lang="en-GB" sz="1600" b="0" i="0" u="none" strike="noStrike" baseline="0" dirty="0" err="1">
                <a:solidFill>
                  <a:srgbClr val="7D8F29"/>
                </a:solidFill>
                <a:latin typeface="Calibri" panose="020F0502020204030204" pitchFamily="34" charset="0"/>
                <a:cs typeface="Calibri" panose="020F0502020204030204" pitchFamily="34" charset="0"/>
              </a:rPr>
              <a:t>COMPLEX_UNIT_DIP</a:t>
            </a:r>
            <a:r>
              <a:rPr lang="en-GB" sz="1600" b="0" i="0" u="none" strike="noStrike" baseline="0" dirty="0">
                <a:solidFill>
                  <a:srgbClr val="000000"/>
                </a:solidFill>
                <a:latin typeface="Calibri" panose="020F0502020204030204" pitchFamily="34" charset="0"/>
                <a:cs typeface="Calibri" panose="020F0502020204030204" pitchFamily="34" charset="0"/>
              </a:rPr>
              <a:t>, </a:t>
            </a:r>
            <a:r>
              <a:rPr lang="en-GB" sz="1600" b="0" i="0" u="none" strike="noStrike" baseline="0" dirty="0">
                <a:solidFill>
                  <a:srgbClr val="666666"/>
                </a:solidFill>
                <a:latin typeface="Calibri" panose="020F0502020204030204" pitchFamily="34" charset="0"/>
                <a:cs typeface="Calibri" panose="020F0502020204030204" pitchFamily="34" charset="0"/>
              </a:rPr>
              <a:t>4</a:t>
            </a:r>
            <a:r>
              <a:rPr lang="en-GB" sz="1600" b="0" i="0" u="none" strike="noStrike" baseline="0" dirty="0">
                <a:solidFill>
                  <a:srgbClr val="000000"/>
                </a:solidFill>
                <a:latin typeface="Calibri" panose="020F0502020204030204" pitchFamily="34" charset="0"/>
                <a:cs typeface="Calibri" panose="020F0502020204030204" pitchFamily="34" charset="0"/>
              </a:rPr>
              <a:t>, </a:t>
            </a:r>
            <a:r>
              <a:rPr lang="en-GB" sz="1600" b="0" i="0" u="none" strike="noStrike" baseline="0" dirty="0" err="1">
                <a:solidFill>
                  <a:srgbClr val="000000"/>
                </a:solidFill>
                <a:latin typeface="Calibri" panose="020F0502020204030204" pitchFamily="34" charset="0"/>
                <a:cs typeface="Calibri" panose="020F0502020204030204" pitchFamily="34" charset="0"/>
              </a:rPr>
              <a:t>getActivity</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7D8F29"/>
                </a:solidFill>
                <a:latin typeface="Calibri" panose="020F0502020204030204" pitchFamily="34" charset="0"/>
                <a:cs typeface="Calibri" panose="020F0502020204030204" pitchFamily="34" charset="0"/>
              </a:rPr>
              <a:t>getResources</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7D8F29"/>
                </a:solidFill>
                <a:latin typeface="Calibri" panose="020F0502020204030204" pitchFamily="34" charset="0"/>
                <a:cs typeface="Calibri" panose="020F0502020204030204" pitchFamily="34" charset="0"/>
              </a:rPr>
              <a:t>getDisplayMetrics</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US" sz="1600" b="0" i="0" u="none" strike="noStrike" baseline="0" dirty="0" err="1">
                <a:solidFill>
                  <a:srgbClr val="000000"/>
                </a:solidFill>
                <a:latin typeface="Calibri" panose="020F0502020204030204" pitchFamily="34" charset="0"/>
                <a:cs typeface="Calibri" panose="020F0502020204030204" pitchFamily="34" charset="0"/>
              </a:rPr>
              <a:t>text.</a:t>
            </a:r>
            <a:r>
              <a:rPr lang="en-US" sz="1600" b="0" i="0" u="none" strike="noStrike" baseline="0" dirty="0" err="1">
                <a:solidFill>
                  <a:srgbClr val="7D8F29"/>
                </a:solidFill>
                <a:latin typeface="Calibri" panose="020F0502020204030204" pitchFamily="34" charset="0"/>
                <a:cs typeface="Calibri" panose="020F0502020204030204" pitchFamily="34" charset="0"/>
              </a:rPr>
              <a:t>setPadding</a:t>
            </a:r>
            <a:r>
              <a:rPr lang="en-US" sz="1600" b="0" i="0" u="none" strike="noStrike" baseline="0" dirty="0">
                <a:solidFill>
                  <a:srgbClr val="000000"/>
                </a:solidFill>
                <a:latin typeface="Calibri" panose="020F0502020204030204" pitchFamily="34" charset="0"/>
                <a:cs typeface="Calibri" panose="020F0502020204030204" pitchFamily="34" charset="0"/>
              </a:rPr>
              <a:t>(padding, padding, padding, padding);</a:t>
            </a:r>
          </a:p>
          <a:p>
            <a:pPr algn="l"/>
            <a:r>
              <a:rPr lang="en-GB" sz="1600" b="0" i="0" u="none" strike="noStrike" baseline="0" dirty="0" err="1">
                <a:solidFill>
                  <a:srgbClr val="000000"/>
                </a:solidFill>
                <a:latin typeface="Calibri" panose="020F0502020204030204" pitchFamily="34" charset="0"/>
                <a:cs typeface="Calibri" panose="020F0502020204030204" pitchFamily="34" charset="0"/>
              </a:rPr>
              <a:t>scroller.</a:t>
            </a:r>
            <a:r>
              <a:rPr lang="en-GB" sz="1600" b="0" i="0" u="none" strike="noStrike" baseline="0" dirty="0" err="1">
                <a:solidFill>
                  <a:srgbClr val="7D8F29"/>
                </a:solidFill>
                <a:latin typeface="Calibri" panose="020F0502020204030204" pitchFamily="34" charset="0"/>
                <a:cs typeface="Calibri" panose="020F0502020204030204" pitchFamily="34" charset="0"/>
              </a:rPr>
              <a:t>addView</a:t>
            </a:r>
            <a:r>
              <a:rPr lang="en-GB" sz="1600" b="0" i="0" u="none" strike="noStrike" baseline="0" dirty="0">
                <a:solidFill>
                  <a:srgbClr val="000000"/>
                </a:solidFill>
                <a:latin typeface="Calibri" panose="020F0502020204030204" pitchFamily="34" charset="0"/>
                <a:cs typeface="Calibri" panose="020F0502020204030204" pitchFamily="34" charset="0"/>
              </a:rPr>
              <a:t>(text);</a:t>
            </a:r>
          </a:p>
          <a:p>
            <a:pPr algn="l"/>
            <a:r>
              <a:rPr lang="en-US" sz="1600" b="0" i="0" u="none" strike="noStrike" baseline="0" dirty="0" err="1">
                <a:solidFill>
                  <a:srgbClr val="000000"/>
                </a:solidFill>
                <a:latin typeface="Calibri" panose="020F0502020204030204" pitchFamily="34" charset="0"/>
                <a:cs typeface="Calibri" panose="020F0502020204030204" pitchFamily="34" charset="0"/>
              </a:rPr>
              <a:t>text.</a:t>
            </a:r>
            <a:r>
              <a:rPr lang="en-US" sz="1600" b="0" i="0" u="none" strike="noStrike" baseline="0" dirty="0" err="1">
                <a:solidFill>
                  <a:srgbClr val="7D8F29"/>
                </a:solidFill>
                <a:latin typeface="Calibri" panose="020F0502020204030204" pitchFamily="34" charset="0"/>
                <a:cs typeface="Calibri" panose="020F0502020204030204" pitchFamily="34" charset="0"/>
              </a:rPr>
              <a:t>setText</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000000"/>
                </a:solidFill>
                <a:latin typeface="Calibri" panose="020F0502020204030204" pitchFamily="34" charset="0"/>
                <a:cs typeface="Calibri" panose="020F0502020204030204" pitchFamily="34" charset="0"/>
              </a:rPr>
              <a:t>Shakespeare.</a:t>
            </a:r>
            <a:r>
              <a:rPr lang="en-US" sz="1600" b="0" i="0" u="none" strike="noStrike" baseline="0" dirty="0" err="1">
                <a:solidFill>
                  <a:srgbClr val="7D8F29"/>
                </a:solidFill>
                <a:latin typeface="Calibri" panose="020F0502020204030204" pitchFamily="34" charset="0"/>
                <a:cs typeface="Calibri" panose="020F0502020204030204" pitchFamily="34" charset="0"/>
              </a:rPr>
              <a:t>DIALOGUE</a:t>
            </a:r>
            <a:r>
              <a:rPr lang="en-US" sz="1600" b="0"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err="1">
                <a:solidFill>
                  <a:srgbClr val="000000"/>
                </a:solidFill>
                <a:latin typeface="Calibri" panose="020F0502020204030204" pitchFamily="34" charset="0"/>
                <a:cs typeface="Calibri" panose="020F0502020204030204" pitchFamily="34" charset="0"/>
              </a:rPr>
              <a:t>getShownIndex</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return </a:t>
            </a:r>
            <a:r>
              <a:rPr lang="en-GB" sz="1600" b="0" i="0" u="none" strike="noStrike" baseline="0" dirty="0">
                <a:solidFill>
                  <a:srgbClr val="000000"/>
                </a:solidFill>
                <a:latin typeface="Calibri" panose="020F0502020204030204" pitchFamily="34" charset="0"/>
                <a:cs typeface="Calibri" panose="020F0502020204030204" pitchFamily="34" charset="0"/>
              </a:rPr>
              <a:t>scroller;</a:t>
            </a:r>
          </a:p>
          <a:p>
            <a:pPr algn="l"/>
            <a:r>
              <a:rPr lang="en-GB" sz="1400" b="0" i="0" u="none" strike="noStrike" baseline="0" dirty="0">
                <a:solidFill>
                  <a:srgbClr val="000000"/>
                </a:solidFill>
                <a:latin typeface="Calibri" panose="020F0502020204030204" pitchFamily="34" charset="0"/>
                <a:cs typeface="Calibri" panose="020F0502020204030204" pitchFamily="34" charset="0"/>
              </a:rPr>
              <a:t>}</a:t>
            </a:r>
            <a:endParaRPr lang="en-GB"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518719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B90DD-D345-28D4-EC26-BD4AAC48114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5BAF2A-0A61-1E5C-06A4-D170636D1B46}"/>
              </a:ext>
            </a:extLst>
          </p:cNvPr>
          <p:cNvSpPr>
            <a:spLocks noGrp="1"/>
          </p:cNvSpPr>
          <p:nvPr>
            <p:ph type="sldNum" idx="12"/>
          </p:nvPr>
        </p:nvSpPr>
        <p:spPr/>
        <p:txBody>
          <a:bodyPr/>
          <a:lstStyle/>
          <a:p>
            <a:pPr algn="r"/>
            <a:fld id="{00000000-1234-1234-1234-123412341234}" type="slidenum">
              <a:rPr lang="en" smtClean="0"/>
              <a:pPr algn="r"/>
              <a:t>34</a:t>
            </a:fld>
            <a:endParaRPr lang="en"/>
          </a:p>
        </p:txBody>
      </p:sp>
      <p:sp>
        <p:nvSpPr>
          <p:cNvPr id="2" name="Title 2">
            <a:extLst>
              <a:ext uri="{FF2B5EF4-FFF2-40B4-BE49-F238E27FC236}">
                <a16:creationId xmlns:a16="http://schemas.microsoft.com/office/drawing/2014/main" id="{3A641FF4-C397-89AD-0290-560D2C6DF76A}"/>
              </a:ext>
            </a:extLst>
          </p:cNvPr>
          <p:cNvSpPr>
            <a:spLocks noGrp="1"/>
          </p:cNvSpPr>
          <p:nvPr>
            <p:ph type="title"/>
          </p:nvPr>
        </p:nvSpPr>
        <p:spPr>
          <a:xfrm>
            <a:off x="338138" y="227013"/>
            <a:ext cx="9229725" cy="763587"/>
          </a:xfrm>
        </p:spPr>
        <p:txBody>
          <a:bodyPr/>
          <a:lstStyle/>
          <a:p>
            <a:r>
              <a:rPr lang="en-GB" sz="3600" b="1" i="0" u="none" strike="noStrike" baseline="0" dirty="0">
                <a:solidFill>
                  <a:schemeClr val="bg1"/>
                </a:solidFill>
                <a:latin typeface="Georgia" panose="02040502050405020303" pitchFamily="18" charset="0"/>
              </a:rPr>
              <a:t> Example for using Fragments </a:t>
            </a:r>
            <a:r>
              <a:rPr lang="en-GB" sz="2400" b="1" dirty="0">
                <a:solidFill>
                  <a:schemeClr val="bg1"/>
                </a:solidFill>
                <a:latin typeface="Georgia" panose="02040502050405020303" pitchFamily="18" charset="0"/>
              </a:rPr>
              <a:t>(cont’d)</a:t>
            </a:r>
            <a:endParaRPr lang="en-GB" dirty="0">
              <a:solidFill>
                <a:schemeClr val="bg1"/>
              </a:solidFill>
            </a:endParaRPr>
          </a:p>
        </p:txBody>
      </p:sp>
      <p:sp>
        <p:nvSpPr>
          <p:cNvPr id="3" name="TextBox 2">
            <a:extLst>
              <a:ext uri="{FF2B5EF4-FFF2-40B4-BE49-F238E27FC236}">
                <a16:creationId xmlns:a16="http://schemas.microsoft.com/office/drawing/2014/main" id="{53146116-346D-156E-BF2A-F2A84BD78940}"/>
              </a:ext>
            </a:extLst>
          </p:cNvPr>
          <p:cNvSpPr txBox="1"/>
          <p:nvPr/>
        </p:nvSpPr>
        <p:spPr>
          <a:xfrm>
            <a:off x="128464" y="1340097"/>
            <a:ext cx="8640960" cy="4339650"/>
          </a:xfrm>
          <a:prstGeom prst="rect">
            <a:avLst/>
          </a:prstGeom>
          <a:noFill/>
        </p:spPr>
        <p:txBody>
          <a:bodyPr wrap="square">
            <a:spAutoFit/>
          </a:bodyPr>
          <a:lstStyle/>
          <a:p>
            <a:pPr algn="l"/>
            <a:r>
              <a:rPr lang="en-GB" b="0" i="0" u="none" strike="noStrike" baseline="0" dirty="0">
                <a:solidFill>
                  <a:srgbClr val="008000"/>
                </a:solidFill>
                <a:latin typeface="Calibri" panose="020F0502020204030204" pitchFamily="34" charset="0"/>
                <a:cs typeface="Calibri" panose="020F0502020204030204" pitchFamily="34" charset="0"/>
              </a:rPr>
              <a:t>package </a:t>
            </a:r>
            <a:r>
              <a:rPr lang="en-GB" b="0" i="0" u="none" strike="noStrike" baseline="0" dirty="0" err="1">
                <a:solidFill>
                  <a:srgbClr val="0000FF"/>
                </a:solidFill>
                <a:latin typeface="Calibri" panose="020F0502020204030204" pitchFamily="34" charset="0"/>
                <a:cs typeface="Calibri" panose="020F0502020204030204" pitchFamily="34" charset="0"/>
              </a:rPr>
              <a:t>com.example.frgmentexample</a:t>
            </a:r>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GB" b="0" i="0" u="none" strike="noStrike" baseline="0" dirty="0">
                <a:solidFill>
                  <a:srgbClr val="008000"/>
                </a:solidFill>
                <a:latin typeface="Calibri" panose="020F0502020204030204" pitchFamily="34" charset="0"/>
                <a:cs typeface="Calibri" panose="020F0502020204030204" pitchFamily="34" charset="0"/>
              </a:rPr>
              <a:t>public final class </a:t>
            </a:r>
            <a:r>
              <a:rPr lang="en-GB" b="0" i="0" u="none" strike="noStrike" baseline="0" dirty="0">
                <a:solidFill>
                  <a:srgbClr val="0000FF"/>
                </a:solidFill>
                <a:latin typeface="Calibri" panose="020F0502020204030204" pitchFamily="34" charset="0"/>
                <a:cs typeface="Calibri" panose="020F0502020204030204" pitchFamily="34" charset="0"/>
              </a:rPr>
              <a:t>Shakespeare </a:t>
            </a:r>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GB" sz="1400" b="0" i="0" u="none" strike="noStrike" baseline="0" dirty="0">
                <a:solidFill>
                  <a:srgbClr val="408080"/>
                </a:solidFill>
                <a:latin typeface="Calibri" panose="020F0502020204030204" pitchFamily="34" charset="0"/>
                <a:cs typeface="Calibri" panose="020F0502020204030204" pitchFamily="34" charset="0"/>
              </a:rPr>
              <a:t>/**</a:t>
            </a:r>
          </a:p>
          <a:p>
            <a:pPr algn="l"/>
            <a:r>
              <a:rPr lang="en-GB" sz="1400" b="0" i="0" u="none" strike="noStrike" baseline="0" dirty="0">
                <a:solidFill>
                  <a:srgbClr val="408080"/>
                </a:solidFill>
                <a:latin typeface="Calibri" panose="020F0502020204030204" pitchFamily="34" charset="0"/>
                <a:cs typeface="Calibri" panose="020F0502020204030204" pitchFamily="34" charset="0"/>
              </a:rPr>
              <a:t>* Our data, part 1.</a:t>
            </a:r>
          </a:p>
          <a:p>
            <a:pPr algn="l"/>
            <a:r>
              <a:rPr lang="en-GB" sz="1400" b="0" i="0" u="none" strike="noStrike" baseline="0" dirty="0">
                <a:solidFill>
                  <a:srgbClr val="408080"/>
                </a:solidFill>
                <a:latin typeface="Calibri" panose="020F0502020204030204" pitchFamily="34" charset="0"/>
                <a:cs typeface="Calibri" panose="020F0502020204030204" pitchFamily="34" charset="0"/>
              </a:rPr>
              <a:t>*/</a:t>
            </a:r>
          </a:p>
          <a:p>
            <a:pPr algn="l"/>
            <a:r>
              <a:rPr lang="en-US" b="0" i="0" u="none" strike="noStrike" baseline="0" dirty="0">
                <a:solidFill>
                  <a:srgbClr val="008000"/>
                </a:solidFill>
                <a:latin typeface="Calibri" panose="020F0502020204030204" pitchFamily="34" charset="0"/>
                <a:cs typeface="Calibri" panose="020F0502020204030204" pitchFamily="34" charset="0"/>
              </a:rPr>
              <a:t>public static final </a:t>
            </a:r>
            <a:r>
              <a:rPr lang="en-US" b="0" i="0" u="none" strike="noStrike" baseline="0" dirty="0">
                <a:solidFill>
                  <a:srgbClr val="000000"/>
                </a:solidFill>
                <a:latin typeface="Calibri" panose="020F0502020204030204" pitchFamily="34" charset="0"/>
                <a:cs typeface="Calibri" panose="020F0502020204030204" pitchFamily="34" charset="0"/>
              </a:rPr>
              <a:t>String</a:t>
            </a:r>
            <a:r>
              <a:rPr lang="en-US" b="0" i="0" u="none" strike="noStrike" baseline="0" dirty="0">
                <a:solidFill>
                  <a:srgbClr val="666666"/>
                </a:solidFill>
                <a:latin typeface="Calibri" panose="020F0502020204030204" pitchFamily="34" charset="0"/>
                <a:cs typeface="Calibri" panose="020F0502020204030204" pitchFamily="34" charset="0"/>
              </a:rPr>
              <a:t>[] </a:t>
            </a:r>
            <a:r>
              <a:rPr lang="en-US" b="0" i="0" u="none" strike="noStrike" baseline="0" dirty="0">
                <a:solidFill>
                  <a:srgbClr val="000000"/>
                </a:solidFill>
                <a:latin typeface="Calibri" panose="020F0502020204030204" pitchFamily="34" charset="0"/>
                <a:cs typeface="Calibri" panose="020F0502020204030204" pitchFamily="34" charset="0"/>
              </a:rPr>
              <a:t>TITLES </a:t>
            </a:r>
            <a:r>
              <a:rPr lang="en-US" b="0" i="0" u="none" strike="noStrike" baseline="0" dirty="0">
                <a:solidFill>
                  <a:srgbClr val="666666"/>
                </a:solidFill>
                <a:latin typeface="Calibri" panose="020F0502020204030204" pitchFamily="34" charset="0"/>
                <a:cs typeface="Calibri" panose="020F0502020204030204" pitchFamily="34" charset="0"/>
              </a:rPr>
              <a:t>=</a:t>
            </a:r>
          </a:p>
          <a:p>
            <a:pPr algn="l"/>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GB" b="0" i="0" u="none" strike="noStrike" baseline="0" dirty="0">
                <a:solidFill>
                  <a:srgbClr val="BB2121"/>
                </a:solidFill>
                <a:latin typeface="Calibri" panose="020F0502020204030204" pitchFamily="34" charset="0"/>
                <a:cs typeface="Calibri" panose="020F0502020204030204" pitchFamily="34" charset="0"/>
              </a:rPr>
              <a:t>"Henry IV (1)"</a:t>
            </a:r>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GB" b="0" i="0" u="none" strike="noStrike" baseline="0" dirty="0">
                <a:solidFill>
                  <a:srgbClr val="BB2121"/>
                </a:solidFill>
                <a:latin typeface="Calibri" panose="020F0502020204030204" pitchFamily="34" charset="0"/>
                <a:cs typeface="Calibri" panose="020F0502020204030204" pitchFamily="34" charset="0"/>
              </a:rPr>
              <a:t>"Henry V"</a:t>
            </a:r>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GB" b="0" i="0" u="none" strike="noStrike" baseline="0" dirty="0">
                <a:solidFill>
                  <a:srgbClr val="BB2121"/>
                </a:solidFill>
                <a:latin typeface="Calibri" panose="020F0502020204030204" pitchFamily="34" charset="0"/>
                <a:cs typeface="Calibri" panose="020F0502020204030204" pitchFamily="34" charset="0"/>
              </a:rPr>
              <a:t>"Henry VIII"</a:t>
            </a:r>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GB" b="0" i="0" u="none" strike="noStrike" baseline="0" dirty="0">
                <a:solidFill>
                  <a:srgbClr val="BB2121"/>
                </a:solidFill>
                <a:latin typeface="Calibri" panose="020F0502020204030204" pitchFamily="34" charset="0"/>
                <a:cs typeface="Calibri" panose="020F0502020204030204" pitchFamily="34" charset="0"/>
              </a:rPr>
              <a:t>"Richard II"</a:t>
            </a:r>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GB" b="0" i="0" u="none" strike="noStrike" baseline="0" dirty="0">
                <a:solidFill>
                  <a:srgbClr val="BB2121"/>
                </a:solidFill>
                <a:latin typeface="Calibri" panose="020F0502020204030204" pitchFamily="34" charset="0"/>
                <a:cs typeface="Calibri" panose="020F0502020204030204" pitchFamily="34" charset="0"/>
              </a:rPr>
              <a:t>"Richard III"</a:t>
            </a:r>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GB" b="0" i="0" u="none" strike="noStrike" baseline="0" dirty="0">
                <a:solidFill>
                  <a:srgbClr val="BB2121"/>
                </a:solidFill>
                <a:latin typeface="Calibri" panose="020F0502020204030204" pitchFamily="34" charset="0"/>
                <a:cs typeface="Calibri" panose="020F0502020204030204" pitchFamily="34" charset="0"/>
              </a:rPr>
              <a:t>"Merchant of Venice"</a:t>
            </a:r>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GB" b="0" i="0" u="none" strike="noStrike" baseline="0" dirty="0">
                <a:solidFill>
                  <a:srgbClr val="BB2121"/>
                </a:solidFill>
                <a:latin typeface="Calibri" panose="020F0502020204030204" pitchFamily="34" charset="0"/>
                <a:cs typeface="Calibri" panose="020F0502020204030204" pitchFamily="34" charset="0"/>
              </a:rPr>
              <a:t>"Othello"</a:t>
            </a:r>
            <a:r>
              <a:rPr lang="en-GB" b="0" i="0" u="none" strike="noStrike" baseline="0" dirty="0">
                <a:solidFill>
                  <a:srgbClr val="000000"/>
                </a:solidFill>
                <a:latin typeface="Calibri" panose="020F0502020204030204" pitchFamily="34" charset="0"/>
                <a:cs typeface="Calibri" panose="020F0502020204030204" pitchFamily="34" charset="0"/>
              </a:rPr>
              <a:t>,</a:t>
            </a:r>
          </a:p>
          <a:p>
            <a:pPr algn="l"/>
            <a:r>
              <a:rPr lang="en-GB" b="0" i="0" u="none" strike="noStrike" baseline="0" dirty="0">
                <a:solidFill>
                  <a:srgbClr val="BB2121"/>
                </a:solidFill>
                <a:latin typeface="Calibri" panose="020F0502020204030204" pitchFamily="34" charset="0"/>
                <a:cs typeface="Calibri" panose="020F0502020204030204" pitchFamily="34" charset="0"/>
              </a:rPr>
              <a:t>"King Lear"</a:t>
            </a:r>
          </a:p>
          <a:p>
            <a:pPr algn="l"/>
            <a:r>
              <a:rPr lang="en-GB" b="0" i="0" u="none" strike="noStrike" baseline="0" dirty="0">
                <a:solidFill>
                  <a:srgbClr val="000000"/>
                </a:solidFill>
                <a:latin typeface="Calibri" panose="020F0502020204030204" pitchFamily="34" charset="0"/>
                <a:cs typeface="Calibri" panose="020F0502020204030204" pitchFamily="34" charset="0"/>
              </a:rPr>
              <a:t>};</a:t>
            </a:r>
            <a:endParaRPr lang="en-GB"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B1C4875-B480-68A4-F80D-54F33479D699}"/>
              </a:ext>
            </a:extLst>
          </p:cNvPr>
          <p:cNvSpPr txBox="1"/>
          <p:nvPr/>
        </p:nvSpPr>
        <p:spPr>
          <a:xfrm>
            <a:off x="6825208" y="2780928"/>
            <a:ext cx="2448272" cy="646331"/>
          </a:xfrm>
          <a:prstGeom prst="rect">
            <a:avLst/>
          </a:prstGeom>
          <a:noFill/>
        </p:spPr>
        <p:txBody>
          <a:bodyPr wrap="square" rtlCol="0">
            <a:spAutoFit/>
          </a:bodyPr>
          <a:lstStyle/>
          <a:p>
            <a:r>
              <a:rPr lang="en-GB" b="0" i="0" u="none" strike="noStrike" baseline="0" dirty="0">
                <a:solidFill>
                  <a:srgbClr val="000000"/>
                </a:solidFill>
                <a:latin typeface="Calibri" panose="020F0502020204030204" pitchFamily="34" charset="0"/>
                <a:cs typeface="Calibri" panose="020F0502020204030204" pitchFamily="34" charset="0"/>
              </a:rPr>
              <a:t>Shakespeare.java </a:t>
            </a:r>
            <a:r>
              <a:rPr lang="en-GB" dirty="0">
                <a:solidFill>
                  <a:srgbClr val="000000"/>
                </a:solidFill>
                <a:latin typeface="Calibri" panose="020F0502020204030204" pitchFamily="34" charset="0"/>
                <a:cs typeface="Calibri" panose="020F0502020204030204" pitchFamily="34" charset="0"/>
              </a:rPr>
              <a:t>fi</a:t>
            </a:r>
            <a:r>
              <a:rPr lang="en-GB" b="0" i="0" u="none" strike="noStrike" baseline="0" dirty="0">
                <a:solidFill>
                  <a:srgbClr val="000000"/>
                </a:solidFill>
                <a:latin typeface="Calibri" panose="020F0502020204030204" pitchFamily="34" charset="0"/>
                <a:cs typeface="Calibri" panose="020F0502020204030204" pitchFamily="34" charset="0"/>
              </a:rPr>
              <a:t>le:</a:t>
            </a:r>
          </a:p>
          <a:p>
            <a:endParaRPr lang="en-GB" dirty="0">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28172316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505BC-3591-EB45-61EA-2E50348B410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042AD5-B3EE-790F-C091-2AD02F49F3BB}"/>
              </a:ext>
            </a:extLst>
          </p:cNvPr>
          <p:cNvSpPr>
            <a:spLocks noGrp="1"/>
          </p:cNvSpPr>
          <p:nvPr>
            <p:ph type="sldNum" idx="12"/>
          </p:nvPr>
        </p:nvSpPr>
        <p:spPr/>
        <p:txBody>
          <a:bodyPr/>
          <a:lstStyle/>
          <a:p>
            <a:pPr algn="r"/>
            <a:fld id="{00000000-1234-1234-1234-123412341234}" type="slidenum">
              <a:rPr lang="en" smtClean="0"/>
              <a:pPr algn="r"/>
              <a:t>35</a:t>
            </a:fld>
            <a:endParaRPr lang="en"/>
          </a:p>
        </p:txBody>
      </p:sp>
      <p:sp>
        <p:nvSpPr>
          <p:cNvPr id="2" name="Title 2">
            <a:extLst>
              <a:ext uri="{FF2B5EF4-FFF2-40B4-BE49-F238E27FC236}">
                <a16:creationId xmlns:a16="http://schemas.microsoft.com/office/drawing/2014/main" id="{90538106-0917-7B04-C78D-D69EE111A351}"/>
              </a:ext>
            </a:extLst>
          </p:cNvPr>
          <p:cNvSpPr>
            <a:spLocks noGrp="1"/>
          </p:cNvSpPr>
          <p:nvPr>
            <p:ph type="title"/>
          </p:nvPr>
        </p:nvSpPr>
        <p:spPr>
          <a:xfrm>
            <a:off x="338138" y="227013"/>
            <a:ext cx="9229725" cy="763587"/>
          </a:xfrm>
        </p:spPr>
        <p:txBody>
          <a:bodyPr/>
          <a:lstStyle/>
          <a:p>
            <a:r>
              <a:rPr lang="en-GB" sz="3600" b="1" i="0" u="none" strike="noStrike" baseline="0" dirty="0">
                <a:solidFill>
                  <a:schemeClr val="bg1"/>
                </a:solidFill>
                <a:latin typeface="Georgia" panose="02040502050405020303" pitchFamily="18" charset="0"/>
              </a:rPr>
              <a:t> Example for using Fragments </a:t>
            </a:r>
            <a:r>
              <a:rPr lang="en-GB" sz="2400" b="1" dirty="0">
                <a:solidFill>
                  <a:schemeClr val="bg1"/>
                </a:solidFill>
                <a:latin typeface="Georgia" panose="02040502050405020303" pitchFamily="18" charset="0"/>
              </a:rPr>
              <a:t>(cont’d)</a:t>
            </a:r>
            <a:endParaRPr lang="en-GB" dirty="0">
              <a:solidFill>
                <a:schemeClr val="bg1"/>
              </a:solidFill>
            </a:endParaRPr>
          </a:p>
        </p:txBody>
      </p:sp>
      <p:sp>
        <p:nvSpPr>
          <p:cNvPr id="3" name="TextBox 2">
            <a:extLst>
              <a:ext uri="{FF2B5EF4-FFF2-40B4-BE49-F238E27FC236}">
                <a16:creationId xmlns:a16="http://schemas.microsoft.com/office/drawing/2014/main" id="{8CA74E1E-ACB7-61B2-21F8-F6BEDED563C1}"/>
              </a:ext>
            </a:extLst>
          </p:cNvPr>
          <p:cNvSpPr txBox="1"/>
          <p:nvPr/>
        </p:nvSpPr>
        <p:spPr>
          <a:xfrm>
            <a:off x="0" y="967898"/>
            <a:ext cx="9772921" cy="5663089"/>
          </a:xfrm>
          <a:prstGeom prst="rect">
            <a:avLst/>
          </a:prstGeom>
          <a:noFill/>
        </p:spPr>
        <p:txBody>
          <a:bodyPr wrap="square">
            <a:spAutoFit/>
          </a:bodyPr>
          <a:lstStyle/>
          <a:p>
            <a:pPr algn="l"/>
            <a:r>
              <a:rPr lang="en-GB" sz="1400" b="0" i="0" u="none" strike="noStrike" baseline="0" dirty="0">
                <a:solidFill>
                  <a:srgbClr val="408080"/>
                </a:solidFill>
                <a:latin typeface="CMITT10"/>
              </a:rPr>
              <a:t>/**</a:t>
            </a:r>
          </a:p>
          <a:p>
            <a:pPr algn="l"/>
            <a:r>
              <a:rPr lang="en-GB" sz="1400" b="0" i="0" u="none" strike="noStrike" baseline="0" dirty="0">
                <a:solidFill>
                  <a:srgbClr val="408080"/>
                </a:solidFill>
                <a:latin typeface="CMITT10"/>
              </a:rPr>
              <a:t>* Our data, part 2.</a:t>
            </a:r>
          </a:p>
          <a:p>
            <a:pPr algn="l"/>
            <a:r>
              <a:rPr lang="en-GB" sz="1400" b="0" i="0" u="none" strike="noStrike" baseline="0" dirty="0">
                <a:solidFill>
                  <a:srgbClr val="408080"/>
                </a:solidFill>
                <a:latin typeface="CMITT10"/>
              </a:rPr>
              <a:t>*/</a:t>
            </a:r>
          </a:p>
          <a:p>
            <a:pPr algn="l"/>
            <a:r>
              <a:rPr lang="en-US" sz="1600" b="1" i="0" u="none" strike="noStrike" baseline="0" dirty="0">
                <a:latin typeface="Calibri" panose="020F0502020204030204" pitchFamily="34" charset="0"/>
                <a:cs typeface="Calibri" panose="020F0502020204030204" pitchFamily="34" charset="0"/>
              </a:rPr>
              <a:t>public static final String[] DIALOGUE =</a:t>
            </a:r>
          </a:p>
          <a:p>
            <a:pPr algn="l"/>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US" sz="1600" b="0" i="0" u="none" strike="noStrike" baseline="0" dirty="0">
                <a:solidFill>
                  <a:srgbClr val="BB2121"/>
                </a:solidFill>
                <a:latin typeface="Calibri" panose="020F0502020204030204" pitchFamily="34" charset="0"/>
                <a:cs typeface="Calibri" panose="020F0502020204030204" pitchFamily="34" charset="0"/>
              </a:rPr>
              <a:t>"So shaken as we are, so wan with care,"</a:t>
            </a:r>
            <a:r>
              <a:rPr lang="en-US" sz="1600" b="1" i="0" u="none" strike="noStrike" baseline="0" dirty="0">
                <a:solidFill>
                  <a:srgbClr val="BB2121"/>
                </a:solidFill>
                <a:latin typeface="Calibri" panose="020F0502020204030204" pitchFamily="34" charset="0"/>
                <a:cs typeface="Calibri" panose="020F0502020204030204" pitchFamily="34" charset="0"/>
              </a:rPr>
              <a:t> </a:t>
            </a:r>
            <a:r>
              <a:rPr lang="en-US" sz="1600" b="1"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"Find we a time for frighted peace to pant," </a:t>
            </a:r>
            <a:r>
              <a:rPr lang="en-US" sz="1600" b="1" i="0" u="none" strike="noStrike" baseline="0" dirty="0">
                <a:solidFill>
                  <a:srgbClr val="666666"/>
                </a:solidFill>
                <a:latin typeface="Calibri" panose="020F0502020204030204" pitchFamily="34" charset="0"/>
                <a:cs typeface="Calibri" panose="020F0502020204030204" pitchFamily="34" charset="0"/>
              </a:rPr>
              <a:t>+</a:t>
            </a:r>
          </a:p>
          <a:p>
            <a:pPr algn="l"/>
            <a:r>
              <a:rPr lang="en-US" sz="1600" b="0" i="0" u="none" strike="noStrike" baseline="0" dirty="0">
                <a:solidFill>
                  <a:srgbClr val="BB2121"/>
                </a:solidFill>
                <a:latin typeface="Calibri" panose="020F0502020204030204" pitchFamily="34" charset="0"/>
                <a:cs typeface="Calibri" panose="020F0502020204030204" pitchFamily="34" charset="0"/>
              </a:rPr>
              <a:t>"And breathe short-winded accents of new broils" </a:t>
            </a:r>
            <a:r>
              <a:rPr lang="en-US" sz="1600" b="1"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"To be commenced in strands afar remote."</a:t>
            </a:r>
            <a:r>
              <a:rPr lang="en-US"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US" sz="1600" b="0" i="0" u="none" strike="noStrike" baseline="0" dirty="0">
                <a:solidFill>
                  <a:srgbClr val="BB2121"/>
                </a:solidFill>
                <a:latin typeface="Calibri" panose="020F0502020204030204" pitchFamily="34" charset="0"/>
                <a:cs typeface="Calibri" panose="020F0502020204030204" pitchFamily="34" charset="0"/>
              </a:rPr>
              <a:t>"Hear him but reason in divinity," </a:t>
            </a:r>
            <a:r>
              <a:rPr lang="en-US" sz="1600" b="1"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"And all-admiring with an inward wish" </a:t>
            </a:r>
            <a:r>
              <a:rPr lang="en-US" sz="1600" b="1" i="0" u="none" strike="noStrike" baseline="0" dirty="0">
                <a:solidFill>
                  <a:srgbClr val="666666"/>
                </a:solidFill>
                <a:latin typeface="Calibri" panose="020F0502020204030204" pitchFamily="34" charset="0"/>
                <a:cs typeface="Calibri" panose="020F0502020204030204" pitchFamily="34" charset="0"/>
              </a:rPr>
              <a:t>+</a:t>
            </a:r>
          </a:p>
          <a:p>
            <a:pPr algn="l"/>
            <a:r>
              <a:rPr lang="en-US" sz="1600" b="0" i="0" u="none" strike="noStrike" baseline="0" dirty="0">
                <a:solidFill>
                  <a:srgbClr val="BB2121"/>
                </a:solidFill>
                <a:latin typeface="Calibri" panose="020F0502020204030204" pitchFamily="34" charset="0"/>
                <a:cs typeface="Calibri" panose="020F0502020204030204" pitchFamily="34" charset="0"/>
              </a:rPr>
              <a:t>"You would desire the king were made a prelate:" </a:t>
            </a:r>
            <a:r>
              <a:rPr lang="en-US" sz="1600" b="1"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"Hear him debate of commonwealth affairs,"</a:t>
            </a:r>
            <a:r>
              <a:rPr lang="en-US"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US" sz="1600" b="0" i="0" u="none" strike="noStrike" baseline="0" dirty="0">
                <a:solidFill>
                  <a:srgbClr val="BB2121"/>
                </a:solidFill>
                <a:latin typeface="Calibri" panose="020F0502020204030204" pitchFamily="34" charset="0"/>
                <a:cs typeface="Calibri" panose="020F0502020204030204" pitchFamily="34" charset="0"/>
              </a:rPr>
              <a:t>"I come no more to make you laugh: things now," </a:t>
            </a:r>
            <a:r>
              <a:rPr lang="en-US" sz="1600" b="1"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"That bear a weighty and a serious brow," </a:t>
            </a:r>
            <a:r>
              <a:rPr lang="en-US" sz="1600" b="1" i="0" u="none" strike="noStrike" baseline="0" dirty="0">
                <a:solidFill>
                  <a:srgbClr val="666666"/>
                </a:solidFill>
                <a:latin typeface="Calibri" panose="020F0502020204030204" pitchFamily="34" charset="0"/>
                <a:cs typeface="Calibri" panose="020F0502020204030204" pitchFamily="34" charset="0"/>
              </a:rPr>
              <a:t>+</a:t>
            </a:r>
          </a:p>
          <a:p>
            <a:pPr algn="l"/>
            <a:r>
              <a:rPr lang="en-US" sz="1600" b="0" i="0" u="none" strike="noStrike" baseline="0" dirty="0">
                <a:solidFill>
                  <a:srgbClr val="BB2121"/>
                </a:solidFill>
                <a:latin typeface="Calibri" panose="020F0502020204030204" pitchFamily="34" charset="0"/>
                <a:cs typeface="Calibri" panose="020F0502020204030204" pitchFamily="34" charset="0"/>
              </a:rPr>
              <a:t>"Sad, high, and working, full of state and woe," </a:t>
            </a:r>
            <a:r>
              <a:rPr lang="en-US" sz="1600" b="1"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"Such noble scenes as draw the eye to flow,"</a:t>
            </a:r>
            <a:r>
              <a:rPr lang="en-US"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US" sz="1600" b="0" i="0" u="none" strike="noStrike" baseline="0" dirty="0">
                <a:solidFill>
                  <a:srgbClr val="BB2121"/>
                </a:solidFill>
                <a:latin typeface="Calibri" panose="020F0502020204030204" pitchFamily="34" charset="0"/>
                <a:cs typeface="Calibri" panose="020F0502020204030204" pitchFamily="34" charset="0"/>
              </a:rPr>
              <a:t>"First, heaven be the record to my speech!" </a:t>
            </a:r>
            <a:r>
              <a:rPr lang="en-US" sz="1600" b="1"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"In the devotion of a subjects love," </a:t>
            </a:r>
            <a:r>
              <a:rPr lang="en-US" sz="1600" b="1" i="0" u="none" strike="noStrike" baseline="0" dirty="0">
                <a:solidFill>
                  <a:srgbClr val="666666"/>
                </a:solidFill>
                <a:latin typeface="Calibri" panose="020F0502020204030204" pitchFamily="34" charset="0"/>
                <a:cs typeface="Calibri" panose="020F0502020204030204" pitchFamily="34" charset="0"/>
              </a:rPr>
              <a:t>+</a:t>
            </a:r>
          </a:p>
          <a:p>
            <a:pPr algn="l"/>
            <a:r>
              <a:rPr lang="en-US" sz="1600" b="0" i="0" u="none" strike="noStrike" baseline="0" dirty="0">
                <a:solidFill>
                  <a:srgbClr val="BB2121"/>
                </a:solidFill>
                <a:latin typeface="Calibri" panose="020F0502020204030204" pitchFamily="34" charset="0"/>
                <a:cs typeface="Calibri" panose="020F0502020204030204" pitchFamily="34" charset="0"/>
              </a:rPr>
              <a:t>"Tendering the precious safety of my prince," </a:t>
            </a:r>
            <a:r>
              <a:rPr lang="en-US" sz="1600" b="1"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"And free from other misbegotten hate," </a:t>
            </a:r>
            <a:r>
              <a:rPr lang="en-US" sz="1600" b="1" i="0" u="none" strike="noStrike" baseline="0" dirty="0">
                <a:solidFill>
                  <a:srgbClr val="666666"/>
                </a:solidFill>
                <a:latin typeface="Calibri" panose="020F0502020204030204" pitchFamily="34" charset="0"/>
                <a:cs typeface="Calibri" panose="020F0502020204030204" pitchFamily="34" charset="0"/>
              </a:rPr>
              <a:t>+</a:t>
            </a:r>
          </a:p>
          <a:p>
            <a:pPr algn="l"/>
            <a:r>
              <a:rPr lang="en-US" sz="1600" b="0" i="0" u="none" strike="noStrike" baseline="0" dirty="0">
                <a:solidFill>
                  <a:srgbClr val="BB2121"/>
                </a:solidFill>
                <a:latin typeface="Calibri" panose="020F0502020204030204" pitchFamily="34" charset="0"/>
                <a:cs typeface="Calibri" panose="020F0502020204030204" pitchFamily="34" charset="0"/>
              </a:rPr>
              <a:t>"Come I appellant to this princely presence."</a:t>
            </a:r>
            <a:r>
              <a:rPr lang="en-US" sz="1600" b="0" i="0" u="none" strike="noStrike" baseline="0" dirty="0">
                <a:solidFill>
                  <a:srgbClr val="000000"/>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"Now is the winter of our discontent" </a:t>
            </a:r>
            <a:r>
              <a:rPr lang="en-US" sz="1600" b="0" i="0" u="none" strike="noStrike" baseline="0" dirty="0">
                <a:solidFill>
                  <a:srgbClr val="666666"/>
                </a:solidFill>
                <a:latin typeface="Calibri" panose="020F0502020204030204" pitchFamily="34" charset="0"/>
                <a:cs typeface="Calibri" panose="020F0502020204030204" pitchFamily="34" charset="0"/>
              </a:rPr>
              <a:t>+</a:t>
            </a:r>
          </a:p>
          <a:p>
            <a:pPr algn="l"/>
            <a:r>
              <a:rPr lang="en-US" sz="1600" b="0" i="0" u="none" strike="noStrike" baseline="0" dirty="0">
                <a:solidFill>
                  <a:srgbClr val="BB2121"/>
                </a:solidFill>
                <a:latin typeface="Calibri" panose="020F0502020204030204" pitchFamily="34" charset="0"/>
                <a:cs typeface="Calibri" panose="020F0502020204030204" pitchFamily="34" charset="0"/>
              </a:rPr>
              <a:t>"Made glorious summer by this sun of York;" </a:t>
            </a:r>
            <a:r>
              <a:rPr lang="en-US" sz="1600" b="1"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"And all the clouds that </a:t>
            </a:r>
            <a:r>
              <a:rPr lang="en-US" sz="1600" b="0" i="0" u="none" strike="noStrike" baseline="0" dirty="0" err="1">
                <a:solidFill>
                  <a:srgbClr val="BB2121"/>
                </a:solidFill>
                <a:latin typeface="Calibri" panose="020F0502020204030204" pitchFamily="34" charset="0"/>
                <a:cs typeface="Calibri" panose="020F0502020204030204" pitchFamily="34" charset="0"/>
              </a:rPr>
              <a:t>lourd</a:t>
            </a:r>
            <a:r>
              <a:rPr lang="en-US" sz="1600" b="0" i="0" u="none" strike="noStrike" baseline="0" dirty="0">
                <a:solidFill>
                  <a:srgbClr val="BB2121"/>
                </a:solidFill>
                <a:latin typeface="Calibri" panose="020F0502020204030204" pitchFamily="34" charset="0"/>
                <a:cs typeface="Calibri" panose="020F0502020204030204" pitchFamily="34" charset="0"/>
              </a:rPr>
              <a:t> upon our house" </a:t>
            </a:r>
            <a:r>
              <a:rPr lang="en-US" sz="1600" b="1" i="0" u="none" strike="noStrike" baseline="0" dirty="0">
                <a:solidFill>
                  <a:srgbClr val="666666"/>
                </a:solidFill>
                <a:latin typeface="Calibri" panose="020F0502020204030204" pitchFamily="34" charset="0"/>
                <a:cs typeface="Calibri" panose="020F0502020204030204" pitchFamily="34" charset="0"/>
              </a:rPr>
              <a:t>+</a:t>
            </a:r>
          </a:p>
          <a:p>
            <a:pPr algn="l"/>
            <a:r>
              <a:rPr lang="en-US" sz="1600" b="0" i="0" u="none" strike="noStrike" baseline="0" dirty="0">
                <a:solidFill>
                  <a:srgbClr val="BB2121"/>
                </a:solidFill>
                <a:latin typeface="Calibri" panose="020F0502020204030204" pitchFamily="34" charset="0"/>
                <a:cs typeface="Calibri" panose="020F0502020204030204" pitchFamily="34" charset="0"/>
              </a:rPr>
              <a:t>"In the deep bosom of the ocean buried."</a:t>
            </a:r>
            <a:r>
              <a:rPr lang="en-US" sz="1600" b="0" i="0" u="none" strike="noStrike" baseline="0" dirty="0">
                <a:solidFill>
                  <a:srgbClr val="000000"/>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"To bait fish withal: if it will feed nothing else," </a:t>
            </a:r>
            <a:r>
              <a:rPr lang="en-US" sz="1600" b="1" i="0" u="none" strike="noStrike" baseline="0" dirty="0">
                <a:solidFill>
                  <a:srgbClr val="666666"/>
                </a:solidFill>
                <a:latin typeface="Calibri" panose="020F0502020204030204" pitchFamily="34" charset="0"/>
                <a:cs typeface="Calibri" panose="020F0502020204030204" pitchFamily="34" charset="0"/>
              </a:rPr>
              <a:t>+</a:t>
            </a:r>
          </a:p>
          <a:p>
            <a:pPr algn="l"/>
            <a:r>
              <a:rPr lang="en-US" sz="1600" b="0" i="0" u="none" strike="noStrike" baseline="0" dirty="0">
                <a:solidFill>
                  <a:srgbClr val="BB2121"/>
                </a:solidFill>
                <a:latin typeface="Calibri" panose="020F0502020204030204" pitchFamily="34" charset="0"/>
                <a:cs typeface="Calibri" panose="020F0502020204030204" pitchFamily="34" charset="0"/>
              </a:rPr>
              <a:t>"it will feed my revenge. He hath disgraced me, and" </a:t>
            </a:r>
            <a:r>
              <a:rPr lang="en-US" sz="1600" b="1"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"hindered me half a million; laughed at my losses," </a:t>
            </a:r>
            <a:r>
              <a:rPr lang="en-US" sz="1600" b="1"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"mocked at my gains, scorned my nation, thwarted my" </a:t>
            </a:r>
            <a:r>
              <a:rPr lang="en-US" sz="1600" b="1"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"bargains, cooled my friends, heated mine" </a:t>
            </a:r>
            <a:r>
              <a:rPr lang="en-US" sz="1600" b="1"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"enemies; and </a:t>
            </a:r>
            <a:r>
              <a:rPr lang="en-US" sz="1600" b="0" i="0" u="none" strike="noStrike" baseline="0" dirty="0" err="1">
                <a:solidFill>
                  <a:srgbClr val="BB2121"/>
                </a:solidFill>
                <a:latin typeface="Calibri" panose="020F0502020204030204" pitchFamily="34" charset="0"/>
                <a:cs typeface="Calibri" panose="020F0502020204030204" pitchFamily="34" charset="0"/>
              </a:rPr>
              <a:t>whats</a:t>
            </a:r>
            <a:r>
              <a:rPr lang="en-US" sz="1600" b="0" i="0" u="none" strike="noStrike" baseline="0" dirty="0">
                <a:solidFill>
                  <a:srgbClr val="BB2121"/>
                </a:solidFill>
                <a:latin typeface="Calibri" panose="020F0502020204030204" pitchFamily="34" charset="0"/>
                <a:cs typeface="Calibri" panose="020F0502020204030204" pitchFamily="34" charset="0"/>
              </a:rPr>
              <a:t> his reason? I am a Jew. Hath"</a:t>
            </a:r>
            <a:r>
              <a:rPr lang="en-US" sz="1600" b="0" i="0" u="none" strike="noStrike" baseline="0" dirty="0">
                <a:solidFill>
                  <a:srgbClr val="000000"/>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"Virtue! a fig! tis in ourselves that we are thus" </a:t>
            </a:r>
            <a:r>
              <a:rPr lang="en-US" sz="1600" b="1"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a:solidFill>
                  <a:srgbClr val="666666"/>
                </a:solidFill>
                <a:latin typeface="Calibri" panose="020F0502020204030204" pitchFamily="34" charset="0"/>
                <a:cs typeface="Calibri" panose="020F0502020204030204" pitchFamily="34" charset="0"/>
              </a:rPr>
              <a:t> </a:t>
            </a:r>
          </a:p>
          <a:p>
            <a:pPr algn="l"/>
            <a:r>
              <a:rPr lang="en-US" sz="1600" b="0" i="0" u="none" strike="noStrike" baseline="0" dirty="0">
                <a:solidFill>
                  <a:srgbClr val="BB2121"/>
                </a:solidFill>
                <a:latin typeface="Calibri" panose="020F0502020204030204" pitchFamily="34" charset="0"/>
                <a:cs typeface="Calibri" panose="020F0502020204030204" pitchFamily="34" charset="0"/>
              </a:rPr>
              <a:t>"or thus. Our bodies are our gardens, to the which" </a:t>
            </a:r>
            <a:r>
              <a:rPr lang="en-US" sz="1600" b="1"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GB" sz="1600" b="0" i="0" u="none" strike="noStrike" baseline="0" dirty="0">
                <a:solidFill>
                  <a:srgbClr val="BB2121"/>
                </a:solidFill>
                <a:latin typeface="Calibri" panose="020F0502020204030204" pitchFamily="34" charset="0"/>
                <a:cs typeface="Calibri" panose="020F0502020204030204" pitchFamily="34" charset="0"/>
              </a:rPr>
              <a:t>"our wills are gardeners:"</a:t>
            </a:r>
            <a:r>
              <a:rPr lang="en-GB" sz="1600" b="0" i="0" u="none" strike="noStrike" baseline="0" dirty="0">
                <a:solidFill>
                  <a:srgbClr val="000000"/>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"Blow, winds, and crack your cheeks! rage! blow!" </a:t>
            </a:r>
            <a:r>
              <a:rPr lang="en-US" sz="1600" b="1" i="0" u="none" strike="noStrike" baseline="0" dirty="0">
                <a:solidFill>
                  <a:srgbClr val="666666"/>
                </a:solidFill>
                <a:latin typeface="Calibri" panose="020F0502020204030204" pitchFamily="34" charset="0"/>
                <a:cs typeface="Calibri" panose="020F0502020204030204" pitchFamily="34" charset="0"/>
              </a:rPr>
              <a:t>+</a:t>
            </a:r>
            <a:r>
              <a:rPr lang="en-US" sz="1600" b="0"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"You cataracts and </a:t>
            </a:r>
            <a:r>
              <a:rPr lang="en-US" sz="1600" b="0" i="0" u="none" strike="noStrike" baseline="0" dirty="0" err="1">
                <a:solidFill>
                  <a:srgbClr val="BB2121"/>
                </a:solidFill>
                <a:latin typeface="Calibri" panose="020F0502020204030204" pitchFamily="34" charset="0"/>
                <a:cs typeface="Calibri" panose="020F0502020204030204" pitchFamily="34" charset="0"/>
              </a:rPr>
              <a:t>hurricanoes</a:t>
            </a:r>
            <a:r>
              <a:rPr lang="en-US" sz="1600" b="0" i="0" u="none" strike="noStrike" baseline="0" dirty="0">
                <a:solidFill>
                  <a:srgbClr val="BB2121"/>
                </a:solidFill>
                <a:latin typeface="Calibri" panose="020F0502020204030204" pitchFamily="34" charset="0"/>
                <a:cs typeface="Calibri" panose="020F0502020204030204" pitchFamily="34" charset="0"/>
              </a:rPr>
              <a:t>, spout" </a:t>
            </a:r>
            <a:r>
              <a:rPr lang="en-US" sz="1600" b="1" i="0" u="none" strike="noStrike" baseline="0" dirty="0">
                <a:solidFill>
                  <a:srgbClr val="666666"/>
                </a:solidFill>
                <a:latin typeface="Calibri" panose="020F0502020204030204" pitchFamily="34" charset="0"/>
                <a:cs typeface="Calibri" panose="020F0502020204030204" pitchFamily="34" charset="0"/>
              </a:rPr>
              <a:t>+ </a:t>
            </a:r>
            <a:r>
              <a:rPr lang="en-US" sz="1600" b="0" i="0" u="none" strike="noStrike" baseline="0" dirty="0">
                <a:solidFill>
                  <a:srgbClr val="BB2121"/>
                </a:solidFill>
                <a:latin typeface="Calibri" panose="020F0502020204030204" pitchFamily="34" charset="0"/>
                <a:cs typeface="Calibri" panose="020F0502020204030204" pitchFamily="34" charset="0"/>
              </a:rPr>
              <a:t>"Till you have </a:t>
            </a:r>
            <a:r>
              <a:rPr lang="en-US" sz="1600" b="0" i="0" u="none" strike="noStrike" baseline="0" dirty="0" err="1">
                <a:solidFill>
                  <a:srgbClr val="BB2121"/>
                </a:solidFill>
                <a:latin typeface="Calibri" panose="020F0502020204030204" pitchFamily="34" charset="0"/>
                <a:cs typeface="Calibri" panose="020F0502020204030204" pitchFamily="34" charset="0"/>
              </a:rPr>
              <a:t>drenchd</a:t>
            </a:r>
            <a:r>
              <a:rPr lang="en-US" sz="1600" b="0" i="0" u="none" strike="noStrike" baseline="0" dirty="0">
                <a:solidFill>
                  <a:srgbClr val="BB2121"/>
                </a:solidFill>
                <a:latin typeface="Calibri" panose="020F0502020204030204" pitchFamily="34" charset="0"/>
                <a:cs typeface="Calibri" panose="020F0502020204030204" pitchFamily="34" charset="0"/>
              </a:rPr>
              <a:t> our steeples"</a:t>
            </a:r>
          </a:p>
          <a:p>
            <a:pPr algn="l"/>
            <a:r>
              <a:rPr lang="en-GB" sz="1600" b="0" i="0" u="none" strike="noStrike" baseline="0" dirty="0">
                <a:solidFill>
                  <a:srgbClr val="000000"/>
                </a:solidFill>
                <a:latin typeface="Calibri" panose="020F0502020204030204" pitchFamily="34" charset="0"/>
                <a:cs typeface="Calibri" panose="020F0502020204030204" pitchFamily="34" charset="0"/>
              </a:rPr>
              <a:t>  };  </a:t>
            </a:r>
          </a:p>
          <a:p>
            <a:pPr algn="l"/>
            <a:r>
              <a:rPr lang="en-GB" sz="1600" b="0" i="0" u="none" strike="noStrike" baseline="0" dirty="0">
                <a:solidFill>
                  <a:srgbClr val="000000"/>
                </a:solidFill>
                <a:latin typeface="Calibri" panose="020F0502020204030204" pitchFamily="34" charset="0"/>
                <a:cs typeface="Calibri" panose="020F0502020204030204" pitchFamily="34" charset="0"/>
              </a:rPr>
              <a:t>}</a:t>
            </a:r>
            <a:endParaRPr lang="en-GB"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23906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E3B03-30E6-526F-F57D-D6BCA2AFC8A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6DE517-1279-8CBA-E7E0-F1C2DE7B8081}"/>
              </a:ext>
            </a:extLst>
          </p:cNvPr>
          <p:cNvSpPr>
            <a:spLocks noGrp="1"/>
          </p:cNvSpPr>
          <p:nvPr>
            <p:ph type="sldNum" idx="12"/>
          </p:nvPr>
        </p:nvSpPr>
        <p:spPr/>
        <p:txBody>
          <a:bodyPr/>
          <a:lstStyle/>
          <a:p>
            <a:pPr algn="r"/>
            <a:fld id="{00000000-1234-1234-1234-123412341234}" type="slidenum">
              <a:rPr lang="en" smtClean="0"/>
              <a:pPr algn="r"/>
              <a:t>36</a:t>
            </a:fld>
            <a:endParaRPr lang="en"/>
          </a:p>
        </p:txBody>
      </p:sp>
      <p:sp>
        <p:nvSpPr>
          <p:cNvPr id="2" name="Title 2">
            <a:extLst>
              <a:ext uri="{FF2B5EF4-FFF2-40B4-BE49-F238E27FC236}">
                <a16:creationId xmlns:a16="http://schemas.microsoft.com/office/drawing/2014/main" id="{C1130933-6749-9906-0887-41BF16FFFDB3}"/>
              </a:ext>
            </a:extLst>
          </p:cNvPr>
          <p:cNvSpPr>
            <a:spLocks noGrp="1"/>
          </p:cNvSpPr>
          <p:nvPr>
            <p:ph type="title"/>
          </p:nvPr>
        </p:nvSpPr>
        <p:spPr>
          <a:xfrm>
            <a:off x="338138" y="227013"/>
            <a:ext cx="9229725" cy="763587"/>
          </a:xfrm>
        </p:spPr>
        <p:txBody>
          <a:bodyPr/>
          <a:lstStyle/>
          <a:p>
            <a:r>
              <a:rPr lang="en-GB" sz="3600" b="1" i="0" u="none" strike="noStrike" baseline="0" dirty="0">
                <a:solidFill>
                  <a:schemeClr val="bg1"/>
                </a:solidFill>
                <a:latin typeface="Georgia" panose="02040502050405020303" pitchFamily="18" charset="0"/>
              </a:rPr>
              <a:t> Example for using Fragments </a:t>
            </a:r>
            <a:r>
              <a:rPr lang="en-GB" sz="2400" b="1" dirty="0">
                <a:solidFill>
                  <a:schemeClr val="bg1"/>
                </a:solidFill>
                <a:latin typeface="Georgia" panose="02040502050405020303" pitchFamily="18" charset="0"/>
              </a:rPr>
              <a:t>(cont’d)</a:t>
            </a:r>
            <a:endParaRPr lang="en-GB" dirty="0">
              <a:solidFill>
                <a:schemeClr val="bg1"/>
              </a:solidFill>
            </a:endParaRPr>
          </a:p>
        </p:txBody>
      </p:sp>
      <p:sp>
        <p:nvSpPr>
          <p:cNvPr id="3" name="TextBox 2">
            <a:extLst>
              <a:ext uri="{FF2B5EF4-FFF2-40B4-BE49-F238E27FC236}">
                <a16:creationId xmlns:a16="http://schemas.microsoft.com/office/drawing/2014/main" id="{5E9E2102-A1BD-EE71-57FB-05A73941E775}"/>
              </a:ext>
            </a:extLst>
          </p:cNvPr>
          <p:cNvSpPr txBox="1"/>
          <p:nvPr/>
        </p:nvSpPr>
        <p:spPr>
          <a:xfrm>
            <a:off x="-3786" y="1340768"/>
            <a:ext cx="9772921" cy="5370701"/>
          </a:xfrm>
          <a:prstGeom prst="rect">
            <a:avLst/>
          </a:prstGeom>
          <a:noFill/>
        </p:spPr>
        <p:txBody>
          <a:bodyPr wrap="square">
            <a:spAutoFit/>
          </a:bodyPr>
          <a:lstStyle/>
          <a:p>
            <a:pPr algn="l"/>
            <a:r>
              <a:rPr lang="en-GB" sz="1600" b="0" i="0" u="none" strike="noStrike" baseline="0" dirty="0">
                <a:solidFill>
                  <a:srgbClr val="008000"/>
                </a:solidFill>
                <a:latin typeface="Calibri" panose="020F0502020204030204" pitchFamily="34" charset="0"/>
                <a:cs typeface="Calibri" panose="020F0502020204030204" pitchFamily="34" charset="0"/>
              </a:rPr>
              <a:t>package </a:t>
            </a:r>
            <a:r>
              <a:rPr lang="en-GB" sz="1600" b="0" i="0" u="none" strike="noStrike" baseline="0" dirty="0" err="1">
                <a:solidFill>
                  <a:srgbClr val="0000FF"/>
                </a:solidFill>
                <a:latin typeface="Calibri" panose="020F0502020204030204" pitchFamily="34" charset="0"/>
                <a:cs typeface="Calibri" panose="020F0502020204030204" pitchFamily="34" charset="0"/>
              </a:rPr>
              <a:t>com.example.frgmentexample</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android.app.Activity</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fr-FR" sz="1600" b="0" i="0" u="none" strike="noStrike" baseline="0" dirty="0">
                <a:solidFill>
                  <a:srgbClr val="008000"/>
                </a:solidFill>
                <a:latin typeface="Calibri" panose="020F0502020204030204" pitchFamily="34" charset="0"/>
                <a:cs typeface="Calibri" panose="020F0502020204030204" pitchFamily="34" charset="0"/>
              </a:rPr>
              <a:t>import </a:t>
            </a:r>
            <a:r>
              <a:rPr lang="fr-FR" sz="1600" b="0" i="0" u="none" strike="noStrike" baseline="0" dirty="0" err="1">
                <a:solidFill>
                  <a:srgbClr val="0000FF"/>
                </a:solidFill>
                <a:latin typeface="Calibri" panose="020F0502020204030204" pitchFamily="34" charset="0"/>
                <a:cs typeface="Calibri" panose="020F0502020204030204" pitchFamily="34" charset="0"/>
              </a:rPr>
              <a:t>android.content.res.Configuration</a:t>
            </a:r>
            <a:r>
              <a:rPr lang="fr-FR"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import </a:t>
            </a:r>
            <a:r>
              <a:rPr lang="en-GB" sz="1600" b="0" i="0" u="none" strike="noStrike" baseline="0" dirty="0" err="1">
                <a:solidFill>
                  <a:srgbClr val="0000FF"/>
                </a:solidFill>
                <a:latin typeface="Calibri" panose="020F0502020204030204" pitchFamily="34" charset="0"/>
                <a:cs typeface="Calibri" panose="020F0502020204030204" pitchFamily="34" charset="0"/>
              </a:rPr>
              <a:t>android.os.Bundle</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endParaRPr lang="en-US" sz="900" b="0" i="0" u="none" strike="noStrike" baseline="0" dirty="0">
              <a:solidFill>
                <a:srgbClr val="008000"/>
              </a:solidFill>
              <a:latin typeface="Calibri" panose="020F0502020204030204" pitchFamily="34" charset="0"/>
              <a:cs typeface="Calibri" panose="020F0502020204030204" pitchFamily="34" charset="0"/>
            </a:endParaRPr>
          </a:p>
          <a:p>
            <a:pPr algn="l"/>
            <a:r>
              <a:rPr lang="en-US" sz="1600" b="0" i="0" u="none" strike="noStrike" baseline="0" dirty="0">
                <a:solidFill>
                  <a:srgbClr val="008000"/>
                </a:solidFill>
                <a:latin typeface="Calibri" panose="020F0502020204030204" pitchFamily="34" charset="0"/>
                <a:cs typeface="Calibri" panose="020F0502020204030204" pitchFamily="34" charset="0"/>
              </a:rPr>
              <a:t>public class </a:t>
            </a:r>
            <a:r>
              <a:rPr lang="en-US" sz="1600" b="0" i="0" u="none" strike="noStrike" baseline="0" dirty="0" err="1">
                <a:solidFill>
                  <a:srgbClr val="0000FF"/>
                </a:solidFill>
                <a:latin typeface="Calibri" panose="020F0502020204030204" pitchFamily="34" charset="0"/>
                <a:cs typeface="Calibri" panose="020F0502020204030204" pitchFamily="34" charset="0"/>
              </a:rPr>
              <a:t>DetailsActivity</a:t>
            </a:r>
            <a:r>
              <a:rPr lang="en-US" sz="1600" b="0" i="0" u="none" strike="noStrike" baseline="0" dirty="0">
                <a:solidFill>
                  <a:srgbClr val="0000FF"/>
                </a:solidFill>
                <a:latin typeface="Calibri" panose="020F0502020204030204" pitchFamily="34" charset="0"/>
                <a:cs typeface="Calibri" panose="020F0502020204030204" pitchFamily="34" charset="0"/>
              </a:rPr>
              <a:t> </a:t>
            </a:r>
            <a:r>
              <a:rPr lang="en-US" sz="1600" b="0" i="0" u="none" strike="noStrike" baseline="0" dirty="0">
                <a:solidFill>
                  <a:srgbClr val="008000"/>
                </a:solidFill>
                <a:latin typeface="Calibri" panose="020F0502020204030204" pitchFamily="34" charset="0"/>
                <a:cs typeface="Calibri" panose="020F0502020204030204" pitchFamily="34" charset="0"/>
              </a:rPr>
              <a:t>extends </a:t>
            </a:r>
            <a:r>
              <a:rPr lang="en-US" sz="1600" b="0" i="0" u="none" strike="noStrike" baseline="0" dirty="0">
                <a:solidFill>
                  <a:srgbClr val="000000"/>
                </a:solidFill>
                <a:latin typeface="Calibri" panose="020F0502020204030204" pitchFamily="34" charset="0"/>
                <a:cs typeface="Calibri" panose="020F0502020204030204" pitchFamily="34" charset="0"/>
              </a:rPr>
              <a:t>Activity {</a:t>
            </a:r>
          </a:p>
          <a:p>
            <a:pPr algn="l"/>
            <a:r>
              <a:rPr lang="en-US" sz="1600" b="0" i="0" u="none" strike="noStrike" baseline="0" dirty="0">
                <a:solidFill>
                  <a:srgbClr val="008000"/>
                </a:solidFill>
                <a:latin typeface="Calibri" panose="020F0502020204030204" pitchFamily="34" charset="0"/>
                <a:cs typeface="Calibri" panose="020F0502020204030204" pitchFamily="34" charset="0"/>
              </a:rPr>
              <a:t>           protected </a:t>
            </a:r>
            <a:r>
              <a:rPr lang="en-US" sz="1600" b="0" i="0" u="none" strike="noStrike" baseline="0" dirty="0">
                <a:solidFill>
                  <a:srgbClr val="B10040"/>
                </a:solidFill>
                <a:latin typeface="Calibri" panose="020F0502020204030204" pitchFamily="34" charset="0"/>
                <a:cs typeface="Calibri" panose="020F0502020204030204" pitchFamily="34" charset="0"/>
              </a:rPr>
              <a:t>void </a:t>
            </a:r>
            <a:r>
              <a:rPr lang="en-US" sz="1600" b="0" i="0" u="none" strike="noStrike" baseline="0" dirty="0" err="1">
                <a:solidFill>
                  <a:srgbClr val="0000FF"/>
                </a:solidFill>
                <a:latin typeface="Calibri" panose="020F0502020204030204" pitchFamily="34" charset="0"/>
                <a:cs typeface="Calibri" panose="020F0502020204030204" pitchFamily="34" charset="0"/>
              </a:rPr>
              <a:t>onCreate</a:t>
            </a:r>
            <a:r>
              <a:rPr lang="en-US" sz="1600" b="0" i="0" u="none" strike="noStrike" baseline="0" dirty="0">
                <a:solidFill>
                  <a:srgbClr val="000000"/>
                </a:solidFill>
                <a:latin typeface="Calibri" panose="020F0502020204030204" pitchFamily="34" charset="0"/>
                <a:cs typeface="Calibri" panose="020F0502020204030204" pitchFamily="34" charset="0"/>
              </a:rPr>
              <a:t>(Bundle </a:t>
            </a:r>
            <a:r>
              <a:rPr lang="en-US" sz="1600" b="0" i="0" u="none" strike="noStrike" baseline="0" dirty="0" err="1">
                <a:solidFill>
                  <a:srgbClr val="000000"/>
                </a:solidFill>
                <a:latin typeface="Calibri" panose="020F0502020204030204" pitchFamily="34" charset="0"/>
                <a:cs typeface="Calibri" panose="020F0502020204030204" pitchFamily="34" charset="0"/>
              </a:rPr>
              <a:t>savedInstanceState</a:t>
            </a:r>
            <a:r>
              <a:rPr lang="en-US" sz="1600" b="0" i="0" u="none" strike="noStrike" baseline="0" dirty="0">
                <a:solidFill>
                  <a:srgbClr val="000000"/>
                </a:solidFill>
                <a:latin typeface="Calibri" panose="020F0502020204030204" pitchFamily="34" charset="0"/>
                <a:cs typeface="Calibri" panose="020F0502020204030204" pitchFamily="34" charset="0"/>
              </a:rPr>
              <a:t>) {</a:t>
            </a:r>
          </a:p>
          <a:p>
            <a:pPr algn="l"/>
            <a:r>
              <a:rPr lang="en-GB" sz="1600" b="0" i="0" u="none" strike="noStrike" baseline="0" dirty="0">
                <a:solidFill>
                  <a:srgbClr val="008000"/>
                </a:solidFill>
                <a:latin typeface="Calibri" panose="020F0502020204030204" pitchFamily="34" charset="0"/>
                <a:cs typeface="Calibri" panose="020F0502020204030204" pitchFamily="34" charset="0"/>
              </a:rPr>
              <a:t>           </a:t>
            </a:r>
            <a:r>
              <a:rPr lang="en-GB" sz="1600" b="0" i="0" u="none" strike="noStrike" baseline="0" dirty="0" err="1">
                <a:solidFill>
                  <a:srgbClr val="008000"/>
                </a:solidFill>
                <a:latin typeface="Calibri" panose="020F0502020204030204" pitchFamily="34" charset="0"/>
                <a:cs typeface="Calibri" panose="020F0502020204030204" pitchFamily="34" charset="0"/>
              </a:rPr>
              <a:t>super</a:t>
            </a:r>
            <a:r>
              <a:rPr lang="en-GB" sz="1600" b="0" i="0" u="none" strike="noStrike" baseline="0" dirty="0" err="1">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7D8F29"/>
                </a:solidFill>
                <a:latin typeface="Calibri" panose="020F0502020204030204" pitchFamily="34" charset="0"/>
                <a:cs typeface="Calibri" panose="020F0502020204030204" pitchFamily="34" charset="0"/>
              </a:rPr>
              <a:t>onCreate</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000000"/>
                </a:solidFill>
                <a:latin typeface="Calibri" panose="020F0502020204030204" pitchFamily="34" charset="0"/>
                <a:cs typeface="Calibri" panose="020F0502020204030204" pitchFamily="34" charset="0"/>
              </a:rPr>
              <a:t>savedInstanceState</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lvl="1"/>
            <a:r>
              <a:rPr lang="en-GB" sz="1600" b="0" i="0" u="none" strike="noStrike" baseline="0" dirty="0">
                <a:solidFill>
                  <a:srgbClr val="008000"/>
                </a:solidFill>
                <a:latin typeface="Calibri" panose="020F0502020204030204" pitchFamily="34" charset="0"/>
                <a:cs typeface="Calibri" panose="020F0502020204030204" pitchFamily="34" charset="0"/>
              </a:rPr>
              <a:t>if </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000000"/>
                </a:solidFill>
                <a:latin typeface="Calibri" panose="020F0502020204030204" pitchFamily="34" charset="0"/>
                <a:cs typeface="Calibri" panose="020F0502020204030204" pitchFamily="34" charset="0"/>
              </a:rPr>
              <a:t>getResources</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7D8F29"/>
                </a:solidFill>
                <a:latin typeface="Calibri" panose="020F0502020204030204" pitchFamily="34" charset="0"/>
                <a:cs typeface="Calibri" panose="020F0502020204030204" pitchFamily="34" charset="0"/>
              </a:rPr>
              <a:t>getConfiguration</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a:solidFill>
                  <a:srgbClr val="7D8F29"/>
                </a:solidFill>
                <a:latin typeface="Calibri" panose="020F0502020204030204" pitchFamily="34" charset="0"/>
                <a:cs typeface="Calibri" panose="020F0502020204030204" pitchFamily="34" charset="0"/>
              </a:rPr>
              <a:t>orientation </a:t>
            </a:r>
            <a:r>
              <a:rPr lang="en-GB" sz="1600" b="0" i="0" u="none" strike="noStrike" baseline="0" dirty="0">
                <a:solidFill>
                  <a:srgbClr val="666666"/>
                </a:solidFill>
                <a:latin typeface="Calibri" panose="020F0502020204030204" pitchFamily="34" charset="0"/>
                <a:cs typeface="Calibri" panose="020F0502020204030204" pitchFamily="34" charset="0"/>
              </a:rPr>
              <a:t>== </a:t>
            </a:r>
            <a:r>
              <a:rPr lang="en-GB" sz="1600" b="0" i="0" u="none" strike="noStrike" baseline="0" dirty="0" err="1">
                <a:solidFill>
                  <a:srgbClr val="000000"/>
                </a:solidFill>
                <a:latin typeface="Calibri" panose="020F0502020204030204" pitchFamily="34" charset="0"/>
                <a:cs typeface="Calibri" panose="020F0502020204030204" pitchFamily="34" charset="0"/>
              </a:rPr>
              <a:t>Configuration.</a:t>
            </a:r>
            <a:r>
              <a:rPr lang="en-GB" sz="1600" b="0" i="0" u="none" strike="noStrike" baseline="0" dirty="0" err="1">
                <a:solidFill>
                  <a:srgbClr val="7D8F29"/>
                </a:solidFill>
                <a:latin typeface="Calibri" panose="020F0502020204030204" pitchFamily="34" charset="0"/>
                <a:cs typeface="Calibri" panose="020F0502020204030204" pitchFamily="34" charset="0"/>
              </a:rPr>
              <a:t>ORIENTATION_LANDSCAPE</a:t>
            </a:r>
            <a:r>
              <a:rPr lang="en-GB" sz="1600" b="0" i="0" u="none" strike="noStrike" baseline="0" dirty="0">
                <a:solidFill>
                  <a:srgbClr val="000000"/>
                </a:solidFill>
                <a:latin typeface="Calibri" panose="020F0502020204030204" pitchFamily="34" charset="0"/>
                <a:cs typeface="Calibri" panose="020F0502020204030204" pitchFamily="34" charset="0"/>
              </a:rPr>
              <a:t>) {</a:t>
            </a:r>
          </a:p>
          <a:p>
            <a:pPr algn="l"/>
            <a:r>
              <a:rPr lang="en-US" sz="1400" b="0" i="0" u="none" strike="noStrike" baseline="0" dirty="0">
                <a:solidFill>
                  <a:srgbClr val="408080"/>
                </a:solidFill>
                <a:latin typeface="Calibri" panose="020F0502020204030204" pitchFamily="34" charset="0"/>
                <a:cs typeface="Calibri" panose="020F0502020204030204" pitchFamily="34" charset="0"/>
              </a:rPr>
              <a:t>// If the screen is now in landscape mode, we can show the dialog in-line with the list so we don’t need this activity.</a:t>
            </a:r>
          </a:p>
          <a:p>
            <a:pPr lvl="1"/>
            <a:r>
              <a:rPr lang="en-GB" sz="1600" b="0" i="0" u="none" strike="noStrike" baseline="0" dirty="0">
                <a:solidFill>
                  <a:srgbClr val="000000"/>
                </a:solidFill>
                <a:latin typeface="Calibri" panose="020F0502020204030204" pitchFamily="34" charset="0"/>
                <a:cs typeface="Calibri" panose="020F0502020204030204" pitchFamily="34" charset="0"/>
              </a:rPr>
              <a:t>finish();</a:t>
            </a:r>
          </a:p>
          <a:p>
            <a:pPr lvl="1"/>
            <a:r>
              <a:rPr lang="en-GB" sz="1600" b="0" i="0" u="none" strike="noStrike" baseline="0" dirty="0">
                <a:solidFill>
                  <a:srgbClr val="008000"/>
                </a:solidFill>
                <a:latin typeface="Calibri" panose="020F0502020204030204" pitchFamily="34" charset="0"/>
                <a:cs typeface="Calibri" panose="020F0502020204030204" pitchFamily="34" charset="0"/>
              </a:rPr>
              <a:t>return</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lvl="1"/>
            <a:r>
              <a:rPr lang="en-GB" sz="1600" b="0" i="0" u="none" strike="noStrike" baseline="0" dirty="0">
                <a:solidFill>
                  <a:srgbClr val="000000"/>
                </a:solidFill>
                <a:latin typeface="Calibri" panose="020F0502020204030204" pitchFamily="34" charset="0"/>
                <a:cs typeface="Calibri" panose="020F0502020204030204" pitchFamily="34" charset="0"/>
              </a:rPr>
              <a:t>}</a:t>
            </a:r>
          </a:p>
          <a:p>
            <a:pPr lvl="1"/>
            <a:r>
              <a:rPr lang="en-GB" sz="1600" b="0" i="0" u="none" strike="noStrike" baseline="0" dirty="0">
                <a:solidFill>
                  <a:srgbClr val="008000"/>
                </a:solidFill>
                <a:latin typeface="Calibri" panose="020F0502020204030204" pitchFamily="34" charset="0"/>
                <a:cs typeface="Calibri" panose="020F0502020204030204" pitchFamily="34" charset="0"/>
              </a:rPr>
              <a:t>if </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000000"/>
                </a:solidFill>
                <a:latin typeface="Calibri" panose="020F0502020204030204" pitchFamily="34" charset="0"/>
                <a:cs typeface="Calibri" panose="020F0502020204030204" pitchFamily="34" charset="0"/>
              </a:rPr>
              <a:t>savedInstanceState</a:t>
            </a:r>
            <a:r>
              <a:rPr lang="en-GB" sz="1600" b="0" i="0" u="none" strike="noStrike" baseline="0" dirty="0">
                <a:solidFill>
                  <a:srgbClr val="000000"/>
                </a:solidFill>
                <a:latin typeface="Calibri" panose="020F0502020204030204" pitchFamily="34" charset="0"/>
                <a:cs typeface="Calibri" panose="020F0502020204030204" pitchFamily="34" charset="0"/>
              </a:rPr>
              <a:t> </a:t>
            </a:r>
            <a:r>
              <a:rPr lang="en-GB" sz="1600" b="0" i="0" u="none" strike="noStrike" baseline="0" dirty="0">
                <a:solidFill>
                  <a:srgbClr val="666666"/>
                </a:solidFill>
                <a:latin typeface="Calibri" panose="020F0502020204030204" pitchFamily="34" charset="0"/>
                <a:cs typeface="Calibri" panose="020F0502020204030204" pitchFamily="34" charset="0"/>
              </a:rPr>
              <a:t>== </a:t>
            </a:r>
            <a:r>
              <a:rPr lang="en-GB" sz="1600" b="0" i="0" u="none" strike="noStrike" baseline="0" dirty="0">
                <a:solidFill>
                  <a:srgbClr val="008000"/>
                </a:solidFill>
                <a:latin typeface="Calibri" panose="020F0502020204030204" pitchFamily="34" charset="0"/>
                <a:cs typeface="Calibri" panose="020F0502020204030204" pitchFamily="34" charset="0"/>
              </a:rPr>
              <a:t>null</a:t>
            </a:r>
            <a:r>
              <a:rPr lang="en-GB" sz="1600" b="0" i="0" u="none" strike="noStrike" baseline="0" dirty="0">
                <a:solidFill>
                  <a:srgbClr val="000000"/>
                </a:solidFill>
                <a:latin typeface="Calibri" panose="020F0502020204030204" pitchFamily="34" charset="0"/>
                <a:cs typeface="Calibri" panose="020F0502020204030204" pitchFamily="34" charset="0"/>
              </a:rPr>
              <a:t>) {</a:t>
            </a:r>
          </a:p>
          <a:p>
            <a:pPr algn="l"/>
            <a:r>
              <a:rPr lang="en-US" sz="1400" b="0" i="0" u="none" strike="noStrike" baseline="0" dirty="0">
                <a:solidFill>
                  <a:srgbClr val="408080"/>
                </a:solidFill>
                <a:latin typeface="Calibri" panose="020F0502020204030204" pitchFamily="34" charset="0"/>
                <a:cs typeface="Calibri" panose="020F0502020204030204" pitchFamily="34" charset="0"/>
              </a:rPr>
              <a:t>// During initial setup, plug in the details fragment.</a:t>
            </a:r>
          </a:p>
          <a:p>
            <a:pPr lvl="2"/>
            <a:r>
              <a:rPr lang="en-GB" sz="1600" b="0" i="0" u="none" strike="noStrike" baseline="0" dirty="0" err="1">
                <a:solidFill>
                  <a:srgbClr val="000000"/>
                </a:solidFill>
                <a:latin typeface="Calibri" panose="020F0502020204030204" pitchFamily="34" charset="0"/>
                <a:cs typeface="Calibri" panose="020F0502020204030204" pitchFamily="34" charset="0"/>
              </a:rPr>
              <a:t>DetailsFragment</a:t>
            </a:r>
            <a:r>
              <a:rPr lang="en-GB" sz="1600" b="0" i="0" u="none" strike="noStrike" baseline="0" dirty="0">
                <a:solidFill>
                  <a:srgbClr val="000000"/>
                </a:solidFill>
                <a:latin typeface="Calibri" panose="020F0502020204030204" pitchFamily="34" charset="0"/>
                <a:cs typeface="Calibri" panose="020F0502020204030204" pitchFamily="34" charset="0"/>
              </a:rPr>
              <a:t> details </a:t>
            </a:r>
            <a:r>
              <a:rPr lang="en-GB" sz="1600" b="0" i="0" u="none" strike="noStrike" baseline="0" dirty="0">
                <a:solidFill>
                  <a:srgbClr val="666666"/>
                </a:solidFill>
                <a:latin typeface="Calibri" panose="020F0502020204030204" pitchFamily="34" charset="0"/>
                <a:cs typeface="Calibri" panose="020F0502020204030204" pitchFamily="34" charset="0"/>
              </a:rPr>
              <a:t>= </a:t>
            </a:r>
            <a:r>
              <a:rPr lang="en-GB" sz="1600" b="0" i="0" u="none" strike="noStrike" baseline="0" dirty="0">
                <a:solidFill>
                  <a:srgbClr val="008000"/>
                </a:solidFill>
                <a:latin typeface="Calibri" panose="020F0502020204030204" pitchFamily="34" charset="0"/>
                <a:cs typeface="Calibri" panose="020F0502020204030204" pitchFamily="34" charset="0"/>
              </a:rPr>
              <a:t>new </a:t>
            </a:r>
            <a:r>
              <a:rPr lang="en-GB" sz="1600" b="0" i="0" u="none" strike="noStrike" baseline="0" dirty="0" err="1">
                <a:solidFill>
                  <a:srgbClr val="000000"/>
                </a:solidFill>
                <a:latin typeface="Calibri" panose="020F0502020204030204" pitchFamily="34" charset="0"/>
                <a:cs typeface="Calibri" panose="020F0502020204030204" pitchFamily="34" charset="0"/>
              </a:rPr>
              <a:t>DetailsFragment</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lvl="2"/>
            <a:r>
              <a:rPr lang="en-GB" sz="1600" b="0" i="0" u="none" strike="noStrike" baseline="0" dirty="0" err="1">
                <a:solidFill>
                  <a:srgbClr val="000000"/>
                </a:solidFill>
                <a:latin typeface="Calibri" panose="020F0502020204030204" pitchFamily="34" charset="0"/>
                <a:cs typeface="Calibri" panose="020F0502020204030204" pitchFamily="34" charset="0"/>
              </a:rPr>
              <a:t>details.</a:t>
            </a:r>
            <a:r>
              <a:rPr lang="en-GB" sz="1600" b="0" i="0" u="none" strike="noStrike" baseline="0" dirty="0" err="1">
                <a:solidFill>
                  <a:srgbClr val="7D8F29"/>
                </a:solidFill>
                <a:latin typeface="Calibri" panose="020F0502020204030204" pitchFamily="34" charset="0"/>
                <a:cs typeface="Calibri" panose="020F0502020204030204" pitchFamily="34" charset="0"/>
              </a:rPr>
              <a:t>setArguments</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000000"/>
                </a:solidFill>
                <a:latin typeface="Calibri" panose="020F0502020204030204" pitchFamily="34" charset="0"/>
                <a:cs typeface="Calibri" panose="020F0502020204030204" pitchFamily="34" charset="0"/>
              </a:rPr>
              <a:t>getIntent</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7D8F29"/>
                </a:solidFill>
                <a:latin typeface="Calibri" panose="020F0502020204030204" pitchFamily="34" charset="0"/>
                <a:cs typeface="Calibri" panose="020F0502020204030204" pitchFamily="34" charset="0"/>
              </a:rPr>
              <a:t>getExtras</a:t>
            </a:r>
            <a:r>
              <a:rPr lang="en-GB" sz="1600" b="0" i="0" u="none" strike="noStrike" baseline="0" dirty="0">
                <a:solidFill>
                  <a:srgbClr val="000000"/>
                </a:solidFill>
                <a:latin typeface="Calibri" panose="020F0502020204030204" pitchFamily="34" charset="0"/>
                <a:cs typeface="Calibri" panose="020F0502020204030204" pitchFamily="34" charset="0"/>
              </a:rPr>
              <a:t>());</a:t>
            </a:r>
          </a:p>
          <a:p>
            <a:pPr lvl="2"/>
            <a:r>
              <a:rPr lang="en-GB" sz="1600" b="0" i="0" u="none" strike="noStrike" baseline="0" dirty="0" err="1">
                <a:solidFill>
                  <a:srgbClr val="000000"/>
                </a:solidFill>
                <a:latin typeface="Calibri" panose="020F0502020204030204" pitchFamily="34" charset="0"/>
                <a:cs typeface="Calibri" panose="020F0502020204030204" pitchFamily="34" charset="0"/>
              </a:rPr>
              <a:t>getFragmentManager</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err="1">
                <a:solidFill>
                  <a:srgbClr val="7D8F29"/>
                </a:solidFill>
                <a:latin typeface="Calibri" panose="020F0502020204030204" pitchFamily="34" charset="0"/>
                <a:cs typeface="Calibri" panose="020F0502020204030204" pitchFamily="34" charset="0"/>
              </a:rPr>
              <a:t>beginTransaction</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en-GB" sz="1600" b="0" i="0" u="none" strike="noStrike" baseline="0" dirty="0">
                <a:solidFill>
                  <a:srgbClr val="7D8F29"/>
                </a:solidFill>
                <a:latin typeface="Calibri" panose="020F0502020204030204" pitchFamily="34" charset="0"/>
                <a:cs typeface="Calibri" panose="020F0502020204030204" pitchFamily="34" charset="0"/>
              </a:rPr>
              <a:t>add</a:t>
            </a:r>
            <a:r>
              <a:rPr lang="en-GB" sz="1600" b="0" i="0" u="none" strike="noStrike" baseline="0" dirty="0">
                <a:solidFill>
                  <a:srgbClr val="000000"/>
                </a:solidFill>
                <a:latin typeface="Calibri" panose="020F0502020204030204" pitchFamily="34" charset="0"/>
                <a:cs typeface="Calibri" panose="020F0502020204030204" pitchFamily="34" charset="0"/>
              </a:rPr>
              <a:t>(</a:t>
            </a:r>
            <a:r>
              <a:rPr lang="fr-FR" sz="1600" b="0" i="0" u="none" strike="noStrike" baseline="0" dirty="0" err="1">
                <a:solidFill>
                  <a:srgbClr val="000000"/>
                </a:solidFill>
                <a:latin typeface="Calibri" panose="020F0502020204030204" pitchFamily="34" charset="0"/>
                <a:cs typeface="Calibri" panose="020F0502020204030204" pitchFamily="34" charset="0"/>
              </a:rPr>
              <a:t>android.</a:t>
            </a:r>
            <a:r>
              <a:rPr lang="fr-FR" sz="1600" b="0" i="0" u="none" strike="noStrike" baseline="0" dirty="0" err="1">
                <a:solidFill>
                  <a:srgbClr val="7D8F29"/>
                </a:solidFill>
                <a:latin typeface="Calibri" panose="020F0502020204030204" pitchFamily="34" charset="0"/>
                <a:cs typeface="Calibri" panose="020F0502020204030204" pitchFamily="34" charset="0"/>
              </a:rPr>
              <a:t>R</a:t>
            </a:r>
            <a:r>
              <a:rPr lang="fr-FR" sz="1600" b="0" i="0" u="none" strike="noStrike" baseline="0" dirty="0" err="1">
                <a:solidFill>
                  <a:srgbClr val="000000"/>
                </a:solidFill>
                <a:latin typeface="Calibri" panose="020F0502020204030204" pitchFamily="34" charset="0"/>
                <a:cs typeface="Calibri" panose="020F0502020204030204" pitchFamily="34" charset="0"/>
              </a:rPr>
              <a:t>.</a:t>
            </a:r>
            <a:r>
              <a:rPr lang="fr-FR" sz="1600" b="0" i="0" u="none" strike="noStrike" baseline="0" dirty="0" err="1">
                <a:solidFill>
                  <a:srgbClr val="7D8F29"/>
                </a:solidFill>
                <a:latin typeface="Calibri" panose="020F0502020204030204" pitchFamily="34" charset="0"/>
                <a:cs typeface="Calibri" panose="020F0502020204030204" pitchFamily="34" charset="0"/>
              </a:rPr>
              <a:t>id</a:t>
            </a:r>
            <a:r>
              <a:rPr lang="fr-FR" sz="1600" b="0" i="0" u="none" strike="noStrike" baseline="0" dirty="0" err="1">
                <a:solidFill>
                  <a:srgbClr val="000000"/>
                </a:solidFill>
                <a:latin typeface="Calibri" panose="020F0502020204030204" pitchFamily="34" charset="0"/>
                <a:cs typeface="Calibri" panose="020F0502020204030204" pitchFamily="34" charset="0"/>
              </a:rPr>
              <a:t>.</a:t>
            </a:r>
            <a:r>
              <a:rPr lang="fr-FR" sz="1600" b="0" i="0" u="none" strike="noStrike" baseline="0" dirty="0" err="1">
                <a:solidFill>
                  <a:srgbClr val="7D8F29"/>
                </a:solidFill>
                <a:latin typeface="Calibri" panose="020F0502020204030204" pitchFamily="34" charset="0"/>
                <a:cs typeface="Calibri" panose="020F0502020204030204" pitchFamily="34" charset="0"/>
              </a:rPr>
              <a:t>content</a:t>
            </a:r>
            <a:r>
              <a:rPr lang="fr-FR" sz="1600" b="0" i="0" u="none" strike="noStrike" baseline="0" dirty="0">
                <a:solidFill>
                  <a:srgbClr val="000000"/>
                </a:solidFill>
                <a:latin typeface="Calibri" panose="020F0502020204030204" pitchFamily="34" charset="0"/>
                <a:cs typeface="Calibri" panose="020F0502020204030204" pitchFamily="34" charset="0"/>
              </a:rPr>
              <a:t>, </a:t>
            </a:r>
            <a:r>
              <a:rPr lang="fr-FR" sz="1600" b="0" i="0" u="none" strike="noStrike" baseline="0" dirty="0" err="1">
                <a:solidFill>
                  <a:srgbClr val="000000"/>
                </a:solidFill>
                <a:latin typeface="Calibri" panose="020F0502020204030204" pitchFamily="34" charset="0"/>
                <a:cs typeface="Calibri" panose="020F0502020204030204" pitchFamily="34" charset="0"/>
              </a:rPr>
              <a:t>details</a:t>
            </a:r>
            <a:r>
              <a:rPr lang="fr-FR" sz="1600" b="0" i="0" u="none" strike="noStrike" baseline="0" dirty="0">
                <a:solidFill>
                  <a:srgbClr val="000000"/>
                </a:solidFill>
                <a:latin typeface="Calibri" panose="020F0502020204030204" pitchFamily="34" charset="0"/>
                <a:cs typeface="Calibri" panose="020F0502020204030204" pitchFamily="34" charset="0"/>
              </a:rPr>
              <a:t>).</a:t>
            </a:r>
            <a:r>
              <a:rPr lang="fr-FR" sz="1600" b="0" i="0" u="none" strike="noStrike" baseline="0" dirty="0">
                <a:solidFill>
                  <a:srgbClr val="7D8F29"/>
                </a:solidFill>
                <a:latin typeface="Calibri" panose="020F0502020204030204" pitchFamily="34" charset="0"/>
                <a:cs typeface="Calibri" panose="020F0502020204030204" pitchFamily="34" charset="0"/>
              </a:rPr>
              <a:t>commit</a:t>
            </a:r>
            <a:r>
              <a:rPr lang="fr-FR" sz="1600" b="0" i="0" u="none" strike="noStrike" baseline="0" dirty="0">
                <a:solidFill>
                  <a:srgbClr val="000000"/>
                </a:solidFill>
                <a:latin typeface="Calibri" panose="020F0502020204030204" pitchFamily="34" charset="0"/>
                <a:cs typeface="Calibri" panose="020F0502020204030204" pitchFamily="34" charset="0"/>
              </a:rPr>
              <a:t>();</a:t>
            </a:r>
          </a:p>
          <a:p>
            <a:pPr lvl="1"/>
            <a:r>
              <a:rPr lang="en-GB" sz="1600" b="0" i="0" u="none" strike="noStrike" baseline="0" dirty="0">
                <a:solidFill>
                  <a:srgbClr val="000000"/>
                </a:solidFill>
                <a:latin typeface="Calibri" panose="020F0502020204030204" pitchFamily="34" charset="0"/>
                <a:cs typeface="Calibri" panose="020F0502020204030204" pitchFamily="34" charset="0"/>
              </a:rPr>
              <a:t>   }</a:t>
            </a:r>
          </a:p>
          <a:p>
            <a:pPr lvl="1"/>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GB"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US" sz="1800" b="1" i="0" u="none" strike="noStrike" baseline="0" dirty="0">
                <a:latin typeface="CMSS10"/>
              </a:rPr>
              <a:t> </a:t>
            </a:r>
            <a:r>
              <a:rPr lang="en-US" sz="1600" b="1" i="0" u="none" strike="noStrike" baseline="0" dirty="0">
                <a:latin typeface="Calibri" panose="020F0502020204030204" pitchFamily="34" charset="0"/>
                <a:cs typeface="Calibri" panose="020F0502020204030204" pitchFamily="34" charset="0"/>
              </a:rPr>
              <a:t>In the manifest file add the </a:t>
            </a:r>
            <a:r>
              <a:rPr lang="en-US" sz="1600" b="1" i="0" u="none" strike="noStrike" baseline="0" dirty="0" err="1">
                <a:latin typeface="Calibri" panose="020F0502020204030204" pitchFamily="34" charset="0"/>
                <a:cs typeface="Calibri" panose="020F0502020204030204" pitchFamily="34" charset="0"/>
              </a:rPr>
              <a:t>DetailsActivity</a:t>
            </a:r>
            <a:r>
              <a:rPr lang="en-US" sz="1600" b="1" i="0" u="none" strike="noStrike" baseline="0" dirty="0">
                <a:latin typeface="Calibri" panose="020F0502020204030204" pitchFamily="34" charset="0"/>
                <a:cs typeface="Calibri" panose="020F0502020204030204" pitchFamily="34" charset="0"/>
              </a:rPr>
              <a:t> activity and change the minimum SDK version to 11.</a:t>
            </a:r>
            <a:endParaRPr lang="en-GB" sz="1600" b="1"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23C508E3-AE5B-70EC-67DB-4FA85EEAAB4E}"/>
              </a:ext>
            </a:extLst>
          </p:cNvPr>
          <p:cNvSpPr txBox="1"/>
          <p:nvPr/>
        </p:nvSpPr>
        <p:spPr>
          <a:xfrm>
            <a:off x="6609184" y="1916832"/>
            <a:ext cx="2664296" cy="369332"/>
          </a:xfrm>
          <a:prstGeom prst="rect">
            <a:avLst/>
          </a:prstGeom>
          <a:noFill/>
        </p:spPr>
        <p:txBody>
          <a:bodyPr wrap="square" rtlCol="0">
            <a:spAutoFit/>
          </a:bodyPr>
          <a:lstStyle/>
          <a:p>
            <a:pPr algn="l"/>
            <a:r>
              <a:rPr lang="en-GB" b="0" i="0" u="none" strike="noStrike" baseline="0" dirty="0">
                <a:solidFill>
                  <a:srgbClr val="000000"/>
                </a:solidFill>
                <a:latin typeface="Calibri" panose="020F0502020204030204" pitchFamily="34" charset="0"/>
                <a:cs typeface="Calibri" panose="020F0502020204030204" pitchFamily="34" charset="0"/>
              </a:rPr>
              <a:t>DetailsActivity.java file</a:t>
            </a:r>
          </a:p>
        </p:txBody>
      </p:sp>
    </p:spTree>
    <p:extLst>
      <p:ext uri="{BB962C8B-B14F-4D97-AF65-F5344CB8AC3E}">
        <p14:creationId xmlns:p14="http://schemas.microsoft.com/office/powerpoint/2010/main" val="2174643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946FE-FF38-947F-95C2-1CF94FE88D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A4F80E-76A6-9456-6B5F-3ED7326C2EB0}"/>
              </a:ext>
            </a:extLst>
          </p:cNvPr>
          <p:cNvSpPr>
            <a:spLocks noGrp="1"/>
          </p:cNvSpPr>
          <p:nvPr>
            <p:ph type="sldNum" idx="12"/>
          </p:nvPr>
        </p:nvSpPr>
        <p:spPr/>
        <p:txBody>
          <a:bodyPr/>
          <a:lstStyle/>
          <a:p>
            <a:pPr algn="r"/>
            <a:fld id="{00000000-1234-1234-1234-123412341234}" type="slidenum">
              <a:rPr lang="en" smtClean="0"/>
              <a:pPr algn="r"/>
              <a:t>37</a:t>
            </a:fld>
            <a:endParaRPr lang="en"/>
          </a:p>
        </p:txBody>
      </p:sp>
      <p:sp>
        <p:nvSpPr>
          <p:cNvPr id="5" name="Rectangle 2">
            <a:extLst>
              <a:ext uri="{FF2B5EF4-FFF2-40B4-BE49-F238E27FC236}">
                <a16:creationId xmlns:a16="http://schemas.microsoft.com/office/drawing/2014/main" id="{0FEF13CE-1272-68E0-AFB9-1FB59CC2D2D6}"/>
              </a:ext>
            </a:extLst>
          </p:cNvPr>
          <p:cNvSpPr>
            <a:spLocks noGrp="1" noChangeArrowheads="1"/>
          </p:cNvSpPr>
          <p:nvPr>
            <p:ph type="title"/>
          </p:nvPr>
        </p:nvSpPr>
        <p:spPr>
          <a:xfrm>
            <a:off x="560512" y="2924944"/>
            <a:ext cx="8229600" cy="490067"/>
          </a:xfrm>
        </p:spPr>
        <p:txBody>
          <a:bodyPr>
            <a:normAutofit fontScale="90000"/>
          </a:bodyPr>
          <a:lstStyle/>
          <a:p>
            <a:pPr algn="ctr"/>
            <a:r>
              <a:rPr lang="en-US" altLang="en-US" sz="3600" dirty="0">
                <a:solidFill>
                  <a:schemeClr val="tx1"/>
                </a:solidFill>
                <a:latin typeface="Georgia" panose="02040502050405020303" pitchFamily="18" charset="0"/>
              </a:rPr>
              <a:t>Any Questions?</a:t>
            </a:r>
          </a:p>
        </p:txBody>
      </p:sp>
    </p:spTree>
    <p:extLst>
      <p:ext uri="{BB962C8B-B14F-4D97-AF65-F5344CB8AC3E}">
        <p14:creationId xmlns:p14="http://schemas.microsoft.com/office/powerpoint/2010/main" val="1132837496"/>
      </p:ext>
    </p:extLst>
  </p:cSld>
  <p:clrMapOvr>
    <a:masterClrMapping/>
  </p:clrMapOvr>
</p:sld>
</file>

<file path=ppt/theme/theme1.xml><?xml version="1.0" encoding="utf-8"?>
<a:theme xmlns:a="http://schemas.openxmlformats.org/drawingml/2006/main" name="Bradford PPT_final_A">
  <a:themeElements>
    <a:clrScheme name="UOB Green">
      <a:dk1>
        <a:sysClr val="windowText" lastClr="000000"/>
      </a:dk1>
      <a:lt1>
        <a:sysClr val="window" lastClr="FFFFFF"/>
      </a:lt1>
      <a:dk2>
        <a:srgbClr val="005359"/>
      </a:dk2>
      <a:lt2>
        <a:srgbClr val="FFFFFF"/>
      </a:lt2>
      <a:accent1>
        <a:srgbClr val="87A529"/>
      </a:accent1>
      <a:accent2>
        <a:srgbClr val="009EB2"/>
      </a:accent2>
      <a:accent3>
        <a:srgbClr val="395E14"/>
      </a:accent3>
      <a:accent4>
        <a:srgbClr val="E6E7E8"/>
      </a:accent4>
      <a:accent5>
        <a:srgbClr val="C0E064"/>
      </a:accent5>
      <a:accent6>
        <a:srgbClr val="005359"/>
      </a:accent6>
      <a:hlink>
        <a:srgbClr val="009EB2"/>
      </a:hlink>
      <a:folHlink>
        <a:srgbClr val="87A52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0081BE"/>
          </a:solidFill>
        </a:ln>
        <a:effectLst/>
      </a:spPr>
      <a:bodyPr anchor="ctr"/>
      <a:lstStyle>
        <a:defPPr algn="ctr">
          <a:defRPr dirty="0">
            <a:latin typeface="Lucida Sans"/>
            <a:cs typeface="Lucida Sans"/>
          </a:defRPr>
        </a:defPPr>
      </a:lstStyle>
      <a:style>
        <a:lnRef idx="1">
          <a:schemeClr val="accent1"/>
        </a:lnRef>
        <a:fillRef idx="3">
          <a:schemeClr val="accent1"/>
        </a:fillRef>
        <a:effectRef idx="2">
          <a:schemeClr val="accent1"/>
        </a:effectRef>
        <a:fontRef idx="minor">
          <a:schemeClr val="lt1"/>
        </a:fontRef>
      </a:style>
    </a:spDef>
    <a:lnDef>
      <a:spPr>
        <a:ln w="12700">
          <a:solidFill>
            <a:srgbClr val="87A529"/>
          </a:solidFill>
          <a:prstDash val="sysDash"/>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smtClean="0">
            <a:latin typeface="Lucida Sans Unicode" panose="020B0602030504020204" pitchFamily="34" charset="0"/>
            <a:cs typeface="Lucida Sans Unicode" panose="020B0602030504020204"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uob-green-faculty-or-directorate-guide</Template>
  <TotalTime>396</TotalTime>
  <Words>3902</Words>
  <Application>Microsoft Office PowerPoint</Application>
  <PresentationFormat>A4 Paper (210x297 mm)</PresentationFormat>
  <Paragraphs>502</Paragraphs>
  <Slides>37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Arial</vt:lpstr>
      <vt:lpstr>Calibri</vt:lpstr>
      <vt:lpstr>CMITT10</vt:lpstr>
      <vt:lpstr>CMSS10</vt:lpstr>
      <vt:lpstr>CMTT10</vt:lpstr>
      <vt:lpstr>CMTT9</vt:lpstr>
      <vt:lpstr>Georgia</vt:lpstr>
      <vt:lpstr>Lucida Sans</vt:lpstr>
      <vt:lpstr>Lucida Sans Unicode</vt:lpstr>
      <vt:lpstr>Wingdings</vt:lpstr>
      <vt:lpstr>Bradford PPT_final_A</vt:lpstr>
      <vt:lpstr>Mobile Application Development (COS7025-B)     Designing Mobile Apps using Android Introduction to Fragments</vt:lpstr>
      <vt:lpstr>Contents</vt:lpstr>
      <vt:lpstr>What are Fragments?</vt:lpstr>
      <vt:lpstr>What are Fragments?</vt:lpstr>
      <vt:lpstr>Supporting UI flexibility: Issue with Activities</vt:lpstr>
      <vt:lpstr>Supporting UI flexibility: Issue with Activities</vt:lpstr>
      <vt:lpstr>Creating a Fragment</vt:lpstr>
      <vt:lpstr>Subclasses of class Fragment </vt:lpstr>
      <vt:lpstr>Adding a user interface to a Fragment</vt:lpstr>
      <vt:lpstr>Statically adding a Fragment</vt:lpstr>
      <vt:lpstr>Programmatically adding a Fragment </vt:lpstr>
      <vt:lpstr>Replacing or removing a Fragment</vt:lpstr>
      <vt:lpstr>How a Fragment communicates with its activity?</vt:lpstr>
      <vt:lpstr>Example of creating event callbacks to the activity</vt:lpstr>
      <vt:lpstr> Example for using Fragments</vt:lpstr>
      <vt:lpstr>Example of creating event callbacks to the activity (cont’d)</vt:lpstr>
      <vt:lpstr>Example of creating event callbacks to the activity (cont’d)</vt:lpstr>
      <vt:lpstr>Fragments in the API</vt:lpstr>
      <vt:lpstr>Fragment Lifecycle</vt:lpstr>
      <vt:lpstr>Fragment Lifecycle</vt:lpstr>
      <vt:lpstr>Fragment Manager</vt:lpstr>
      <vt:lpstr>Few other scenarios</vt:lpstr>
      <vt:lpstr> Example for using Fragments</vt:lpstr>
      <vt:lpstr> Example for using Fragments</vt:lpstr>
      <vt:lpstr> Example for using Fragments (cont’d)</vt:lpstr>
      <vt:lpstr> Example for using Fragments (cont’d)</vt:lpstr>
      <vt:lpstr> Example for using Fragments (cont’d)</vt:lpstr>
      <vt:lpstr> Example for using Fragments (cont’d)</vt:lpstr>
      <vt:lpstr> Example for using Fragments (cont’d)</vt:lpstr>
      <vt:lpstr> Example for using Fragments (cont’d)</vt:lpstr>
      <vt:lpstr> Example for using Fragments (cont’d)</vt:lpstr>
      <vt:lpstr> Example for using Fragments (cont’d)</vt:lpstr>
      <vt:lpstr> Example for using Fragments (cont’d)</vt:lpstr>
      <vt:lpstr> Example for using Fragments (cont’d)</vt:lpstr>
      <vt:lpstr> Example for using Fragments (cont’d)</vt:lpstr>
      <vt:lpstr> Example for using Fragments (cont’d)</vt:lpstr>
      <vt:lpstr>Any Questions?</vt:lpstr>
    </vt:vector>
  </TitlesOfParts>
  <Company>University of Bradford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Application Development (COS7025-B)     Introduction to Android Software  Stack</dc:title>
  <dc:creator>Karim Sadik</dc:creator>
  <cp:lastModifiedBy>Karim Sadik</cp:lastModifiedBy>
  <cp:revision>18</cp:revision>
  <cp:lastPrinted>2014-07-11T09:48:52Z</cp:lastPrinted>
  <dcterms:created xsi:type="dcterms:W3CDTF">2025-07-22T12:14:46Z</dcterms:created>
  <dcterms:modified xsi:type="dcterms:W3CDTF">2025-07-25T09:25:52Z</dcterms:modified>
</cp:coreProperties>
</file>