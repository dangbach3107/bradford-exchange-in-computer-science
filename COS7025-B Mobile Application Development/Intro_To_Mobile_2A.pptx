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256" r:id="rId2"/>
    <p:sldId id="278" r:id="rId3"/>
    <p:sldId id="279" r:id="rId4"/>
    <p:sldId id="281" r:id="rId5"/>
    <p:sldId id="306" r:id="rId6"/>
    <p:sldId id="308" r:id="rId7"/>
    <p:sldId id="307" r:id="rId8"/>
    <p:sldId id="309" r:id="rId9"/>
    <p:sldId id="310" r:id="rId10"/>
    <p:sldId id="311" r:id="rId11"/>
    <p:sldId id="314" r:id="rId12"/>
    <p:sldId id="312" r:id="rId13"/>
    <p:sldId id="313" r:id="rId14"/>
    <p:sldId id="315" r:id="rId15"/>
    <p:sldId id="316" r:id="rId16"/>
    <p:sldId id="321" r:id="rId17"/>
    <p:sldId id="320" r:id="rId18"/>
    <p:sldId id="319" r:id="rId19"/>
    <p:sldId id="318" r:id="rId20"/>
    <p:sldId id="317" r:id="rId21"/>
    <p:sldId id="327" r:id="rId22"/>
    <p:sldId id="326" r:id="rId23"/>
    <p:sldId id="325" r:id="rId24"/>
    <p:sldId id="324" r:id="rId25"/>
    <p:sldId id="322" r:id="rId26"/>
    <p:sldId id="323" r:id="rId27"/>
    <p:sldId id="335" r:id="rId28"/>
    <p:sldId id="334" r:id="rId29"/>
    <p:sldId id="333" r:id="rId30"/>
    <p:sldId id="332" r:id="rId31"/>
    <p:sldId id="331" r:id="rId32"/>
    <p:sldId id="330" r:id="rId33"/>
    <p:sldId id="329" r:id="rId34"/>
    <p:sldId id="328" r:id="rId35"/>
    <p:sldId id="341" r:id="rId36"/>
    <p:sldId id="340" r:id="rId37"/>
    <p:sldId id="296" r:id="rId38"/>
    <p:sldId id="343" r:id="rId39"/>
    <p:sldId id="301" r:id="rId40"/>
    <p:sldId id="302" r:id="rId41"/>
    <p:sldId id="342" r:id="rId42"/>
  </p:sldIdLst>
  <p:sldSz cx="9906000" cy="6858000" type="A4"/>
  <p:notesSz cx="6858000" cy="9144000"/>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071">
          <p15:clr>
            <a:srgbClr val="A4A3A4"/>
          </p15:clr>
        </p15:guide>
        <p15:guide id="2" orient="horz" pos="1108">
          <p15:clr>
            <a:srgbClr val="A4A3A4"/>
          </p15:clr>
        </p15:guide>
        <p15:guide id="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0081BE"/>
    <a:srgbClr val="9E0F1D"/>
    <a:srgbClr val="693B68"/>
    <a:srgbClr val="36001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105" d="100"/>
          <a:sy n="105" d="100"/>
        </p:scale>
        <p:origin x="972" y="114"/>
      </p:cViewPr>
      <p:guideLst>
        <p:guide orient="horz" pos="1071"/>
        <p:guide orient="horz" pos="1108"/>
        <p:guide/>
      </p:guideLst>
    </p:cSldViewPr>
  </p:slideViewPr>
  <p:notesTextViewPr>
    <p:cViewPr>
      <p:scale>
        <a:sx n="1" d="1"/>
        <a:sy n="1" d="1"/>
      </p:scale>
      <p:origin x="0" y="0"/>
    </p:cViewPr>
  </p:notesTextViewPr>
  <p:notesViewPr>
    <p:cSldViewPr>
      <p:cViewPr varScale="1">
        <p:scale>
          <a:sx n="55" d="100"/>
          <a:sy n="55" d="100"/>
        </p:scale>
        <p:origin x="-250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D22EBD4A-5895-A54E-A055-EDAC0AE85B12}" type="datetimeFigureOut">
              <a:rPr lang="en-GB"/>
              <a:pPr>
                <a:defRPr/>
              </a:pPr>
              <a:t>26/07/2025</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A47DD014-F3DA-9946-8CC1-301B1D99833A}" type="slidenum">
              <a:rPr lang="en-GB"/>
              <a:pPr>
                <a:defRPr/>
              </a:pPr>
              <a:t>‹#›</a:t>
            </a:fld>
            <a:endParaRPr lang="en-GB"/>
          </a:p>
        </p:txBody>
      </p:sp>
    </p:spTree>
    <p:extLst>
      <p:ext uri="{BB962C8B-B14F-4D97-AF65-F5344CB8AC3E}">
        <p14:creationId xmlns:p14="http://schemas.microsoft.com/office/powerpoint/2010/main" val="23707200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0C6EAC80-80B2-FE4F-B44C-ECDD3CC6FD34}" type="datetimeFigureOut">
              <a:rPr lang="en-GB"/>
              <a:pPr>
                <a:defRPr/>
              </a:pPr>
              <a:t>26/07/2025</a:t>
            </a:fld>
            <a:endParaRPr lang="en-GB"/>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B138381A-76B6-2948-B558-3F957563774C}" type="slidenum">
              <a:rPr lang="en-GB"/>
              <a:pPr>
                <a:defRPr/>
              </a:pPr>
              <a:t>‹#›</a:t>
            </a:fld>
            <a:endParaRPr lang="en-GB"/>
          </a:p>
        </p:txBody>
      </p:sp>
    </p:spTree>
    <p:extLst>
      <p:ext uri="{BB962C8B-B14F-4D97-AF65-F5344CB8AC3E}">
        <p14:creationId xmlns:p14="http://schemas.microsoft.com/office/powerpoint/2010/main" val="163027520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1804c611ed_0_74:notes"/>
          <p:cNvSpPr>
            <a:spLocks noGrp="1" noRot="1" noChangeAspect="1"/>
          </p:cNvSpPr>
          <p:nvPr>
            <p:ph type="sldImg" idx="2"/>
          </p:nvPr>
        </p:nvSpPr>
        <p:spPr>
          <a:xfrm>
            <a:off x="952500" y="685800"/>
            <a:ext cx="4953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1804c611ed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623af889d_0_27:notes"/>
          <p:cNvSpPr>
            <a:spLocks noGrp="1" noRot="1" noChangeAspect="1"/>
          </p:cNvSpPr>
          <p:nvPr>
            <p:ph type="sldImg" idx="2"/>
          </p:nvPr>
        </p:nvSpPr>
        <p:spPr>
          <a:xfrm>
            <a:off x="952500" y="685800"/>
            <a:ext cx="4953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623af889d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a3f6e2c19_0_0:notes"/>
          <p:cNvSpPr>
            <a:spLocks noGrp="1" noRot="1" noChangeAspect="1"/>
          </p:cNvSpPr>
          <p:nvPr>
            <p:ph type="sldImg" idx="2"/>
          </p:nvPr>
        </p:nvSpPr>
        <p:spPr>
          <a:xfrm>
            <a:off x="952500" y="685800"/>
            <a:ext cx="4953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3f6e2c1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15a3800b80_2_66:notes"/>
          <p:cNvSpPr>
            <a:spLocks noGrp="1" noRot="1" noChangeAspect="1"/>
          </p:cNvSpPr>
          <p:nvPr>
            <p:ph type="sldImg" idx="2"/>
          </p:nvPr>
        </p:nvSpPr>
        <p:spPr>
          <a:xfrm>
            <a:off x="952500" y="685800"/>
            <a:ext cx="4953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15a3800b80_2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190f2eba15_0_0:notes"/>
          <p:cNvSpPr>
            <a:spLocks noGrp="1" noRot="1" noChangeAspect="1"/>
          </p:cNvSpPr>
          <p:nvPr>
            <p:ph type="sldImg" idx="2"/>
          </p:nvPr>
        </p:nvSpPr>
        <p:spPr>
          <a:xfrm>
            <a:off x="952500" y="685800"/>
            <a:ext cx="4953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190f2eba1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15a3800b80_1_24:notes"/>
          <p:cNvSpPr>
            <a:spLocks noGrp="1" noRot="1" noChangeAspect="1"/>
          </p:cNvSpPr>
          <p:nvPr>
            <p:ph type="sldImg" idx="2"/>
          </p:nvPr>
        </p:nvSpPr>
        <p:spPr>
          <a:xfrm>
            <a:off x="952500" y="685800"/>
            <a:ext cx="4953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15a3800b80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742950" y="1916839"/>
            <a:ext cx="8420100" cy="1470025"/>
          </a:xfrm>
        </p:spPr>
        <p:txBody>
          <a:bodyPr/>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3672607"/>
            <a:ext cx="6934200" cy="1752600"/>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6" name="Date Placeholder 3"/>
          <p:cNvSpPr>
            <a:spLocks noGrp="1"/>
          </p:cNvSpPr>
          <p:nvPr>
            <p:ph type="dt" sz="half" idx="10"/>
          </p:nvPr>
        </p:nvSpPr>
        <p:spPr/>
        <p:txBody>
          <a:bodyPr/>
          <a:lstStyle>
            <a:lvl1pPr>
              <a:defRPr/>
            </a:lvl1pPr>
          </a:lstStyle>
          <a:p>
            <a:pPr>
              <a:defRPr/>
            </a:pPr>
            <a:fld id="{B5568D4F-4E96-4841-A1F5-19AC2D41DEB5}" type="datetime3">
              <a:rPr lang="en-GB"/>
              <a:pPr>
                <a:defRPr/>
              </a:pPr>
              <a:t>26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0A8E8C3C-0935-FD48-B11D-125A6C8E73DE}" type="slidenum">
              <a:rPr lang="en-GB"/>
              <a:pPr>
                <a:defRPr/>
              </a:pPr>
              <a:t>‹#›</a:t>
            </a:fld>
            <a:endParaRPr lang="en-GB" dirty="0"/>
          </a:p>
        </p:txBody>
      </p:sp>
    </p:spTree>
    <p:extLst>
      <p:ext uri="{BB962C8B-B14F-4D97-AF65-F5344CB8AC3E}">
        <p14:creationId xmlns:p14="http://schemas.microsoft.com/office/powerpoint/2010/main" val="1445450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idx="1"/>
          </p:nvPr>
        </p:nvSpPr>
        <p:spPr>
          <a:xfrm>
            <a:off x="1025525" y="1114425"/>
            <a:ext cx="8485605" cy="5122887"/>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
        <p:nvSpPr>
          <p:cNvPr id="5" name="Date Placeholder 3"/>
          <p:cNvSpPr>
            <a:spLocks noGrp="1"/>
          </p:cNvSpPr>
          <p:nvPr>
            <p:ph type="dt" sz="half" idx="10"/>
          </p:nvPr>
        </p:nvSpPr>
        <p:spPr/>
        <p:txBody>
          <a:bodyPr/>
          <a:lstStyle>
            <a:lvl1pPr>
              <a:defRPr/>
            </a:lvl1pPr>
          </a:lstStyle>
          <a:p>
            <a:pPr>
              <a:defRPr/>
            </a:pPr>
            <a:fld id="{4BF4441D-FCF9-B841-8F75-F62C4FB0DAB0}" type="datetime3">
              <a:rPr lang="en-GB"/>
              <a:pPr>
                <a:defRPr/>
              </a:pPr>
              <a:t>26 July,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7" name="Slide Number Placeholder 5"/>
          <p:cNvSpPr>
            <a:spLocks noGrp="1"/>
          </p:cNvSpPr>
          <p:nvPr>
            <p:ph type="sldNum" sz="quarter" idx="12"/>
          </p:nvPr>
        </p:nvSpPr>
        <p:spPr/>
        <p:txBody>
          <a:bodyPr/>
          <a:lstStyle>
            <a:lvl1pPr>
              <a:defRPr/>
            </a:lvl1pPr>
          </a:lstStyle>
          <a:p>
            <a:pPr>
              <a:defRPr/>
            </a:pPr>
            <a:fld id="{36EEE868-5A68-4147-BDAB-52F2EBBCC5A9}" type="slidenum">
              <a:rPr lang="en-GB"/>
              <a:pPr>
                <a:defRPr/>
              </a:pPr>
              <a:t>‹#›</a:t>
            </a:fld>
            <a:endParaRPr lang="en-GB" dirty="0"/>
          </a:p>
        </p:txBody>
      </p:sp>
    </p:spTree>
    <p:extLst>
      <p:ext uri="{BB962C8B-B14F-4D97-AF65-F5344CB8AC3E}">
        <p14:creationId xmlns:p14="http://schemas.microsoft.com/office/powerpoint/2010/main" val="218509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80963"/>
            <a:ext cx="1728788" cy="684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1025525" y="929928"/>
            <a:ext cx="8485605" cy="780762"/>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8485605" cy="4465662"/>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6E7A35C8-07AA-F94B-83B0-C4A730E41B1B}" type="datetime3">
              <a:rPr lang="en-GB"/>
              <a:pPr>
                <a:defRPr/>
              </a:pPr>
              <a:t>26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C1B0B1DF-C791-F345-ACE0-CA99EFF1D83D}" type="slidenum">
              <a:rPr lang="en-GB"/>
              <a:pPr>
                <a:defRPr/>
              </a:pPr>
              <a:t>‹#›</a:t>
            </a:fld>
            <a:endParaRPr lang="en-GB" dirty="0"/>
          </a:p>
        </p:txBody>
      </p:sp>
    </p:spTree>
    <p:extLst>
      <p:ext uri="{BB962C8B-B14F-4D97-AF65-F5344CB8AC3E}">
        <p14:creationId xmlns:p14="http://schemas.microsoft.com/office/powerpoint/2010/main" val="496284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ln w="12700" cap="rnd">
            <a:solidFill>
              <a:srgbClr val="87A529"/>
            </a:solidFill>
          </a:ln>
        </p:spPr>
        <p:txBody>
          <a:bodyPr lIns="108000" tIns="108000" rIns="108000" bIns="108000"/>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0D995428-EAB3-764C-8677-F1F25470B456}" type="datetime3">
              <a:rPr lang="en-GB"/>
              <a:pPr>
                <a:defRPr/>
              </a:pPr>
              <a:t>26 July, 2025</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EF20A639-F880-524E-92E8-3486672BD7AC}" type="slidenum">
              <a:rPr lang="en-GB"/>
              <a:pPr>
                <a:defRPr/>
              </a:pPr>
              <a:t>‹#›</a:t>
            </a:fld>
            <a:endParaRPr lang="en-GB"/>
          </a:p>
        </p:txBody>
      </p:sp>
    </p:spTree>
    <p:extLst>
      <p:ext uri="{BB962C8B-B14F-4D97-AF65-F5344CB8AC3E}">
        <p14:creationId xmlns:p14="http://schemas.microsoft.com/office/powerpoint/2010/main" val="2086483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solidFill>
            <a:schemeClr val="accent1"/>
          </a:solidFill>
          <a:ln>
            <a:solidFill>
              <a:srgbClr val="87A529"/>
            </a:solidFill>
          </a:ln>
        </p:spPr>
        <p:txBody>
          <a:bodyPr lIns="108000" tIns="108000" rIns="108000" bIns="108000">
            <a:normAutofit/>
          </a:bodyPr>
          <a:lstStyle>
            <a:lvl1pPr algn="ctr">
              <a:defRPr>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442D2F54-982D-E743-AA1F-7772CD9012E2}" type="datetime3">
              <a:rPr lang="en-GB"/>
              <a:pPr>
                <a:defRPr/>
              </a:pPr>
              <a:t>26 July, 2025</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6122D634-E916-BD41-9F1F-E85E7417C396}" type="slidenum">
              <a:rPr lang="en-GB"/>
              <a:pPr>
                <a:defRPr/>
              </a:pPr>
              <a:t>‹#›</a:t>
            </a:fld>
            <a:endParaRPr lang="en-GB"/>
          </a:p>
        </p:txBody>
      </p:sp>
    </p:spTree>
    <p:extLst>
      <p:ext uri="{BB962C8B-B14F-4D97-AF65-F5344CB8AC3E}">
        <p14:creationId xmlns:p14="http://schemas.microsoft.com/office/powerpoint/2010/main" val="2694841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742950" y="4521999"/>
            <a:ext cx="8420100" cy="864096"/>
          </a:xfrm>
        </p:spPr>
        <p:txBody>
          <a:bodyPr/>
          <a:lstStyle>
            <a:lvl1pPr algn="ctr">
              <a:defRPr sz="3600">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39323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8" name="Picture Placeholder 7"/>
          <p:cNvSpPr>
            <a:spLocks noGrp="1"/>
          </p:cNvSpPr>
          <p:nvPr>
            <p:ph type="pic" sz="quarter" idx="13"/>
          </p:nvPr>
        </p:nvSpPr>
        <p:spPr>
          <a:xfrm>
            <a:off x="2460636" y="1196400"/>
            <a:ext cx="4984728" cy="3240712"/>
          </a:xfrm>
        </p:spPr>
        <p:txBody>
          <a:bodyPr rtlCol="0">
            <a:normAutofit/>
          </a:bodyPr>
          <a:lstStyle/>
          <a:p>
            <a:pPr lvl="0"/>
            <a:r>
              <a:rPr lang="en-US" noProof="0"/>
              <a:t>Click icon to add picture</a:t>
            </a:r>
            <a:endParaRPr lang="en-GB" noProof="0"/>
          </a:p>
        </p:txBody>
      </p:sp>
      <p:sp>
        <p:nvSpPr>
          <p:cNvPr id="7" name="Date Placeholder 3"/>
          <p:cNvSpPr>
            <a:spLocks noGrp="1"/>
          </p:cNvSpPr>
          <p:nvPr>
            <p:ph type="dt" sz="half" idx="14"/>
          </p:nvPr>
        </p:nvSpPr>
        <p:spPr/>
        <p:txBody>
          <a:bodyPr/>
          <a:lstStyle>
            <a:lvl1pPr>
              <a:defRPr/>
            </a:lvl1pPr>
          </a:lstStyle>
          <a:p>
            <a:pPr>
              <a:defRPr/>
            </a:pPr>
            <a:fld id="{A4625123-537D-E741-BE56-D25E2B04354C}" type="datetime3">
              <a:rPr lang="en-GB"/>
              <a:pPr>
                <a:defRPr/>
              </a:pPr>
              <a:t>26 July, 2025</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a:t>POWERPOINT PRESENTATION TEMPLATE GREEN</a:t>
            </a:r>
            <a:endParaRPr lang="en-GB" dirty="0"/>
          </a:p>
        </p:txBody>
      </p:sp>
      <p:sp>
        <p:nvSpPr>
          <p:cNvPr id="10" name="Slide Number Placeholder 5"/>
          <p:cNvSpPr>
            <a:spLocks noGrp="1"/>
          </p:cNvSpPr>
          <p:nvPr>
            <p:ph type="sldNum" sz="quarter" idx="16"/>
          </p:nvPr>
        </p:nvSpPr>
        <p:spPr/>
        <p:txBody>
          <a:bodyPr/>
          <a:lstStyle>
            <a:lvl1pPr>
              <a:defRPr/>
            </a:lvl1pPr>
          </a:lstStyle>
          <a:p>
            <a:pPr>
              <a:defRPr/>
            </a:pPr>
            <a:fld id="{9FE7C140-4BC7-DD46-8CA3-C0DD924A0C2A}" type="slidenum">
              <a:rPr lang="en-GB"/>
              <a:pPr>
                <a:defRPr/>
              </a:pPr>
              <a:t>‹#›</a:t>
            </a:fld>
            <a:endParaRPr lang="en-GB" dirty="0"/>
          </a:p>
        </p:txBody>
      </p:sp>
    </p:spTree>
    <p:extLst>
      <p:ext uri="{BB962C8B-B14F-4D97-AF65-F5344CB8AC3E}">
        <p14:creationId xmlns:p14="http://schemas.microsoft.com/office/powerpoint/2010/main" val="427476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cxnSp>
        <p:nvCxnSpPr>
          <p:cNvPr id="5" name="Straight Connector 4"/>
          <p:cNvCxnSpPr>
            <a:stCxn id="8" idx="3"/>
          </p:cNvCxnSpPr>
          <p:nvPr userDrawn="1"/>
        </p:nvCxnSpPr>
        <p:spPr>
          <a:xfrm>
            <a:off x="4627563" y="3176588"/>
            <a:ext cx="649287" cy="0"/>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6" name="Straight Connector 5"/>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2"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5276312" y="1917112"/>
            <a:ext cx="2520000" cy="2520000"/>
          </a:xfrm>
          <a:noFill/>
          <a:ln w="12700">
            <a:solidFill>
              <a:srgbClr val="87A529"/>
            </a:solidFill>
            <a:prstDash val="solid"/>
          </a:ln>
        </p:spPr>
        <p:txBody>
          <a:bodyPr lIns="108000" tIns="108000" rIns="108000" bIns="108000"/>
          <a:lstStyle>
            <a:lvl1pPr algn="ctr">
              <a:defRPr sz="3600">
                <a:solidFill>
                  <a:srgbClr val="87A529"/>
                </a:solidFill>
              </a:defRPr>
            </a:lvl1pPr>
          </a:lstStyle>
          <a:p>
            <a:r>
              <a:rPr lang="en-US"/>
              <a:t>Click to edit Master title style</a:t>
            </a:r>
            <a:endParaRPr lang="en-GB" dirty="0"/>
          </a:p>
        </p:txBody>
      </p:sp>
      <p:sp>
        <p:nvSpPr>
          <p:cNvPr id="8" name="Picture Placeholder 7"/>
          <p:cNvSpPr>
            <a:spLocks noGrp="1"/>
          </p:cNvSpPr>
          <p:nvPr>
            <p:ph type="pic" sz="quarter" idx="13"/>
          </p:nvPr>
        </p:nvSpPr>
        <p:spPr>
          <a:xfrm>
            <a:off x="2107960" y="1917112"/>
            <a:ext cx="2520000" cy="2520000"/>
          </a:xfrm>
        </p:spPr>
        <p:txBody>
          <a:bodyPr rtlCol="0">
            <a:normAutofit/>
          </a:bodyPr>
          <a:lstStyle/>
          <a:p>
            <a:pPr lvl="0"/>
            <a:r>
              <a:rPr lang="en-US" noProof="0"/>
              <a:t>Click icon to add picture</a:t>
            </a:r>
            <a:endParaRPr lang="en-GB" noProof="0" dirty="0"/>
          </a:p>
        </p:txBody>
      </p:sp>
      <p:sp>
        <p:nvSpPr>
          <p:cNvPr id="3" name="Subtitle 2"/>
          <p:cNvSpPr>
            <a:spLocks noGrp="1"/>
          </p:cNvSpPr>
          <p:nvPr>
            <p:ph type="subTitle" idx="1"/>
          </p:nvPr>
        </p:nvSpPr>
        <p:spPr>
          <a:xfrm>
            <a:off x="1485900" y="4869160"/>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9" name="Date Placeholder 3"/>
          <p:cNvSpPr>
            <a:spLocks noGrp="1"/>
          </p:cNvSpPr>
          <p:nvPr>
            <p:ph type="dt" sz="half" idx="14"/>
          </p:nvPr>
        </p:nvSpPr>
        <p:spPr/>
        <p:txBody>
          <a:bodyPr/>
          <a:lstStyle>
            <a:lvl1pPr>
              <a:defRPr/>
            </a:lvl1pPr>
          </a:lstStyle>
          <a:p>
            <a:pPr>
              <a:defRPr/>
            </a:pPr>
            <a:fld id="{527BB531-FD53-6A42-8437-AB036AED9633}" type="datetime3">
              <a:rPr lang="en-GB"/>
              <a:pPr>
                <a:defRPr/>
              </a:pPr>
              <a:t>26 July, 2025</a:t>
            </a:fld>
            <a:endParaRPr lang="en-GB"/>
          </a:p>
        </p:txBody>
      </p:sp>
      <p:sp>
        <p:nvSpPr>
          <p:cNvPr id="10"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A4C009A3-AF77-304F-92E2-22002205EFCC}" type="slidenum">
              <a:rPr lang="en-GB"/>
              <a:pPr>
                <a:defRPr/>
              </a:pPr>
              <a:t>‹#›</a:t>
            </a:fld>
            <a:endParaRPr lang="en-GB"/>
          </a:p>
        </p:txBody>
      </p:sp>
    </p:spTree>
    <p:extLst>
      <p:ext uri="{BB962C8B-B14F-4D97-AF65-F5344CB8AC3E}">
        <p14:creationId xmlns:p14="http://schemas.microsoft.com/office/powerpoint/2010/main" val="1785435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5_Title Slide">
    <p:spTree>
      <p:nvGrpSpPr>
        <p:cNvPr id="1" name=""/>
        <p:cNvGrpSpPr/>
        <p:nvPr/>
      </p:nvGrpSpPr>
      <p:grpSpPr>
        <a:xfrm>
          <a:off x="0" y="0"/>
          <a:ext cx="0" cy="0"/>
          <a:chOff x="0" y="0"/>
          <a:chExt cx="0" cy="0"/>
        </a:xfrm>
      </p:grpSpPr>
      <p:cxnSp>
        <p:nvCxnSpPr>
          <p:cNvPr id="4" name="Straight Connector 3"/>
          <p:cNvCxnSpPr/>
          <p:nvPr userDrawn="1"/>
        </p:nvCxnSpPr>
        <p:spPr>
          <a:xfrm flipH="1">
            <a:off x="4632325" y="3425825"/>
            <a:ext cx="476250" cy="0"/>
          </a:xfrm>
          <a:prstGeom prst="line">
            <a:avLst/>
          </a:prstGeom>
          <a:ln w="12700" cmpd="sng">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2111789" y="2166556"/>
            <a:ext cx="2520000" cy="2520000"/>
          </a:xfrm>
          <a:solidFill>
            <a:schemeClr val="accent1"/>
          </a:solidFill>
          <a:ln>
            <a:solidFill>
              <a:srgbClr val="87A529"/>
            </a:solidFill>
          </a:ln>
        </p:spPr>
        <p:txBody>
          <a:bodyPr lIns="108000" tIns="108000" rIns="108000" bIns="108000">
            <a:normAutofit/>
          </a:bodyPr>
          <a:lstStyle>
            <a:lvl1pPr algn="ctr">
              <a:defRPr sz="2400">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5109056" y="2166556"/>
            <a:ext cx="2520000" cy="2520000"/>
          </a:xfrm>
          <a:ln w="12700">
            <a:solidFill>
              <a:srgbClr val="87A529"/>
            </a:solidFill>
          </a:ln>
        </p:spPr>
        <p:txBody>
          <a:bodyPr lIns="108000" tIns="108000" rIns="108000" bIns="108000"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04BD460E-B54D-E546-92EF-4D2902D3E54F}" type="datetime3">
              <a:rPr lang="en-GB"/>
              <a:pPr>
                <a:defRPr/>
              </a:pPr>
              <a:t>26 July, 2025</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781FE47B-26B3-1A40-A83C-170A74EA2250}" type="slidenum">
              <a:rPr lang="en-GB"/>
              <a:pPr>
                <a:defRPr/>
              </a:pPr>
              <a:t>‹#›</a:t>
            </a:fld>
            <a:endParaRPr lang="en-GB"/>
          </a:p>
        </p:txBody>
      </p:sp>
    </p:spTree>
    <p:extLst>
      <p:ext uri="{BB962C8B-B14F-4D97-AF65-F5344CB8AC3E}">
        <p14:creationId xmlns:p14="http://schemas.microsoft.com/office/powerpoint/2010/main" val="3400716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80963"/>
            <a:ext cx="1728788" cy="684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742950" y="2852936"/>
            <a:ext cx="8420100" cy="1362075"/>
          </a:xfrm>
        </p:spPr>
        <p:txBody>
          <a:bodyPr/>
          <a:lstStyle>
            <a:lvl1pPr algn="l">
              <a:defRPr sz="4000" b="1" cap="none"/>
            </a:lvl1pPr>
          </a:lstStyle>
          <a:p>
            <a:r>
              <a:rPr lang="en-US"/>
              <a:t>Click to edit Master title style</a:t>
            </a:r>
            <a:endParaRPr lang="en-GB" dirty="0"/>
          </a:p>
        </p:txBody>
      </p:sp>
      <p:sp>
        <p:nvSpPr>
          <p:cNvPr id="3" name="Text Placeholder 2"/>
          <p:cNvSpPr>
            <a:spLocks noGrp="1"/>
          </p:cNvSpPr>
          <p:nvPr>
            <p:ph type="body" idx="1"/>
          </p:nvPr>
        </p:nvSpPr>
        <p:spPr>
          <a:xfrm>
            <a:off x="742950" y="4509120"/>
            <a:ext cx="8420100" cy="1080120"/>
          </a:xfrm>
        </p:spPr>
        <p:txBody>
          <a:bodyPr anchor="ct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FCDE044D-56C9-D045-AD41-9211A2AB6C0C}" type="datetime3">
              <a:rPr lang="en-GB"/>
              <a:pPr>
                <a:defRPr/>
              </a:pPr>
              <a:t>26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3CCFC4CA-12F0-4A4C-8629-C1CFD830D16C}" type="slidenum">
              <a:rPr lang="en-GB"/>
              <a:pPr>
                <a:defRPr/>
              </a:pPr>
              <a:t>‹#›</a:t>
            </a:fld>
            <a:endParaRPr lang="en-GB" dirty="0"/>
          </a:p>
        </p:txBody>
      </p:sp>
    </p:spTree>
    <p:extLst>
      <p:ext uri="{BB962C8B-B14F-4D97-AF65-F5344CB8AC3E}">
        <p14:creationId xmlns:p14="http://schemas.microsoft.com/office/powerpoint/2010/main" val="1216713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idx="1"/>
          </p:nvPr>
        </p:nvSpPr>
        <p:spPr>
          <a:xfrm>
            <a:off x="1030724" y="1114426"/>
            <a:ext cx="5054084" cy="5122886"/>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endParaRPr lang="en-GB"/>
          </a:p>
        </p:txBody>
      </p:sp>
      <p:sp>
        <p:nvSpPr>
          <p:cNvPr id="7" name="Date Placeholder 3"/>
          <p:cNvSpPr>
            <a:spLocks noGrp="1"/>
          </p:cNvSpPr>
          <p:nvPr>
            <p:ph type="dt" sz="half" idx="14"/>
          </p:nvPr>
        </p:nvSpPr>
        <p:spPr/>
        <p:txBody>
          <a:bodyPr/>
          <a:lstStyle>
            <a:lvl1pPr>
              <a:defRPr/>
            </a:lvl1pPr>
          </a:lstStyle>
          <a:p>
            <a:pPr>
              <a:defRPr/>
            </a:pPr>
            <a:fld id="{1B447C88-C818-9543-9F1E-2A7C341B416F}" type="datetime3">
              <a:rPr lang="en-GB"/>
              <a:pPr>
                <a:defRPr/>
              </a:pPr>
              <a:t>26 July, 2025</a:t>
            </a:fld>
            <a:endParaRPr lang="en-GB"/>
          </a:p>
        </p:txBody>
      </p:sp>
      <p:sp>
        <p:nvSpPr>
          <p:cNvPr id="8"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7963A9D8-66EC-444B-9E6C-54113037B395}" type="slidenum">
              <a:rPr lang="en-GB"/>
              <a:pPr>
                <a:defRPr/>
              </a:pPr>
              <a:t>‹#›</a:t>
            </a:fld>
            <a:endParaRPr lang="en-GB"/>
          </a:p>
        </p:txBody>
      </p:sp>
    </p:spTree>
    <p:extLst>
      <p:ext uri="{BB962C8B-B14F-4D97-AF65-F5344CB8AC3E}">
        <p14:creationId xmlns:p14="http://schemas.microsoft.com/office/powerpoint/2010/main" val="3437626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2"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44488" y="44450"/>
            <a:ext cx="1800225" cy="712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1025525" y="934120"/>
            <a:ext cx="8485605" cy="755933"/>
          </a:xfrm>
        </p:spPr>
        <p:txBody>
          <a:bodyPr/>
          <a:lstStyle/>
          <a:p>
            <a:r>
              <a:rPr lang="en-US"/>
              <a:t>Click to edit Master title style</a:t>
            </a:r>
            <a:endParaRPr lang="en-GB" dirty="0"/>
          </a:p>
        </p:txBody>
      </p:sp>
      <p:sp>
        <p:nvSpPr>
          <p:cNvPr id="3" name="Content Placeholder 2"/>
          <p:cNvSpPr>
            <a:spLocks noGrp="1"/>
          </p:cNvSpPr>
          <p:nvPr>
            <p:ph idx="1"/>
          </p:nvPr>
        </p:nvSpPr>
        <p:spPr>
          <a:xfrm>
            <a:off x="1030724" y="1771650"/>
            <a:ext cx="5054084"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no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B9035336-AB8F-714D-8E4E-F432E240A60F}" type="datetime3">
              <a:rPr lang="en-GB"/>
              <a:pPr>
                <a:defRPr/>
              </a:pPr>
              <a:t>26 July, 2025</a:t>
            </a:fld>
            <a:endParaRPr lang="en-GB"/>
          </a:p>
        </p:txBody>
      </p:sp>
      <p:sp>
        <p:nvSpPr>
          <p:cNvPr id="9"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D8FB0D13-D08B-4549-AC14-0B4B4B9AF600}" type="slidenum">
              <a:rPr lang="en-GB"/>
              <a:pPr>
                <a:defRPr/>
              </a:pPr>
              <a:t>‹#›</a:t>
            </a:fld>
            <a:endParaRPr lang="en-GB"/>
          </a:p>
        </p:txBody>
      </p:sp>
    </p:spTree>
    <p:extLst>
      <p:ext uri="{BB962C8B-B14F-4D97-AF65-F5344CB8AC3E}">
        <p14:creationId xmlns:p14="http://schemas.microsoft.com/office/powerpoint/2010/main" val="2756948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idx="1"/>
          </p:nvPr>
        </p:nvSpPr>
        <p:spPr>
          <a:xfrm>
            <a:off x="1025525" y="1114426"/>
            <a:ext cx="5079603" cy="5122886"/>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solidFill>
            <a:schemeClr val="accent1"/>
          </a:solidFill>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endParaRPr lang="en-GB"/>
          </a:p>
        </p:txBody>
      </p:sp>
      <p:sp>
        <p:nvSpPr>
          <p:cNvPr id="7" name="Date Placeholder 3"/>
          <p:cNvSpPr>
            <a:spLocks noGrp="1"/>
          </p:cNvSpPr>
          <p:nvPr>
            <p:ph type="dt" sz="half" idx="14"/>
          </p:nvPr>
        </p:nvSpPr>
        <p:spPr/>
        <p:txBody>
          <a:bodyPr/>
          <a:lstStyle>
            <a:lvl1pPr>
              <a:defRPr/>
            </a:lvl1pPr>
          </a:lstStyle>
          <a:p>
            <a:pPr>
              <a:defRPr/>
            </a:pPr>
            <a:fld id="{5122A1A8-B470-1540-864F-AF2C7D81F41B}" type="datetime3">
              <a:rPr lang="en-GB"/>
              <a:pPr>
                <a:defRPr/>
              </a:pPr>
              <a:t>26 July, 2025</a:t>
            </a:fld>
            <a:endParaRPr lang="en-GB"/>
          </a:p>
        </p:txBody>
      </p:sp>
      <p:sp>
        <p:nvSpPr>
          <p:cNvPr id="8"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A409793B-AD38-1A42-AA9D-4E06B7A01CA5}" type="slidenum">
              <a:rPr lang="en-GB"/>
              <a:pPr>
                <a:defRPr/>
              </a:pPr>
              <a:t>‹#›</a:t>
            </a:fld>
            <a:endParaRPr lang="en-GB"/>
          </a:p>
        </p:txBody>
      </p:sp>
    </p:spTree>
    <p:extLst>
      <p:ext uri="{BB962C8B-B14F-4D97-AF65-F5344CB8AC3E}">
        <p14:creationId xmlns:p14="http://schemas.microsoft.com/office/powerpoint/2010/main" val="24287539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2"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01600"/>
            <a:ext cx="1584325" cy="627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solidFill>
            <a:schemeClr val="accent1"/>
          </a:solid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48C42541-E997-4F49-85EF-4CCCF00D0EF9}" type="datetime3">
              <a:rPr lang="en-GB"/>
              <a:pPr>
                <a:defRPr/>
              </a:pPr>
              <a:t>26 July, 2025</a:t>
            </a:fld>
            <a:endParaRPr lang="en-GB"/>
          </a:p>
        </p:txBody>
      </p:sp>
      <p:sp>
        <p:nvSpPr>
          <p:cNvPr id="9"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FC48B3D1-E818-B04E-A1F5-49B7F192273B}" type="slidenum">
              <a:rPr lang="en-GB"/>
              <a:pPr>
                <a:defRPr/>
              </a:pPr>
              <a:t>‹#›</a:t>
            </a:fld>
            <a:endParaRPr lang="en-GB"/>
          </a:p>
        </p:txBody>
      </p:sp>
    </p:spTree>
    <p:extLst>
      <p:ext uri="{BB962C8B-B14F-4D97-AF65-F5344CB8AC3E}">
        <p14:creationId xmlns:p14="http://schemas.microsoft.com/office/powerpoint/2010/main" val="17850928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cxnSp>
        <p:nvCxnSpPr>
          <p:cNvPr id="5" name="Straight Connector 4"/>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12" name="Picture Placeholder 13"/>
          <p:cNvSpPr>
            <a:spLocks noGrp="1"/>
          </p:cNvSpPr>
          <p:nvPr>
            <p:ph type="pic" sz="quarter" idx="17"/>
          </p:nvPr>
        </p:nvSpPr>
        <p:spPr>
          <a:xfrm>
            <a:off x="6753225" y="2060575"/>
            <a:ext cx="2016125" cy="2016125"/>
          </a:xfrm>
        </p:spPr>
        <p:txBody>
          <a:bodyPr/>
          <a:lstStyle>
            <a:lvl1pPr marL="0" indent="0">
              <a:buNone/>
              <a:defRPr/>
            </a:lvl1pPr>
          </a:lstStyle>
          <a:p>
            <a:pPr lvl="0"/>
            <a:r>
              <a:rPr lang="en-US" noProof="0"/>
              <a:t>Click icon to add picture</a:t>
            </a:r>
            <a:endParaRPr lang="en-GB" noProof="0" dirty="0"/>
          </a:p>
        </p:txBody>
      </p:sp>
      <p:sp>
        <p:nvSpPr>
          <p:cNvPr id="3" name="Content Placeholder 2"/>
          <p:cNvSpPr>
            <a:spLocks noGrp="1"/>
          </p:cNvSpPr>
          <p:nvPr>
            <p:ph idx="1"/>
          </p:nvPr>
        </p:nvSpPr>
        <p:spPr>
          <a:xfrm>
            <a:off x="1025525" y="1114426"/>
            <a:ext cx="5079603" cy="5122886"/>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itle 9"/>
          <p:cNvSpPr>
            <a:spLocks noGrp="1"/>
          </p:cNvSpPr>
          <p:nvPr>
            <p:ph type="title"/>
          </p:nvPr>
        </p:nvSpPr>
        <p:spPr/>
        <p:txBody>
          <a:bodyPr/>
          <a:lstStyle/>
          <a:p>
            <a:r>
              <a:rPr lang="en-US"/>
              <a:t>Click to edit Master title style</a:t>
            </a:r>
            <a:endParaRPr lang="en-GB"/>
          </a:p>
        </p:txBody>
      </p:sp>
      <p:sp>
        <p:nvSpPr>
          <p:cNvPr id="7" name="Date Placeholder 3"/>
          <p:cNvSpPr>
            <a:spLocks noGrp="1"/>
          </p:cNvSpPr>
          <p:nvPr>
            <p:ph type="dt" sz="half" idx="18"/>
          </p:nvPr>
        </p:nvSpPr>
        <p:spPr/>
        <p:txBody>
          <a:bodyPr/>
          <a:lstStyle>
            <a:lvl1pPr>
              <a:defRPr/>
            </a:lvl1pPr>
          </a:lstStyle>
          <a:p>
            <a:pPr>
              <a:defRPr/>
            </a:pPr>
            <a:fld id="{59CD75EA-DCC8-9840-917C-FAC56344F17F}" type="datetime3">
              <a:rPr lang="en-GB"/>
              <a:pPr>
                <a:defRPr/>
              </a:pPr>
              <a:t>26 July, 2025</a:t>
            </a:fld>
            <a:endParaRPr lang="en-GB"/>
          </a:p>
        </p:txBody>
      </p:sp>
      <p:sp>
        <p:nvSpPr>
          <p:cNvPr id="8" name="Footer Placeholder 4"/>
          <p:cNvSpPr>
            <a:spLocks noGrp="1"/>
          </p:cNvSpPr>
          <p:nvPr>
            <p:ph type="ftr" sz="quarter" idx="19"/>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20"/>
          </p:nvPr>
        </p:nvSpPr>
        <p:spPr/>
        <p:txBody>
          <a:bodyPr/>
          <a:lstStyle>
            <a:lvl1pPr>
              <a:defRPr/>
            </a:lvl1pPr>
          </a:lstStyle>
          <a:p>
            <a:pPr>
              <a:defRPr/>
            </a:pPr>
            <a:fld id="{9417B891-E3D7-6F45-BE23-3A0F1D2E5D68}" type="slidenum">
              <a:rPr lang="en-GB"/>
              <a:pPr>
                <a:defRPr/>
              </a:pPr>
              <a:t>‹#›</a:t>
            </a:fld>
            <a:endParaRPr lang="en-GB"/>
          </a:p>
        </p:txBody>
      </p:sp>
    </p:spTree>
    <p:extLst>
      <p:ext uri="{BB962C8B-B14F-4D97-AF65-F5344CB8AC3E}">
        <p14:creationId xmlns:p14="http://schemas.microsoft.com/office/powerpoint/2010/main" val="1030107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cxnSp>
        <p:nvCxnSpPr>
          <p:cNvPr id="5" name="Straight Connector 4"/>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657350" cy="6556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Picture Placeholder 13"/>
          <p:cNvSpPr>
            <a:spLocks noGrp="1"/>
          </p:cNvSpPr>
          <p:nvPr>
            <p:ph type="pic" sz="quarter" idx="17"/>
          </p:nvPr>
        </p:nvSpPr>
        <p:spPr>
          <a:xfrm>
            <a:off x="6753225" y="2060575"/>
            <a:ext cx="2016125" cy="2016125"/>
          </a:xfrm>
        </p:spPr>
        <p:txBody>
          <a:bodyPr/>
          <a:lstStyle>
            <a:lvl1pPr marL="0" indent="0">
              <a:buNone/>
              <a:defRPr/>
            </a:lvl1pPr>
          </a:lstStyle>
          <a:p>
            <a:pPr lvl="0"/>
            <a:r>
              <a:rPr lang="en-US" noProof="0"/>
              <a:t>Click icon to add picture</a:t>
            </a:r>
            <a:endParaRPr lang="en-GB" noProof="0" dirty="0"/>
          </a:p>
        </p:txBody>
      </p:sp>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Date Placeholder 3"/>
          <p:cNvSpPr>
            <a:spLocks noGrp="1"/>
          </p:cNvSpPr>
          <p:nvPr>
            <p:ph type="dt" sz="half" idx="18"/>
          </p:nvPr>
        </p:nvSpPr>
        <p:spPr/>
        <p:txBody>
          <a:bodyPr/>
          <a:lstStyle>
            <a:lvl1pPr>
              <a:defRPr/>
            </a:lvl1pPr>
          </a:lstStyle>
          <a:p>
            <a:pPr>
              <a:defRPr/>
            </a:pPr>
            <a:fld id="{FB32130F-0913-DF45-95C6-89DBAA63D3E9}" type="datetime3">
              <a:rPr lang="en-GB"/>
              <a:pPr>
                <a:defRPr/>
              </a:pPr>
              <a:t>26 July, 2025</a:t>
            </a:fld>
            <a:endParaRPr lang="en-GB"/>
          </a:p>
        </p:txBody>
      </p:sp>
      <p:sp>
        <p:nvSpPr>
          <p:cNvPr id="9" name="Footer Placeholder 4"/>
          <p:cNvSpPr>
            <a:spLocks noGrp="1"/>
          </p:cNvSpPr>
          <p:nvPr>
            <p:ph type="ftr" sz="quarter" idx="19"/>
          </p:nvPr>
        </p:nvSpPr>
        <p:spPr/>
        <p:txBody>
          <a:bodyPr/>
          <a:lstStyle>
            <a:lvl1pPr>
              <a:defRPr/>
            </a:lvl1pPr>
          </a:lstStyle>
          <a:p>
            <a:pPr>
              <a:defRPr/>
            </a:pPr>
            <a:r>
              <a:rPr lang="en-GB"/>
              <a:t>POWERPOINT PRESENTATION TEMPLATE GREEN</a:t>
            </a:r>
          </a:p>
        </p:txBody>
      </p:sp>
      <p:sp>
        <p:nvSpPr>
          <p:cNvPr id="10" name="Slide Number Placeholder 5"/>
          <p:cNvSpPr>
            <a:spLocks noGrp="1"/>
          </p:cNvSpPr>
          <p:nvPr>
            <p:ph type="sldNum" sz="quarter" idx="20"/>
          </p:nvPr>
        </p:nvSpPr>
        <p:spPr/>
        <p:txBody>
          <a:bodyPr/>
          <a:lstStyle>
            <a:lvl1pPr>
              <a:defRPr/>
            </a:lvl1pPr>
          </a:lstStyle>
          <a:p>
            <a:pPr>
              <a:defRPr/>
            </a:pPr>
            <a:fld id="{F190DA09-FF99-0649-8968-06384E36B96D}" type="slidenum">
              <a:rPr lang="en-GB"/>
              <a:pPr>
                <a:defRPr/>
              </a:pPr>
              <a:t>‹#›</a:t>
            </a:fld>
            <a:endParaRPr lang="en-GB"/>
          </a:p>
        </p:txBody>
      </p:sp>
    </p:spTree>
    <p:extLst>
      <p:ext uri="{BB962C8B-B14F-4D97-AF65-F5344CB8AC3E}">
        <p14:creationId xmlns:p14="http://schemas.microsoft.com/office/powerpoint/2010/main" val="16882678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sz="half" idx="1"/>
          </p:nvPr>
        </p:nvSpPr>
        <p:spPr>
          <a:xfrm>
            <a:off x="1034088" y="1114426"/>
            <a:ext cx="4062928" cy="501174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1114426"/>
            <a:ext cx="4048894" cy="501174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
        <p:nvSpPr>
          <p:cNvPr id="6" name="Date Placeholder 3"/>
          <p:cNvSpPr>
            <a:spLocks noGrp="1"/>
          </p:cNvSpPr>
          <p:nvPr>
            <p:ph type="dt" sz="half" idx="10"/>
          </p:nvPr>
        </p:nvSpPr>
        <p:spPr/>
        <p:txBody>
          <a:bodyPr/>
          <a:lstStyle>
            <a:lvl1pPr>
              <a:defRPr/>
            </a:lvl1pPr>
          </a:lstStyle>
          <a:p>
            <a:pPr>
              <a:defRPr/>
            </a:pPr>
            <a:fld id="{8169D680-5E09-F74D-8047-C1E5DBBD3B29}" type="datetime3">
              <a:rPr lang="en-GB"/>
              <a:pPr>
                <a:defRPr/>
              </a:pPr>
              <a:t>26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66A01427-B512-7248-A4CA-C97BF0071E51}" type="slidenum">
              <a:rPr lang="en-GB"/>
              <a:pPr>
                <a:defRPr/>
              </a:pPr>
              <a:t>‹#›</a:t>
            </a:fld>
            <a:endParaRPr lang="en-GB" dirty="0"/>
          </a:p>
        </p:txBody>
      </p:sp>
    </p:spTree>
    <p:extLst>
      <p:ext uri="{BB962C8B-B14F-4D97-AF65-F5344CB8AC3E}">
        <p14:creationId xmlns:p14="http://schemas.microsoft.com/office/powerpoint/2010/main" val="22723996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1771650"/>
            <a:ext cx="4048894"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3"/>
          <p:cNvSpPr>
            <a:spLocks noGrp="1"/>
          </p:cNvSpPr>
          <p:nvPr>
            <p:ph type="dt" sz="half" idx="10"/>
          </p:nvPr>
        </p:nvSpPr>
        <p:spPr/>
        <p:txBody>
          <a:bodyPr/>
          <a:lstStyle>
            <a:lvl1pPr>
              <a:defRPr/>
            </a:lvl1pPr>
          </a:lstStyle>
          <a:p>
            <a:pPr>
              <a:defRPr/>
            </a:pPr>
            <a:fld id="{E16A3276-1A0C-D446-AB2F-569EC9556028}" type="datetime3">
              <a:rPr lang="en-GB"/>
              <a:pPr>
                <a:defRPr/>
              </a:pPr>
              <a:t>26 July, 2025</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2"/>
          </p:nvPr>
        </p:nvSpPr>
        <p:spPr/>
        <p:txBody>
          <a:bodyPr/>
          <a:lstStyle>
            <a:lvl1pPr>
              <a:defRPr/>
            </a:lvl1pPr>
          </a:lstStyle>
          <a:p>
            <a:pPr>
              <a:defRPr/>
            </a:pPr>
            <a:fld id="{19E353AB-A865-4446-87DC-AEDFA62A2921}" type="slidenum">
              <a:rPr lang="en-GB"/>
              <a:pPr>
                <a:defRPr/>
              </a:pPr>
              <a:t>‹#›</a:t>
            </a:fld>
            <a:endParaRPr lang="en-GB" dirty="0"/>
          </a:p>
        </p:txBody>
      </p:sp>
    </p:spTree>
    <p:extLst>
      <p:ext uri="{BB962C8B-B14F-4D97-AF65-F5344CB8AC3E}">
        <p14:creationId xmlns:p14="http://schemas.microsoft.com/office/powerpoint/2010/main" val="14341313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sz="half" idx="1"/>
          </p:nvPr>
        </p:nvSpPr>
        <p:spPr>
          <a:xfrm>
            <a:off x="1034088" y="1112356"/>
            <a:ext cx="4062928" cy="501381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Picture Placeholder 10"/>
          <p:cNvSpPr>
            <a:spLocks noGrp="1"/>
          </p:cNvSpPr>
          <p:nvPr>
            <p:ph type="pic" sz="quarter" idx="13"/>
          </p:nvPr>
        </p:nvSpPr>
        <p:spPr>
          <a:xfrm>
            <a:off x="5457825" y="1114426"/>
            <a:ext cx="4049713" cy="5010150"/>
          </a:xfrm>
        </p:spPr>
        <p:txBody>
          <a:bodyPr/>
          <a:lstStyle>
            <a:lvl1pPr marL="0" indent="0">
              <a:buNone/>
              <a:defRPr/>
            </a:lvl1pPr>
          </a:lstStyle>
          <a:p>
            <a:pPr lvl="0"/>
            <a:r>
              <a:rPr lang="en-US" noProof="0"/>
              <a:t>Click icon to add picture</a:t>
            </a:r>
            <a:endParaRPr lang="en-GB" noProof="0" dirty="0"/>
          </a:p>
        </p:txBody>
      </p:sp>
      <p:sp>
        <p:nvSpPr>
          <p:cNvPr id="2" name="Title 1"/>
          <p:cNvSpPr>
            <a:spLocks noGrp="1"/>
          </p:cNvSpPr>
          <p:nvPr>
            <p:ph type="title"/>
          </p:nvPr>
        </p:nvSpPr>
        <p:spPr/>
        <p:txBody>
          <a:bodyPr/>
          <a:lstStyle/>
          <a:p>
            <a:r>
              <a:rPr lang="en-US"/>
              <a:t>Click to edit Master title style</a:t>
            </a:r>
            <a:endParaRPr lang="en-GB"/>
          </a:p>
        </p:txBody>
      </p:sp>
      <p:sp>
        <p:nvSpPr>
          <p:cNvPr id="6" name="Date Placeholder 3"/>
          <p:cNvSpPr>
            <a:spLocks noGrp="1"/>
          </p:cNvSpPr>
          <p:nvPr>
            <p:ph type="dt" sz="half" idx="14"/>
          </p:nvPr>
        </p:nvSpPr>
        <p:spPr/>
        <p:txBody>
          <a:bodyPr/>
          <a:lstStyle>
            <a:lvl1pPr>
              <a:defRPr/>
            </a:lvl1pPr>
          </a:lstStyle>
          <a:p>
            <a:pPr>
              <a:defRPr/>
            </a:pPr>
            <a:fld id="{B77C966C-6B72-5141-B469-5EAA79BF385D}" type="datetime3">
              <a:rPr lang="en-GB"/>
              <a:pPr>
                <a:defRPr/>
              </a:pPr>
              <a:t>26 July, 2025</a:t>
            </a:fld>
            <a:endParaRPr lang="en-GB" dirty="0"/>
          </a:p>
        </p:txBody>
      </p:sp>
      <p:sp>
        <p:nvSpPr>
          <p:cNvPr id="7" name="Footer Placeholder 4"/>
          <p:cNvSpPr>
            <a:spLocks noGrp="1"/>
          </p:cNvSpPr>
          <p:nvPr>
            <p:ph type="ftr" sz="quarter" idx="15"/>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6"/>
          </p:nvPr>
        </p:nvSpPr>
        <p:spPr/>
        <p:txBody>
          <a:bodyPr/>
          <a:lstStyle>
            <a:lvl1pPr>
              <a:defRPr/>
            </a:lvl1pPr>
          </a:lstStyle>
          <a:p>
            <a:pPr>
              <a:defRPr/>
            </a:pPr>
            <a:fld id="{B4072F7F-CAE4-184F-BD3C-1874F5B871D7}" type="slidenum">
              <a:rPr lang="en-GB"/>
              <a:pPr>
                <a:defRPr/>
              </a:pPr>
              <a:t>‹#›</a:t>
            </a:fld>
            <a:endParaRPr lang="en-GB" dirty="0"/>
          </a:p>
        </p:txBody>
      </p:sp>
    </p:spTree>
    <p:extLst>
      <p:ext uri="{BB962C8B-B14F-4D97-AF65-F5344CB8AC3E}">
        <p14:creationId xmlns:p14="http://schemas.microsoft.com/office/powerpoint/2010/main" val="11078856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657350" cy="6556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icture Placeholder 10"/>
          <p:cNvSpPr>
            <a:spLocks noGrp="1"/>
          </p:cNvSpPr>
          <p:nvPr>
            <p:ph type="pic" sz="quarter" idx="13"/>
          </p:nvPr>
        </p:nvSpPr>
        <p:spPr>
          <a:xfrm>
            <a:off x="5457825" y="1773238"/>
            <a:ext cx="4049713" cy="4351337"/>
          </a:xfrm>
        </p:spPr>
        <p:txBody>
          <a:bodyPr/>
          <a:lstStyle>
            <a:lvl1pPr marL="0" indent="0">
              <a:buNone/>
              <a:defRPr/>
            </a:lvl1pPr>
          </a:lstStyle>
          <a:p>
            <a:pPr lvl="0"/>
            <a:r>
              <a:rPr lang="en-US" noProof="0"/>
              <a:t>Click icon to add picture</a:t>
            </a:r>
            <a:endParaRPr lang="en-GB" noProof="0" dirty="0"/>
          </a:p>
        </p:txBody>
      </p:sp>
      <p:sp>
        <p:nvSpPr>
          <p:cNvPr id="7" name="Date Placeholder 3"/>
          <p:cNvSpPr>
            <a:spLocks noGrp="1"/>
          </p:cNvSpPr>
          <p:nvPr>
            <p:ph type="dt" sz="half" idx="14"/>
          </p:nvPr>
        </p:nvSpPr>
        <p:spPr/>
        <p:txBody>
          <a:bodyPr/>
          <a:lstStyle>
            <a:lvl1pPr>
              <a:defRPr/>
            </a:lvl1pPr>
          </a:lstStyle>
          <a:p>
            <a:pPr>
              <a:defRPr/>
            </a:pPr>
            <a:fld id="{8CBBA733-5E18-704D-8A3E-0849B336BAB7}" type="datetime3">
              <a:rPr lang="en-GB"/>
              <a:pPr>
                <a:defRPr/>
              </a:pPr>
              <a:t>26 July, 2025</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6"/>
          </p:nvPr>
        </p:nvSpPr>
        <p:spPr/>
        <p:txBody>
          <a:bodyPr/>
          <a:lstStyle>
            <a:lvl1pPr>
              <a:defRPr/>
            </a:lvl1pPr>
          </a:lstStyle>
          <a:p>
            <a:pPr>
              <a:defRPr/>
            </a:pPr>
            <a:fld id="{FD331DDB-933F-9844-BB22-08B7C9609136}" type="slidenum">
              <a:rPr lang="en-GB"/>
              <a:pPr>
                <a:defRPr/>
              </a:pPr>
              <a:t>‹#›</a:t>
            </a:fld>
            <a:endParaRPr lang="en-GB" dirty="0"/>
          </a:p>
        </p:txBody>
      </p:sp>
    </p:spTree>
    <p:extLst>
      <p:ext uri="{BB962C8B-B14F-4D97-AF65-F5344CB8AC3E}">
        <p14:creationId xmlns:p14="http://schemas.microsoft.com/office/powerpoint/2010/main" val="589663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cxnSp>
        <p:nvCxnSpPr>
          <p:cNvPr id="7" name="Straight Connector 6"/>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Text Placeholder 2"/>
          <p:cNvSpPr>
            <a:spLocks noGrp="1"/>
          </p:cNvSpPr>
          <p:nvPr>
            <p:ph type="body" idx="1"/>
          </p:nvPr>
        </p:nvSpPr>
        <p:spPr>
          <a:xfrm>
            <a:off x="1034088" y="1124744"/>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1916832"/>
            <a:ext cx="4068137" cy="432048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1124744"/>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1916832"/>
            <a:ext cx="4071620" cy="432048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itle 10"/>
          <p:cNvSpPr>
            <a:spLocks noGrp="1"/>
          </p:cNvSpPr>
          <p:nvPr>
            <p:ph type="title"/>
          </p:nvPr>
        </p:nvSpPr>
        <p:spPr/>
        <p:txBody>
          <a:bodyPr/>
          <a:lstStyle/>
          <a:p>
            <a:r>
              <a:rPr lang="en-US"/>
              <a:t>Click to edit Master title style</a:t>
            </a:r>
            <a:endParaRPr lang="en-GB"/>
          </a:p>
        </p:txBody>
      </p:sp>
      <p:sp>
        <p:nvSpPr>
          <p:cNvPr id="8" name="Date Placeholder 3"/>
          <p:cNvSpPr>
            <a:spLocks noGrp="1"/>
          </p:cNvSpPr>
          <p:nvPr>
            <p:ph type="dt" sz="half" idx="10"/>
          </p:nvPr>
        </p:nvSpPr>
        <p:spPr/>
        <p:txBody>
          <a:bodyPr/>
          <a:lstStyle>
            <a:lvl1pPr>
              <a:defRPr/>
            </a:lvl1pPr>
          </a:lstStyle>
          <a:p>
            <a:pPr>
              <a:defRPr/>
            </a:pPr>
            <a:fld id="{3A5441FF-F6A3-EF42-B4DC-77CDBD117C18}" type="datetime3">
              <a:rPr lang="en-GB"/>
              <a:pPr>
                <a:defRPr/>
              </a:pPr>
              <a:t>26 July, 2025</a:t>
            </a:fld>
            <a:endParaRPr lang="en-GB" dirty="0"/>
          </a:p>
        </p:txBody>
      </p:sp>
      <p:sp>
        <p:nvSpPr>
          <p:cNvPr id="9"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10" name="Slide Number Placeholder 5"/>
          <p:cNvSpPr>
            <a:spLocks noGrp="1"/>
          </p:cNvSpPr>
          <p:nvPr>
            <p:ph type="sldNum" sz="quarter" idx="12"/>
          </p:nvPr>
        </p:nvSpPr>
        <p:spPr/>
        <p:txBody>
          <a:bodyPr/>
          <a:lstStyle>
            <a:lvl1pPr>
              <a:defRPr/>
            </a:lvl1pPr>
          </a:lstStyle>
          <a:p>
            <a:pPr>
              <a:defRPr/>
            </a:pPr>
            <a:fld id="{5825D98B-0F68-2E43-BC3B-3280CEDF0E33}" type="slidenum">
              <a:rPr lang="en-GB"/>
              <a:pPr>
                <a:defRPr/>
              </a:pPr>
              <a:t>‹#›</a:t>
            </a:fld>
            <a:endParaRPr lang="en-GB" dirty="0"/>
          </a:p>
        </p:txBody>
      </p:sp>
    </p:spTree>
    <p:extLst>
      <p:ext uri="{BB962C8B-B14F-4D97-AF65-F5344CB8AC3E}">
        <p14:creationId xmlns:p14="http://schemas.microsoft.com/office/powerpoint/2010/main" val="41212550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8"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1031875" y="934045"/>
            <a:ext cx="8485188" cy="766763"/>
          </a:xfrm>
        </p:spPr>
        <p:txBody>
          <a:bodyPr/>
          <a:lstStyle>
            <a:lvl1pPr>
              <a:defRPr/>
            </a:lvl1pPr>
          </a:lstStyle>
          <a:p>
            <a:r>
              <a:rPr lang="en-US"/>
              <a:t>Click to edit Master title style</a:t>
            </a:r>
            <a:endParaRPr lang="en-GB" dirty="0"/>
          </a:p>
        </p:txBody>
      </p:sp>
      <p:sp>
        <p:nvSpPr>
          <p:cNvPr id="3" name="Text Placeholder 2"/>
          <p:cNvSpPr>
            <a:spLocks noGrp="1"/>
          </p:cNvSpPr>
          <p:nvPr>
            <p:ph type="body" idx="1"/>
          </p:nvPr>
        </p:nvSpPr>
        <p:spPr>
          <a:xfrm>
            <a:off x="1034088" y="1772816"/>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2492896"/>
            <a:ext cx="4068137"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1772816"/>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2492896"/>
            <a:ext cx="4071620"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Date Placeholder 3"/>
          <p:cNvSpPr>
            <a:spLocks noGrp="1"/>
          </p:cNvSpPr>
          <p:nvPr>
            <p:ph type="dt" sz="half" idx="10"/>
          </p:nvPr>
        </p:nvSpPr>
        <p:spPr/>
        <p:txBody>
          <a:bodyPr/>
          <a:lstStyle>
            <a:lvl1pPr>
              <a:defRPr/>
            </a:lvl1pPr>
          </a:lstStyle>
          <a:p>
            <a:pPr>
              <a:defRPr/>
            </a:pPr>
            <a:fld id="{4E5EDFE4-4D8A-7846-A0C4-2F016432D8F3}" type="datetime3">
              <a:rPr lang="en-GB"/>
              <a:pPr>
                <a:defRPr/>
              </a:pPr>
              <a:t>26 July, 2025</a:t>
            </a:fld>
            <a:endParaRPr lang="en-GB" dirty="0"/>
          </a:p>
        </p:txBody>
      </p:sp>
      <p:sp>
        <p:nvSpPr>
          <p:cNvPr id="10"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11" name="Slide Number Placeholder 5"/>
          <p:cNvSpPr>
            <a:spLocks noGrp="1"/>
          </p:cNvSpPr>
          <p:nvPr>
            <p:ph type="sldNum" sz="quarter" idx="12"/>
          </p:nvPr>
        </p:nvSpPr>
        <p:spPr/>
        <p:txBody>
          <a:bodyPr/>
          <a:lstStyle>
            <a:lvl1pPr>
              <a:defRPr/>
            </a:lvl1pPr>
          </a:lstStyle>
          <a:p>
            <a:pPr>
              <a:defRPr/>
            </a:pPr>
            <a:fld id="{D5C8BE3B-F668-DB4C-A0F2-E43A7C187F30}" type="slidenum">
              <a:rPr lang="en-GB"/>
              <a:pPr>
                <a:defRPr/>
              </a:pPr>
              <a:t>‹#›</a:t>
            </a:fld>
            <a:endParaRPr lang="en-GB" dirty="0"/>
          </a:p>
        </p:txBody>
      </p:sp>
    </p:spTree>
    <p:extLst>
      <p:ext uri="{BB962C8B-B14F-4D97-AF65-F5344CB8AC3E}">
        <p14:creationId xmlns:p14="http://schemas.microsoft.com/office/powerpoint/2010/main" val="7017190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cxnSp>
        <p:nvCxnSpPr>
          <p:cNvPr id="3" name="Straight Connector 2"/>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7" name="Title 6"/>
          <p:cNvSpPr>
            <a:spLocks noGrp="1"/>
          </p:cNvSpPr>
          <p:nvPr>
            <p:ph type="title"/>
          </p:nvPr>
        </p:nvSpPr>
        <p:spPr/>
        <p:txBody>
          <a:bodyPr/>
          <a:lstStyle/>
          <a:p>
            <a:r>
              <a:rPr lang="en-US"/>
              <a:t>Click to edit Master title style</a:t>
            </a:r>
            <a:endParaRPr lang="en-GB"/>
          </a:p>
        </p:txBody>
      </p:sp>
      <p:sp>
        <p:nvSpPr>
          <p:cNvPr id="4" name="Date Placeholder 3"/>
          <p:cNvSpPr>
            <a:spLocks noGrp="1"/>
          </p:cNvSpPr>
          <p:nvPr>
            <p:ph type="dt" sz="half" idx="10"/>
          </p:nvPr>
        </p:nvSpPr>
        <p:spPr/>
        <p:txBody>
          <a:bodyPr/>
          <a:lstStyle>
            <a:lvl1pPr>
              <a:defRPr/>
            </a:lvl1pPr>
          </a:lstStyle>
          <a:p>
            <a:pPr>
              <a:defRPr/>
            </a:pPr>
            <a:fld id="{609EE141-945D-9B45-B69D-164338EB0C16}" type="datetime3">
              <a:rPr lang="en-GB"/>
              <a:pPr>
                <a:defRPr/>
              </a:pPr>
              <a:t>26 July, 2025</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6" name="Slide Number Placeholder 5"/>
          <p:cNvSpPr>
            <a:spLocks noGrp="1"/>
          </p:cNvSpPr>
          <p:nvPr>
            <p:ph type="sldNum" sz="quarter" idx="12"/>
          </p:nvPr>
        </p:nvSpPr>
        <p:spPr/>
        <p:txBody>
          <a:bodyPr/>
          <a:lstStyle>
            <a:lvl1pPr>
              <a:defRPr/>
            </a:lvl1pPr>
          </a:lstStyle>
          <a:p>
            <a:pPr>
              <a:defRPr/>
            </a:pPr>
            <a:fld id="{6B2937DF-DC3B-2B40-8064-4D2CB8147FB9}" type="slidenum">
              <a:rPr lang="en-GB"/>
              <a:pPr>
                <a:defRPr/>
              </a:pPr>
              <a:t>‹#›</a:t>
            </a:fld>
            <a:endParaRPr lang="en-GB" dirty="0"/>
          </a:p>
        </p:txBody>
      </p:sp>
    </p:spTree>
    <p:extLst>
      <p:ext uri="{BB962C8B-B14F-4D97-AF65-F5344CB8AC3E}">
        <p14:creationId xmlns:p14="http://schemas.microsoft.com/office/powerpoint/2010/main" val="31603255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4"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728788" cy="684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1031875" y="934045"/>
            <a:ext cx="8485188" cy="766763"/>
          </a:xfrm>
        </p:spPr>
        <p:txBody>
          <a:bodyPr/>
          <a:lstStyle/>
          <a:p>
            <a:r>
              <a:rPr lang="en-US"/>
              <a:t>Click to edit Master title style</a:t>
            </a:r>
            <a:endParaRPr lang="en-GB"/>
          </a:p>
        </p:txBody>
      </p:sp>
      <p:sp>
        <p:nvSpPr>
          <p:cNvPr id="5" name="Date Placeholder 3"/>
          <p:cNvSpPr>
            <a:spLocks noGrp="1"/>
          </p:cNvSpPr>
          <p:nvPr>
            <p:ph type="dt" sz="half" idx="10"/>
          </p:nvPr>
        </p:nvSpPr>
        <p:spPr/>
        <p:txBody>
          <a:bodyPr/>
          <a:lstStyle>
            <a:lvl1pPr>
              <a:defRPr/>
            </a:lvl1pPr>
          </a:lstStyle>
          <a:p>
            <a:pPr>
              <a:defRPr/>
            </a:pPr>
            <a:fld id="{CDF9FF54-C48D-DC49-B8E9-9BFF9633E595}" type="datetime3">
              <a:rPr lang="en-GB"/>
              <a:pPr>
                <a:defRPr/>
              </a:pPr>
              <a:t>26 July,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7" name="Slide Number Placeholder 5"/>
          <p:cNvSpPr>
            <a:spLocks noGrp="1"/>
          </p:cNvSpPr>
          <p:nvPr>
            <p:ph type="sldNum" sz="quarter" idx="12"/>
          </p:nvPr>
        </p:nvSpPr>
        <p:spPr/>
        <p:txBody>
          <a:bodyPr/>
          <a:lstStyle>
            <a:lvl1pPr>
              <a:defRPr/>
            </a:lvl1pPr>
          </a:lstStyle>
          <a:p>
            <a:pPr>
              <a:defRPr/>
            </a:pPr>
            <a:fld id="{9AEEB4C0-1156-3142-A0E4-36DE16FEE6CC}" type="slidenum">
              <a:rPr lang="en-GB"/>
              <a:pPr>
                <a:defRPr/>
              </a:pPr>
              <a:t>‹#›</a:t>
            </a:fld>
            <a:endParaRPr lang="en-GB" dirty="0"/>
          </a:p>
        </p:txBody>
      </p:sp>
    </p:spTree>
    <p:extLst>
      <p:ext uri="{BB962C8B-B14F-4D97-AF65-F5344CB8AC3E}">
        <p14:creationId xmlns:p14="http://schemas.microsoft.com/office/powerpoint/2010/main" val="30008154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cxnSp>
        <p:nvCxnSpPr>
          <p:cNvPr id="2" name="Straight Connector 1"/>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Date Placeholder 3"/>
          <p:cNvSpPr>
            <a:spLocks noGrp="1"/>
          </p:cNvSpPr>
          <p:nvPr>
            <p:ph type="dt" sz="half" idx="10"/>
          </p:nvPr>
        </p:nvSpPr>
        <p:spPr/>
        <p:txBody>
          <a:bodyPr/>
          <a:lstStyle>
            <a:lvl1pPr>
              <a:defRPr/>
            </a:lvl1pPr>
          </a:lstStyle>
          <a:p>
            <a:pPr>
              <a:defRPr/>
            </a:pPr>
            <a:fld id="{435386D1-55F4-274E-8E31-C05C80C0997C}" type="datetime3">
              <a:rPr lang="en-GB"/>
              <a:pPr>
                <a:defRPr/>
              </a:pPr>
              <a:t>26 July, 2025</a:t>
            </a:fld>
            <a:endParaRPr lang="en-GB" dirty="0"/>
          </a:p>
        </p:txBody>
      </p:sp>
      <p:sp>
        <p:nvSpPr>
          <p:cNvPr id="4"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5" name="Slide Number Placeholder 5"/>
          <p:cNvSpPr>
            <a:spLocks noGrp="1"/>
          </p:cNvSpPr>
          <p:nvPr>
            <p:ph type="sldNum" sz="quarter" idx="12"/>
          </p:nvPr>
        </p:nvSpPr>
        <p:spPr/>
        <p:txBody>
          <a:bodyPr/>
          <a:lstStyle>
            <a:lvl1pPr>
              <a:defRPr/>
            </a:lvl1pPr>
          </a:lstStyle>
          <a:p>
            <a:pPr>
              <a:defRPr/>
            </a:pPr>
            <a:fld id="{5FC1AFC6-2595-E641-8B02-9202243DB659}" type="slidenum">
              <a:rPr lang="en-GB"/>
              <a:pPr>
                <a:defRPr/>
              </a:pPr>
              <a:t>‹#›</a:t>
            </a:fld>
            <a:endParaRPr lang="en-GB" dirty="0"/>
          </a:p>
        </p:txBody>
      </p:sp>
    </p:spTree>
    <p:extLst>
      <p:ext uri="{BB962C8B-B14F-4D97-AF65-F5344CB8AC3E}">
        <p14:creationId xmlns:p14="http://schemas.microsoft.com/office/powerpoint/2010/main" val="9619129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3"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Date Placeholder 3"/>
          <p:cNvSpPr>
            <a:spLocks noGrp="1"/>
          </p:cNvSpPr>
          <p:nvPr>
            <p:ph type="dt" sz="half" idx="10"/>
          </p:nvPr>
        </p:nvSpPr>
        <p:spPr/>
        <p:txBody>
          <a:bodyPr/>
          <a:lstStyle>
            <a:lvl1pPr>
              <a:defRPr/>
            </a:lvl1pPr>
          </a:lstStyle>
          <a:p>
            <a:pPr>
              <a:defRPr/>
            </a:pPr>
            <a:fld id="{185E7F3F-C7CA-C949-BDCC-28B438452C1D}" type="datetime3">
              <a:rPr lang="en-GB"/>
              <a:pPr>
                <a:defRPr/>
              </a:pPr>
              <a:t>26 July, 2025</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6" name="Slide Number Placeholder 5"/>
          <p:cNvSpPr>
            <a:spLocks noGrp="1"/>
          </p:cNvSpPr>
          <p:nvPr>
            <p:ph type="sldNum" sz="quarter" idx="12"/>
          </p:nvPr>
        </p:nvSpPr>
        <p:spPr/>
        <p:txBody>
          <a:bodyPr/>
          <a:lstStyle>
            <a:lvl1pPr>
              <a:defRPr/>
            </a:lvl1pPr>
          </a:lstStyle>
          <a:p>
            <a:pPr>
              <a:defRPr/>
            </a:pPr>
            <a:fld id="{92E34A02-E4AB-AB4F-8B80-E8ACE1C484D0}" type="slidenum">
              <a:rPr lang="en-GB"/>
              <a:pPr>
                <a:defRPr/>
              </a:pPr>
              <a:t>‹#›</a:t>
            </a:fld>
            <a:endParaRPr lang="en-GB" dirty="0"/>
          </a:p>
        </p:txBody>
      </p:sp>
    </p:spTree>
    <p:extLst>
      <p:ext uri="{BB962C8B-B14F-4D97-AF65-F5344CB8AC3E}">
        <p14:creationId xmlns:p14="http://schemas.microsoft.com/office/powerpoint/2010/main" val="35040175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5845DABA-A733-ED44-BAF2-74BAD90DD168}" type="datetime3">
              <a:rPr lang="en-GB"/>
              <a:pPr>
                <a:defRPr/>
              </a:pPr>
              <a:t>26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153C0E16-F279-204C-8F1E-D763784F2CE2}" type="slidenum">
              <a:rPr lang="en-GB"/>
              <a:pPr>
                <a:defRPr/>
              </a:pPr>
              <a:t>‹#›</a:t>
            </a:fld>
            <a:endParaRPr lang="en-GB" dirty="0"/>
          </a:p>
        </p:txBody>
      </p:sp>
    </p:spTree>
    <p:extLst>
      <p:ext uri="{BB962C8B-B14F-4D97-AF65-F5344CB8AC3E}">
        <p14:creationId xmlns:p14="http://schemas.microsoft.com/office/powerpoint/2010/main" val="2828777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715A72E8-4729-7444-BC73-110EEAA2260D}" type="datetime3">
              <a:rPr lang="en-GB"/>
              <a:pPr>
                <a:defRPr/>
              </a:pPr>
              <a:t>26 July, 2025</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2"/>
          </p:nvPr>
        </p:nvSpPr>
        <p:spPr/>
        <p:txBody>
          <a:bodyPr/>
          <a:lstStyle>
            <a:lvl1pPr>
              <a:defRPr/>
            </a:lvl1pPr>
          </a:lstStyle>
          <a:p>
            <a:pPr>
              <a:defRPr/>
            </a:pPr>
            <a:fld id="{8993C102-2AC3-CA4A-8F5C-9BEDD08B54DC}" type="slidenum">
              <a:rPr lang="en-GB"/>
              <a:pPr>
                <a:defRPr/>
              </a:pPr>
              <a:t>‹#›</a:t>
            </a:fld>
            <a:endParaRPr lang="en-GB" dirty="0"/>
          </a:p>
        </p:txBody>
      </p:sp>
    </p:spTree>
    <p:extLst>
      <p:ext uri="{BB962C8B-B14F-4D97-AF65-F5344CB8AC3E}">
        <p14:creationId xmlns:p14="http://schemas.microsoft.com/office/powerpoint/2010/main" val="5584188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C5BD6B6C-6107-6748-9690-0C5DCB979249}" type="datetime3">
              <a:rPr lang="en-GB"/>
              <a:pPr>
                <a:defRPr/>
              </a:pPr>
              <a:t>26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81114FEE-8ACB-AB48-9E72-F40339A1EC0E}" type="slidenum">
              <a:rPr lang="en-GB"/>
              <a:pPr>
                <a:defRPr/>
              </a:pPr>
              <a:t>‹#›</a:t>
            </a:fld>
            <a:endParaRPr lang="en-GB" dirty="0"/>
          </a:p>
        </p:txBody>
      </p:sp>
    </p:spTree>
    <p:extLst>
      <p:ext uri="{BB962C8B-B14F-4D97-AF65-F5344CB8AC3E}">
        <p14:creationId xmlns:p14="http://schemas.microsoft.com/office/powerpoint/2010/main" val="29288167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73250" cy="741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9B8B28D9-145B-CE40-BF66-564217847540}" type="datetime3">
              <a:rPr lang="en-GB"/>
              <a:pPr>
                <a:defRPr/>
              </a:pPr>
              <a:t>26 July, 2025</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2"/>
          </p:nvPr>
        </p:nvSpPr>
        <p:spPr/>
        <p:txBody>
          <a:bodyPr/>
          <a:lstStyle>
            <a:lvl1pPr>
              <a:defRPr/>
            </a:lvl1pPr>
          </a:lstStyle>
          <a:p>
            <a:pPr>
              <a:defRPr/>
            </a:pPr>
            <a:fld id="{7CFD08EE-0A1B-6E44-89A9-50D76CE33D2A}" type="slidenum">
              <a:rPr lang="en-GB"/>
              <a:pPr>
                <a:defRPr/>
              </a:pPr>
              <a:t>‹#›</a:t>
            </a:fld>
            <a:endParaRPr lang="en-GB" dirty="0"/>
          </a:p>
        </p:txBody>
      </p:sp>
    </p:spTree>
    <p:extLst>
      <p:ext uri="{BB962C8B-B14F-4D97-AF65-F5344CB8AC3E}">
        <p14:creationId xmlns:p14="http://schemas.microsoft.com/office/powerpoint/2010/main" val="29096729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57CC4DF8-4B58-784F-A4DF-275A1FD47115}" type="datetime3">
              <a:rPr lang="en-GB"/>
              <a:pPr>
                <a:defRPr/>
              </a:pPr>
              <a:t>26 July,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7" name="Slide Number Placeholder 5"/>
          <p:cNvSpPr>
            <a:spLocks noGrp="1"/>
          </p:cNvSpPr>
          <p:nvPr>
            <p:ph type="sldNum" sz="quarter" idx="12"/>
          </p:nvPr>
        </p:nvSpPr>
        <p:spPr/>
        <p:txBody>
          <a:bodyPr/>
          <a:lstStyle>
            <a:lvl1pPr>
              <a:defRPr/>
            </a:lvl1pPr>
          </a:lstStyle>
          <a:p>
            <a:pPr>
              <a:defRPr/>
            </a:pPr>
            <a:fld id="{D5C1FFD0-77F3-3E4D-9850-85A2DA222CF1}" type="slidenum">
              <a:rPr lang="en-GB"/>
              <a:pPr>
                <a:defRPr/>
              </a:pPr>
              <a:t>‹#›</a:t>
            </a:fld>
            <a:endParaRPr lang="en-GB" dirty="0"/>
          </a:p>
        </p:txBody>
      </p:sp>
    </p:spTree>
    <p:extLst>
      <p:ext uri="{BB962C8B-B14F-4D97-AF65-F5344CB8AC3E}">
        <p14:creationId xmlns:p14="http://schemas.microsoft.com/office/powerpoint/2010/main" val="40729570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728788" cy="684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1031875" y="934045"/>
            <a:ext cx="8485188" cy="766763"/>
          </a:xfrm>
        </p:spPr>
        <p:txBody>
          <a:bodyPr/>
          <a:lstStyle/>
          <a:p>
            <a:r>
              <a:rPr lang="en-US"/>
              <a:t>Click to edit Master title style</a:t>
            </a:r>
            <a:endParaRPr lang="en-GB" dirty="0"/>
          </a:p>
        </p:txBody>
      </p:sp>
      <p:sp>
        <p:nvSpPr>
          <p:cNvPr id="3" name="Vertical Text Placeholder 2"/>
          <p:cNvSpPr>
            <a:spLocks noGrp="1"/>
          </p:cNvSpPr>
          <p:nvPr>
            <p:ph type="body" orient="vert" idx="1"/>
          </p:nvPr>
        </p:nvSpPr>
        <p:spPr>
          <a:xfrm>
            <a:off x="1031875" y="1772221"/>
            <a:ext cx="8485188" cy="44650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3"/>
          <p:cNvSpPr>
            <a:spLocks noGrp="1"/>
          </p:cNvSpPr>
          <p:nvPr>
            <p:ph type="dt" sz="half" idx="10"/>
          </p:nvPr>
        </p:nvSpPr>
        <p:spPr/>
        <p:txBody>
          <a:bodyPr/>
          <a:lstStyle>
            <a:lvl1pPr>
              <a:defRPr/>
            </a:lvl1pPr>
          </a:lstStyle>
          <a:p>
            <a:pPr>
              <a:defRPr/>
            </a:pPr>
            <a:fld id="{3DD746FC-89C8-8947-B99E-11FCA650D660}" type="datetime3">
              <a:rPr lang="en-GB"/>
              <a:pPr>
                <a:defRPr/>
              </a:pPr>
              <a:t>26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69B2278C-87C0-7B46-A362-15FBE1085178}" type="slidenum">
              <a:rPr lang="en-GB"/>
              <a:pPr>
                <a:defRPr/>
              </a:pPr>
              <a:t>‹#›</a:t>
            </a:fld>
            <a:endParaRPr lang="en-GB" dirty="0"/>
          </a:p>
        </p:txBody>
      </p:sp>
    </p:spTree>
    <p:extLst>
      <p:ext uri="{BB962C8B-B14F-4D97-AF65-F5344CB8AC3E}">
        <p14:creationId xmlns:p14="http://schemas.microsoft.com/office/powerpoint/2010/main" val="5727465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3"/>
          <p:cNvSpPr>
            <a:spLocks noGrp="1"/>
          </p:cNvSpPr>
          <p:nvPr>
            <p:ph type="dt" sz="half" idx="10"/>
          </p:nvPr>
        </p:nvSpPr>
        <p:spPr/>
        <p:txBody>
          <a:bodyPr/>
          <a:lstStyle>
            <a:lvl1pPr>
              <a:defRPr/>
            </a:lvl1pPr>
          </a:lstStyle>
          <a:p>
            <a:pPr>
              <a:defRPr/>
            </a:pPr>
            <a:fld id="{65F62FF4-CB32-924A-B752-B19D91491121}" type="datetime3">
              <a:rPr lang="en-GB"/>
              <a:pPr>
                <a:defRPr/>
              </a:pPr>
              <a:t>26 July,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7" name="Slide Number Placeholder 5"/>
          <p:cNvSpPr>
            <a:spLocks noGrp="1"/>
          </p:cNvSpPr>
          <p:nvPr>
            <p:ph type="sldNum" sz="quarter" idx="12"/>
          </p:nvPr>
        </p:nvSpPr>
        <p:spPr/>
        <p:txBody>
          <a:bodyPr/>
          <a:lstStyle>
            <a:lvl1pPr>
              <a:defRPr/>
            </a:lvl1pPr>
          </a:lstStyle>
          <a:p>
            <a:pPr>
              <a:defRPr/>
            </a:pPr>
            <a:fld id="{D5BE8AC8-2546-FA4C-962F-2DDF922E55C7}" type="slidenum">
              <a:rPr lang="en-GB"/>
              <a:pPr>
                <a:defRPr/>
              </a:pPr>
              <a:t>‹#›</a:t>
            </a:fld>
            <a:endParaRPr lang="en-GB" dirty="0"/>
          </a:p>
        </p:txBody>
      </p:sp>
    </p:spTree>
    <p:extLst>
      <p:ext uri="{BB962C8B-B14F-4D97-AF65-F5344CB8AC3E}">
        <p14:creationId xmlns:p14="http://schemas.microsoft.com/office/powerpoint/2010/main" val="30674398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73250" cy="741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E281EED1-0220-C642-864B-0421ABAEC11B}" type="datetime3">
              <a:rPr lang="en-GB"/>
              <a:pPr>
                <a:defRPr/>
              </a:pPr>
              <a:t>26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64E35F82-2AA4-BD40-8936-9C1C38FBEED5}" type="slidenum">
              <a:rPr lang="en-GB"/>
              <a:pPr>
                <a:defRPr/>
              </a:pPr>
              <a:t>‹#›</a:t>
            </a:fld>
            <a:endParaRPr lang="en-GB" dirty="0"/>
          </a:p>
        </p:txBody>
      </p:sp>
    </p:spTree>
    <p:extLst>
      <p:ext uri="{BB962C8B-B14F-4D97-AF65-F5344CB8AC3E}">
        <p14:creationId xmlns:p14="http://schemas.microsoft.com/office/powerpoint/2010/main" val="10187742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33788" y="2492375"/>
            <a:ext cx="2638425" cy="528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Content Placeholder 7"/>
          <p:cNvSpPr>
            <a:spLocks noGrp="1"/>
          </p:cNvSpPr>
          <p:nvPr>
            <p:ph sz="quarter" idx="13"/>
          </p:nvPr>
        </p:nvSpPr>
        <p:spPr>
          <a:xfrm>
            <a:off x="1025951" y="5013176"/>
            <a:ext cx="7709488" cy="576263"/>
          </a:xfrm>
        </p:spPr>
        <p:txBody>
          <a:bodyPr/>
          <a:lstStyle>
            <a:lvl1pPr marL="0" indent="0">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Click to edit Master text styles</a:t>
            </a:r>
          </a:p>
        </p:txBody>
      </p:sp>
      <p:sp>
        <p:nvSpPr>
          <p:cNvPr id="8" name="Text Placeholder 11"/>
          <p:cNvSpPr>
            <a:spLocks noGrp="1"/>
          </p:cNvSpPr>
          <p:nvPr>
            <p:ph type="body" sz="quarter" idx="14"/>
          </p:nvPr>
        </p:nvSpPr>
        <p:spPr>
          <a:xfrm>
            <a:off x="4305300" y="3429000"/>
            <a:ext cx="1943100" cy="504825"/>
          </a:xfrm>
        </p:spPr>
        <p:txBody>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6" name="Date Placeholder 3"/>
          <p:cNvSpPr>
            <a:spLocks noGrp="1"/>
          </p:cNvSpPr>
          <p:nvPr>
            <p:ph type="dt" sz="half" idx="15"/>
          </p:nvPr>
        </p:nvSpPr>
        <p:spPr/>
        <p:txBody>
          <a:bodyPr/>
          <a:lstStyle>
            <a:lvl1pPr>
              <a:defRPr/>
            </a:lvl1pPr>
          </a:lstStyle>
          <a:p>
            <a:pPr>
              <a:defRPr/>
            </a:pPr>
            <a:fld id="{DB56A427-9C52-914A-9F28-4E7A3B6702C1}" type="datetime3">
              <a:rPr lang="en-GB"/>
              <a:pPr>
                <a:defRPr/>
              </a:pPr>
              <a:t>26 July, 2025</a:t>
            </a:fld>
            <a:endParaRPr lang="en-GB" dirty="0"/>
          </a:p>
        </p:txBody>
      </p:sp>
      <p:sp>
        <p:nvSpPr>
          <p:cNvPr id="9" name="Footer Placeholder 4"/>
          <p:cNvSpPr>
            <a:spLocks noGrp="1"/>
          </p:cNvSpPr>
          <p:nvPr>
            <p:ph type="ftr" sz="quarter" idx="16"/>
          </p:nvPr>
        </p:nvSpPr>
        <p:spPr/>
        <p:txBody>
          <a:bodyPr/>
          <a:lstStyle>
            <a:lvl1pPr>
              <a:defRPr/>
            </a:lvl1pPr>
          </a:lstStyle>
          <a:p>
            <a:pPr>
              <a:defRPr/>
            </a:pPr>
            <a:r>
              <a:rPr lang="en-GB"/>
              <a:t>POWERPOINT PRESENTATION TEMPLATE GREEN</a:t>
            </a:r>
            <a:endParaRPr lang="en-GB" dirty="0"/>
          </a:p>
        </p:txBody>
      </p:sp>
      <p:sp>
        <p:nvSpPr>
          <p:cNvPr id="10" name="Slide Number Placeholder 5"/>
          <p:cNvSpPr>
            <a:spLocks noGrp="1"/>
          </p:cNvSpPr>
          <p:nvPr>
            <p:ph type="sldNum" sz="quarter" idx="17"/>
          </p:nvPr>
        </p:nvSpPr>
        <p:spPr/>
        <p:txBody>
          <a:bodyPr/>
          <a:lstStyle>
            <a:lvl1pPr>
              <a:defRPr/>
            </a:lvl1pPr>
          </a:lstStyle>
          <a:p>
            <a:pPr>
              <a:defRPr/>
            </a:pPr>
            <a:fld id="{807B1150-2EA3-BA46-9C62-F9F06C804961}" type="slidenum">
              <a:rPr lang="en-GB"/>
              <a:pPr>
                <a:defRPr/>
              </a:pPr>
              <a:t>‹#›</a:t>
            </a:fld>
            <a:endParaRPr lang="en-GB" dirty="0"/>
          </a:p>
        </p:txBody>
      </p:sp>
    </p:spTree>
    <p:extLst>
      <p:ext uri="{BB962C8B-B14F-4D97-AF65-F5344CB8AC3E}">
        <p14:creationId xmlns:p14="http://schemas.microsoft.com/office/powerpoint/2010/main" val="26195398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rgbClr val="FFFFFF"/>
        </a:solidFill>
        <a:effectLst/>
      </p:bgPr>
    </p:bg>
    <p:spTree>
      <p:nvGrpSpPr>
        <p:cNvPr id="1" name="Shape 155"/>
        <p:cNvGrpSpPr/>
        <p:nvPr/>
      </p:nvGrpSpPr>
      <p:grpSpPr>
        <a:xfrm>
          <a:off x="0" y="0"/>
          <a:ext cx="0" cy="0"/>
          <a:chOff x="0" y="0"/>
          <a:chExt cx="0" cy="0"/>
        </a:xfrm>
      </p:grpSpPr>
      <p:sp>
        <p:nvSpPr>
          <p:cNvPr id="156" name="Google Shape;156;p30"/>
          <p:cNvSpPr/>
          <p:nvPr/>
        </p:nvSpPr>
        <p:spPr>
          <a:xfrm>
            <a:off x="-12133" y="-50433"/>
            <a:ext cx="9918025" cy="1358000"/>
          </a:xfrm>
          <a:prstGeom prst="rect">
            <a:avLst/>
          </a:prstGeom>
          <a:solidFill>
            <a:srgbClr val="4CAF50"/>
          </a:solidFill>
          <a:ln>
            <a:noFill/>
          </a:ln>
        </p:spPr>
        <p:txBody>
          <a:bodyPr spcFirstLastPara="1" wrap="square" lIns="99044" tIns="99044" rIns="99044" bIns="99044" anchor="ctr" anchorCtr="0">
            <a:noAutofit/>
          </a:bodyPr>
          <a:lstStyle/>
          <a:p>
            <a:pPr marL="0" lvl="0" indent="0" algn="l" rtl="0">
              <a:spcBef>
                <a:spcPts val="0"/>
              </a:spcBef>
              <a:spcAft>
                <a:spcPts val="0"/>
              </a:spcAft>
              <a:buNone/>
            </a:pPr>
            <a:endParaRPr/>
          </a:p>
        </p:txBody>
      </p:sp>
      <p:sp>
        <p:nvSpPr>
          <p:cNvPr id="157" name="Google Shape;157;p30"/>
          <p:cNvSpPr txBox="1">
            <a:spLocks noGrp="1"/>
          </p:cNvSpPr>
          <p:nvPr>
            <p:ph type="title"/>
          </p:nvPr>
        </p:nvSpPr>
        <p:spPr>
          <a:xfrm>
            <a:off x="337675" y="227760"/>
            <a:ext cx="9230650" cy="7636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8" name="Google Shape;158;p30"/>
          <p:cNvSpPr txBox="1">
            <a:spLocks noGrp="1"/>
          </p:cNvSpPr>
          <p:nvPr>
            <p:ph type="body" idx="1"/>
          </p:nvPr>
        </p:nvSpPr>
        <p:spPr>
          <a:xfrm>
            <a:off x="337675" y="1435033"/>
            <a:ext cx="9230650" cy="4555200"/>
          </a:xfrm>
          <a:prstGeom prst="rect">
            <a:avLst/>
          </a:prstGeom>
        </p:spPr>
        <p:txBody>
          <a:bodyPr spcFirstLastPara="1" wrap="square" lIns="91425" tIns="91425" rIns="91425" bIns="91425" anchor="t" anchorCtr="0">
            <a:noAutofit/>
          </a:bodyPr>
          <a:lstStyle>
            <a:lvl1pPr marL="495285" lvl="0" indent="-412737" rtl="0">
              <a:lnSpc>
                <a:spcPct val="115000"/>
              </a:lnSpc>
              <a:spcBef>
                <a:spcPts val="1083"/>
              </a:spcBef>
              <a:spcAft>
                <a:spcPts val="0"/>
              </a:spcAft>
              <a:buClr>
                <a:srgbClr val="000000"/>
              </a:buClr>
              <a:buSzPts val="2400"/>
              <a:buAutoNum type="arabicPeriod"/>
              <a:defRPr>
                <a:solidFill>
                  <a:srgbClr val="000000"/>
                </a:solidFill>
              </a:defRPr>
            </a:lvl1pPr>
            <a:lvl2pPr marL="990570" lvl="1" indent="-385221" rtl="0">
              <a:lnSpc>
                <a:spcPct val="115000"/>
              </a:lnSpc>
              <a:spcBef>
                <a:spcPts val="1083"/>
              </a:spcBef>
              <a:spcAft>
                <a:spcPts val="0"/>
              </a:spcAft>
              <a:buClr>
                <a:srgbClr val="000000"/>
              </a:buClr>
              <a:buSzPts val="2000"/>
              <a:buAutoNum type="alphaLcPeriod"/>
              <a:defRPr sz="2167">
                <a:solidFill>
                  <a:srgbClr val="000000"/>
                </a:solidFill>
              </a:defRPr>
            </a:lvl2pPr>
            <a:lvl3pPr marL="1485854" lvl="2" indent="-343948" rtl="0">
              <a:spcBef>
                <a:spcPts val="0"/>
              </a:spcBef>
              <a:spcAft>
                <a:spcPts val="0"/>
              </a:spcAft>
              <a:buClr>
                <a:srgbClr val="000000"/>
              </a:buClr>
              <a:buSzPts val="1400"/>
              <a:buAutoNum type="romanLcPeriod"/>
              <a:defRPr>
                <a:solidFill>
                  <a:srgbClr val="000000"/>
                </a:solidFill>
              </a:defRPr>
            </a:lvl3pPr>
            <a:lvl4pPr marL="1981139" lvl="3" indent="-343948" rtl="0">
              <a:spcBef>
                <a:spcPts val="0"/>
              </a:spcBef>
              <a:spcAft>
                <a:spcPts val="0"/>
              </a:spcAft>
              <a:buClr>
                <a:srgbClr val="000000"/>
              </a:buClr>
              <a:buSzPts val="1400"/>
              <a:buAutoNum type="arabicPeriod"/>
              <a:defRPr>
                <a:solidFill>
                  <a:srgbClr val="000000"/>
                </a:solidFill>
              </a:defRPr>
            </a:lvl4pPr>
            <a:lvl5pPr marL="2476424" lvl="4" indent="-343948" rtl="0">
              <a:spcBef>
                <a:spcPts val="1733"/>
              </a:spcBef>
              <a:spcAft>
                <a:spcPts val="0"/>
              </a:spcAft>
              <a:buClr>
                <a:srgbClr val="000000"/>
              </a:buClr>
              <a:buSzPts val="1400"/>
              <a:buAutoNum type="alphaLcPeriod"/>
              <a:defRPr>
                <a:solidFill>
                  <a:srgbClr val="000000"/>
                </a:solidFill>
              </a:defRPr>
            </a:lvl5pPr>
            <a:lvl6pPr marL="2971709" lvl="5" indent="-343948" rtl="0">
              <a:spcBef>
                <a:spcPts val="1733"/>
              </a:spcBef>
              <a:spcAft>
                <a:spcPts val="0"/>
              </a:spcAft>
              <a:buClr>
                <a:srgbClr val="000000"/>
              </a:buClr>
              <a:buSzPts val="1400"/>
              <a:buAutoNum type="romanLcPeriod"/>
              <a:defRPr>
                <a:solidFill>
                  <a:srgbClr val="000000"/>
                </a:solidFill>
              </a:defRPr>
            </a:lvl6pPr>
            <a:lvl7pPr marL="3466993" lvl="6" indent="-343948" rtl="0">
              <a:spcBef>
                <a:spcPts val="1733"/>
              </a:spcBef>
              <a:spcAft>
                <a:spcPts val="0"/>
              </a:spcAft>
              <a:buClr>
                <a:srgbClr val="000000"/>
              </a:buClr>
              <a:buSzPts val="1400"/>
              <a:buAutoNum type="arabicPeriod"/>
              <a:defRPr>
                <a:solidFill>
                  <a:srgbClr val="000000"/>
                </a:solidFill>
              </a:defRPr>
            </a:lvl7pPr>
            <a:lvl8pPr marL="3962278" lvl="7" indent="-343948" rtl="0">
              <a:spcBef>
                <a:spcPts val="1733"/>
              </a:spcBef>
              <a:spcAft>
                <a:spcPts val="0"/>
              </a:spcAft>
              <a:buClr>
                <a:srgbClr val="000000"/>
              </a:buClr>
              <a:buSzPts val="1400"/>
              <a:buAutoNum type="alphaLcPeriod"/>
              <a:defRPr>
                <a:solidFill>
                  <a:srgbClr val="000000"/>
                </a:solidFill>
              </a:defRPr>
            </a:lvl8pPr>
            <a:lvl9pPr marL="4457563" lvl="8" indent="-343948" rtl="0">
              <a:spcBef>
                <a:spcPts val="1733"/>
              </a:spcBef>
              <a:spcAft>
                <a:spcPts val="1733"/>
              </a:spcAft>
              <a:buClr>
                <a:srgbClr val="000000"/>
              </a:buClr>
              <a:buSzPts val="1400"/>
              <a:buAutoNum type="romanLcPeriod"/>
              <a:defRPr>
                <a:solidFill>
                  <a:srgbClr val="000000"/>
                </a:solidFill>
              </a:defRPr>
            </a:lvl9pPr>
          </a:lstStyle>
          <a:p>
            <a:endParaRPr/>
          </a:p>
        </p:txBody>
      </p:sp>
      <p:sp>
        <p:nvSpPr>
          <p:cNvPr id="159" name="Google Shape;159;p30"/>
          <p:cNvSpPr txBox="1">
            <a:spLocks noGrp="1"/>
          </p:cNvSpPr>
          <p:nvPr>
            <p:ph type="sldNum" idx="12"/>
          </p:nvPr>
        </p:nvSpPr>
        <p:spPr>
          <a:xfrm>
            <a:off x="9178496" y="6319223"/>
            <a:ext cx="594425"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1848123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31875" y="44450"/>
            <a:ext cx="8485188" cy="766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ctr" anchorCtr="0" compatLnSpc="1">
            <a:prstTxWarp prst="textNoShape">
              <a:avLst/>
            </a:prstTxWarp>
          </a:bodyPr>
          <a:lstStyle/>
          <a:p>
            <a:pPr lvl="0"/>
            <a:r>
              <a:rPr lang="en-US"/>
              <a:t>Click to edit Master title style</a:t>
            </a:r>
            <a:endParaRPr lang="en-GB"/>
          </a:p>
        </p:txBody>
      </p:sp>
      <p:sp>
        <p:nvSpPr>
          <p:cNvPr id="1027" name="Text Placeholder 2"/>
          <p:cNvSpPr>
            <a:spLocks noGrp="1"/>
          </p:cNvSpPr>
          <p:nvPr>
            <p:ph type="body" idx="1"/>
          </p:nvPr>
        </p:nvSpPr>
        <p:spPr bwMode="auto">
          <a:xfrm>
            <a:off x="1031875" y="1114425"/>
            <a:ext cx="8485188" cy="5122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Rectangle 9"/>
          <p:cNvSpPr/>
          <p:nvPr/>
        </p:nvSpPr>
        <p:spPr bwMode="auto">
          <a:xfrm>
            <a:off x="387350" y="6340475"/>
            <a:ext cx="496888" cy="358775"/>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fontAlgn="auto">
              <a:spcBef>
                <a:spcPts val="0"/>
              </a:spcBef>
              <a:spcAft>
                <a:spcPts val="0"/>
              </a:spcAft>
              <a:defRPr/>
            </a:pPr>
            <a:endParaRPr lang="en-GB" sz="1050" b="1" dirty="0">
              <a:solidFill>
                <a:schemeClr val="bg1"/>
              </a:solidFill>
              <a:latin typeface="Lucida Sans" panose="020B0602030504020204" pitchFamily="34" charset="0"/>
              <a:cs typeface="Lucida Sans"/>
            </a:endParaRPr>
          </a:p>
        </p:txBody>
      </p:sp>
      <p:sp>
        <p:nvSpPr>
          <p:cNvPr id="8" name="Rectangle 7"/>
          <p:cNvSpPr/>
          <p:nvPr/>
        </p:nvSpPr>
        <p:spPr bwMode="auto">
          <a:xfrm>
            <a:off x="2505075" y="6340475"/>
            <a:ext cx="7011988" cy="358775"/>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050">
              <a:latin typeface="Lucida Sans" panose="020B0602030504020204" pitchFamily="34" charset="0"/>
              <a:cs typeface="Lucida Sans"/>
            </a:endParaRPr>
          </a:p>
        </p:txBody>
      </p:sp>
      <p:sp>
        <p:nvSpPr>
          <p:cNvPr id="9" name="Rectangle 8"/>
          <p:cNvSpPr/>
          <p:nvPr userDrawn="1"/>
        </p:nvSpPr>
        <p:spPr bwMode="auto">
          <a:xfrm>
            <a:off x="904875" y="6340475"/>
            <a:ext cx="1598613" cy="35877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fontAlgn="auto">
              <a:spcBef>
                <a:spcPts val="0"/>
              </a:spcBef>
              <a:spcAft>
                <a:spcPts val="0"/>
              </a:spcAft>
              <a:defRPr/>
            </a:pPr>
            <a:endParaRPr lang="en-GB" sz="1050" b="1">
              <a:latin typeface="Lucida Sans" panose="020B0602030504020204" pitchFamily="34" charset="0"/>
              <a:cs typeface="Lucida Sans"/>
            </a:endParaRPr>
          </a:p>
        </p:txBody>
      </p:sp>
      <p:sp>
        <p:nvSpPr>
          <p:cNvPr id="4" name="Date Placeholder 3"/>
          <p:cNvSpPr>
            <a:spLocks noGrp="1"/>
          </p:cNvSpPr>
          <p:nvPr>
            <p:ph type="dt" sz="half" idx="2"/>
          </p:nvPr>
        </p:nvSpPr>
        <p:spPr>
          <a:xfrm>
            <a:off x="1031875" y="6337300"/>
            <a:ext cx="1473200" cy="365125"/>
          </a:xfrm>
          <a:prstGeom prst="rect">
            <a:avLst/>
          </a:prstGeom>
        </p:spPr>
        <p:txBody>
          <a:bodyPr vert="horz" lIns="0" tIns="0" rIns="91440" bIns="0" rtlCol="0" anchor="ctr"/>
          <a:lstStyle>
            <a:lvl1pPr algn="l"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56516A83-91EE-AB41-A586-9B58DDBC6DE5}" type="datetime3">
              <a:rPr lang="en-GB"/>
              <a:pPr>
                <a:defRPr/>
              </a:pPr>
              <a:t>26 July, 2025</a:t>
            </a:fld>
            <a:endParaRPr lang="en-GB" dirty="0"/>
          </a:p>
        </p:txBody>
      </p:sp>
      <p:sp>
        <p:nvSpPr>
          <p:cNvPr id="5" name="Footer Placeholder 4"/>
          <p:cNvSpPr>
            <a:spLocks noGrp="1"/>
          </p:cNvSpPr>
          <p:nvPr>
            <p:ph type="ftr" sz="quarter" idx="3"/>
          </p:nvPr>
        </p:nvSpPr>
        <p:spPr>
          <a:xfrm>
            <a:off x="2505075" y="6337300"/>
            <a:ext cx="7005638" cy="365125"/>
          </a:xfrm>
          <a:prstGeom prst="rect">
            <a:avLst/>
          </a:prstGeom>
        </p:spPr>
        <p:txBody>
          <a:bodyPr vert="horz" lIns="108000" tIns="0" rIns="108000" bIns="0" rtlCol="0" anchor="ctr"/>
          <a:lstStyle>
            <a:lvl1pPr algn="ctr" fontAlgn="auto">
              <a:spcBef>
                <a:spcPts val="0"/>
              </a:spcBef>
              <a:spcAft>
                <a:spcPts val="0"/>
              </a:spcAft>
              <a:defRPr sz="1200">
                <a:solidFill>
                  <a:schemeClr val="tx1"/>
                </a:solidFill>
                <a:latin typeface="Georgia" panose="02040502050405020303" pitchFamily="18" charset="0"/>
                <a:ea typeface="+mn-ea"/>
                <a:cs typeface="+mn-cs"/>
              </a:defRPr>
            </a:lvl1pPr>
          </a:lstStyle>
          <a:p>
            <a:pPr>
              <a:defRPr/>
            </a:pPr>
            <a:r>
              <a:rPr lang="en-GB"/>
              <a:t>POWERPOINT PRESENTATION TEMPLATE GREEN</a:t>
            </a:r>
          </a:p>
        </p:txBody>
      </p:sp>
      <p:sp>
        <p:nvSpPr>
          <p:cNvPr id="6" name="Slide Number Placeholder 5"/>
          <p:cNvSpPr>
            <a:spLocks noGrp="1"/>
          </p:cNvSpPr>
          <p:nvPr>
            <p:ph type="sldNum" sz="quarter" idx="4"/>
          </p:nvPr>
        </p:nvSpPr>
        <p:spPr>
          <a:xfrm>
            <a:off x="377825" y="6337300"/>
            <a:ext cx="514350" cy="365125"/>
          </a:xfrm>
          <a:prstGeom prst="rect">
            <a:avLst/>
          </a:prstGeom>
        </p:spPr>
        <p:txBody>
          <a:bodyPr vert="horz" lIns="0" tIns="0" rIns="0" bIns="0" rtlCol="0" anchor="ctr"/>
          <a:lstStyle>
            <a:lvl1pPr algn="ctr"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B3990C44-6740-6B49-8695-A99901BF4C49}" type="slidenum">
              <a:rPr lang="en-GB"/>
              <a:pPr>
                <a:defRPr/>
              </a:pPr>
              <a:t>‹#›</a:t>
            </a:fld>
            <a:endParaRPr lang="en-GB" dirty="0"/>
          </a:p>
        </p:txBody>
      </p:sp>
    </p:spTree>
  </p:cSld>
  <p:clrMap bg1="lt1" tx1="dk1" bg2="lt2" tx2="dk2" accent1="accent1" accent2="accent2" accent3="accent3" accent4="accent4" accent5="accent5" accent6="accent6" hlink="hlink" folHlink="folHlink"/>
  <p:sldLayoutIdLst>
    <p:sldLayoutId id="2147484529" r:id="rId1"/>
    <p:sldLayoutId id="2147484530" r:id="rId2"/>
    <p:sldLayoutId id="2147484531" r:id="rId3"/>
    <p:sldLayoutId id="2147484532" r:id="rId4"/>
    <p:sldLayoutId id="2147484533" r:id="rId5"/>
    <p:sldLayoutId id="2147484534" r:id="rId6"/>
    <p:sldLayoutId id="2147484535" r:id="rId7"/>
    <p:sldLayoutId id="2147484536" r:id="rId8"/>
    <p:sldLayoutId id="2147484537" r:id="rId9"/>
    <p:sldLayoutId id="2147484538" r:id="rId10"/>
    <p:sldLayoutId id="2147484539" r:id="rId11"/>
    <p:sldLayoutId id="2147484540" r:id="rId12"/>
    <p:sldLayoutId id="2147484541" r:id="rId13"/>
    <p:sldLayoutId id="2147484542" r:id="rId14"/>
    <p:sldLayoutId id="2147484543" r:id="rId15"/>
    <p:sldLayoutId id="2147484544" r:id="rId16"/>
    <p:sldLayoutId id="2147484545" r:id="rId17"/>
    <p:sldLayoutId id="2147484546" r:id="rId18"/>
    <p:sldLayoutId id="2147484547" r:id="rId19"/>
    <p:sldLayoutId id="2147484548" r:id="rId20"/>
    <p:sldLayoutId id="2147484549" r:id="rId21"/>
    <p:sldLayoutId id="2147484550" r:id="rId22"/>
    <p:sldLayoutId id="2147484551" r:id="rId23"/>
    <p:sldLayoutId id="2147484552" r:id="rId24"/>
    <p:sldLayoutId id="2147484553" r:id="rId25"/>
    <p:sldLayoutId id="2147484554" r:id="rId26"/>
    <p:sldLayoutId id="2147484555" r:id="rId27"/>
    <p:sldLayoutId id="2147484556" r:id="rId28"/>
    <p:sldLayoutId id="2147484557" r:id="rId29"/>
    <p:sldLayoutId id="2147484558" r:id="rId30"/>
    <p:sldLayoutId id="2147484559" r:id="rId31"/>
    <p:sldLayoutId id="2147484560" r:id="rId32"/>
    <p:sldLayoutId id="2147484561" r:id="rId33"/>
    <p:sldLayoutId id="2147484562" r:id="rId34"/>
    <p:sldLayoutId id="2147484564" r:id="rId35"/>
  </p:sldLayoutIdLst>
  <p:hf hdr="0"/>
  <p:txStyles>
    <p:titleStyle>
      <a:lvl1pPr algn="l" rtl="0" eaLnBrk="1" fontAlgn="base" hangingPunct="1">
        <a:spcBef>
          <a:spcPct val="0"/>
        </a:spcBef>
        <a:spcAft>
          <a:spcPct val="0"/>
        </a:spcAft>
        <a:defRPr sz="3600" b="1" kern="1200">
          <a:solidFill>
            <a:srgbClr val="87A529"/>
          </a:solidFill>
          <a:latin typeface="Georgia" panose="02040502050405020303" pitchFamily="18" charset="0"/>
          <a:ea typeface="ＭＳ Ｐゴシック" charset="0"/>
          <a:cs typeface="ＭＳ Ｐゴシック" charset="0"/>
        </a:defRPr>
      </a:lvl1pPr>
      <a:lvl2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2pPr>
      <a:lvl3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3pPr>
      <a:lvl4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4pPr>
      <a:lvl5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5pPr>
      <a:lvl6pPr marL="4572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6pPr>
      <a:lvl7pPr marL="9144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7pPr>
      <a:lvl8pPr marL="13716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8pPr>
      <a:lvl9pPr marL="18288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9pPr>
    </p:titleStyle>
    <p:body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5.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hyperlink" Target="https://www.google.com/design/spec/patterns/gestures.html" TargetMode="External"/><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5.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5.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hyperlink" Target="https://source.android.com/docs/setup" TargetMode="External"/><Relationship Id="rId2" Type="http://schemas.openxmlformats.org/officeDocument/2006/relationships/hyperlink" Target="https://source.android.com/source/index.html" TargetMode="Externa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hyperlink" Target="https://developer.android.com/guide/platform" TargetMode="External"/><Relationship Id="rId2" Type="http://schemas.openxmlformats.org/officeDocument/2006/relationships/hyperlink" Target="https://source.android.com/" TargetMode="External"/><Relationship Id="rId1" Type="http://schemas.openxmlformats.org/officeDocument/2006/relationships/slideLayout" Target="../slideLayouts/slideLayout35.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hyperlink" Target="https://www.android.com/what-is-android/" TargetMode="External"/><Relationship Id="rId2" Type="http://schemas.openxmlformats.org/officeDocument/2006/relationships/image" Target="../media/image31.png"/><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3" Type="http://schemas.openxmlformats.org/officeDocument/2006/relationships/hyperlink" Target="https://developer.android.com/studio/intro/index.html" TargetMode="External"/><Relationship Id="rId7" Type="http://schemas.openxmlformats.org/officeDocument/2006/relationships/hyperlink" Target="https://developer.android.com/guide/practices/screens_support.html" TargetMode="External"/><Relationship Id="rId2" Type="http://schemas.openxmlformats.org/officeDocument/2006/relationships/notesSlide" Target="../notesSlides/notesSlide5.xml"/><Relationship Id="rId1" Type="http://schemas.openxmlformats.org/officeDocument/2006/relationships/slideLayout" Target="../slideLayouts/slideLayout35.xml"/><Relationship Id="rId6" Type="http://schemas.openxmlformats.org/officeDocument/2006/relationships/hyperlink" Target="https://developer.android.com/training/basics/supporting-devices/platforms.html" TargetMode="External"/><Relationship Id="rId5" Type="http://schemas.openxmlformats.org/officeDocument/2006/relationships/hyperlink" Target="https://developer.android.com/studio/run/managing-avds.html" TargetMode="External"/><Relationship Id="rId4" Type="http://schemas.openxmlformats.org/officeDocument/2006/relationships/hyperlink" Target="https://developer.android.com/index.html"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en.wikipedia.org/wiki/Gradle" TargetMode="External"/><Relationship Id="rId2" Type="http://schemas.openxmlformats.org/officeDocument/2006/relationships/notesSlide" Target="../notesSlides/notesSlide6.xml"/><Relationship Id="rId1" Type="http://schemas.openxmlformats.org/officeDocument/2006/relationships/slideLayout" Target="../slideLayouts/slideLayout35.xml"/><Relationship Id="rId5" Type="http://schemas.openxmlformats.org/officeDocument/2006/relationships/hyperlink" Target="http://stackoverflow.com/" TargetMode="External"/><Relationship Id="rId4" Type="http://schemas.openxmlformats.org/officeDocument/2006/relationships/hyperlink" Target="http://google.github.io/styleguide/javaguide.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50"/>
          <p:cNvSpPr>
            <a:spLocks noGrp="1" noChangeArrowheads="1"/>
          </p:cNvSpPr>
          <p:nvPr>
            <p:ph type="title"/>
          </p:nvPr>
        </p:nvSpPr>
        <p:spPr>
          <a:xfrm>
            <a:off x="506284" y="1589171"/>
            <a:ext cx="9230650" cy="763600"/>
          </a:xfrm>
        </p:spPr>
        <p:txBody>
          <a:bodyPr anchor="ctr">
            <a:normAutofit fontScale="90000"/>
          </a:bodyPr>
          <a:lstStyle/>
          <a:p>
            <a:pPr algn="ctr"/>
            <a:r>
              <a:rPr lang="en-GB" altLang="en-US" sz="3600" dirty="0">
                <a:solidFill>
                  <a:schemeClr val="bg1"/>
                </a:solidFill>
                <a:latin typeface="Georgia" panose="02040502050405020303" pitchFamily="18" charset="0"/>
              </a:rPr>
              <a:t>Mobile Application Development (COS7025-B)</a:t>
            </a:r>
            <a:br>
              <a:rPr lang="en-GB" altLang="en-US" sz="3600" dirty="0">
                <a:solidFill>
                  <a:schemeClr val="bg1"/>
                </a:solidFill>
                <a:latin typeface="Georgia" panose="02040502050405020303" pitchFamily="18" charset="0"/>
              </a:rPr>
            </a:br>
            <a:r>
              <a:rPr lang="en-GB" altLang="en-US" sz="1300" dirty="0" smtClean="0">
                <a:solidFill>
                  <a:srgbClr val="003399"/>
                </a:solidFill>
                <a:latin typeface="Georgia" panose="02040502050405020303" pitchFamily="18" charset="0"/>
              </a:rPr>
              <a:t/>
            </a:r>
            <a:br>
              <a:rPr lang="en-GB" altLang="en-US" sz="1300" dirty="0" smtClean="0">
                <a:solidFill>
                  <a:srgbClr val="003399"/>
                </a:solidFill>
                <a:latin typeface="Georgia" panose="02040502050405020303" pitchFamily="18" charset="0"/>
              </a:rPr>
            </a:br>
            <a:r>
              <a:rPr lang="en-GB" altLang="en-US" dirty="0">
                <a:solidFill>
                  <a:srgbClr val="003399"/>
                </a:solidFill>
              </a:rPr>
              <a:t/>
            </a:r>
            <a:br>
              <a:rPr lang="en-GB" altLang="en-US" dirty="0">
                <a:solidFill>
                  <a:srgbClr val="003399"/>
                </a:solidFill>
              </a:rPr>
            </a:br>
            <a:r>
              <a:rPr lang="en-GB" altLang="en-US" sz="3600" dirty="0" smtClean="0">
                <a:solidFill>
                  <a:srgbClr val="003399"/>
                </a:solidFill>
                <a:latin typeface="Georgia" panose="02040502050405020303" pitchFamily="18" charset="0"/>
              </a:rPr>
              <a:t> </a:t>
            </a:r>
            <a:r>
              <a:rPr lang="en-GB" altLang="en-US" sz="1100" dirty="0">
                <a:solidFill>
                  <a:srgbClr val="003399"/>
                </a:solidFill>
                <a:latin typeface="Georgia" panose="02040502050405020303" pitchFamily="18" charset="0"/>
              </a:rPr>
              <a:t/>
            </a:r>
            <a:br>
              <a:rPr lang="en-GB" altLang="en-US" sz="1100" dirty="0">
                <a:solidFill>
                  <a:srgbClr val="003399"/>
                </a:solidFill>
                <a:latin typeface="Georgia" panose="02040502050405020303" pitchFamily="18" charset="0"/>
              </a:rPr>
            </a:br>
            <a:r>
              <a:rPr lang="en-GB" altLang="en-US" sz="3600" dirty="0">
                <a:solidFill>
                  <a:srgbClr val="003399"/>
                </a:solidFill>
                <a:latin typeface="Georgia" panose="02040502050405020303" pitchFamily="18" charset="0"/>
              </a:rPr>
              <a:t>Introduction to Android Software </a:t>
            </a:r>
            <a:br>
              <a:rPr lang="en-GB" altLang="en-US" sz="3600" dirty="0">
                <a:solidFill>
                  <a:srgbClr val="003399"/>
                </a:solidFill>
                <a:latin typeface="Georgia" panose="02040502050405020303" pitchFamily="18" charset="0"/>
              </a:rPr>
            </a:br>
            <a:r>
              <a:rPr lang="en-GB" altLang="en-US" sz="3600" dirty="0">
                <a:solidFill>
                  <a:srgbClr val="003399"/>
                </a:solidFill>
                <a:latin typeface="Georgia" panose="02040502050405020303" pitchFamily="18" charset="0"/>
              </a:rPr>
              <a:t>Stack</a:t>
            </a:r>
            <a:r>
              <a:rPr lang="en-GB" altLang="en-US" sz="3600" baseline="50000" dirty="0">
                <a:solidFill>
                  <a:srgbClr val="003399"/>
                </a:solidFill>
              </a:rPr>
              <a:t/>
            </a:r>
            <a:br>
              <a:rPr lang="en-GB" altLang="en-US" sz="3600" baseline="50000" dirty="0">
                <a:solidFill>
                  <a:srgbClr val="003399"/>
                </a:solidFill>
              </a:rPr>
            </a:br>
            <a:endParaRPr lang="es-ES" altLang="en-US" sz="3600" dirty="0">
              <a:solidFill>
                <a:srgbClr val="003399"/>
              </a:solidFill>
              <a:latin typeface="Georgia" panose="02040502050405020303" pitchFamily="18" charset="0"/>
            </a:endParaRPr>
          </a:p>
        </p:txBody>
      </p:sp>
      <p:sp>
        <p:nvSpPr>
          <p:cNvPr id="6" name="Slide Number Placeholder 5"/>
          <p:cNvSpPr>
            <a:spLocks noGrp="1"/>
          </p:cNvSpPr>
          <p:nvPr>
            <p:ph type="sldNum" idx="12"/>
          </p:nvPr>
        </p:nvSpPr>
        <p:spPr/>
        <p:txBody>
          <a:bodyPr/>
          <a:lstStyle/>
          <a:p>
            <a:pPr>
              <a:defRPr/>
            </a:pPr>
            <a:fld id="{71B4BE5D-D4C9-A14A-A707-5B27380E2328}" type="slidenum">
              <a:rPr lang="en-GB" smtClean="0"/>
              <a:pPr>
                <a:defRPr/>
              </a:pPr>
              <a:t>1</a:t>
            </a:fld>
            <a:endParaRPr lang="en-GB" dirty="0"/>
          </a:p>
        </p:txBody>
      </p:sp>
      <p:sp>
        <p:nvSpPr>
          <p:cNvPr id="4" name="Date Placeholder 3"/>
          <p:cNvSpPr>
            <a:spLocks noGrp="1"/>
          </p:cNvSpPr>
          <p:nvPr>
            <p:ph type="dt" sz="quarter" idx="4294967295"/>
          </p:nvPr>
        </p:nvSpPr>
        <p:spPr>
          <a:xfrm>
            <a:off x="0" y="6337300"/>
            <a:ext cx="1473200" cy="365125"/>
          </a:xfrm>
        </p:spPr>
        <p:txBody>
          <a:bodyPr/>
          <a:lstStyle/>
          <a:p>
            <a:pPr>
              <a:defRPr/>
            </a:pPr>
            <a:fld id="{03F7D35D-8950-BF46-B66A-37F1FDD14F3C}" type="datetime3">
              <a:rPr lang="en-GB"/>
              <a:pPr>
                <a:defRPr/>
              </a:pPr>
              <a:t>26 July, 2025</a:t>
            </a:fld>
            <a:endParaRPr lang="en-GB" dirty="0"/>
          </a:p>
        </p:txBody>
      </p:sp>
      <p:sp>
        <p:nvSpPr>
          <p:cNvPr id="5" name="Footer Placeholder 4"/>
          <p:cNvSpPr>
            <a:spLocks noGrp="1"/>
          </p:cNvSpPr>
          <p:nvPr>
            <p:ph type="ftr" sz="quarter" idx="4294967295"/>
          </p:nvPr>
        </p:nvSpPr>
        <p:spPr>
          <a:xfrm>
            <a:off x="2900363" y="6337300"/>
            <a:ext cx="7005637" cy="365125"/>
          </a:xfrm>
        </p:spPr>
        <p:txBody>
          <a:bodyPr/>
          <a:lstStyle/>
          <a:p>
            <a:pPr>
              <a:defRPr/>
            </a:pPr>
            <a:r>
              <a:rPr lang="en-GB"/>
              <a:t>POWERPOINT PRESENTATION TEMPLATE GREEN</a:t>
            </a:r>
            <a:endParaRPr lang="en-GB" dirty="0"/>
          </a:p>
        </p:txBody>
      </p:sp>
      <p:sp>
        <p:nvSpPr>
          <p:cNvPr id="10" name="Rectangle 168"/>
          <p:cNvSpPr>
            <a:spLocks noChangeArrowheads="1"/>
          </p:cNvSpPr>
          <p:nvPr/>
        </p:nvSpPr>
        <p:spPr bwMode="auto">
          <a:xfrm>
            <a:off x="2385307" y="3720045"/>
            <a:ext cx="496855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000" b="1" dirty="0">
                <a:solidFill>
                  <a:schemeClr val="tx1"/>
                </a:solidFill>
              </a:rPr>
              <a:t>Karim </a:t>
            </a:r>
            <a:r>
              <a:rPr lang="es-UY" altLang="en-US" sz="2000" b="1" dirty="0" err="1">
                <a:solidFill>
                  <a:schemeClr val="tx1"/>
                </a:solidFill>
              </a:rPr>
              <a:t>Hammoud</a:t>
            </a:r>
            <a:r>
              <a:rPr lang="es-UY" altLang="en-US" sz="2000" b="1" dirty="0">
                <a:solidFill>
                  <a:schemeClr val="tx1"/>
                </a:solidFill>
              </a:rPr>
              <a:t> </a:t>
            </a:r>
            <a:r>
              <a:rPr lang="es-UY" altLang="en-US" sz="2000" b="1" dirty="0" err="1" smtClean="0">
                <a:solidFill>
                  <a:schemeClr val="tx1"/>
                </a:solidFill>
              </a:rPr>
              <a:t>Sadik</a:t>
            </a:r>
            <a:endParaRPr lang="es-UY" altLang="en-US" sz="2000" b="1" dirty="0">
              <a:solidFill>
                <a:schemeClr val="tx1"/>
              </a:solidFill>
            </a:endParaRPr>
          </a:p>
          <a:p>
            <a:r>
              <a:rPr lang="es-UY" altLang="en-US" sz="2000" b="1" dirty="0" err="1">
                <a:solidFill>
                  <a:schemeClr val="tx1"/>
                </a:solidFill>
              </a:rPr>
              <a:t>Lecture</a:t>
            </a:r>
            <a:r>
              <a:rPr lang="es-UY" altLang="en-US" sz="2000" b="1" dirty="0">
                <a:solidFill>
                  <a:schemeClr val="tx1"/>
                </a:solidFill>
              </a:rPr>
              <a:t> #2</a:t>
            </a:r>
            <a:endParaRPr lang="es-ES" altLang="en-US" sz="2000" b="1" dirty="0">
              <a:solidFill>
                <a:schemeClr val="tx1"/>
              </a:solidFill>
            </a:endParaRPr>
          </a:p>
        </p:txBody>
      </p:sp>
      <p:pic>
        <p:nvPicPr>
          <p:cNvPr id="11" name="object 3"/>
          <p:cNvPicPr/>
          <p:nvPr/>
        </p:nvPicPr>
        <p:blipFill>
          <a:blip r:embed="rId2" cstate="print"/>
          <a:stretch>
            <a:fillRect/>
          </a:stretch>
        </p:blipFill>
        <p:spPr>
          <a:xfrm>
            <a:off x="369082" y="4132112"/>
            <a:ext cx="1224136" cy="2016647"/>
          </a:xfrm>
          <a:prstGeom prst="rect">
            <a:avLst/>
          </a:prstGeom>
        </p:spPr>
      </p:pic>
      <p:pic>
        <p:nvPicPr>
          <p:cNvPr id="12" name="object 5"/>
          <p:cNvPicPr/>
          <p:nvPr/>
        </p:nvPicPr>
        <p:blipFill>
          <a:blip r:embed="rId3" cstate="print"/>
          <a:stretch>
            <a:fillRect/>
          </a:stretch>
        </p:blipFill>
        <p:spPr>
          <a:xfrm>
            <a:off x="5121611" y="4622796"/>
            <a:ext cx="1367255" cy="1347872"/>
          </a:xfrm>
          <a:prstGeom prst="rect">
            <a:avLst/>
          </a:prstGeom>
        </p:spPr>
      </p:pic>
      <p:sp>
        <p:nvSpPr>
          <p:cNvPr id="13" name="object 2"/>
          <p:cNvSpPr txBox="1">
            <a:spLocks/>
          </p:cNvSpPr>
          <p:nvPr/>
        </p:nvSpPr>
        <p:spPr bwMode="auto">
          <a:xfrm>
            <a:off x="5121609" y="6042039"/>
            <a:ext cx="162525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b" anchorCtr="0" compatLnSpc="1">
            <a:prstTxWarp prst="textNoShape">
              <a:avLst/>
            </a:prstTxWarp>
            <a:spAutoFit/>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marL="12700">
              <a:spcBef>
                <a:spcPts val="100"/>
              </a:spcBef>
            </a:pPr>
            <a:r>
              <a:rPr lang="en-GB" sz="1600" b="1" dirty="0">
                <a:solidFill>
                  <a:srgbClr val="7030A0"/>
                </a:solidFill>
              </a:rPr>
              <a:t>Android</a:t>
            </a:r>
            <a:r>
              <a:rPr lang="en-GB" sz="1600" b="1" spc="-155" dirty="0">
                <a:solidFill>
                  <a:srgbClr val="7030A0"/>
                </a:solidFill>
              </a:rPr>
              <a:t> </a:t>
            </a:r>
            <a:r>
              <a:rPr lang="en-GB" sz="1600" b="1" dirty="0">
                <a:solidFill>
                  <a:srgbClr val="7030A0"/>
                </a:solidFill>
              </a:rPr>
              <a:t>Studio</a:t>
            </a:r>
            <a:endParaRPr lang="en-GB" sz="1600" b="1" spc="-100" dirty="0">
              <a:solidFill>
                <a:srgbClr val="7030A0"/>
              </a:solidFill>
            </a:endParaRPr>
          </a:p>
        </p:txBody>
      </p:sp>
      <p:pic>
        <p:nvPicPr>
          <p:cNvPr id="14" name="Picture 13"/>
          <p:cNvPicPr>
            <a:picLocks noChangeAspect="1"/>
          </p:cNvPicPr>
          <p:nvPr/>
        </p:nvPicPr>
        <p:blipFill>
          <a:blip r:embed="rId4"/>
          <a:stretch>
            <a:fillRect/>
          </a:stretch>
        </p:blipFill>
        <p:spPr>
          <a:xfrm rot="1901369">
            <a:off x="2743894" y="4586026"/>
            <a:ext cx="864097" cy="1610469"/>
          </a:xfrm>
          <a:prstGeom prst="rect">
            <a:avLst/>
          </a:prstGeom>
        </p:spPr>
      </p:pic>
      <p:pic>
        <p:nvPicPr>
          <p:cNvPr id="15" name="Picture 2" descr="Android framework details"/>
          <p:cNvPicPr>
            <a:picLocks noChangeAspect="1" noChangeArrowheads="1"/>
          </p:cNvPicPr>
          <p:nvPr/>
        </p:nvPicPr>
        <p:blipFill>
          <a:blip r:embed="rId5" cstate="email">
            <a:extLst>
              <a:ext uri="{28A0092B-C50C-407E-A947-70E740481C1C}">
                <a14:useLocalDpi xmlns:a14="http://schemas.microsoft.com/office/drawing/2010/main" val="0"/>
              </a:ext>
            </a:extLst>
          </a:blip>
          <a:srcRect l="21053" r="41013"/>
          <a:stretch>
            <a:fillRect/>
          </a:stretch>
        </p:blipFill>
        <p:spPr bwMode="auto">
          <a:xfrm>
            <a:off x="7497873" y="3556047"/>
            <a:ext cx="1648200" cy="2806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42"/>
          <p:cNvSpPr txBox="1">
            <a:spLocks noGrp="1"/>
          </p:cNvSpPr>
          <p:nvPr>
            <p:ph type="title"/>
          </p:nvPr>
        </p:nvSpPr>
        <p:spPr>
          <a:xfrm>
            <a:off x="65279" y="235244"/>
            <a:ext cx="9379175" cy="620425"/>
          </a:xfrm>
          <a:prstGeom prst="rect">
            <a:avLst/>
          </a:prstGeom>
        </p:spPr>
        <p:txBody>
          <a:bodyPr spcFirstLastPara="1" vert="horz" wrap="square" lIns="99044" tIns="99044" rIns="99044" bIns="99044" numCol="1" anchor="t" anchorCtr="0" compatLnSpc="1">
            <a:prstTxWarp prst="textNoShape">
              <a:avLst/>
            </a:prstTxWarp>
            <a:noAutofit/>
          </a:bodyPr>
          <a:lstStyle/>
          <a:p>
            <a:pPr>
              <a:buClr>
                <a:srgbClr val="000000"/>
              </a:buClr>
              <a:buSzPts val="1100"/>
            </a:pPr>
            <a:r>
              <a:rPr lang="en" dirty="0">
                <a:solidFill>
                  <a:srgbClr val="FFFFFF"/>
                </a:solidFill>
              </a:rPr>
              <a:t>Contents</a:t>
            </a:r>
            <a:endParaRPr dirty="0">
              <a:solidFill>
                <a:srgbClr val="FFFFFF"/>
              </a:solidFill>
            </a:endParaRPr>
          </a:p>
        </p:txBody>
      </p:sp>
      <p:sp>
        <p:nvSpPr>
          <p:cNvPr id="226" name="Google Shape;226;p42"/>
          <p:cNvSpPr txBox="1">
            <a:spLocks noGrp="1"/>
          </p:cNvSpPr>
          <p:nvPr>
            <p:ph type="body" idx="1"/>
          </p:nvPr>
        </p:nvSpPr>
        <p:spPr>
          <a:xfrm>
            <a:off x="82500" y="1452895"/>
            <a:ext cx="9551020" cy="3701100"/>
          </a:xfrm>
          <a:prstGeom prst="rect">
            <a:avLst/>
          </a:prstGeom>
        </p:spPr>
        <p:txBody>
          <a:bodyPr spcFirstLastPara="1" vert="horz" wrap="square" lIns="99044" tIns="99044" rIns="99044" bIns="99044" numCol="1" anchor="t" anchorCtr="0" compatLnSpc="1">
            <a:prstTxWarp prst="textNoShape">
              <a:avLst/>
            </a:prstTxWarp>
            <a:noAutofit/>
          </a:bodyPr>
          <a:lstStyle/>
          <a:p>
            <a:pPr>
              <a:buChar char="●"/>
            </a:pPr>
            <a:r>
              <a:rPr lang="en-GB" dirty="0" smtClean="0"/>
              <a:t>This </a:t>
            </a:r>
            <a:r>
              <a:rPr lang="en-GB" dirty="0"/>
              <a:t>week's lecture will cover an overview of the mobile application types, advantages and disadvantages, and an introduction to the Android software stack. </a:t>
            </a:r>
            <a:endParaRPr lang="en-GB" dirty="0" smtClean="0"/>
          </a:p>
          <a:p>
            <a:pPr>
              <a:buChar char="●"/>
            </a:pPr>
            <a:r>
              <a:rPr lang="en-GB" dirty="0" smtClean="0"/>
              <a:t>The </a:t>
            </a:r>
            <a:r>
              <a:rPr lang="en-GB" dirty="0"/>
              <a:t>lab activity will focus on the installation of Android studio on your personal devices, and walk through the studio environment. </a:t>
            </a:r>
            <a:endParaRPr dirty="0"/>
          </a:p>
        </p:txBody>
      </p:sp>
      <p:sp>
        <p:nvSpPr>
          <p:cNvPr id="227" name="Google Shape;227;p42"/>
          <p:cNvSpPr txBox="1">
            <a:spLocks noGrp="1"/>
          </p:cNvSpPr>
          <p:nvPr>
            <p:ph type="sldNum" idx="12"/>
          </p:nvPr>
        </p:nvSpPr>
        <p:spPr>
          <a:xfrm>
            <a:off x="9178496" y="5777306"/>
            <a:ext cx="594425" cy="426400"/>
          </a:xfrm>
          <a:prstGeom prst="rect">
            <a:avLst/>
          </a:prstGeom>
        </p:spPr>
        <p:txBody>
          <a:bodyPr spcFirstLastPara="1" vert="horz" wrap="square" lIns="99044" tIns="99044" rIns="99044" bIns="99044" rtlCol="0" anchor="ctr" anchorCtr="0">
            <a:noAutofit/>
          </a:bodyPr>
          <a:lstStyle/>
          <a:p>
            <a:pPr algn="r"/>
            <a:fld id="{00000000-1234-1234-1234-123412341234}" type="slidenum">
              <a:rPr lang="en"/>
              <a:pPr algn="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4" name="Google Shape;234;p43"/>
          <p:cNvSpPr txBox="1">
            <a:spLocks noGrp="1"/>
          </p:cNvSpPr>
          <p:nvPr>
            <p:ph type="sldNum" idx="12"/>
          </p:nvPr>
        </p:nvSpPr>
        <p:spPr>
          <a:xfrm>
            <a:off x="9261046" y="5777306"/>
            <a:ext cx="594425" cy="426400"/>
          </a:xfrm>
          <a:prstGeom prst="rect">
            <a:avLst/>
          </a:prstGeom>
        </p:spPr>
        <p:txBody>
          <a:bodyPr spcFirstLastPara="1" vert="horz" wrap="square" lIns="99044" tIns="99044" rIns="99044" bIns="99044" rtlCol="0" anchor="ctr" anchorCtr="0">
            <a:noAutofit/>
          </a:bodyPr>
          <a:lstStyle/>
          <a:p>
            <a:pPr algn="r"/>
            <a:fld id="{00000000-1234-1234-1234-123412341234}" type="slidenum">
              <a:rPr lang="en"/>
              <a:pPr algn="r"/>
              <a:t>3</a:t>
            </a:fld>
            <a:endParaRPr/>
          </a:p>
        </p:txBody>
      </p:sp>
      <p:sp>
        <p:nvSpPr>
          <p:cNvPr id="6" name="Title 1"/>
          <p:cNvSpPr txBox="1">
            <a:spLocks/>
          </p:cNvSpPr>
          <p:nvPr/>
        </p:nvSpPr>
        <p:spPr bwMode="auto">
          <a:xfrm>
            <a:off x="181077" y="34312"/>
            <a:ext cx="10515600"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spcFirstLastPara="1" vert="horz" wrap="square" lIns="91425" tIns="91425" rIns="91425" bIns="91425" numCol="1" anchor="t" anchorCtr="0" compatLnSpc="1">
            <a:prstTxWarp prst="textNoShape">
              <a:avLst/>
            </a:prstTxWarp>
            <a:noAutofit/>
          </a:bodyPr>
          <a:lstStyle>
            <a:lvl1pPr lvl="0" algn="l" rtl="0" eaLnBrk="1" fontAlgn="base" hangingPunct="1">
              <a:spcBef>
                <a:spcPts val="0"/>
              </a:spcBef>
              <a:spcAft>
                <a:spcPts val="0"/>
              </a:spcAft>
              <a:buClr>
                <a:srgbClr val="FAFAFA"/>
              </a:buClr>
              <a:buSzPts val="3600"/>
              <a:buNone/>
              <a:defRPr sz="3600" b="1" kern="1200">
                <a:solidFill>
                  <a:srgbClr val="FAFAFA"/>
                </a:solidFill>
                <a:latin typeface="Georgia" panose="02040502050405020303" pitchFamily="18" charset="0"/>
                <a:ea typeface="ＭＳ Ｐゴシック" charset="0"/>
                <a:cs typeface="ＭＳ Ｐゴシック" charset="0"/>
              </a:defRPr>
            </a:lvl1pPr>
            <a:lvl2pPr lvl="1"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2pPr>
            <a:lvl3pPr lvl="2"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3pPr>
            <a:lvl4pPr lvl="3"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4pPr>
            <a:lvl5pPr lvl="4"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5pPr>
            <a:lvl6pPr marL="457200" lvl="5"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6pPr>
            <a:lvl7pPr marL="914400" lvl="6"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7pPr>
            <a:lvl8pPr marL="1371600" lvl="7"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8pPr>
            <a:lvl9pPr marL="1828800" lvl="8"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9pPr>
          </a:lstStyle>
          <a:p>
            <a:r>
              <a:rPr lang="en-GB" altLang="en-US" dirty="0" smtClean="0"/>
              <a:t>Mobile Application Types</a:t>
            </a:r>
            <a:endParaRPr lang="en-GB" altLang="en-US" dirty="0"/>
          </a:p>
        </p:txBody>
      </p:sp>
      <p:pic>
        <p:nvPicPr>
          <p:cNvPr id="7" name="Picture 3" descr="https://s3.amazonaws.com/dfc-wiki/en/images/c/c2/Native_html5_hybrid.png"/>
          <p:cNvPicPr>
            <a:picLocks noChangeAspect="1" noChangeArrowheads="1"/>
          </p:cNvPicPr>
          <p:nvPr/>
        </p:nvPicPr>
        <p:blipFill>
          <a:blip r:embed="rId3" cstate="email">
            <a:extLst>
              <a:ext uri="{28A0092B-C50C-407E-A947-70E740481C1C}">
                <a14:useLocalDpi xmlns:a14="http://schemas.microsoft.com/office/drawing/2010/main" val="0"/>
              </a:ext>
            </a:extLst>
          </a:blip>
          <a:srcRect r="6567" b="7043"/>
          <a:stretch>
            <a:fillRect/>
          </a:stretch>
        </p:blipFill>
        <p:spPr bwMode="auto">
          <a:xfrm>
            <a:off x="3080792" y="1394163"/>
            <a:ext cx="4464496"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33520" y="4778045"/>
            <a:ext cx="9821951"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GB" altLang="en-US" sz="1800" dirty="0">
                <a:latin typeface="Georgia" panose="02040502050405020303" pitchFamily="18" charset="0"/>
              </a:rPr>
              <a:t>-Native apps are specific to a given mobile platform (iOS or Android) using the development tools and language that the respective platform supports (e.g., </a:t>
            </a:r>
            <a:r>
              <a:rPr lang="en-GB" altLang="en-US" sz="1800" dirty="0" err="1">
                <a:latin typeface="Georgia" panose="02040502050405020303" pitchFamily="18" charset="0"/>
              </a:rPr>
              <a:t>Xcode</a:t>
            </a:r>
            <a:r>
              <a:rPr lang="en-GB" altLang="en-US" sz="1800" dirty="0">
                <a:latin typeface="Georgia" panose="02040502050405020303" pitchFamily="18" charset="0"/>
              </a:rPr>
              <a:t> and Objective-C/Swift with iOS, Android Studio with Android). </a:t>
            </a:r>
          </a:p>
          <a:p>
            <a:pPr>
              <a:spcBef>
                <a:spcPct val="0"/>
              </a:spcBef>
              <a:buFontTx/>
              <a:buNone/>
            </a:pPr>
            <a:endParaRPr lang="en-GB" altLang="en-US" sz="1000" u="sng" dirty="0"/>
          </a:p>
          <a:p>
            <a:pPr>
              <a:spcBef>
                <a:spcPct val="0"/>
              </a:spcBef>
              <a:buFontTx/>
              <a:buNone/>
            </a:pPr>
            <a:r>
              <a:rPr lang="en-GB" altLang="en-US" sz="1800" dirty="0">
                <a:latin typeface="Georgia" panose="02040502050405020303" pitchFamily="18" charset="0"/>
              </a:rPr>
              <a:t>-They are developed specifically for one platform, and can take full advantage of all the device features </a:t>
            </a:r>
            <a:endParaRPr lang="en-GB" altLang="en-US" sz="1800" u="sng" dirty="0">
              <a:latin typeface="Georgia" panose="02040502050405020303" pitchFamily="18" charset="0"/>
            </a:endParaRPr>
          </a:p>
        </p:txBody>
      </p:sp>
      <p:sp>
        <p:nvSpPr>
          <p:cNvPr id="10" name="TextBox 9"/>
          <p:cNvSpPr txBox="1">
            <a:spLocks noChangeArrowheads="1"/>
          </p:cNvSpPr>
          <p:nvPr/>
        </p:nvSpPr>
        <p:spPr bwMode="auto">
          <a:xfrm>
            <a:off x="128464" y="4136881"/>
            <a:ext cx="19970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GB" altLang="en-US" sz="3600" b="1" u="sng" dirty="0">
                <a:solidFill>
                  <a:srgbClr val="003399"/>
                </a:solidFill>
                <a:latin typeface="Georgia" panose="02040502050405020303" pitchFamily="18" charset="0"/>
              </a:rPr>
              <a:t> Native</a:t>
            </a:r>
            <a:endParaRPr lang="en-US" altLang="en-US" sz="3600" b="1" u="sng" dirty="0">
              <a:solidFill>
                <a:srgbClr val="0033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6" name="Google Shape;246;p45"/>
          <p:cNvSpPr txBox="1">
            <a:spLocks noGrp="1"/>
          </p:cNvSpPr>
          <p:nvPr>
            <p:ph type="sldNum" idx="12"/>
          </p:nvPr>
        </p:nvSpPr>
        <p:spPr>
          <a:xfrm>
            <a:off x="9261046" y="5777306"/>
            <a:ext cx="594425" cy="426400"/>
          </a:xfrm>
          <a:prstGeom prst="rect">
            <a:avLst/>
          </a:prstGeom>
        </p:spPr>
        <p:txBody>
          <a:bodyPr spcFirstLastPara="1" vert="horz" wrap="square" lIns="99044" tIns="99044" rIns="99044" bIns="99044" rtlCol="0" anchor="ctr" anchorCtr="0">
            <a:noAutofit/>
          </a:bodyPr>
          <a:lstStyle/>
          <a:p>
            <a:pPr algn="r"/>
            <a:fld id="{00000000-1234-1234-1234-123412341234}" type="slidenum">
              <a:rPr lang="en"/>
              <a:pPr algn="r"/>
              <a:t>4</a:t>
            </a:fld>
            <a:endParaRPr/>
          </a:p>
        </p:txBody>
      </p:sp>
      <p:sp>
        <p:nvSpPr>
          <p:cNvPr id="5" name="TextBox 4"/>
          <p:cNvSpPr txBox="1"/>
          <p:nvPr/>
        </p:nvSpPr>
        <p:spPr>
          <a:xfrm>
            <a:off x="-87560" y="1196752"/>
            <a:ext cx="9943031" cy="5339923"/>
          </a:xfrm>
          <a:prstGeom prst="rect">
            <a:avLst/>
          </a:prstGeom>
          <a:noFill/>
        </p:spPr>
        <p:txBody>
          <a:bodyPr wrap="square">
            <a:spAutoFit/>
          </a:bodyPr>
          <a:lstStyle/>
          <a:p>
            <a:pPr marL="285744" indent="-285744">
              <a:buFont typeface="Arial" panose="020B0604020202020204" pitchFamily="34" charset="0"/>
              <a:buChar char="•"/>
              <a:defRPr/>
            </a:pPr>
            <a:r>
              <a:rPr lang="en-GB" sz="2000" dirty="0"/>
              <a:t>There are some things you get with native apps (advantages):</a:t>
            </a:r>
          </a:p>
          <a:p>
            <a:pPr>
              <a:defRPr/>
            </a:pPr>
            <a:endParaRPr lang="en-GB" sz="900" b="1" dirty="0"/>
          </a:p>
          <a:p>
            <a:pPr marL="742932" lvl="1" indent="-285744">
              <a:buFont typeface="Arial" panose="020B0604020202020204" pitchFamily="34" charset="0"/>
              <a:buChar char="•"/>
              <a:defRPr/>
            </a:pPr>
            <a:r>
              <a:rPr lang="en-GB" sz="1600" b="1" dirty="0"/>
              <a:t>Multi touch</a:t>
            </a:r>
            <a:r>
              <a:rPr lang="en-GB" sz="1600" dirty="0"/>
              <a:t> - double taps, pinch-spread, and other compound UI </a:t>
            </a:r>
            <a:r>
              <a:rPr lang="en-GB" sz="1600" dirty="0">
                <a:hlinkClick r:id="rId3"/>
              </a:rPr>
              <a:t>gestures</a:t>
            </a:r>
            <a:r>
              <a:rPr lang="en-GB" sz="1600" dirty="0"/>
              <a:t> </a:t>
            </a:r>
          </a:p>
          <a:p>
            <a:pPr marL="742932" lvl="1" indent="-285744">
              <a:buFont typeface="Arial" panose="020B0604020202020204" pitchFamily="34" charset="0"/>
              <a:buChar char="•"/>
              <a:defRPr/>
            </a:pPr>
            <a:endParaRPr lang="en-GB" sz="800" dirty="0"/>
          </a:p>
          <a:p>
            <a:pPr marL="742932" lvl="1" indent="-285744">
              <a:buFont typeface="Arial" panose="020B0604020202020204" pitchFamily="34" charset="0"/>
              <a:buChar char="•"/>
              <a:defRPr/>
            </a:pPr>
            <a:r>
              <a:rPr lang="en-GB" sz="1600" b="1" dirty="0"/>
              <a:t>Fast graphics API</a:t>
            </a:r>
            <a:r>
              <a:rPr lang="en-GB" sz="1600" dirty="0"/>
              <a:t> </a:t>
            </a:r>
            <a:r>
              <a:rPr lang="en-GB" sz="1600" b="1" dirty="0"/>
              <a:t>&amp; Fluid Animation- </a:t>
            </a:r>
            <a:r>
              <a:rPr lang="en-GB" sz="1600" dirty="0"/>
              <a:t>the native platform gives you the fastest graphics, and fast refresh for using a lot of data and require a fast refresh. This is especially important in gaming, highly interactive reporting, or intensely computational algorithms for transforming photos and sounds. </a:t>
            </a:r>
          </a:p>
          <a:p>
            <a:pPr marL="742932" lvl="1" indent="-285744">
              <a:buFont typeface="Arial" panose="020B0604020202020204" pitchFamily="34" charset="0"/>
              <a:buChar char="•"/>
              <a:defRPr/>
            </a:pPr>
            <a:endParaRPr lang="en-GB" sz="800" dirty="0"/>
          </a:p>
          <a:p>
            <a:pPr marL="742932" lvl="1" indent="-285744">
              <a:buFont typeface="Arial" panose="020B0604020202020204" pitchFamily="34" charset="0"/>
              <a:buChar char="•"/>
              <a:defRPr/>
            </a:pPr>
            <a:r>
              <a:rPr lang="en-GB" sz="1600" b="1" dirty="0"/>
              <a:t>Built-in components</a:t>
            </a:r>
            <a:r>
              <a:rPr lang="en-GB" sz="1600" dirty="0"/>
              <a:t> - The camera, address book, geolocation, and other features native to the device can be seamlessly integrated into mobile apps.</a:t>
            </a:r>
          </a:p>
          <a:p>
            <a:pPr lvl="1">
              <a:defRPr/>
            </a:pPr>
            <a:r>
              <a:rPr lang="en-GB" sz="1000" dirty="0"/>
              <a:t> </a:t>
            </a:r>
            <a:endParaRPr lang="en-GB" sz="800" dirty="0"/>
          </a:p>
          <a:p>
            <a:pPr marL="742932" lvl="1" indent="-285744">
              <a:buFont typeface="Arial" panose="020B0604020202020204" pitchFamily="34" charset="0"/>
              <a:buChar char="•"/>
              <a:defRPr/>
            </a:pPr>
            <a:r>
              <a:rPr lang="en-GB" sz="1600" b="1" dirty="0"/>
              <a:t>Ease of use</a:t>
            </a:r>
            <a:r>
              <a:rPr lang="en-GB" sz="1600" dirty="0"/>
              <a:t> - The native platform is what people are familiar to, and so when you add that familiarity with all of the native features they expect, you have an app that’s just plain easier to use (example - app bar and back button)</a:t>
            </a:r>
          </a:p>
          <a:p>
            <a:pPr marL="742932" lvl="1" indent="-285744">
              <a:buFont typeface="Arial" panose="020B0604020202020204" pitchFamily="34" charset="0"/>
              <a:buChar char="•"/>
              <a:defRPr/>
            </a:pPr>
            <a:r>
              <a:rPr lang="en-GB" sz="1600" b="1" dirty="0"/>
              <a:t>Documentation</a:t>
            </a:r>
            <a:r>
              <a:rPr lang="en-GB" sz="1600" dirty="0"/>
              <a:t> – it generally has better documentation.</a:t>
            </a:r>
          </a:p>
          <a:p>
            <a:pPr lvl="1">
              <a:defRPr/>
            </a:pPr>
            <a:r>
              <a:rPr lang="en-GB" sz="800" dirty="0"/>
              <a:t> </a:t>
            </a:r>
          </a:p>
          <a:p>
            <a:pPr marL="285744" indent="-285744">
              <a:buFont typeface="Arial" panose="020B0604020202020204" pitchFamily="34" charset="0"/>
              <a:buChar char="•"/>
              <a:defRPr/>
            </a:pPr>
            <a:r>
              <a:rPr lang="en-GB" sz="2000" dirty="0"/>
              <a:t>Subjective view on the potential pitfalls of native apps:</a:t>
            </a:r>
          </a:p>
          <a:p>
            <a:pPr marL="742932" lvl="1" indent="-285744">
              <a:buFont typeface="Arial" panose="020B0604020202020204" pitchFamily="34" charset="0"/>
              <a:buChar char="•"/>
              <a:defRPr/>
            </a:pPr>
            <a:r>
              <a:rPr lang="en-GB" sz="1600" dirty="0"/>
              <a:t>Native apps are more difficult to develop. Likewise, the level of experience required is higher than other development scenarios. </a:t>
            </a:r>
          </a:p>
          <a:p>
            <a:pPr marL="742932" lvl="1" indent="-285744">
              <a:buFont typeface="Arial" panose="020B0604020202020204" pitchFamily="34" charset="0"/>
              <a:buChar char="•"/>
              <a:defRPr/>
            </a:pPr>
            <a:r>
              <a:rPr lang="en-GB" sz="1600" dirty="0"/>
              <a:t>Longer development and testing cycles, after which the consumer typically must log into a store and download a new version to get the latest fix. </a:t>
            </a:r>
          </a:p>
          <a:p>
            <a:pPr marL="285744" indent="-285744">
              <a:buFont typeface="Arial" panose="020B0604020202020204" pitchFamily="34" charset="0"/>
              <a:buChar char="•"/>
              <a:defRPr/>
            </a:pPr>
            <a:r>
              <a:rPr lang="en-GB" sz="1600" dirty="0"/>
              <a:t>Industry advice: When going native, you’ll have to map out a cross-platform strategy. Consider which of the platforms you’ll target and the order in which you’ll publish them. </a:t>
            </a:r>
          </a:p>
        </p:txBody>
      </p:sp>
      <p:sp>
        <p:nvSpPr>
          <p:cNvPr id="6" name="Title 1"/>
          <p:cNvSpPr txBox="1">
            <a:spLocks/>
          </p:cNvSpPr>
          <p:nvPr/>
        </p:nvSpPr>
        <p:spPr bwMode="auto">
          <a:xfrm>
            <a:off x="560512" y="44624"/>
            <a:ext cx="8229600" cy="706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GB" altLang="en-US" sz="3600" b="1" dirty="0">
                <a:solidFill>
                  <a:schemeClr val="bg1"/>
                </a:solidFill>
                <a:latin typeface="Georgia" panose="02040502050405020303" pitchFamily="18" charset="0"/>
              </a:rPr>
              <a:t>Mobile Application Types : Native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5</a:t>
            </a:fld>
            <a:endParaRPr lang="en"/>
          </a:p>
        </p:txBody>
      </p:sp>
      <p:pic>
        <p:nvPicPr>
          <p:cNvPr id="5" name="Content Placeholder 7" descr="A picture containing diagram&#10;&#10;Description automatically generatedI"/>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00472" y="1548158"/>
            <a:ext cx="5275617" cy="39602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pic>
        <p:nvPicPr>
          <p:cNvPr id="6" name="Picture 5" descr="Graphical user interface, website&#10;&#10;Description automatically generate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777916" y="4121859"/>
            <a:ext cx="3995006" cy="2331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Graphical user interface, text, application&#10;&#10;Description automatically generated"/>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498193" y="885016"/>
            <a:ext cx="4407807" cy="294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1223465" y="-19392"/>
            <a:ext cx="8549456" cy="584775"/>
          </a:xfrm>
          <a:prstGeom prst="rect">
            <a:avLst/>
          </a:prstGeom>
          <a:noFill/>
        </p:spPr>
        <p:txBody>
          <a:bodyPr wrap="square" rtlCol="0">
            <a:spAutoFit/>
          </a:bodyPr>
          <a:lstStyle/>
          <a:p>
            <a:r>
              <a:rPr lang="en-GB" sz="3200" b="1" dirty="0">
                <a:solidFill>
                  <a:schemeClr val="bg1"/>
                </a:solidFill>
                <a:latin typeface="Georgia" panose="02040502050405020303" pitchFamily="18" charset="0"/>
              </a:rPr>
              <a:t>Native Mobile Application Framework</a:t>
            </a:r>
          </a:p>
        </p:txBody>
      </p:sp>
    </p:spTree>
    <p:extLst>
      <p:ext uri="{BB962C8B-B14F-4D97-AF65-F5344CB8AC3E}">
        <p14:creationId xmlns:p14="http://schemas.microsoft.com/office/powerpoint/2010/main" val="258601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6</a:t>
            </a:fld>
            <a:endParaRPr lang="en"/>
          </a:p>
        </p:txBody>
      </p:sp>
      <p:pic>
        <p:nvPicPr>
          <p:cNvPr id="5" name="Picture 3" descr="https://s3.amazonaws.com/dfc-wiki/en/images/c/c2/Native_html5_hybrid.png"/>
          <p:cNvPicPr>
            <a:picLocks noChangeAspect="1" noChangeArrowheads="1"/>
          </p:cNvPicPr>
          <p:nvPr/>
        </p:nvPicPr>
        <p:blipFill>
          <a:blip r:embed="rId2" cstate="email">
            <a:extLst>
              <a:ext uri="{28A0092B-C50C-407E-A947-70E740481C1C}">
                <a14:useLocalDpi xmlns:a14="http://schemas.microsoft.com/office/drawing/2010/main" val="0"/>
              </a:ext>
            </a:extLst>
          </a:blip>
          <a:srcRect r="6567" b="7043"/>
          <a:stretch>
            <a:fillRect/>
          </a:stretch>
        </p:blipFill>
        <p:spPr bwMode="auto">
          <a:xfrm>
            <a:off x="3296816" y="1430009"/>
            <a:ext cx="4023080" cy="3029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0" y="4583645"/>
            <a:ext cx="9633520" cy="1620700"/>
          </a:xfrm>
          <a:prstGeom prst="rect">
            <a:avLst/>
          </a:prstGeom>
          <a:noFill/>
        </p:spPr>
        <p:txBody>
          <a:bodyPr wrap="square">
            <a:spAutoFit/>
          </a:bodyPr>
          <a:lstStyle/>
          <a:p>
            <a:pPr marL="285744" indent="-285744">
              <a:buFont typeface="Arial" panose="020B0604020202020204" pitchFamily="34" charset="0"/>
              <a:buChar char="•"/>
              <a:defRPr/>
            </a:pPr>
            <a:r>
              <a:rPr lang="en-GB" sz="2133" dirty="0"/>
              <a:t>Hybrid apps make it possible to embed HTML5 apps inside a thin native container, combining the best (and worst) elements of native and HTML5 apps</a:t>
            </a:r>
          </a:p>
          <a:p>
            <a:pPr marL="285744" indent="-285744">
              <a:buFont typeface="Arial" panose="020B0604020202020204" pitchFamily="34" charset="0"/>
              <a:buChar char="•"/>
              <a:defRPr/>
            </a:pPr>
            <a:endParaRPr lang="en-GB" sz="1400" dirty="0"/>
          </a:p>
          <a:p>
            <a:pPr marL="285744" indent="-285744">
              <a:buFont typeface="Arial" panose="020B0604020202020204" pitchFamily="34" charset="0"/>
              <a:buChar char="•"/>
              <a:defRPr/>
            </a:pPr>
            <a:r>
              <a:rPr lang="en-GB" sz="2133" dirty="0"/>
              <a:t>Flutter, React and Ionic are examples popular container for creating hybrid mobile apps. Few others: Intel XDK, </a:t>
            </a:r>
            <a:r>
              <a:rPr lang="en-GB" sz="2133" dirty="0" err="1"/>
              <a:t>Phonegap</a:t>
            </a:r>
            <a:endParaRPr lang="en-GB" sz="2133" u="sng" dirty="0">
              <a:latin typeface="Lucida Sans Unicode" panose="020B0602030504020204" pitchFamily="34" charset="0"/>
              <a:cs typeface="Lucida Sans Unicode" panose="020B0602030504020204" pitchFamily="34" charset="0"/>
            </a:endParaRPr>
          </a:p>
        </p:txBody>
      </p:sp>
      <p:sp>
        <p:nvSpPr>
          <p:cNvPr id="7" name="Title 1"/>
          <p:cNvSpPr txBox="1">
            <a:spLocks/>
          </p:cNvSpPr>
          <p:nvPr/>
        </p:nvSpPr>
        <p:spPr bwMode="auto">
          <a:xfrm>
            <a:off x="919576" y="116632"/>
            <a:ext cx="8229600" cy="706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GB" altLang="en-US" sz="3600" b="1" dirty="0">
                <a:solidFill>
                  <a:schemeClr val="bg1"/>
                </a:solidFill>
                <a:latin typeface="Georgia" panose="02040502050405020303" pitchFamily="18" charset="0"/>
              </a:rPr>
              <a:t>Mobile Application Types</a:t>
            </a:r>
          </a:p>
        </p:txBody>
      </p:sp>
      <p:sp>
        <p:nvSpPr>
          <p:cNvPr id="8" name="TextBox 7"/>
          <p:cNvSpPr txBox="1">
            <a:spLocks noChangeArrowheads="1"/>
          </p:cNvSpPr>
          <p:nvPr/>
        </p:nvSpPr>
        <p:spPr bwMode="auto">
          <a:xfrm>
            <a:off x="115599" y="3937314"/>
            <a:ext cx="19970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GB" altLang="en-US" sz="3200" b="1" u="sng" dirty="0">
                <a:solidFill>
                  <a:srgbClr val="003399"/>
                </a:solidFill>
                <a:latin typeface="Georgia" panose="02040502050405020303" pitchFamily="18" charset="0"/>
              </a:rPr>
              <a:t> Hybrid</a:t>
            </a:r>
            <a:endParaRPr lang="en-US" altLang="en-US" sz="3200" b="1" u="sng" dirty="0">
              <a:solidFill>
                <a:srgbClr val="003399"/>
              </a:solidFill>
            </a:endParaRPr>
          </a:p>
        </p:txBody>
      </p:sp>
    </p:spTree>
    <p:extLst>
      <p:ext uri="{BB962C8B-B14F-4D97-AF65-F5344CB8AC3E}">
        <p14:creationId xmlns:p14="http://schemas.microsoft.com/office/powerpoint/2010/main" val="81076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7</a:t>
            </a:fld>
            <a:endParaRPr lang="en"/>
          </a:p>
        </p:txBody>
      </p:sp>
      <p:sp>
        <p:nvSpPr>
          <p:cNvPr id="5" name="TextBox 4"/>
          <p:cNvSpPr txBox="1"/>
          <p:nvPr/>
        </p:nvSpPr>
        <p:spPr>
          <a:xfrm>
            <a:off x="167270" y="1401881"/>
            <a:ext cx="9605652" cy="4555093"/>
          </a:xfrm>
          <a:prstGeom prst="rect">
            <a:avLst/>
          </a:prstGeom>
          <a:noFill/>
        </p:spPr>
        <p:txBody>
          <a:bodyPr wrap="square">
            <a:spAutoFit/>
          </a:bodyPr>
          <a:lstStyle/>
          <a:p>
            <a:pPr>
              <a:defRPr/>
            </a:pPr>
            <a:endParaRPr lang="en-GB" sz="1400" u="sng" dirty="0">
              <a:latin typeface="Lucida Sans Unicode" panose="020B0602030504020204" pitchFamily="34" charset="0"/>
              <a:cs typeface="Lucida Sans Unicode" panose="020B0602030504020204" pitchFamily="34" charset="0"/>
            </a:endParaRPr>
          </a:p>
          <a:p>
            <a:pPr marL="285744" indent="-285744">
              <a:buFont typeface="Arial" panose="020B0604020202020204" pitchFamily="34" charset="0"/>
              <a:buChar char="•"/>
              <a:defRPr/>
            </a:pPr>
            <a:r>
              <a:rPr lang="en-GB" sz="2000" b="1" dirty="0">
                <a:latin typeface="Georgia" panose="02040502050405020303" pitchFamily="18" charset="0"/>
              </a:rPr>
              <a:t>Main Advantage:</a:t>
            </a:r>
          </a:p>
          <a:p>
            <a:pPr marL="742932" lvl="1" indent="-285744">
              <a:buFont typeface="Arial" panose="020B0604020202020204" pitchFamily="34" charset="0"/>
              <a:buChar char="•"/>
              <a:defRPr/>
            </a:pPr>
            <a:r>
              <a:rPr lang="en-GB" sz="2000" dirty="0">
                <a:latin typeface="Georgia" panose="02040502050405020303" pitchFamily="18" charset="0"/>
              </a:rPr>
              <a:t>Existing web developers that have become gurus at optimizing JavaScript, pushing CSS to create beautiful layouts, and writing compliant HTML code that works on any platform can now create sophisticated mobile applications that don’t sacrifice the cool native capabilities. </a:t>
            </a:r>
          </a:p>
          <a:p>
            <a:pPr marL="742932" lvl="1" indent="-285744">
              <a:buFont typeface="Arial" panose="020B0604020202020204" pitchFamily="34" charset="0"/>
              <a:buChar char="•"/>
              <a:defRPr/>
            </a:pPr>
            <a:r>
              <a:rPr lang="en-GB" sz="2000" dirty="0">
                <a:latin typeface="Georgia" panose="02040502050405020303" pitchFamily="18" charset="0"/>
              </a:rPr>
              <a:t>Code base is re-usable between mobile platforms</a:t>
            </a:r>
          </a:p>
          <a:p>
            <a:pPr marL="742932" lvl="1" indent="-285744">
              <a:buFont typeface="Arial" panose="020B0604020202020204" pitchFamily="34" charset="0"/>
              <a:buChar char="•"/>
              <a:defRPr/>
            </a:pPr>
            <a:r>
              <a:rPr lang="en-GB" sz="2000" dirty="0">
                <a:latin typeface="Georgia" panose="02040502050405020303" pitchFamily="18" charset="0"/>
              </a:rPr>
              <a:t>Should result in lower development costs</a:t>
            </a:r>
          </a:p>
          <a:p>
            <a:pPr marL="742932" lvl="1" indent="-285744">
              <a:buFont typeface="Arial" panose="020B0604020202020204" pitchFamily="34" charset="0"/>
              <a:buChar char="•"/>
              <a:defRPr/>
            </a:pPr>
            <a:endParaRPr lang="en-GB" sz="1400" dirty="0"/>
          </a:p>
          <a:p>
            <a:pPr marL="285744" indent="-285744">
              <a:buFont typeface="Arial" panose="020B0604020202020204" pitchFamily="34" charset="0"/>
              <a:buChar char="•"/>
              <a:defRPr/>
            </a:pPr>
            <a:r>
              <a:rPr lang="en-GB" sz="2000" b="1" dirty="0">
                <a:latin typeface="Georgia" panose="02040502050405020303" pitchFamily="18" charset="0"/>
              </a:rPr>
              <a:t>Disadvantages:</a:t>
            </a:r>
          </a:p>
          <a:p>
            <a:pPr marL="742932" lvl="1" indent="-285744">
              <a:buFont typeface="Arial" panose="020B0604020202020204" pitchFamily="34" charset="0"/>
              <a:buChar char="•"/>
              <a:defRPr/>
            </a:pPr>
            <a:r>
              <a:rPr lang="en-GB" sz="2000" dirty="0">
                <a:latin typeface="Georgia" panose="02040502050405020303" pitchFamily="18" charset="0"/>
              </a:rPr>
              <a:t>native mobile apps provide a better user experience; hybrid apps do not </a:t>
            </a:r>
            <a:r>
              <a:rPr lang="en-GB" sz="2000" u="sng" dirty="0">
                <a:latin typeface="Georgia" panose="02040502050405020303" pitchFamily="18" charset="0"/>
              </a:rPr>
              <a:t>always</a:t>
            </a:r>
            <a:r>
              <a:rPr lang="en-GB" sz="2000" dirty="0">
                <a:latin typeface="Georgia" panose="02040502050405020303" pitchFamily="18" charset="0"/>
              </a:rPr>
              <a:t> look or feel as smooth and natural</a:t>
            </a:r>
          </a:p>
          <a:p>
            <a:pPr marL="742932" lvl="1" indent="-285744">
              <a:buFont typeface="Arial" panose="020B0604020202020204" pitchFamily="34" charset="0"/>
              <a:buChar char="•"/>
              <a:defRPr/>
            </a:pPr>
            <a:r>
              <a:rPr lang="en-GB" sz="2000" dirty="0">
                <a:latin typeface="Georgia" panose="02040502050405020303" pitchFamily="18" charset="0"/>
              </a:rPr>
              <a:t>they </a:t>
            </a:r>
            <a:r>
              <a:rPr lang="en-GB" sz="2000" u="sng" dirty="0">
                <a:latin typeface="Georgia" panose="02040502050405020303" pitchFamily="18" charset="0"/>
              </a:rPr>
              <a:t>can be</a:t>
            </a:r>
            <a:r>
              <a:rPr lang="en-GB" sz="2000" dirty="0">
                <a:latin typeface="Georgia" panose="02040502050405020303" pitchFamily="18" charset="0"/>
              </a:rPr>
              <a:t> slow! Can you guess why?</a:t>
            </a:r>
          </a:p>
          <a:p>
            <a:pPr marL="742932" lvl="1" indent="-285744">
              <a:buFont typeface="Arial" panose="020B0604020202020204" pitchFamily="34" charset="0"/>
              <a:buChar char="•"/>
              <a:defRPr/>
            </a:pPr>
            <a:endParaRPr lang="en-GB" sz="1400" dirty="0"/>
          </a:p>
          <a:p>
            <a:pPr marL="742932" lvl="1" indent="-285744">
              <a:buFont typeface="Arial" panose="020B0604020202020204" pitchFamily="34" charset="0"/>
              <a:buChar char="•"/>
              <a:defRPr/>
            </a:pPr>
            <a:endParaRPr lang="en-GB" sz="1400" dirty="0"/>
          </a:p>
          <a:p>
            <a:pPr>
              <a:defRPr/>
            </a:pPr>
            <a:endParaRPr lang="en-GB" sz="1400" dirty="0"/>
          </a:p>
        </p:txBody>
      </p:sp>
      <p:sp>
        <p:nvSpPr>
          <p:cNvPr id="6" name="Title 1"/>
          <p:cNvSpPr txBox="1">
            <a:spLocks/>
          </p:cNvSpPr>
          <p:nvPr/>
        </p:nvSpPr>
        <p:spPr bwMode="auto">
          <a:xfrm>
            <a:off x="948896" y="25765"/>
            <a:ext cx="8229600" cy="706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GB" altLang="en-US" sz="3600" b="1" dirty="0">
                <a:solidFill>
                  <a:schemeClr val="bg1"/>
                </a:solidFill>
                <a:latin typeface="Georgia" panose="02040502050405020303" pitchFamily="18" charset="0"/>
              </a:rPr>
              <a:t>Mobile Application Types : Hybrid</a:t>
            </a:r>
          </a:p>
        </p:txBody>
      </p:sp>
    </p:spTree>
    <p:extLst>
      <p:ext uri="{BB962C8B-B14F-4D97-AF65-F5344CB8AC3E}">
        <p14:creationId xmlns:p14="http://schemas.microsoft.com/office/powerpoint/2010/main" val="228904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8</a:t>
            </a:fld>
            <a:endParaRPr lang="en"/>
          </a:p>
        </p:txBody>
      </p:sp>
      <p:pic>
        <p:nvPicPr>
          <p:cNvPr id="5" name="Picture 3" descr="https://s3.amazonaws.com/dfc-wiki/en/images/c/c2/Native_html5_hybrid.png"/>
          <p:cNvPicPr>
            <a:picLocks noChangeAspect="1" noChangeArrowheads="1"/>
          </p:cNvPicPr>
          <p:nvPr/>
        </p:nvPicPr>
        <p:blipFill>
          <a:blip r:embed="rId2" cstate="email">
            <a:extLst>
              <a:ext uri="{28A0092B-C50C-407E-A947-70E740481C1C}">
                <a14:useLocalDpi xmlns:a14="http://schemas.microsoft.com/office/drawing/2010/main" val="0"/>
              </a:ext>
            </a:extLst>
          </a:blip>
          <a:srcRect r="6567" b="7043"/>
          <a:stretch>
            <a:fillRect/>
          </a:stretch>
        </p:blipFill>
        <p:spPr bwMode="auto">
          <a:xfrm>
            <a:off x="6249144" y="1568860"/>
            <a:ext cx="3533297" cy="3012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0" y="1700808"/>
            <a:ext cx="6157385" cy="1692386"/>
          </a:xfrm>
          <a:prstGeom prst="rect">
            <a:avLst/>
          </a:prstGeom>
          <a:noFill/>
        </p:spPr>
        <p:txBody>
          <a:bodyPr wrap="square">
            <a:spAutoFit/>
          </a:bodyPr>
          <a:lstStyle/>
          <a:p>
            <a:pPr marL="285744" indent="-285744">
              <a:buFont typeface="Arial" panose="020B0604020202020204" pitchFamily="34" charset="0"/>
              <a:buChar char="•"/>
              <a:defRPr/>
            </a:pPr>
            <a:r>
              <a:rPr lang="en-US" sz="1733" dirty="0"/>
              <a:t>Websites that are developed using responsive website design to work with mobile devices (e.g. HTML5, bootstrap UI) </a:t>
            </a:r>
          </a:p>
          <a:p>
            <a:pPr marL="285744" indent="-285744">
              <a:buFont typeface="Arial" panose="020B0604020202020204" pitchFamily="34" charset="0"/>
              <a:buChar char="•"/>
              <a:defRPr/>
            </a:pPr>
            <a:r>
              <a:rPr lang="en-GB" sz="1733" dirty="0"/>
              <a:t>An HTML5 mobile app is basically a web page, or series of web pages, that are designed to work on a tiny screen. </a:t>
            </a:r>
          </a:p>
          <a:p>
            <a:pPr marL="285744" indent="-285744">
              <a:buFont typeface="Arial" panose="020B0604020202020204" pitchFamily="34" charset="0"/>
              <a:buChar char="•"/>
              <a:defRPr/>
            </a:pPr>
            <a:r>
              <a:rPr lang="en-GB" sz="1733" dirty="0"/>
              <a:t>As such, HTML5 apps are device unsure and can be opened with any modern mobile browser. ("write-once-run-anywhere“)</a:t>
            </a:r>
            <a:endParaRPr lang="en-GB" sz="1733" u="sng" dirty="0">
              <a:latin typeface="Lucida Sans Unicode" panose="020B0602030504020204" pitchFamily="34" charset="0"/>
              <a:cs typeface="Lucida Sans Unicode" panose="020B0602030504020204" pitchFamily="34" charset="0"/>
            </a:endParaRPr>
          </a:p>
        </p:txBody>
      </p:sp>
      <p:sp>
        <p:nvSpPr>
          <p:cNvPr id="7" name="TextBox 6"/>
          <p:cNvSpPr txBox="1"/>
          <p:nvPr/>
        </p:nvSpPr>
        <p:spPr>
          <a:xfrm>
            <a:off x="-9888" y="3645024"/>
            <a:ext cx="6691080" cy="2308324"/>
          </a:xfrm>
          <a:prstGeom prst="rect">
            <a:avLst/>
          </a:prstGeom>
          <a:noFill/>
        </p:spPr>
        <p:txBody>
          <a:bodyPr wrap="square">
            <a:spAutoFit/>
          </a:bodyPr>
          <a:lstStyle/>
          <a:p>
            <a:pPr marL="285744" indent="-285744">
              <a:buFont typeface="Arial" panose="020B0604020202020204" pitchFamily="34" charset="0"/>
              <a:buChar char="•"/>
              <a:defRPr/>
            </a:pPr>
            <a:r>
              <a:rPr lang="en-GB" b="1" i="1" dirty="0"/>
              <a:t>Potential advantages </a:t>
            </a:r>
            <a:r>
              <a:rPr lang="en-GB" dirty="0"/>
              <a:t>are: Familiarity of technologies; ease of development; distribution and support is much easier than for native apps; </a:t>
            </a:r>
          </a:p>
          <a:p>
            <a:pPr marL="285744" indent="-285744">
              <a:buFont typeface="Arial" panose="020B0604020202020204" pitchFamily="34" charset="0"/>
              <a:buChar char="•"/>
              <a:defRPr/>
            </a:pPr>
            <a:r>
              <a:rPr lang="en-GB" b="1" i="1" dirty="0"/>
              <a:t>Downside</a:t>
            </a:r>
            <a:r>
              <a:rPr lang="en-GB" dirty="0"/>
              <a:t>: Every device have their own idea of what is ideal screen size; offline security and storage is complex compared to native apps; graphics and user interaction is not comparable to native; native functions such as camera, storage, accelerometer, gestures not available; </a:t>
            </a:r>
          </a:p>
        </p:txBody>
      </p:sp>
      <p:sp>
        <p:nvSpPr>
          <p:cNvPr id="8" name="Title 1"/>
          <p:cNvSpPr txBox="1">
            <a:spLocks/>
          </p:cNvSpPr>
          <p:nvPr/>
        </p:nvSpPr>
        <p:spPr bwMode="auto">
          <a:xfrm>
            <a:off x="632520" y="14896"/>
            <a:ext cx="8964488" cy="706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GB" altLang="en-US" sz="3600" b="1" dirty="0">
                <a:solidFill>
                  <a:schemeClr val="bg1"/>
                </a:solidFill>
                <a:latin typeface="Georgia" panose="02040502050405020303" pitchFamily="18" charset="0"/>
              </a:rPr>
              <a:t>Mobile Application Types : Web Apps</a:t>
            </a:r>
          </a:p>
        </p:txBody>
      </p:sp>
    </p:spTree>
    <p:extLst>
      <p:ext uri="{BB962C8B-B14F-4D97-AF65-F5344CB8AC3E}">
        <p14:creationId xmlns:p14="http://schemas.microsoft.com/office/powerpoint/2010/main" val="3187494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9</a:t>
            </a:fld>
            <a:endParaRPr lang="en"/>
          </a:p>
        </p:txBody>
      </p:sp>
      <p:sp>
        <p:nvSpPr>
          <p:cNvPr id="5" name="Rectangle 2"/>
          <p:cNvSpPr>
            <a:spLocks noGrp="1" noChangeArrowheads="1"/>
          </p:cNvSpPr>
          <p:nvPr>
            <p:ph type="title"/>
          </p:nvPr>
        </p:nvSpPr>
        <p:spPr>
          <a:xfrm>
            <a:off x="424687" y="211895"/>
            <a:ext cx="8432543" cy="682617"/>
          </a:xfrm>
        </p:spPr>
        <p:txBody>
          <a:bodyPr/>
          <a:lstStyle/>
          <a:p>
            <a:pPr algn="l"/>
            <a:r>
              <a:rPr lang="en-GB" altLang="en-US" sz="3600" dirty="0">
                <a:latin typeface="Georgia" panose="02040502050405020303" pitchFamily="18" charset="0"/>
              </a:rPr>
              <a:t>Examples	</a:t>
            </a:r>
            <a:endParaRPr lang="en-US" altLang="en-US" sz="3600" dirty="0">
              <a:latin typeface="Georgia" panose="02040502050405020303" pitchFamily="18" charset="0"/>
            </a:endParaRPr>
          </a:p>
        </p:txBody>
      </p:sp>
      <p:pic>
        <p:nvPicPr>
          <p:cNvPr id="6" name="Picture 2" descr="https://s3.amazonaws.com/media.nngroup.com/redactor/image007.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17296" y="2421274"/>
            <a:ext cx="2027072" cy="425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https://s3.amazonaws.com/media.nngroup.com/redactor/image009.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884611" y="2461858"/>
            <a:ext cx="2406138" cy="426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https://s3.amazonaws.com/media.nngroup.com/redactor/image011.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324445" y="2292084"/>
            <a:ext cx="210503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294859" y="1392754"/>
            <a:ext cx="3086732" cy="9233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gn="ctr">
              <a:defRPr/>
            </a:pPr>
            <a:r>
              <a:rPr lang="en-GB" sz="5400" b="1" dirty="0">
                <a:ln w="22225">
                  <a:solidFill>
                    <a:schemeClr val="accent2"/>
                  </a:solidFill>
                  <a:prstDash val="solid"/>
                </a:ln>
                <a:solidFill>
                  <a:schemeClr val="accent2">
                    <a:lumMod val="40000"/>
                    <a:lumOff val="60000"/>
                  </a:schemeClr>
                </a:solidFill>
              </a:rPr>
              <a:t>Android</a:t>
            </a:r>
          </a:p>
        </p:txBody>
      </p:sp>
      <p:sp>
        <p:nvSpPr>
          <p:cNvPr id="10" name="Rectangle 9"/>
          <p:cNvSpPr/>
          <p:nvPr/>
        </p:nvSpPr>
        <p:spPr>
          <a:xfrm>
            <a:off x="3452283" y="1416728"/>
            <a:ext cx="2292805" cy="923330"/>
          </a:xfrm>
          <a:prstGeom prst="rect">
            <a:avLst/>
          </a:prstGeom>
          <a:noFill/>
        </p:spPr>
        <p:txBody>
          <a:bodyPr wrap="square">
            <a:spAutoFit/>
          </a:bodyPr>
          <a:lstStyle/>
          <a:p>
            <a:pPr algn="ctr">
              <a:defRPr/>
            </a:pPr>
            <a:r>
              <a:rPr lang="en-GB" sz="5400" b="1" dirty="0">
                <a:ln w="22225">
                  <a:solidFill>
                    <a:schemeClr val="accent2"/>
                  </a:solidFill>
                  <a:prstDash val="solid"/>
                </a:ln>
                <a:solidFill>
                  <a:schemeClr val="accent2">
                    <a:lumMod val="40000"/>
                    <a:lumOff val="60000"/>
                  </a:schemeClr>
                </a:solidFill>
                <a:latin typeface="Calibri" charset="0"/>
                <a:ea typeface="MS PGothic" charset="-128"/>
              </a:rPr>
              <a:t>iOS</a:t>
            </a:r>
          </a:p>
        </p:txBody>
      </p:sp>
      <p:sp>
        <p:nvSpPr>
          <p:cNvPr id="11" name="Rectangle 10"/>
          <p:cNvSpPr/>
          <p:nvPr/>
        </p:nvSpPr>
        <p:spPr>
          <a:xfrm>
            <a:off x="6836411" y="1825617"/>
            <a:ext cx="3036133" cy="461665"/>
          </a:xfrm>
          <a:prstGeom prst="rect">
            <a:avLst/>
          </a:prstGeom>
          <a:noFill/>
        </p:spPr>
        <p:txBody>
          <a:bodyPr wrap="square">
            <a:spAutoFit/>
          </a:bodyPr>
          <a:lstStyle/>
          <a:p>
            <a:pPr algn="ctr">
              <a:defRPr/>
            </a:pPr>
            <a:r>
              <a:rPr lang="en-US" sz="2400" i="1" dirty="0" err="1">
                <a:latin typeface="Calibri" charset="0"/>
                <a:ea typeface="MS PGothic" charset="-128"/>
              </a:rPr>
              <a:t>m.walgreens.com</a:t>
            </a:r>
            <a:endParaRPr lang="en-GB" sz="2400" b="1" dirty="0">
              <a:ln w="22225">
                <a:solidFill>
                  <a:schemeClr val="accent2"/>
                </a:solidFill>
                <a:prstDash val="solid"/>
              </a:ln>
              <a:solidFill>
                <a:schemeClr val="accent2">
                  <a:lumMod val="40000"/>
                  <a:lumOff val="60000"/>
                </a:schemeClr>
              </a:solidFill>
              <a:latin typeface="Calibri" charset="0"/>
              <a:ea typeface="MS PGothic" charset="-128"/>
            </a:endParaRPr>
          </a:p>
        </p:txBody>
      </p:sp>
      <p:sp>
        <p:nvSpPr>
          <p:cNvPr id="12" name="Rectangle 11">
            <a:extLst>
              <a:ext uri="{FF2B5EF4-FFF2-40B4-BE49-F238E27FC236}">
                <a16:creationId xmlns:a16="http://schemas.microsoft.com/office/drawing/2014/main" id="{05EB9E52-E681-B267-6843-F37E29957C7C}"/>
              </a:ext>
            </a:extLst>
          </p:cNvPr>
          <p:cNvSpPr/>
          <p:nvPr/>
        </p:nvSpPr>
        <p:spPr>
          <a:xfrm>
            <a:off x="6290750" y="1129232"/>
            <a:ext cx="3837088" cy="923330"/>
          </a:xfrm>
          <a:prstGeom prst="rect">
            <a:avLst/>
          </a:prstGeom>
          <a:noFill/>
        </p:spPr>
        <p:txBody>
          <a:bodyPr wrap="square">
            <a:spAutoFit/>
          </a:bodyPr>
          <a:lstStyle/>
          <a:p>
            <a:pPr algn="ctr">
              <a:defRPr/>
            </a:pPr>
            <a:r>
              <a:rPr lang="en-GB" sz="5400" b="1" dirty="0">
                <a:ln w="22225">
                  <a:solidFill>
                    <a:schemeClr val="accent2"/>
                  </a:solidFill>
                  <a:prstDash val="solid"/>
                </a:ln>
                <a:solidFill>
                  <a:schemeClr val="accent2">
                    <a:lumMod val="40000"/>
                    <a:lumOff val="60000"/>
                  </a:schemeClr>
                </a:solidFill>
                <a:latin typeface="Calibri" charset="0"/>
                <a:ea typeface="MS PGothic" charset="-128"/>
              </a:rPr>
              <a:t>Web App</a:t>
            </a:r>
          </a:p>
        </p:txBody>
      </p:sp>
    </p:spTree>
    <p:extLst>
      <p:ext uri="{BB962C8B-B14F-4D97-AF65-F5344CB8AC3E}">
        <p14:creationId xmlns:p14="http://schemas.microsoft.com/office/powerpoint/2010/main" val="369695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10</a:t>
            </a:fld>
            <a:endParaRPr lang="en"/>
          </a:p>
        </p:txBody>
      </p:sp>
      <p:sp>
        <p:nvSpPr>
          <p:cNvPr id="5" name="Rectangle 2"/>
          <p:cNvSpPr>
            <a:spLocks noGrp="1" noChangeArrowheads="1"/>
          </p:cNvSpPr>
          <p:nvPr>
            <p:ph type="title"/>
          </p:nvPr>
        </p:nvSpPr>
        <p:spPr>
          <a:xfrm>
            <a:off x="2144688" y="322117"/>
            <a:ext cx="5751709" cy="854550"/>
          </a:xfrm>
        </p:spPr>
        <p:txBody>
          <a:bodyPr/>
          <a:lstStyle/>
          <a:p>
            <a:r>
              <a:rPr lang="en-GB" altLang="en-US" sz="3600" dirty="0">
                <a:latin typeface="Georgia" panose="02040502050405020303" pitchFamily="18" charset="0"/>
              </a:rPr>
              <a:t>Industrial viewpoints</a:t>
            </a:r>
          </a:p>
        </p:txBody>
      </p:sp>
      <p:sp>
        <p:nvSpPr>
          <p:cNvPr id="6" name="Content Placeholder 2"/>
          <p:cNvSpPr txBox="1">
            <a:spLocks/>
          </p:cNvSpPr>
          <p:nvPr/>
        </p:nvSpPr>
        <p:spPr bwMode="auto">
          <a:xfrm>
            <a:off x="119745" y="1582555"/>
            <a:ext cx="5040559" cy="22330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rmAutofit fontScale="92500" lnSpcReduction="10000"/>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charset="0"/>
              <a:buNone/>
              <a:defRPr/>
            </a:pPr>
            <a:r>
              <a:rPr lang="en-GB" sz="1800" dirty="0" smtClean="0">
                <a:solidFill>
                  <a:srgbClr val="9E0F1D"/>
                </a:solidFill>
              </a:rPr>
              <a:t>“</a:t>
            </a:r>
            <a:r>
              <a:rPr lang="en-GB" sz="1800" i="1" dirty="0" smtClean="0">
                <a:solidFill>
                  <a:srgbClr val="9E0F1D"/>
                </a:solidFill>
                <a:latin typeface="+mn-lt"/>
              </a:rPr>
              <a:t>The biggest mistake we’ve made as a company is betting on HTML5 over native</a:t>
            </a:r>
            <a:r>
              <a:rPr lang="en-GB" sz="1800" dirty="0" smtClean="0">
                <a:solidFill>
                  <a:srgbClr val="9E0F1D"/>
                </a:solidFill>
                <a:latin typeface="+mn-lt"/>
              </a:rPr>
              <a:t>”, said Mark Zuckerberg at the TechCrunch Disrupt conference in San Francisco. He also stated about going completely native, “</a:t>
            </a:r>
            <a:r>
              <a:rPr lang="en-GB" sz="1800" i="1" dirty="0" smtClean="0">
                <a:solidFill>
                  <a:srgbClr val="9E0F1D"/>
                </a:solidFill>
                <a:latin typeface="+mn-lt"/>
              </a:rPr>
              <a:t>…we just couldn’t bet completely on it</a:t>
            </a:r>
            <a:r>
              <a:rPr lang="en-GB" sz="1800" dirty="0" smtClean="0">
                <a:solidFill>
                  <a:srgbClr val="9E0F1D"/>
                </a:solidFill>
                <a:latin typeface="+mn-lt"/>
              </a:rPr>
              <a:t>”. Mark Zuckerberg, Facebook</a:t>
            </a:r>
          </a:p>
          <a:p>
            <a:pPr marL="0" indent="0">
              <a:buFont typeface="Arial" charset="0"/>
              <a:buNone/>
              <a:defRPr/>
            </a:pPr>
            <a:endParaRPr lang="en-GB" sz="1800" dirty="0" smtClean="0">
              <a:solidFill>
                <a:srgbClr val="9E0F1D"/>
              </a:solidFill>
              <a:latin typeface="+mn-lt"/>
            </a:endParaRPr>
          </a:p>
          <a:p>
            <a:pPr marL="0" indent="0">
              <a:buFont typeface="Arial" charset="0"/>
              <a:buNone/>
              <a:defRPr/>
            </a:pPr>
            <a:r>
              <a:rPr lang="en-GB" sz="1800" dirty="0" smtClean="0">
                <a:solidFill>
                  <a:srgbClr val="9E0F1D"/>
                </a:solidFill>
                <a:latin typeface="+mn-lt"/>
              </a:rPr>
              <a:t>See here: http://techcrunch.com/2012/09/11/mark-zuckerberg-our-biggest-mistake-with-mobile-was-betting-too-much-on-html5/</a:t>
            </a:r>
            <a:endParaRPr lang="en-GB" sz="1800" dirty="0">
              <a:solidFill>
                <a:srgbClr val="9E0F1D"/>
              </a:solidFill>
              <a:latin typeface="+mn-lt"/>
            </a:endParaRPr>
          </a:p>
        </p:txBody>
      </p:sp>
      <p:sp>
        <p:nvSpPr>
          <p:cNvPr id="7" name="TextBox 6"/>
          <p:cNvSpPr txBox="1">
            <a:spLocks noChangeArrowheads="1"/>
          </p:cNvSpPr>
          <p:nvPr/>
        </p:nvSpPr>
        <p:spPr bwMode="auto">
          <a:xfrm>
            <a:off x="5241033" y="1582555"/>
            <a:ext cx="4824536"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GB" altLang="en-US" sz="1800" i="1" dirty="0">
                <a:solidFill>
                  <a:srgbClr val="00B050"/>
                </a:solidFill>
                <a:latin typeface="Calibri" panose="020F0502020204030204" pitchFamily="34" charset="0"/>
              </a:rPr>
              <a:t>Mobile development is a constantly moving target. Every six months, there’s a new mobile operating system, with unique features only accessible with native APIs. The containers bring those to hybrid apps soon thereafter, with the web making tremendous leaps every few years. (salesforce)</a:t>
            </a:r>
          </a:p>
        </p:txBody>
      </p:sp>
      <p:sp>
        <p:nvSpPr>
          <p:cNvPr id="8" name="Rectangle 7"/>
          <p:cNvSpPr>
            <a:spLocks noChangeArrowheads="1"/>
          </p:cNvSpPr>
          <p:nvPr/>
        </p:nvSpPr>
        <p:spPr bwMode="auto">
          <a:xfrm>
            <a:off x="128465" y="4149080"/>
            <a:ext cx="4464497"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GB" altLang="en-US" sz="1800" i="1" dirty="0">
                <a:solidFill>
                  <a:srgbClr val="0070C0"/>
                </a:solidFill>
                <a:latin typeface="Calibri" panose="020F0502020204030204" pitchFamily="34" charset="0"/>
              </a:rPr>
              <a:t>Regardless of whether you’re going to build a native or hybrid app, you should have a mobile version of your Web site. Mobile Web sites offer the largest immediate and instant reach of all the types of apps. </a:t>
            </a:r>
          </a:p>
          <a:p>
            <a:pPr>
              <a:spcBef>
                <a:spcPct val="0"/>
              </a:spcBef>
              <a:buFontTx/>
              <a:buNone/>
            </a:pPr>
            <a:r>
              <a:rPr lang="en-GB" altLang="en-US" sz="1800" i="1" dirty="0">
                <a:solidFill>
                  <a:srgbClr val="0070C0"/>
                </a:solidFill>
                <a:latin typeface="Calibri" panose="020F0502020204030204" pitchFamily="34" charset="0"/>
              </a:rPr>
              <a:t>(Rachel Appel, in Microsoft MSDN blog)</a:t>
            </a:r>
          </a:p>
        </p:txBody>
      </p:sp>
      <p:sp>
        <p:nvSpPr>
          <p:cNvPr id="9" name="Rectangle 8"/>
          <p:cNvSpPr>
            <a:spLocks noChangeArrowheads="1"/>
          </p:cNvSpPr>
          <p:nvPr/>
        </p:nvSpPr>
        <p:spPr bwMode="auto">
          <a:xfrm>
            <a:off x="4923019" y="3769440"/>
            <a:ext cx="514255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GB" altLang="en-US" sz="1800" i="1" dirty="0">
                <a:solidFill>
                  <a:srgbClr val="7030A0"/>
                </a:solidFill>
                <a:latin typeface="Calibri" panose="020F0502020204030204" pitchFamily="34" charset="0"/>
              </a:rPr>
              <a:t>“It would be nice to declare a winner here, but right now, there is no clear winner. Some apps are best suited for native and some are best suited for the web. …..hybrid apps, …may be the best compromise for some developers: web view where it's possible and platform-specific native components where it's not.” Michael </a:t>
            </a:r>
            <a:r>
              <a:rPr lang="en-GB" altLang="en-US" sz="1800" i="1" dirty="0" err="1">
                <a:solidFill>
                  <a:srgbClr val="7030A0"/>
                </a:solidFill>
                <a:latin typeface="Calibri" panose="020F0502020204030204" pitchFamily="34" charset="0"/>
              </a:rPr>
              <a:t>Mahemoff</a:t>
            </a:r>
            <a:endParaRPr lang="en-GB" altLang="en-US" sz="1800" i="1" dirty="0">
              <a:solidFill>
                <a:srgbClr val="7030A0"/>
              </a:solidFill>
              <a:latin typeface="Calibri" panose="020F0502020204030204" pitchFamily="34" charset="0"/>
            </a:endParaRPr>
          </a:p>
        </p:txBody>
      </p:sp>
    </p:spTree>
    <p:extLst>
      <p:ext uri="{BB962C8B-B14F-4D97-AF65-F5344CB8AC3E}">
        <p14:creationId xmlns:p14="http://schemas.microsoft.com/office/powerpoint/2010/main" val="190176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11</a:t>
            </a:fld>
            <a:endParaRPr lang="en"/>
          </a:p>
        </p:txBody>
      </p:sp>
      <p:sp>
        <p:nvSpPr>
          <p:cNvPr id="5" name="Title 6"/>
          <p:cNvSpPr txBox="1">
            <a:spLocks/>
          </p:cNvSpPr>
          <p:nvPr/>
        </p:nvSpPr>
        <p:spPr bwMode="auto">
          <a:xfrm>
            <a:off x="-133208" y="457874"/>
            <a:ext cx="9134880" cy="703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GB" altLang="en-US" sz="2400" b="1" dirty="0">
                <a:solidFill>
                  <a:schemeClr val="bg1"/>
                </a:solidFill>
                <a:latin typeface="Georgia" panose="02040502050405020303" pitchFamily="18" charset="0"/>
              </a:rPr>
              <a:t>Q: Which are the Top 3 Mobile Operating Systems*?  </a:t>
            </a:r>
            <a:br>
              <a:rPr lang="en-GB" altLang="en-US" sz="2400" b="1" dirty="0">
                <a:solidFill>
                  <a:schemeClr val="bg1"/>
                </a:solidFill>
                <a:latin typeface="Georgia" panose="02040502050405020303" pitchFamily="18" charset="0"/>
              </a:rPr>
            </a:br>
            <a:r>
              <a:rPr lang="en-GB" altLang="en-US" sz="2400" b="1" dirty="0">
                <a:solidFill>
                  <a:schemeClr val="bg1"/>
                </a:solidFill>
                <a:latin typeface="Georgia" panose="02040502050405020303" pitchFamily="18" charset="0"/>
              </a:rPr>
              <a:t/>
            </a:r>
            <a:br>
              <a:rPr lang="en-GB" altLang="en-US" sz="2400" b="1" dirty="0">
                <a:solidFill>
                  <a:schemeClr val="bg1"/>
                </a:solidFill>
                <a:latin typeface="Georgia" panose="02040502050405020303" pitchFamily="18" charset="0"/>
              </a:rPr>
            </a:br>
            <a:r>
              <a:rPr lang="en-GB" altLang="en-US" sz="1051" b="1" dirty="0">
                <a:solidFill>
                  <a:schemeClr val="bg1"/>
                </a:solidFill>
                <a:latin typeface="Georgia" panose="02040502050405020303" pitchFamily="18" charset="0"/>
              </a:rPr>
              <a:t>*as per worldwide market share</a:t>
            </a:r>
            <a:endParaRPr lang="en-GB" altLang="en-US" sz="2400" b="1" dirty="0">
              <a:solidFill>
                <a:schemeClr val="bg1"/>
              </a:solidFill>
              <a:latin typeface="Georgia" panose="02040502050405020303" pitchFamily="18" charset="0"/>
            </a:endParaRPr>
          </a:p>
        </p:txBody>
      </p:sp>
      <p:sp>
        <p:nvSpPr>
          <p:cNvPr id="6" name="TextBox 5"/>
          <p:cNvSpPr txBox="1"/>
          <p:nvPr/>
        </p:nvSpPr>
        <p:spPr>
          <a:xfrm>
            <a:off x="4262831" y="5406768"/>
            <a:ext cx="2598143" cy="223587"/>
          </a:xfrm>
          <a:prstGeom prst="rect">
            <a:avLst/>
          </a:prstGeom>
          <a:noFill/>
        </p:spPr>
        <p:txBody>
          <a:bodyPr wrap="square">
            <a:spAutoFit/>
          </a:bodyPr>
          <a:lstStyle/>
          <a:p>
            <a:pPr>
              <a:defRPr/>
            </a:pPr>
            <a:r>
              <a:rPr lang="en-GB" sz="853" dirty="0">
                <a:latin typeface="Lucida Sans Unicode" panose="020B0602030504020204" pitchFamily="34" charset="0"/>
                <a:cs typeface="Lucida Sans Unicode" panose="020B0602030504020204" pitchFamily="34" charset="0"/>
              </a:rPr>
              <a:t>Source: IDC (https://gs.statcounter.com)</a:t>
            </a:r>
          </a:p>
        </p:txBody>
      </p:sp>
      <p:pic>
        <p:nvPicPr>
          <p:cNvPr id="7" name="Picture 6"/>
          <p:cNvPicPr>
            <a:picLocks noChangeAspect="1"/>
          </p:cNvPicPr>
          <p:nvPr/>
        </p:nvPicPr>
        <p:blipFill>
          <a:blip r:embed="rId2"/>
          <a:stretch>
            <a:fillRect/>
          </a:stretch>
        </p:blipFill>
        <p:spPr>
          <a:xfrm>
            <a:off x="1369748" y="2492896"/>
            <a:ext cx="7797708" cy="860999"/>
          </a:xfrm>
          <a:prstGeom prst="rect">
            <a:avLst/>
          </a:prstGeom>
        </p:spPr>
      </p:pic>
      <p:pic>
        <p:nvPicPr>
          <p:cNvPr id="8" name="Picture 7"/>
          <p:cNvPicPr>
            <a:picLocks noChangeAspect="1"/>
          </p:cNvPicPr>
          <p:nvPr/>
        </p:nvPicPr>
        <p:blipFill>
          <a:blip r:embed="rId3"/>
          <a:stretch>
            <a:fillRect/>
          </a:stretch>
        </p:blipFill>
        <p:spPr>
          <a:xfrm>
            <a:off x="1367519" y="3751275"/>
            <a:ext cx="7797709" cy="860731"/>
          </a:xfrm>
          <a:prstGeom prst="rect">
            <a:avLst/>
          </a:prstGeom>
        </p:spPr>
      </p:pic>
    </p:spTree>
    <p:extLst>
      <p:ext uri="{BB962C8B-B14F-4D97-AF65-F5344CB8AC3E}">
        <p14:creationId xmlns:p14="http://schemas.microsoft.com/office/powerpoint/2010/main" val="115361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12</a:t>
            </a:fld>
            <a:endParaRPr lang="en"/>
          </a:p>
        </p:txBody>
      </p:sp>
      <p:sp>
        <p:nvSpPr>
          <p:cNvPr id="5" name="Title 1"/>
          <p:cNvSpPr>
            <a:spLocks noGrp="1"/>
          </p:cNvSpPr>
          <p:nvPr>
            <p:ph type="title"/>
          </p:nvPr>
        </p:nvSpPr>
        <p:spPr>
          <a:xfrm>
            <a:off x="1055608" y="2780928"/>
            <a:ext cx="8420100" cy="1362075"/>
          </a:xfrm>
        </p:spPr>
        <p:txBody>
          <a:bodyPr/>
          <a:lstStyle/>
          <a:p>
            <a:r>
              <a:rPr lang="en-GB" altLang="en-US" sz="3600" dirty="0">
                <a:solidFill>
                  <a:srgbClr val="00B0F0"/>
                </a:solidFill>
              </a:rPr>
              <a:t>Discussion: Success of Android</a:t>
            </a:r>
          </a:p>
        </p:txBody>
      </p:sp>
    </p:spTree>
    <p:extLst>
      <p:ext uri="{BB962C8B-B14F-4D97-AF65-F5344CB8AC3E}">
        <p14:creationId xmlns:p14="http://schemas.microsoft.com/office/powerpoint/2010/main" val="2486848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13</a:t>
            </a:fld>
            <a:endParaRPr lang="en"/>
          </a:p>
        </p:txBody>
      </p:sp>
      <p:sp>
        <p:nvSpPr>
          <p:cNvPr id="5" name="Content Placeholder 2"/>
          <p:cNvSpPr txBox="1">
            <a:spLocks/>
          </p:cNvSpPr>
          <p:nvPr/>
        </p:nvSpPr>
        <p:spPr bwMode="auto">
          <a:xfrm>
            <a:off x="69429" y="1268760"/>
            <a:ext cx="9500441" cy="44656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spcFirstLastPara="1" vert="horz" wrap="square" lIns="91425" tIns="91425" rIns="91425" bIns="91425" numCol="1" anchor="t" anchorCtr="0" compatLnSpc="1">
            <a:prstTxWarp prst="textNoShape">
              <a:avLst/>
            </a:prstTxWarp>
            <a:normAutofit fontScale="92500"/>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defRPr/>
            </a:pPr>
            <a:r>
              <a:rPr lang="en-GB" dirty="0" smtClean="0">
                <a:latin typeface="Georgia" panose="02040502050405020303" pitchFamily="18" charset="0"/>
              </a:rPr>
              <a:t>A Software Stack (OS) based on Linux Kernel; Google-led development</a:t>
            </a:r>
          </a:p>
          <a:p>
            <a:pPr>
              <a:defRPr/>
            </a:pPr>
            <a:r>
              <a:rPr lang="en-GB" dirty="0" smtClean="0">
                <a:latin typeface="Georgia" panose="02040502050405020303" pitchFamily="18" charset="0"/>
              </a:rPr>
              <a:t>Largest Install base - Powers hundred of millions of mobile devices in more than 190 countries around the world.</a:t>
            </a:r>
          </a:p>
          <a:p>
            <a:pPr>
              <a:defRPr/>
            </a:pPr>
            <a:r>
              <a:rPr lang="en-GB" dirty="0" smtClean="0">
                <a:latin typeface="Georgia" panose="02040502050405020303" pitchFamily="18" charset="0"/>
              </a:rPr>
              <a:t>Largest number of Apps/Download – Over 1 Million apps &amp; 50 Billion Downloads (July 2013) [1] </a:t>
            </a:r>
          </a:p>
          <a:p>
            <a:pPr>
              <a:defRPr/>
            </a:pPr>
            <a:r>
              <a:rPr lang="en-GB" dirty="0" smtClean="0">
                <a:latin typeface="Georgia" panose="02040502050405020303" pitchFamily="18" charset="0"/>
              </a:rPr>
              <a:t>The largest installed base of any mobile platform and growing fast</a:t>
            </a:r>
          </a:p>
          <a:p>
            <a:pPr>
              <a:defRPr/>
            </a:pPr>
            <a:r>
              <a:rPr lang="en-GB" dirty="0" smtClean="0">
                <a:latin typeface="Georgia" panose="02040502050405020303" pitchFamily="18" charset="0"/>
              </a:rPr>
              <a:t>Android’s openness has made it a favourite for consumers and developers alike, driving strong growth in app consumption.</a:t>
            </a:r>
            <a:endParaRPr lang="en-GB" dirty="0">
              <a:latin typeface="Georgia" panose="02040502050405020303" pitchFamily="18" charset="0"/>
            </a:endParaRPr>
          </a:p>
        </p:txBody>
      </p:sp>
      <p:sp>
        <p:nvSpPr>
          <p:cNvPr id="6" name="TextBox 5"/>
          <p:cNvSpPr txBox="1"/>
          <p:nvPr/>
        </p:nvSpPr>
        <p:spPr>
          <a:xfrm>
            <a:off x="344488" y="5949280"/>
            <a:ext cx="8950325" cy="267637"/>
          </a:xfrm>
          <a:prstGeom prst="rect">
            <a:avLst/>
          </a:prstGeom>
          <a:noFill/>
        </p:spPr>
        <p:txBody>
          <a:bodyPr>
            <a:spAutoFit/>
          </a:bodyPr>
          <a:lstStyle/>
          <a:p>
            <a:pPr>
              <a:defRPr/>
            </a:pPr>
            <a:r>
              <a:rPr lang="en-GB" sz="1139" dirty="0"/>
              <a:t>[1] http://www.phonearena.com/news/Androids-Google-Play-beats-App-Store-with-over-1-million-apps-now-officially-largest_id45680</a:t>
            </a:r>
          </a:p>
        </p:txBody>
      </p:sp>
      <p:sp>
        <p:nvSpPr>
          <p:cNvPr id="7" name="Title 1"/>
          <p:cNvSpPr>
            <a:spLocks noGrp="1"/>
          </p:cNvSpPr>
          <p:nvPr>
            <p:ph type="title"/>
          </p:nvPr>
        </p:nvSpPr>
        <p:spPr>
          <a:xfrm>
            <a:off x="1798925" y="108941"/>
            <a:ext cx="8485188" cy="781051"/>
          </a:xfrm>
        </p:spPr>
        <p:txBody>
          <a:bodyPr/>
          <a:lstStyle/>
          <a:p>
            <a:r>
              <a:rPr lang="en-GB" altLang="en-US" sz="3600" dirty="0">
                <a:latin typeface="Georgia" panose="02040502050405020303" pitchFamily="18" charset="0"/>
              </a:rPr>
              <a:t>Android – in numbers</a:t>
            </a:r>
          </a:p>
        </p:txBody>
      </p:sp>
    </p:spTree>
    <p:extLst>
      <p:ext uri="{BB962C8B-B14F-4D97-AF65-F5344CB8AC3E}">
        <p14:creationId xmlns:p14="http://schemas.microsoft.com/office/powerpoint/2010/main" val="129863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14</a:t>
            </a:fld>
            <a:endParaRPr lang="en"/>
          </a:p>
        </p:txBody>
      </p:sp>
      <p:sp>
        <p:nvSpPr>
          <p:cNvPr id="5" name="Title 1"/>
          <p:cNvSpPr>
            <a:spLocks noGrp="1"/>
          </p:cNvSpPr>
          <p:nvPr>
            <p:ph type="title"/>
          </p:nvPr>
        </p:nvSpPr>
        <p:spPr>
          <a:xfrm>
            <a:off x="1784648" y="145814"/>
            <a:ext cx="6821407" cy="781051"/>
          </a:xfrm>
        </p:spPr>
        <p:txBody>
          <a:bodyPr/>
          <a:lstStyle/>
          <a:p>
            <a:r>
              <a:rPr lang="en-GB" altLang="en-US" sz="3600" dirty="0">
                <a:latin typeface="Georgia" panose="02040502050405020303" pitchFamily="18" charset="0"/>
              </a:rPr>
              <a:t>History of Android</a:t>
            </a:r>
          </a:p>
        </p:txBody>
      </p:sp>
      <p:sp>
        <p:nvSpPr>
          <p:cNvPr id="6" name="Content Placeholder 2"/>
          <p:cNvSpPr txBox="1">
            <a:spLocks/>
          </p:cNvSpPr>
          <p:nvPr/>
        </p:nvSpPr>
        <p:spPr bwMode="auto">
          <a:xfrm>
            <a:off x="290510" y="1050298"/>
            <a:ext cx="8982970" cy="47549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defRPr/>
            </a:pPr>
            <a:r>
              <a:rPr lang="en-GB" dirty="0" smtClean="0">
                <a:latin typeface="Georgia" panose="02040502050405020303" pitchFamily="18" charset="0"/>
              </a:rPr>
              <a:t>Android was originated by a group of companies known as the Open Handset Alliance, led by Google. </a:t>
            </a:r>
          </a:p>
          <a:p>
            <a:pPr>
              <a:defRPr/>
            </a:pPr>
            <a:r>
              <a:rPr lang="en-GB" dirty="0" smtClean="0">
                <a:latin typeface="Georgia" panose="02040502050405020303" pitchFamily="18" charset="0"/>
              </a:rPr>
              <a:t>Today, many companies -- both original members of the OHA and others -- have invested heavily in Android. These companies have allocated significant engineering resources to improve Android and bring Android devices to market.</a:t>
            </a:r>
            <a:br>
              <a:rPr lang="en-GB" dirty="0" smtClean="0">
                <a:latin typeface="Georgia" panose="02040502050405020303" pitchFamily="18" charset="0"/>
              </a:rPr>
            </a:br>
            <a:endParaRPr lang="en-GB" dirty="0" smtClean="0">
              <a:latin typeface="Georgia" panose="02040502050405020303" pitchFamily="18" charset="0"/>
            </a:endParaRPr>
          </a:p>
          <a:p>
            <a:pPr marL="0" indent="0">
              <a:buFont typeface="Arial" charset="0"/>
              <a:buNone/>
              <a:defRPr/>
            </a:pPr>
            <a:r>
              <a:rPr lang="en-GB" dirty="0" smtClean="0">
                <a:latin typeface="Georgia" panose="02040502050405020303" pitchFamily="18" charset="0"/>
              </a:rPr>
              <a:t>More Details at : </a:t>
            </a:r>
          </a:p>
          <a:p>
            <a:pPr marL="0" indent="0">
              <a:buFont typeface="Arial" charset="0"/>
              <a:buNone/>
              <a:defRPr/>
            </a:pPr>
            <a:r>
              <a:rPr lang="en-GB" sz="1400" dirty="0" smtClean="0">
                <a:hlinkClick r:id="rId2"/>
              </a:rPr>
              <a:t>https://source.android.com/source/index.html</a:t>
            </a:r>
            <a:r>
              <a:rPr lang="en-GB" sz="1400" dirty="0" smtClean="0"/>
              <a:t> </a:t>
            </a:r>
          </a:p>
          <a:p>
            <a:pPr marL="0" indent="0">
              <a:buFont typeface="Arial" charset="0"/>
              <a:buNone/>
              <a:defRPr/>
            </a:pPr>
            <a:r>
              <a:rPr lang="en-GB" sz="1400" dirty="0" smtClean="0">
                <a:hlinkClick r:id="rId3"/>
              </a:rPr>
              <a:t>https://source.android.com/docs/setup</a:t>
            </a:r>
            <a:r>
              <a:rPr lang="en-GB" sz="1400" dirty="0" smtClean="0"/>
              <a:t> </a:t>
            </a:r>
            <a:endParaRPr lang="en-GB" sz="1400" dirty="0"/>
          </a:p>
        </p:txBody>
      </p:sp>
    </p:spTree>
    <p:extLst>
      <p:ext uri="{BB962C8B-B14F-4D97-AF65-F5344CB8AC3E}">
        <p14:creationId xmlns:p14="http://schemas.microsoft.com/office/powerpoint/2010/main" val="2966029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15</a:t>
            </a:fld>
            <a:endParaRPr lang="en"/>
          </a:p>
        </p:txBody>
      </p:sp>
      <p:sp>
        <p:nvSpPr>
          <p:cNvPr id="5" name="object 2"/>
          <p:cNvSpPr txBox="1">
            <a:spLocks noGrp="1"/>
          </p:cNvSpPr>
          <p:nvPr>
            <p:ph type="title"/>
          </p:nvPr>
        </p:nvSpPr>
        <p:spPr>
          <a:xfrm>
            <a:off x="1953776" y="188640"/>
            <a:ext cx="8229600" cy="524246"/>
          </a:xfrm>
          <a:prstGeom prst="rect">
            <a:avLst/>
          </a:prstGeom>
        </p:spPr>
        <p:txBody>
          <a:bodyPr spcFirstLastPara="1" vert="horz" wrap="square" lIns="0" tIns="12700" rIns="0" bIns="0" rtlCol="0" anchor="t" anchorCtr="0">
            <a:spAutoFit/>
          </a:bodyPr>
          <a:lstStyle/>
          <a:p>
            <a:pPr marL="12700">
              <a:spcBef>
                <a:spcPts val="100"/>
              </a:spcBef>
            </a:pPr>
            <a:r>
              <a:rPr lang="en-GB" sz="3600" spc="-140" dirty="0">
                <a:latin typeface="Georgia" panose="02040502050405020303" pitchFamily="18" charset="0"/>
              </a:rPr>
              <a:t>Operating Systems</a:t>
            </a:r>
            <a:endParaRPr sz="3600" spc="-11" dirty="0">
              <a:latin typeface="Georgia" panose="02040502050405020303" pitchFamily="18" charset="0"/>
            </a:endParaRPr>
          </a:p>
        </p:txBody>
      </p:sp>
      <p:sp>
        <p:nvSpPr>
          <p:cNvPr id="6" name="TextBox 5">
            <a:extLst>
              <a:ext uri="{FF2B5EF4-FFF2-40B4-BE49-F238E27FC236}">
                <a16:creationId xmlns:a16="http://schemas.microsoft.com/office/drawing/2014/main" id="{B5B0C4DC-F574-AAEA-1EB8-BFA82AD1AD7C}"/>
              </a:ext>
            </a:extLst>
          </p:cNvPr>
          <p:cNvSpPr txBox="1"/>
          <p:nvPr/>
        </p:nvSpPr>
        <p:spPr>
          <a:xfrm>
            <a:off x="-160320" y="1412776"/>
            <a:ext cx="9922752" cy="599523"/>
          </a:xfrm>
          <a:prstGeom prst="rect">
            <a:avLst/>
          </a:prstGeom>
          <a:noFill/>
        </p:spPr>
        <p:txBody>
          <a:bodyPr wrap="square">
            <a:spAutoFit/>
          </a:bodyPr>
          <a:lstStyle/>
          <a:p>
            <a:pPr marL="433060" marR="394325">
              <a:lnSpc>
                <a:spcPct val="102600"/>
              </a:lnSpc>
            </a:pPr>
            <a:r>
              <a:rPr lang="en-US" sz="1600" dirty="0">
                <a:solidFill>
                  <a:srgbClr val="202020"/>
                </a:solidFill>
                <a:latin typeface="Calibri"/>
                <a:cs typeface="Calibri"/>
              </a:rPr>
              <a:t>Different</a:t>
            </a:r>
            <a:r>
              <a:rPr lang="en-US" sz="1600" spc="191" dirty="0">
                <a:solidFill>
                  <a:srgbClr val="202020"/>
                </a:solidFill>
                <a:latin typeface="Calibri"/>
                <a:cs typeface="Calibri"/>
              </a:rPr>
              <a:t> </a:t>
            </a:r>
            <a:r>
              <a:rPr lang="en-US" sz="1600" dirty="0">
                <a:solidFill>
                  <a:srgbClr val="202020"/>
                </a:solidFill>
                <a:latin typeface="Calibri"/>
                <a:cs typeface="Calibri"/>
              </a:rPr>
              <a:t>OS</a:t>
            </a:r>
            <a:r>
              <a:rPr lang="en-US" sz="1600" spc="185" dirty="0">
                <a:solidFill>
                  <a:srgbClr val="202020"/>
                </a:solidFill>
                <a:latin typeface="Calibri"/>
                <a:cs typeface="Calibri"/>
              </a:rPr>
              <a:t> </a:t>
            </a:r>
            <a:r>
              <a:rPr lang="en-US" sz="1600" dirty="0">
                <a:solidFill>
                  <a:srgbClr val="202020"/>
                </a:solidFill>
                <a:latin typeface="Calibri"/>
                <a:cs typeface="Calibri"/>
              </a:rPr>
              <a:t>run</a:t>
            </a:r>
            <a:r>
              <a:rPr lang="en-US" sz="1600" spc="204" dirty="0">
                <a:solidFill>
                  <a:srgbClr val="202020"/>
                </a:solidFill>
                <a:latin typeface="Calibri"/>
                <a:cs typeface="Calibri"/>
              </a:rPr>
              <a:t> </a:t>
            </a:r>
            <a:r>
              <a:rPr lang="en-US" sz="1600" dirty="0">
                <a:solidFill>
                  <a:srgbClr val="202020"/>
                </a:solidFill>
                <a:latin typeface="Calibri"/>
                <a:cs typeface="Calibri"/>
              </a:rPr>
              <a:t>on</a:t>
            </a:r>
            <a:r>
              <a:rPr lang="en-US" sz="1600" spc="175" dirty="0">
                <a:solidFill>
                  <a:srgbClr val="202020"/>
                </a:solidFill>
                <a:latin typeface="Calibri"/>
                <a:cs typeface="Calibri"/>
              </a:rPr>
              <a:t> </a:t>
            </a:r>
            <a:r>
              <a:rPr lang="en-US" sz="1600" dirty="0">
                <a:solidFill>
                  <a:srgbClr val="202020"/>
                </a:solidFill>
                <a:latin typeface="Calibri"/>
                <a:cs typeface="Calibri"/>
              </a:rPr>
              <a:t>different</a:t>
            </a:r>
            <a:r>
              <a:rPr lang="en-US" sz="1600" spc="195" dirty="0">
                <a:solidFill>
                  <a:srgbClr val="202020"/>
                </a:solidFill>
                <a:latin typeface="Calibri"/>
                <a:cs typeface="Calibri"/>
              </a:rPr>
              <a:t> </a:t>
            </a:r>
            <a:r>
              <a:rPr lang="en-US" sz="1600" dirty="0">
                <a:solidFill>
                  <a:srgbClr val="202020"/>
                </a:solidFill>
                <a:latin typeface="Calibri"/>
                <a:cs typeface="Calibri"/>
              </a:rPr>
              <a:t>types</a:t>
            </a:r>
            <a:r>
              <a:rPr lang="en-US" sz="1600" spc="175" dirty="0">
                <a:solidFill>
                  <a:srgbClr val="202020"/>
                </a:solidFill>
                <a:latin typeface="Calibri"/>
                <a:cs typeface="Calibri"/>
              </a:rPr>
              <a:t> </a:t>
            </a:r>
            <a:r>
              <a:rPr lang="en-US" sz="1600" dirty="0">
                <a:solidFill>
                  <a:srgbClr val="202020"/>
                </a:solidFill>
                <a:latin typeface="Calibri"/>
                <a:cs typeface="Calibri"/>
              </a:rPr>
              <a:t>of</a:t>
            </a:r>
            <a:r>
              <a:rPr lang="en-US" sz="1600" spc="180" dirty="0">
                <a:solidFill>
                  <a:srgbClr val="202020"/>
                </a:solidFill>
                <a:latin typeface="Calibri"/>
                <a:cs typeface="Calibri"/>
              </a:rPr>
              <a:t> </a:t>
            </a:r>
            <a:r>
              <a:rPr lang="en-US" sz="1600" dirty="0">
                <a:solidFill>
                  <a:srgbClr val="202020"/>
                </a:solidFill>
                <a:latin typeface="Calibri"/>
                <a:cs typeface="Calibri"/>
              </a:rPr>
              <a:t>hardware</a:t>
            </a:r>
            <a:r>
              <a:rPr lang="en-US" sz="1600" spc="169" dirty="0">
                <a:solidFill>
                  <a:srgbClr val="202020"/>
                </a:solidFill>
                <a:latin typeface="Calibri"/>
                <a:cs typeface="Calibri"/>
              </a:rPr>
              <a:t> </a:t>
            </a:r>
            <a:r>
              <a:rPr lang="en-US" sz="1600" dirty="0">
                <a:solidFill>
                  <a:srgbClr val="202020"/>
                </a:solidFill>
                <a:latin typeface="Calibri"/>
                <a:cs typeface="Calibri"/>
              </a:rPr>
              <a:t>and</a:t>
            </a:r>
            <a:r>
              <a:rPr lang="en-US" sz="1600" spc="180" dirty="0">
                <a:solidFill>
                  <a:srgbClr val="202020"/>
                </a:solidFill>
                <a:latin typeface="Calibri"/>
                <a:cs typeface="Calibri"/>
              </a:rPr>
              <a:t> </a:t>
            </a:r>
            <a:r>
              <a:rPr lang="en-US" sz="1600" dirty="0">
                <a:solidFill>
                  <a:srgbClr val="202020"/>
                </a:solidFill>
                <a:latin typeface="Calibri"/>
                <a:cs typeface="Calibri"/>
              </a:rPr>
              <a:t>are</a:t>
            </a:r>
            <a:r>
              <a:rPr lang="en-US" sz="1600" spc="185" dirty="0">
                <a:solidFill>
                  <a:srgbClr val="202020"/>
                </a:solidFill>
                <a:latin typeface="Calibri"/>
                <a:cs typeface="Calibri"/>
              </a:rPr>
              <a:t> </a:t>
            </a:r>
            <a:r>
              <a:rPr lang="en-US" sz="1600" dirty="0">
                <a:solidFill>
                  <a:srgbClr val="202020"/>
                </a:solidFill>
                <a:latin typeface="Calibri"/>
                <a:cs typeface="Calibri"/>
              </a:rPr>
              <a:t>designed</a:t>
            </a:r>
            <a:r>
              <a:rPr lang="en-US" sz="1600" spc="185" dirty="0">
                <a:solidFill>
                  <a:srgbClr val="202020"/>
                </a:solidFill>
                <a:latin typeface="Calibri"/>
                <a:cs typeface="Calibri"/>
              </a:rPr>
              <a:t> </a:t>
            </a:r>
            <a:r>
              <a:rPr lang="en-US" sz="1600" dirty="0">
                <a:solidFill>
                  <a:srgbClr val="202020"/>
                </a:solidFill>
                <a:latin typeface="Calibri"/>
                <a:cs typeface="Calibri"/>
              </a:rPr>
              <a:t>for</a:t>
            </a:r>
            <a:r>
              <a:rPr lang="en-US" sz="1600" spc="175" dirty="0">
                <a:solidFill>
                  <a:srgbClr val="202020"/>
                </a:solidFill>
                <a:latin typeface="Calibri"/>
                <a:cs typeface="Calibri"/>
              </a:rPr>
              <a:t> </a:t>
            </a:r>
            <a:r>
              <a:rPr lang="en-US" sz="1600" dirty="0">
                <a:solidFill>
                  <a:srgbClr val="202020"/>
                </a:solidFill>
                <a:latin typeface="Calibri"/>
                <a:cs typeface="Calibri"/>
              </a:rPr>
              <a:t>different</a:t>
            </a:r>
            <a:r>
              <a:rPr lang="en-US" sz="1600" spc="195" dirty="0">
                <a:solidFill>
                  <a:srgbClr val="202020"/>
                </a:solidFill>
                <a:latin typeface="Calibri"/>
                <a:cs typeface="Calibri"/>
              </a:rPr>
              <a:t> </a:t>
            </a:r>
            <a:r>
              <a:rPr lang="en-US" sz="1600" dirty="0">
                <a:solidFill>
                  <a:srgbClr val="202020"/>
                </a:solidFill>
                <a:latin typeface="Calibri"/>
                <a:cs typeface="Calibri"/>
              </a:rPr>
              <a:t>types</a:t>
            </a:r>
            <a:r>
              <a:rPr lang="en-US" sz="1600" spc="175" dirty="0">
                <a:solidFill>
                  <a:srgbClr val="202020"/>
                </a:solidFill>
                <a:latin typeface="Calibri"/>
                <a:cs typeface="Calibri"/>
              </a:rPr>
              <a:t> </a:t>
            </a:r>
            <a:r>
              <a:rPr lang="en-US" sz="1600" spc="-25" dirty="0">
                <a:solidFill>
                  <a:srgbClr val="202020"/>
                </a:solidFill>
                <a:latin typeface="Calibri"/>
                <a:cs typeface="Calibri"/>
              </a:rPr>
              <a:t>of </a:t>
            </a:r>
            <a:r>
              <a:rPr lang="en-US" sz="1600" dirty="0">
                <a:solidFill>
                  <a:srgbClr val="202020"/>
                </a:solidFill>
                <a:latin typeface="Calibri"/>
                <a:cs typeface="Calibri"/>
              </a:rPr>
              <a:t>applications.</a:t>
            </a:r>
            <a:r>
              <a:rPr lang="en-US" sz="1600" spc="15" dirty="0">
                <a:solidFill>
                  <a:srgbClr val="202020"/>
                </a:solidFill>
                <a:latin typeface="Calibri"/>
                <a:cs typeface="Calibri"/>
              </a:rPr>
              <a:t> </a:t>
            </a:r>
            <a:r>
              <a:rPr lang="en-US" sz="1600" dirty="0">
                <a:solidFill>
                  <a:srgbClr val="202020"/>
                </a:solidFill>
                <a:latin typeface="Calibri"/>
                <a:cs typeface="Calibri"/>
              </a:rPr>
              <a:t>For example,</a:t>
            </a:r>
            <a:r>
              <a:rPr lang="en-US" sz="1600" spc="20" dirty="0">
                <a:solidFill>
                  <a:srgbClr val="202020"/>
                </a:solidFill>
                <a:latin typeface="Calibri"/>
                <a:cs typeface="Calibri"/>
              </a:rPr>
              <a:t> </a:t>
            </a:r>
            <a:r>
              <a:rPr lang="en-US" sz="1600" dirty="0">
                <a:solidFill>
                  <a:srgbClr val="202020"/>
                </a:solidFill>
                <a:latin typeface="Calibri"/>
                <a:cs typeface="Calibri"/>
              </a:rPr>
              <a:t>iOS</a:t>
            </a:r>
            <a:r>
              <a:rPr lang="en-US" sz="1600" spc="31" dirty="0">
                <a:solidFill>
                  <a:srgbClr val="202020"/>
                </a:solidFill>
                <a:latin typeface="Calibri"/>
                <a:cs typeface="Calibri"/>
              </a:rPr>
              <a:t> </a:t>
            </a:r>
            <a:r>
              <a:rPr lang="en-US" sz="1600" dirty="0">
                <a:solidFill>
                  <a:srgbClr val="202020"/>
                </a:solidFill>
                <a:latin typeface="Calibri"/>
                <a:cs typeface="Calibri"/>
              </a:rPr>
              <a:t>is</a:t>
            </a:r>
            <a:r>
              <a:rPr lang="en-US" sz="1600" spc="15" dirty="0">
                <a:solidFill>
                  <a:srgbClr val="202020"/>
                </a:solidFill>
                <a:latin typeface="Calibri"/>
                <a:cs typeface="Calibri"/>
              </a:rPr>
              <a:t> </a:t>
            </a:r>
            <a:r>
              <a:rPr lang="en-US" sz="1600" dirty="0">
                <a:solidFill>
                  <a:srgbClr val="202020"/>
                </a:solidFill>
                <a:latin typeface="Calibri"/>
                <a:cs typeface="Calibri"/>
              </a:rPr>
              <a:t>designed</a:t>
            </a:r>
            <a:r>
              <a:rPr lang="en-US" sz="1600" spc="11" dirty="0">
                <a:solidFill>
                  <a:srgbClr val="202020"/>
                </a:solidFill>
                <a:latin typeface="Calibri"/>
                <a:cs typeface="Calibri"/>
              </a:rPr>
              <a:t> </a:t>
            </a:r>
            <a:r>
              <a:rPr lang="en-US" sz="1600" dirty="0">
                <a:solidFill>
                  <a:srgbClr val="202020"/>
                </a:solidFill>
                <a:latin typeface="Calibri"/>
                <a:cs typeface="Calibri"/>
              </a:rPr>
              <a:t>for</a:t>
            </a:r>
            <a:r>
              <a:rPr lang="en-US" sz="1600" spc="20" dirty="0">
                <a:solidFill>
                  <a:srgbClr val="202020"/>
                </a:solidFill>
                <a:latin typeface="Calibri"/>
                <a:cs typeface="Calibri"/>
              </a:rPr>
              <a:t> </a:t>
            </a:r>
            <a:r>
              <a:rPr lang="en-US" sz="1600" dirty="0">
                <a:solidFill>
                  <a:srgbClr val="202020"/>
                </a:solidFill>
                <a:latin typeface="Calibri"/>
                <a:cs typeface="Calibri"/>
              </a:rPr>
              <a:t>iPhones</a:t>
            </a:r>
            <a:r>
              <a:rPr lang="en-US" sz="1600" spc="25" dirty="0">
                <a:solidFill>
                  <a:srgbClr val="202020"/>
                </a:solidFill>
                <a:latin typeface="Calibri"/>
                <a:cs typeface="Calibri"/>
              </a:rPr>
              <a:t> </a:t>
            </a:r>
            <a:r>
              <a:rPr lang="en-US" sz="1600" dirty="0">
                <a:solidFill>
                  <a:srgbClr val="202020"/>
                </a:solidFill>
                <a:latin typeface="Calibri"/>
                <a:cs typeface="Calibri"/>
              </a:rPr>
              <a:t>and iPad</a:t>
            </a:r>
            <a:r>
              <a:rPr lang="en-US" sz="1600" spc="5" dirty="0">
                <a:solidFill>
                  <a:srgbClr val="202020"/>
                </a:solidFill>
                <a:latin typeface="Calibri"/>
                <a:cs typeface="Calibri"/>
              </a:rPr>
              <a:t> </a:t>
            </a:r>
            <a:r>
              <a:rPr lang="en-US" sz="1600" dirty="0">
                <a:solidFill>
                  <a:srgbClr val="202020"/>
                </a:solidFill>
                <a:latin typeface="Calibri"/>
                <a:cs typeface="Calibri"/>
              </a:rPr>
              <a:t>tablets, while</a:t>
            </a:r>
            <a:r>
              <a:rPr lang="en-US" sz="1600" spc="11" dirty="0">
                <a:solidFill>
                  <a:srgbClr val="202020"/>
                </a:solidFill>
                <a:latin typeface="Calibri"/>
                <a:cs typeface="Calibri"/>
              </a:rPr>
              <a:t> </a:t>
            </a:r>
            <a:r>
              <a:rPr lang="en-US" sz="1600" dirty="0">
                <a:solidFill>
                  <a:srgbClr val="202020"/>
                </a:solidFill>
                <a:latin typeface="Calibri"/>
                <a:cs typeface="Calibri"/>
              </a:rPr>
              <a:t>Mac</a:t>
            </a:r>
            <a:r>
              <a:rPr lang="en-US" sz="1600" spc="11" dirty="0">
                <a:solidFill>
                  <a:srgbClr val="202020"/>
                </a:solidFill>
                <a:latin typeface="Calibri"/>
                <a:cs typeface="Calibri"/>
              </a:rPr>
              <a:t> </a:t>
            </a:r>
            <a:r>
              <a:rPr lang="en-US" sz="1600" spc="-11" dirty="0">
                <a:solidFill>
                  <a:srgbClr val="202020"/>
                </a:solidFill>
                <a:latin typeface="Calibri"/>
                <a:cs typeface="Calibri"/>
              </a:rPr>
              <a:t>desktops </a:t>
            </a:r>
            <a:r>
              <a:rPr lang="en-US" sz="1600" dirty="0">
                <a:solidFill>
                  <a:srgbClr val="202020"/>
                </a:solidFill>
                <a:latin typeface="Calibri"/>
                <a:cs typeface="Calibri"/>
              </a:rPr>
              <a:t>and</a:t>
            </a:r>
            <a:r>
              <a:rPr lang="en-US" sz="1600" spc="-40" dirty="0">
                <a:solidFill>
                  <a:srgbClr val="202020"/>
                </a:solidFill>
                <a:latin typeface="Calibri"/>
                <a:cs typeface="Calibri"/>
              </a:rPr>
              <a:t> </a:t>
            </a:r>
            <a:r>
              <a:rPr lang="en-US" sz="1600" dirty="0">
                <a:solidFill>
                  <a:srgbClr val="202020"/>
                </a:solidFill>
                <a:latin typeface="Calibri"/>
                <a:cs typeface="Calibri"/>
              </a:rPr>
              <a:t>laptops</a:t>
            </a:r>
            <a:r>
              <a:rPr lang="en-US" sz="1600" spc="-25" dirty="0">
                <a:solidFill>
                  <a:srgbClr val="202020"/>
                </a:solidFill>
                <a:latin typeface="Calibri"/>
                <a:cs typeface="Calibri"/>
              </a:rPr>
              <a:t> </a:t>
            </a:r>
            <a:r>
              <a:rPr lang="en-US" sz="1600" dirty="0">
                <a:solidFill>
                  <a:srgbClr val="202020"/>
                </a:solidFill>
                <a:latin typeface="Calibri"/>
                <a:cs typeface="Calibri"/>
              </a:rPr>
              <a:t>use</a:t>
            </a:r>
            <a:r>
              <a:rPr lang="en-US" sz="1600" spc="-31" dirty="0">
                <a:solidFill>
                  <a:srgbClr val="202020"/>
                </a:solidFill>
                <a:latin typeface="Calibri"/>
                <a:cs typeface="Calibri"/>
              </a:rPr>
              <a:t> </a:t>
            </a:r>
            <a:r>
              <a:rPr lang="en-US" sz="1600" spc="-11" dirty="0">
                <a:solidFill>
                  <a:srgbClr val="202020"/>
                </a:solidFill>
                <a:latin typeface="Calibri"/>
                <a:cs typeface="Calibri"/>
              </a:rPr>
              <a:t>macOS.</a:t>
            </a:r>
            <a:endParaRPr lang="en-US" sz="1600" dirty="0">
              <a:latin typeface="Calibri"/>
              <a:cs typeface="Calibri"/>
            </a:endParaRPr>
          </a:p>
        </p:txBody>
      </p:sp>
      <p:sp>
        <p:nvSpPr>
          <p:cNvPr id="7" name="TextBox 6">
            <a:extLst>
              <a:ext uri="{FF2B5EF4-FFF2-40B4-BE49-F238E27FC236}">
                <a16:creationId xmlns:a16="http://schemas.microsoft.com/office/drawing/2014/main" id="{75559095-C5D6-0937-CA06-5D7A3E9A16E7}"/>
              </a:ext>
            </a:extLst>
          </p:cNvPr>
          <p:cNvSpPr txBox="1"/>
          <p:nvPr/>
        </p:nvSpPr>
        <p:spPr>
          <a:xfrm>
            <a:off x="-159568" y="2116151"/>
            <a:ext cx="5760640" cy="4396332"/>
          </a:xfrm>
          <a:prstGeom prst="rect">
            <a:avLst/>
          </a:prstGeom>
          <a:noFill/>
        </p:spPr>
        <p:txBody>
          <a:bodyPr wrap="square" rtlCol="0">
            <a:spAutoFit/>
          </a:bodyPr>
          <a:lstStyle/>
          <a:p>
            <a:pPr marL="353686">
              <a:spcBef>
                <a:spcPts val="360"/>
              </a:spcBef>
            </a:pPr>
            <a:r>
              <a:rPr lang="en-US" b="1" i="1" spc="-11" dirty="0">
                <a:latin typeface="Calibri"/>
                <a:cs typeface="Calibri"/>
              </a:rPr>
              <a:t>Microsoft</a:t>
            </a:r>
            <a:r>
              <a:rPr lang="en-US" b="1" i="1" spc="-35" dirty="0">
                <a:latin typeface="Calibri"/>
                <a:cs typeface="Calibri"/>
              </a:rPr>
              <a:t> </a:t>
            </a:r>
            <a:r>
              <a:rPr lang="en-US" b="1" i="1" dirty="0">
                <a:latin typeface="Calibri"/>
                <a:cs typeface="Calibri"/>
              </a:rPr>
              <a:t>Windows</a:t>
            </a:r>
            <a:r>
              <a:rPr lang="en-US" b="1" i="1" spc="-15" dirty="0">
                <a:latin typeface="Calibri"/>
                <a:cs typeface="Calibri"/>
              </a:rPr>
              <a:t> </a:t>
            </a:r>
            <a:r>
              <a:rPr lang="en-US" b="1" i="1" spc="-51" dirty="0">
                <a:latin typeface="Calibri"/>
                <a:cs typeface="Calibri"/>
              </a:rPr>
              <a:t>:</a:t>
            </a:r>
            <a:endParaRPr lang="en-US" dirty="0">
              <a:latin typeface="Calibri"/>
              <a:cs typeface="Calibri"/>
            </a:endParaRPr>
          </a:p>
          <a:p>
            <a:pPr marL="433060" marR="380990">
              <a:lnSpc>
                <a:spcPct val="101699"/>
              </a:lnSpc>
            </a:pPr>
            <a:r>
              <a:rPr lang="en-US" sz="1600" dirty="0">
                <a:solidFill>
                  <a:srgbClr val="202020"/>
                </a:solidFill>
                <a:latin typeface="Calibri"/>
                <a:cs typeface="Calibri"/>
              </a:rPr>
              <a:t>Initial</a:t>
            </a:r>
            <a:r>
              <a:rPr lang="en-US" sz="1600" spc="-20" dirty="0">
                <a:solidFill>
                  <a:srgbClr val="202020"/>
                </a:solidFill>
                <a:latin typeface="Calibri"/>
                <a:cs typeface="Calibri"/>
              </a:rPr>
              <a:t> </a:t>
            </a:r>
            <a:r>
              <a:rPr lang="en-US" sz="1600" dirty="0">
                <a:solidFill>
                  <a:srgbClr val="202020"/>
                </a:solidFill>
                <a:latin typeface="Calibri"/>
                <a:cs typeface="Calibri"/>
              </a:rPr>
              <a:t>versions</a:t>
            </a:r>
            <a:r>
              <a:rPr lang="en-US" sz="1600" spc="-5" dirty="0">
                <a:solidFill>
                  <a:srgbClr val="202020"/>
                </a:solidFill>
                <a:latin typeface="Calibri"/>
                <a:cs typeface="Calibri"/>
              </a:rPr>
              <a:t> </a:t>
            </a:r>
            <a:r>
              <a:rPr lang="en-US" sz="1600" dirty="0">
                <a:solidFill>
                  <a:srgbClr val="202020"/>
                </a:solidFill>
                <a:latin typeface="Calibri"/>
                <a:cs typeface="Calibri"/>
              </a:rPr>
              <a:t>of</a:t>
            </a:r>
            <a:r>
              <a:rPr lang="en-US" sz="1600" spc="5" dirty="0">
                <a:solidFill>
                  <a:srgbClr val="202020"/>
                </a:solidFill>
                <a:latin typeface="Calibri"/>
                <a:cs typeface="Calibri"/>
              </a:rPr>
              <a:t> </a:t>
            </a:r>
            <a:r>
              <a:rPr lang="en-US" sz="1600" dirty="0">
                <a:solidFill>
                  <a:srgbClr val="202020"/>
                </a:solidFill>
                <a:latin typeface="Calibri"/>
                <a:cs typeface="Calibri"/>
              </a:rPr>
              <a:t>Windows</a:t>
            </a:r>
            <a:r>
              <a:rPr lang="en-US" sz="1600" spc="-5" dirty="0">
                <a:solidFill>
                  <a:srgbClr val="202020"/>
                </a:solidFill>
                <a:latin typeface="Calibri"/>
                <a:cs typeface="Calibri"/>
              </a:rPr>
              <a:t> </a:t>
            </a:r>
            <a:r>
              <a:rPr lang="en-US" sz="1600" dirty="0">
                <a:solidFill>
                  <a:srgbClr val="202020"/>
                </a:solidFill>
                <a:latin typeface="Calibri"/>
                <a:cs typeface="Calibri"/>
              </a:rPr>
              <a:t>worked</a:t>
            </a:r>
            <a:r>
              <a:rPr lang="en-US" sz="1600" spc="5" dirty="0">
                <a:solidFill>
                  <a:srgbClr val="202020"/>
                </a:solidFill>
                <a:latin typeface="Calibri"/>
                <a:cs typeface="Calibri"/>
              </a:rPr>
              <a:t> </a:t>
            </a:r>
            <a:r>
              <a:rPr lang="en-US" sz="1600" dirty="0">
                <a:solidFill>
                  <a:srgbClr val="202020"/>
                </a:solidFill>
                <a:latin typeface="Calibri"/>
                <a:cs typeface="Calibri"/>
              </a:rPr>
              <a:t>with</a:t>
            </a:r>
            <a:r>
              <a:rPr lang="en-US" sz="1600" spc="-20" dirty="0">
                <a:solidFill>
                  <a:srgbClr val="202020"/>
                </a:solidFill>
                <a:latin typeface="Calibri"/>
                <a:cs typeface="Calibri"/>
              </a:rPr>
              <a:t> </a:t>
            </a:r>
            <a:r>
              <a:rPr lang="en-US" sz="1600" dirty="0">
                <a:solidFill>
                  <a:srgbClr val="202020"/>
                </a:solidFill>
                <a:latin typeface="Calibri"/>
                <a:cs typeface="Calibri"/>
              </a:rPr>
              <a:t>MS-DOS, providing</a:t>
            </a:r>
            <a:r>
              <a:rPr lang="en-US" sz="1600" spc="-5" dirty="0">
                <a:solidFill>
                  <a:srgbClr val="202020"/>
                </a:solidFill>
                <a:latin typeface="Calibri"/>
                <a:cs typeface="Calibri"/>
              </a:rPr>
              <a:t> </a:t>
            </a:r>
            <a:r>
              <a:rPr lang="en-US" sz="1600" dirty="0">
                <a:solidFill>
                  <a:srgbClr val="202020"/>
                </a:solidFill>
                <a:latin typeface="Calibri"/>
                <a:cs typeface="Calibri"/>
              </a:rPr>
              <a:t>a</a:t>
            </a:r>
            <a:r>
              <a:rPr lang="en-US" sz="1600" spc="-11" dirty="0">
                <a:solidFill>
                  <a:srgbClr val="202020"/>
                </a:solidFill>
                <a:latin typeface="Calibri"/>
                <a:cs typeface="Calibri"/>
              </a:rPr>
              <a:t> </a:t>
            </a:r>
            <a:r>
              <a:rPr lang="en-US" sz="1600" dirty="0">
                <a:solidFill>
                  <a:srgbClr val="202020"/>
                </a:solidFill>
                <a:latin typeface="Calibri"/>
                <a:cs typeface="Calibri"/>
              </a:rPr>
              <a:t>modern</a:t>
            </a:r>
            <a:r>
              <a:rPr lang="en-US" sz="1600" spc="-20" dirty="0">
                <a:solidFill>
                  <a:srgbClr val="202020"/>
                </a:solidFill>
                <a:latin typeface="Calibri"/>
                <a:cs typeface="Calibri"/>
              </a:rPr>
              <a:t> </a:t>
            </a:r>
            <a:r>
              <a:rPr lang="en-US" sz="1600" dirty="0">
                <a:solidFill>
                  <a:srgbClr val="202020"/>
                </a:solidFill>
                <a:latin typeface="Calibri"/>
                <a:cs typeface="Calibri"/>
              </a:rPr>
              <a:t>graphical interface</a:t>
            </a:r>
            <a:r>
              <a:rPr lang="en-US" sz="1600" spc="-11" dirty="0">
                <a:solidFill>
                  <a:srgbClr val="202020"/>
                </a:solidFill>
                <a:latin typeface="Calibri"/>
                <a:cs typeface="Calibri"/>
              </a:rPr>
              <a:t> </a:t>
            </a:r>
            <a:r>
              <a:rPr lang="en-US" sz="1600" spc="-25" dirty="0">
                <a:solidFill>
                  <a:srgbClr val="202020"/>
                </a:solidFill>
                <a:latin typeface="Calibri"/>
                <a:cs typeface="Calibri"/>
              </a:rPr>
              <a:t>on </a:t>
            </a:r>
            <a:r>
              <a:rPr lang="en-US" sz="1600" dirty="0">
                <a:solidFill>
                  <a:srgbClr val="202020"/>
                </a:solidFill>
                <a:latin typeface="Calibri"/>
                <a:cs typeface="Calibri"/>
              </a:rPr>
              <a:t>top</a:t>
            </a:r>
            <a:r>
              <a:rPr lang="en-US" sz="1600" spc="95" dirty="0">
                <a:solidFill>
                  <a:srgbClr val="202020"/>
                </a:solidFill>
                <a:latin typeface="Calibri"/>
                <a:cs typeface="Calibri"/>
              </a:rPr>
              <a:t> </a:t>
            </a:r>
            <a:r>
              <a:rPr lang="en-US" sz="1600" dirty="0">
                <a:solidFill>
                  <a:srgbClr val="202020"/>
                </a:solidFill>
                <a:latin typeface="Calibri"/>
                <a:cs typeface="Calibri"/>
              </a:rPr>
              <a:t>of</a:t>
            </a:r>
            <a:r>
              <a:rPr lang="en-US" sz="1600" spc="131" dirty="0">
                <a:solidFill>
                  <a:srgbClr val="202020"/>
                </a:solidFill>
                <a:latin typeface="Calibri"/>
                <a:cs typeface="Calibri"/>
              </a:rPr>
              <a:t> </a:t>
            </a:r>
            <a:r>
              <a:rPr lang="en-US" sz="1600" dirty="0">
                <a:solidFill>
                  <a:srgbClr val="202020"/>
                </a:solidFill>
                <a:latin typeface="Calibri"/>
                <a:cs typeface="Calibri"/>
              </a:rPr>
              <a:t>DOS's</a:t>
            </a:r>
            <a:r>
              <a:rPr lang="en-US" sz="1600" spc="120" dirty="0">
                <a:solidFill>
                  <a:srgbClr val="202020"/>
                </a:solidFill>
                <a:latin typeface="Calibri"/>
                <a:cs typeface="Calibri"/>
              </a:rPr>
              <a:t> </a:t>
            </a:r>
            <a:r>
              <a:rPr lang="en-US" sz="1600" dirty="0">
                <a:solidFill>
                  <a:srgbClr val="202020"/>
                </a:solidFill>
                <a:latin typeface="Calibri"/>
                <a:cs typeface="Calibri"/>
              </a:rPr>
              <a:t>traditional</a:t>
            </a:r>
            <a:r>
              <a:rPr lang="en-US" sz="1600" spc="120" dirty="0">
                <a:solidFill>
                  <a:srgbClr val="202020"/>
                </a:solidFill>
                <a:latin typeface="Calibri"/>
                <a:cs typeface="Calibri"/>
              </a:rPr>
              <a:t> </a:t>
            </a:r>
            <a:r>
              <a:rPr lang="en-US" sz="1600" dirty="0">
                <a:solidFill>
                  <a:srgbClr val="202020"/>
                </a:solidFill>
                <a:latin typeface="Calibri"/>
                <a:cs typeface="Calibri"/>
              </a:rPr>
              <a:t>text-based</a:t>
            </a:r>
            <a:r>
              <a:rPr lang="en-US" sz="1600" spc="105" dirty="0">
                <a:solidFill>
                  <a:srgbClr val="202020"/>
                </a:solidFill>
                <a:latin typeface="Calibri"/>
                <a:cs typeface="Calibri"/>
              </a:rPr>
              <a:t> </a:t>
            </a:r>
            <a:r>
              <a:rPr lang="en-US" sz="1600" dirty="0">
                <a:solidFill>
                  <a:srgbClr val="202020"/>
                </a:solidFill>
                <a:latin typeface="Calibri"/>
                <a:cs typeface="Calibri"/>
              </a:rPr>
              <a:t>commands.</a:t>
            </a:r>
            <a:r>
              <a:rPr lang="en-US" sz="1600" spc="140" dirty="0">
                <a:solidFill>
                  <a:srgbClr val="202020"/>
                </a:solidFill>
                <a:latin typeface="Calibri"/>
                <a:cs typeface="Calibri"/>
              </a:rPr>
              <a:t> </a:t>
            </a:r>
            <a:r>
              <a:rPr lang="en-US" sz="1600" dirty="0">
                <a:solidFill>
                  <a:srgbClr val="202020"/>
                </a:solidFill>
                <a:latin typeface="Calibri"/>
                <a:cs typeface="Calibri"/>
              </a:rPr>
              <a:t>The</a:t>
            </a:r>
            <a:r>
              <a:rPr lang="en-US" sz="1600" spc="140" dirty="0">
                <a:solidFill>
                  <a:srgbClr val="202020"/>
                </a:solidFill>
                <a:latin typeface="Calibri"/>
                <a:cs typeface="Calibri"/>
              </a:rPr>
              <a:t> </a:t>
            </a:r>
            <a:r>
              <a:rPr lang="en-US" sz="1600" dirty="0">
                <a:solidFill>
                  <a:srgbClr val="202020"/>
                </a:solidFill>
                <a:latin typeface="Calibri"/>
                <a:cs typeface="Calibri"/>
              </a:rPr>
              <a:t>Windows</a:t>
            </a:r>
            <a:r>
              <a:rPr lang="en-US" sz="1600" spc="115" dirty="0">
                <a:solidFill>
                  <a:srgbClr val="202020"/>
                </a:solidFill>
                <a:latin typeface="Calibri"/>
                <a:cs typeface="Calibri"/>
              </a:rPr>
              <a:t> </a:t>
            </a:r>
            <a:r>
              <a:rPr lang="en-US" sz="1600" dirty="0">
                <a:solidFill>
                  <a:srgbClr val="202020"/>
                </a:solidFill>
                <a:latin typeface="Calibri"/>
                <a:cs typeface="Calibri"/>
              </a:rPr>
              <a:t>Start</a:t>
            </a:r>
            <a:r>
              <a:rPr lang="en-US" sz="1600" spc="140" dirty="0">
                <a:solidFill>
                  <a:srgbClr val="202020"/>
                </a:solidFill>
                <a:latin typeface="Calibri"/>
                <a:cs typeface="Calibri"/>
              </a:rPr>
              <a:t> </a:t>
            </a:r>
            <a:r>
              <a:rPr lang="en-US" sz="1600" dirty="0">
                <a:solidFill>
                  <a:srgbClr val="202020"/>
                </a:solidFill>
                <a:latin typeface="Calibri"/>
                <a:cs typeface="Calibri"/>
              </a:rPr>
              <a:t>menu</a:t>
            </a:r>
            <a:r>
              <a:rPr lang="en-US" sz="1600" spc="120" dirty="0">
                <a:solidFill>
                  <a:srgbClr val="202020"/>
                </a:solidFill>
                <a:latin typeface="Calibri"/>
                <a:cs typeface="Calibri"/>
              </a:rPr>
              <a:t> </a:t>
            </a:r>
            <a:r>
              <a:rPr lang="en-US" sz="1600" dirty="0">
                <a:solidFill>
                  <a:srgbClr val="202020"/>
                </a:solidFill>
                <a:latin typeface="Calibri"/>
                <a:cs typeface="Calibri"/>
              </a:rPr>
              <a:t>helps</a:t>
            </a:r>
            <a:r>
              <a:rPr lang="en-US" sz="1600" spc="120" dirty="0">
                <a:solidFill>
                  <a:srgbClr val="202020"/>
                </a:solidFill>
                <a:latin typeface="Calibri"/>
                <a:cs typeface="Calibri"/>
              </a:rPr>
              <a:t> </a:t>
            </a:r>
            <a:r>
              <a:rPr lang="en-US" sz="1600" dirty="0">
                <a:solidFill>
                  <a:srgbClr val="202020"/>
                </a:solidFill>
                <a:latin typeface="Calibri"/>
                <a:cs typeface="Calibri"/>
              </a:rPr>
              <a:t>users</a:t>
            </a:r>
            <a:r>
              <a:rPr lang="en-US" sz="1600" spc="140" dirty="0">
                <a:solidFill>
                  <a:srgbClr val="202020"/>
                </a:solidFill>
                <a:latin typeface="Calibri"/>
                <a:cs typeface="Calibri"/>
              </a:rPr>
              <a:t> </a:t>
            </a:r>
            <a:r>
              <a:rPr lang="en-US" sz="1600" spc="-20" dirty="0">
                <a:solidFill>
                  <a:srgbClr val="202020"/>
                </a:solidFill>
                <a:latin typeface="Calibri"/>
                <a:cs typeface="Calibri"/>
              </a:rPr>
              <a:t>find </a:t>
            </a:r>
            <a:r>
              <a:rPr lang="en-US" sz="1600" dirty="0">
                <a:solidFill>
                  <a:srgbClr val="202020"/>
                </a:solidFill>
                <a:latin typeface="Calibri"/>
                <a:cs typeface="Calibri"/>
              </a:rPr>
              <a:t>programs</a:t>
            </a:r>
            <a:r>
              <a:rPr lang="en-US" sz="1600" spc="-31" dirty="0">
                <a:solidFill>
                  <a:srgbClr val="202020"/>
                </a:solidFill>
                <a:latin typeface="Calibri"/>
                <a:cs typeface="Calibri"/>
              </a:rPr>
              <a:t> </a:t>
            </a:r>
            <a:r>
              <a:rPr lang="en-US" sz="1600" dirty="0">
                <a:solidFill>
                  <a:srgbClr val="202020"/>
                </a:solidFill>
                <a:latin typeface="Calibri"/>
                <a:cs typeface="Calibri"/>
              </a:rPr>
              <a:t>and</a:t>
            </a:r>
            <a:r>
              <a:rPr lang="en-US" sz="1600" spc="-20" dirty="0">
                <a:solidFill>
                  <a:srgbClr val="202020"/>
                </a:solidFill>
                <a:latin typeface="Calibri"/>
                <a:cs typeface="Calibri"/>
              </a:rPr>
              <a:t> </a:t>
            </a:r>
            <a:r>
              <a:rPr lang="en-US" sz="1600" dirty="0">
                <a:solidFill>
                  <a:srgbClr val="202020"/>
                </a:solidFill>
                <a:latin typeface="Calibri"/>
                <a:cs typeface="Calibri"/>
              </a:rPr>
              <a:t>files</a:t>
            </a:r>
            <a:r>
              <a:rPr lang="en-US" sz="1600" spc="-25" dirty="0">
                <a:solidFill>
                  <a:srgbClr val="202020"/>
                </a:solidFill>
                <a:latin typeface="Calibri"/>
                <a:cs typeface="Calibri"/>
              </a:rPr>
              <a:t> </a:t>
            </a:r>
            <a:r>
              <a:rPr lang="en-US" sz="1600" dirty="0">
                <a:solidFill>
                  <a:srgbClr val="202020"/>
                </a:solidFill>
                <a:latin typeface="Calibri"/>
                <a:cs typeface="Calibri"/>
              </a:rPr>
              <a:t>on</a:t>
            </a:r>
            <a:r>
              <a:rPr lang="en-US" sz="1600" spc="-40" dirty="0">
                <a:solidFill>
                  <a:srgbClr val="202020"/>
                </a:solidFill>
                <a:latin typeface="Calibri"/>
                <a:cs typeface="Calibri"/>
              </a:rPr>
              <a:t> </a:t>
            </a:r>
            <a:r>
              <a:rPr lang="en-US" sz="1600" dirty="0">
                <a:solidFill>
                  <a:srgbClr val="202020"/>
                </a:solidFill>
                <a:latin typeface="Calibri"/>
                <a:cs typeface="Calibri"/>
              </a:rPr>
              <a:t>their</a:t>
            </a:r>
            <a:r>
              <a:rPr lang="en-US" sz="1600" spc="-20" dirty="0">
                <a:solidFill>
                  <a:srgbClr val="202020"/>
                </a:solidFill>
                <a:latin typeface="Calibri"/>
                <a:cs typeface="Calibri"/>
              </a:rPr>
              <a:t> </a:t>
            </a:r>
            <a:r>
              <a:rPr lang="en-US" sz="1600" spc="-11" dirty="0">
                <a:solidFill>
                  <a:srgbClr val="202020"/>
                </a:solidFill>
                <a:latin typeface="Calibri"/>
                <a:cs typeface="Calibri"/>
              </a:rPr>
              <a:t>devices.</a:t>
            </a:r>
            <a:endParaRPr lang="en-US" sz="1600" dirty="0">
              <a:latin typeface="Calibri"/>
              <a:cs typeface="Calibri"/>
            </a:endParaRPr>
          </a:p>
          <a:p>
            <a:pPr>
              <a:spcBef>
                <a:spcPts val="75"/>
              </a:spcBef>
            </a:pPr>
            <a:endParaRPr lang="en-US" sz="900" dirty="0">
              <a:latin typeface="Calibri"/>
              <a:cs typeface="Calibri"/>
            </a:endParaRPr>
          </a:p>
          <a:p>
            <a:pPr marL="353686"/>
            <a:r>
              <a:rPr lang="en-US" b="1" i="1" dirty="0">
                <a:latin typeface="Calibri"/>
                <a:cs typeface="Calibri"/>
              </a:rPr>
              <a:t>APPLE</a:t>
            </a:r>
            <a:r>
              <a:rPr lang="en-US" b="1" i="1" spc="-15" dirty="0">
                <a:latin typeface="Calibri"/>
                <a:cs typeface="Calibri"/>
              </a:rPr>
              <a:t> </a:t>
            </a:r>
            <a:r>
              <a:rPr lang="en-US" b="1" i="1" spc="-25" dirty="0">
                <a:latin typeface="Calibri"/>
                <a:cs typeface="Calibri"/>
              </a:rPr>
              <a:t>IOS</a:t>
            </a:r>
            <a:endParaRPr lang="en-US" dirty="0">
              <a:latin typeface="Calibri"/>
              <a:cs typeface="Calibri"/>
            </a:endParaRPr>
          </a:p>
          <a:p>
            <a:pPr marL="433060" marR="6985">
              <a:lnSpc>
                <a:spcPct val="101699"/>
              </a:lnSpc>
              <a:spcBef>
                <a:spcPts val="575"/>
              </a:spcBef>
            </a:pPr>
            <a:r>
              <a:rPr lang="en-US" sz="1600" dirty="0">
                <a:solidFill>
                  <a:srgbClr val="202020"/>
                </a:solidFill>
                <a:latin typeface="Calibri"/>
                <a:cs typeface="Calibri"/>
              </a:rPr>
              <a:t>Apple's</a:t>
            </a:r>
            <a:r>
              <a:rPr lang="en-US" sz="1600" spc="35" dirty="0">
                <a:solidFill>
                  <a:srgbClr val="202020"/>
                </a:solidFill>
                <a:latin typeface="Calibri"/>
                <a:cs typeface="Calibri"/>
              </a:rPr>
              <a:t> </a:t>
            </a:r>
            <a:r>
              <a:rPr lang="en-US" sz="1600" dirty="0">
                <a:solidFill>
                  <a:srgbClr val="202020"/>
                </a:solidFill>
                <a:latin typeface="Calibri"/>
                <a:cs typeface="Calibri"/>
              </a:rPr>
              <a:t>iOS</a:t>
            </a:r>
            <a:r>
              <a:rPr lang="en-US" sz="1600" spc="51" dirty="0">
                <a:solidFill>
                  <a:srgbClr val="202020"/>
                </a:solidFill>
                <a:latin typeface="Calibri"/>
                <a:cs typeface="Calibri"/>
              </a:rPr>
              <a:t> </a:t>
            </a:r>
            <a:r>
              <a:rPr lang="en-US" sz="1600" dirty="0">
                <a:solidFill>
                  <a:srgbClr val="202020"/>
                </a:solidFill>
                <a:latin typeface="Calibri"/>
                <a:cs typeface="Calibri"/>
              </a:rPr>
              <a:t>is</a:t>
            </a:r>
            <a:r>
              <a:rPr lang="en-US" sz="1600" spc="40" dirty="0">
                <a:solidFill>
                  <a:srgbClr val="202020"/>
                </a:solidFill>
                <a:latin typeface="Calibri"/>
                <a:cs typeface="Calibri"/>
              </a:rPr>
              <a:t> </a:t>
            </a:r>
            <a:r>
              <a:rPr lang="en-US" sz="1600" dirty="0">
                <a:solidFill>
                  <a:srgbClr val="202020"/>
                </a:solidFill>
                <a:latin typeface="Calibri"/>
                <a:cs typeface="Calibri"/>
              </a:rPr>
              <a:t>one</a:t>
            </a:r>
            <a:r>
              <a:rPr lang="en-US" sz="1600" spc="35" dirty="0">
                <a:solidFill>
                  <a:srgbClr val="202020"/>
                </a:solidFill>
                <a:latin typeface="Calibri"/>
                <a:cs typeface="Calibri"/>
              </a:rPr>
              <a:t> </a:t>
            </a:r>
            <a:r>
              <a:rPr lang="en-US" sz="1600" dirty="0">
                <a:solidFill>
                  <a:srgbClr val="202020"/>
                </a:solidFill>
                <a:latin typeface="Calibri"/>
                <a:cs typeface="Calibri"/>
              </a:rPr>
              <a:t>of</a:t>
            </a:r>
            <a:r>
              <a:rPr lang="en-US" sz="1600" spc="25" dirty="0">
                <a:solidFill>
                  <a:srgbClr val="202020"/>
                </a:solidFill>
                <a:latin typeface="Calibri"/>
                <a:cs typeface="Calibri"/>
              </a:rPr>
              <a:t> </a:t>
            </a:r>
            <a:r>
              <a:rPr lang="en-US" sz="1600" dirty="0">
                <a:solidFill>
                  <a:srgbClr val="202020"/>
                </a:solidFill>
                <a:latin typeface="Calibri"/>
                <a:cs typeface="Calibri"/>
              </a:rPr>
              <a:t>the</a:t>
            </a:r>
            <a:r>
              <a:rPr lang="en-US" sz="1600" spc="31" dirty="0">
                <a:solidFill>
                  <a:srgbClr val="202020"/>
                </a:solidFill>
                <a:latin typeface="Calibri"/>
                <a:cs typeface="Calibri"/>
              </a:rPr>
              <a:t> </a:t>
            </a:r>
            <a:r>
              <a:rPr lang="en-US" sz="1600" dirty="0">
                <a:solidFill>
                  <a:srgbClr val="202020"/>
                </a:solidFill>
                <a:latin typeface="Calibri"/>
                <a:cs typeface="Calibri"/>
              </a:rPr>
              <a:t>most</a:t>
            </a:r>
            <a:r>
              <a:rPr lang="en-US" sz="1600" spc="35" dirty="0">
                <a:solidFill>
                  <a:srgbClr val="202020"/>
                </a:solidFill>
                <a:latin typeface="Calibri"/>
                <a:cs typeface="Calibri"/>
              </a:rPr>
              <a:t> </a:t>
            </a:r>
            <a:r>
              <a:rPr lang="en-US" sz="1600" dirty="0">
                <a:solidFill>
                  <a:srgbClr val="202020"/>
                </a:solidFill>
                <a:latin typeface="Calibri"/>
                <a:cs typeface="Calibri"/>
              </a:rPr>
              <a:t>popular</a:t>
            </a:r>
            <a:r>
              <a:rPr lang="en-US" sz="1600" spc="20" dirty="0">
                <a:solidFill>
                  <a:srgbClr val="202020"/>
                </a:solidFill>
                <a:latin typeface="Calibri"/>
                <a:cs typeface="Calibri"/>
              </a:rPr>
              <a:t> </a:t>
            </a:r>
            <a:r>
              <a:rPr lang="en-US" sz="1600" dirty="0">
                <a:solidFill>
                  <a:srgbClr val="202020"/>
                </a:solidFill>
                <a:latin typeface="Calibri"/>
                <a:cs typeface="Calibri"/>
              </a:rPr>
              <a:t>smartphone</a:t>
            </a:r>
            <a:r>
              <a:rPr lang="en-US" sz="1600" spc="35" dirty="0">
                <a:solidFill>
                  <a:srgbClr val="202020"/>
                </a:solidFill>
                <a:latin typeface="Calibri"/>
                <a:cs typeface="Calibri"/>
              </a:rPr>
              <a:t> </a:t>
            </a:r>
            <a:r>
              <a:rPr lang="en-US" sz="1600" dirty="0">
                <a:solidFill>
                  <a:srgbClr val="202020"/>
                </a:solidFill>
                <a:latin typeface="Calibri"/>
                <a:cs typeface="Calibri"/>
              </a:rPr>
              <a:t>operating</a:t>
            </a:r>
            <a:r>
              <a:rPr lang="en-US" sz="1600" spc="40" dirty="0">
                <a:solidFill>
                  <a:srgbClr val="202020"/>
                </a:solidFill>
                <a:latin typeface="Calibri"/>
                <a:cs typeface="Calibri"/>
              </a:rPr>
              <a:t> </a:t>
            </a:r>
            <a:r>
              <a:rPr lang="en-US" sz="1600" dirty="0">
                <a:solidFill>
                  <a:srgbClr val="202020"/>
                </a:solidFill>
                <a:latin typeface="Calibri"/>
                <a:cs typeface="Calibri"/>
              </a:rPr>
              <a:t>systems,</a:t>
            </a:r>
            <a:r>
              <a:rPr lang="en-US" sz="1600" spc="20" dirty="0">
                <a:solidFill>
                  <a:srgbClr val="202020"/>
                </a:solidFill>
                <a:latin typeface="Calibri"/>
                <a:cs typeface="Calibri"/>
              </a:rPr>
              <a:t> </a:t>
            </a:r>
            <a:r>
              <a:rPr lang="en-US" sz="1600" dirty="0">
                <a:solidFill>
                  <a:srgbClr val="202020"/>
                </a:solidFill>
                <a:latin typeface="Calibri"/>
                <a:cs typeface="Calibri"/>
              </a:rPr>
              <a:t>second</a:t>
            </a:r>
            <a:r>
              <a:rPr lang="en-US" sz="1600" spc="20" dirty="0">
                <a:solidFill>
                  <a:srgbClr val="202020"/>
                </a:solidFill>
                <a:latin typeface="Calibri"/>
                <a:cs typeface="Calibri"/>
              </a:rPr>
              <a:t> </a:t>
            </a:r>
            <a:r>
              <a:rPr lang="en-US" sz="1600" dirty="0">
                <a:solidFill>
                  <a:srgbClr val="202020"/>
                </a:solidFill>
                <a:latin typeface="Calibri"/>
                <a:cs typeface="Calibri"/>
              </a:rPr>
              <a:t>only</a:t>
            </a:r>
            <a:r>
              <a:rPr lang="en-US" sz="1600" spc="40" dirty="0">
                <a:solidFill>
                  <a:srgbClr val="202020"/>
                </a:solidFill>
                <a:latin typeface="Calibri"/>
                <a:cs typeface="Calibri"/>
              </a:rPr>
              <a:t> </a:t>
            </a:r>
            <a:r>
              <a:rPr lang="en-US" sz="1600" dirty="0">
                <a:solidFill>
                  <a:srgbClr val="202020"/>
                </a:solidFill>
                <a:latin typeface="Calibri"/>
                <a:cs typeface="Calibri"/>
              </a:rPr>
              <a:t>to</a:t>
            </a:r>
            <a:r>
              <a:rPr lang="en-US" sz="1600" spc="20" dirty="0">
                <a:solidFill>
                  <a:srgbClr val="202020"/>
                </a:solidFill>
                <a:latin typeface="Calibri"/>
                <a:cs typeface="Calibri"/>
              </a:rPr>
              <a:t> </a:t>
            </a:r>
            <a:r>
              <a:rPr lang="en-US" sz="1600" dirty="0">
                <a:solidFill>
                  <a:srgbClr val="202020"/>
                </a:solidFill>
                <a:latin typeface="Calibri"/>
                <a:cs typeface="Calibri"/>
              </a:rPr>
              <a:t>Android.</a:t>
            </a:r>
            <a:r>
              <a:rPr lang="en-US" sz="1600" spc="40" dirty="0">
                <a:solidFill>
                  <a:srgbClr val="202020"/>
                </a:solidFill>
                <a:latin typeface="Calibri"/>
                <a:cs typeface="Calibri"/>
              </a:rPr>
              <a:t> </a:t>
            </a:r>
            <a:r>
              <a:rPr lang="en-US" sz="1600" spc="-25" dirty="0">
                <a:solidFill>
                  <a:srgbClr val="202020"/>
                </a:solidFill>
                <a:latin typeface="Calibri"/>
                <a:cs typeface="Calibri"/>
              </a:rPr>
              <a:t>It </a:t>
            </a:r>
            <a:r>
              <a:rPr lang="en-US" sz="1600" dirty="0">
                <a:solidFill>
                  <a:srgbClr val="202020"/>
                </a:solidFill>
                <a:latin typeface="Calibri"/>
                <a:cs typeface="Calibri"/>
              </a:rPr>
              <a:t>runs</a:t>
            </a:r>
            <a:r>
              <a:rPr lang="en-US" sz="1600" spc="-35" dirty="0">
                <a:solidFill>
                  <a:srgbClr val="202020"/>
                </a:solidFill>
                <a:latin typeface="Calibri"/>
                <a:cs typeface="Calibri"/>
              </a:rPr>
              <a:t> </a:t>
            </a:r>
            <a:r>
              <a:rPr lang="en-US" sz="1600" dirty="0">
                <a:solidFill>
                  <a:srgbClr val="202020"/>
                </a:solidFill>
                <a:latin typeface="Calibri"/>
                <a:cs typeface="Calibri"/>
              </a:rPr>
              <a:t>on</a:t>
            </a:r>
            <a:r>
              <a:rPr lang="en-US" sz="1600" spc="-25" dirty="0">
                <a:solidFill>
                  <a:srgbClr val="202020"/>
                </a:solidFill>
                <a:latin typeface="Calibri"/>
                <a:cs typeface="Calibri"/>
              </a:rPr>
              <a:t> </a:t>
            </a:r>
            <a:r>
              <a:rPr lang="en-US" sz="1600" dirty="0">
                <a:solidFill>
                  <a:srgbClr val="202020"/>
                </a:solidFill>
                <a:latin typeface="Calibri"/>
                <a:cs typeface="Calibri"/>
              </a:rPr>
              <a:t>Apple</a:t>
            </a:r>
            <a:r>
              <a:rPr lang="en-US" sz="1600" spc="-35" dirty="0">
                <a:solidFill>
                  <a:srgbClr val="202020"/>
                </a:solidFill>
                <a:latin typeface="Calibri"/>
                <a:cs typeface="Calibri"/>
              </a:rPr>
              <a:t> </a:t>
            </a:r>
            <a:r>
              <a:rPr lang="en-US" sz="1600" dirty="0">
                <a:solidFill>
                  <a:srgbClr val="202020"/>
                </a:solidFill>
                <a:latin typeface="Calibri"/>
                <a:cs typeface="Calibri"/>
              </a:rPr>
              <a:t>hardware,</a:t>
            </a:r>
            <a:r>
              <a:rPr lang="en-US" sz="1600" spc="-25" dirty="0">
                <a:solidFill>
                  <a:srgbClr val="202020"/>
                </a:solidFill>
                <a:latin typeface="Calibri"/>
                <a:cs typeface="Calibri"/>
              </a:rPr>
              <a:t> </a:t>
            </a:r>
            <a:r>
              <a:rPr lang="en-US" sz="1600" dirty="0">
                <a:solidFill>
                  <a:srgbClr val="202020"/>
                </a:solidFill>
                <a:latin typeface="Calibri"/>
                <a:cs typeface="Calibri"/>
              </a:rPr>
              <a:t>including</a:t>
            </a:r>
            <a:r>
              <a:rPr lang="en-US" sz="1600" spc="-31" dirty="0">
                <a:solidFill>
                  <a:srgbClr val="202020"/>
                </a:solidFill>
                <a:latin typeface="Calibri"/>
                <a:cs typeface="Calibri"/>
              </a:rPr>
              <a:t> </a:t>
            </a:r>
            <a:r>
              <a:rPr lang="en-US" sz="1600" dirty="0">
                <a:solidFill>
                  <a:srgbClr val="202020"/>
                </a:solidFill>
                <a:latin typeface="Calibri"/>
                <a:cs typeface="Calibri"/>
              </a:rPr>
              <a:t>iPhones,</a:t>
            </a:r>
            <a:r>
              <a:rPr lang="en-US" sz="1600" spc="-35" dirty="0">
                <a:solidFill>
                  <a:srgbClr val="202020"/>
                </a:solidFill>
                <a:latin typeface="Calibri"/>
                <a:cs typeface="Calibri"/>
              </a:rPr>
              <a:t> </a:t>
            </a:r>
            <a:r>
              <a:rPr lang="en-US" sz="1600" dirty="0">
                <a:solidFill>
                  <a:srgbClr val="202020"/>
                </a:solidFill>
                <a:latin typeface="Calibri"/>
                <a:cs typeface="Calibri"/>
              </a:rPr>
              <a:t>iPad</a:t>
            </a:r>
            <a:r>
              <a:rPr lang="en-US" sz="1600" spc="-40" dirty="0">
                <a:solidFill>
                  <a:srgbClr val="202020"/>
                </a:solidFill>
                <a:latin typeface="Calibri"/>
                <a:cs typeface="Calibri"/>
              </a:rPr>
              <a:t> </a:t>
            </a:r>
            <a:r>
              <a:rPr lang="en-US" sz="1600" dirty="0">
                <a:solidFill>
                  <a:srgbClr val="202020"/>
                </a:solidFill>
                <a:latin typeface="Calibri"/>
                <a:cs typeface="Calibri"/>
              </a:rPr>
              <a:t>tablets</a:t>
            </a:r>
            <a:r>
              <a:rPr lang="en-US" sz="1600" spc="-31" dirty="0">
                <a:solidFill>
                  <a:srgbClr val="202020"/>
                </a:solidFill>
                <a:latin typeface="Calibri"/>
                <a:cs typeface="Calibri"/>
              </a:rPr>
              <a:t> </a:t>
            </a:r>
            <a:r>
              <a:rPr lang="en-US" sz="1600" dirty="0">
                <a:solidFill>
                  <a:srgbClr val="202020"/>
                </a:solidFill>
                <a:latin typeface="Calibri"/>
                <a:cs typeface="Calibri"/>
              </a:rPr>
              <a:t>and</a:t>
            </a:r>
            <a:r>
              <a:rPr lang="en-US" sz="1600" spc="-45" dirty="0">
                <a:solidFill>
                  <a:srgbClr val="202020"/>
                </a:solidFill>
                <a:latin typeface="Calibri"/>
                <a:cs typeface="Calibri"/>
              </a:rPr>
              <a:t> </a:t>
            </a:r>
            <a:r>
              <a:rPr lang="en-US" sz="1600" dirty="0">
                <a:solidFill>
                  <a:srgbClr val="202020"/>
                </a:solidFill>
                <a:latin typeface="Calibri"/>
                <a:cs typeface="Calibri"/>
              </a:rPr>
              <a:t>iPod</a:t>
            </a:r>
            <a:r>
              <a:rPr lang="en-US" sz="1600" spc="-31" dirty="0">
                <a:solidFill>
                  <a:srgbClr val="202020"/>
                </a:solidFill>
                <a:latin typeface="Calibri"/>
                <a:cs typeface="Calibri"/>
              </a:rPr>
              <a:t> </a:t>
            </a:r>
            <a:r>
              <a:rPr lang="en-US" sz="1600" dirty="0">
                <a:solidFill>
                  <a:srgbClr val="202020"/>
                </a:solidFill>
                <a:latin typeface="Calibri"/>
                <a:cs typeface="Calibri"/>
              </a:rPr>
              <a:t>Touch</a:t>
            </a:r>
            <a:r>
              <a:rPr lang="en-US" sz="1600" spc="-40" dirty="0">
                <a:solidFill>
                  <a:srgbClr val="202020"/>
                </a:solidFill>
                <a:latin typeface="Calibri"/>
                <a:cs typeface="Calibri"/>
              </a:rPr>
              <a:t> </a:t>
            </a:r>
            <a:r>
              <a:rPr lang="en-US" sz="1600" dirty="0">
                <a:solidFill>
                  <a:srgbClr val="202020"/>
                </a:solidFill>
                <a:latin typeface="Calibri"/>
                <a:cs typeface="Calibri"/>
              </a:rPr>
              <a:t>media</a:t>
            </a:r>
            <a:r>
              <a:rPr lang="en-US" sz="1600" spc="-20" dirty="0">
                <a:solidFill>
                  <a:srgbClr val="202020"/>
                </a:solidFill>
                <a:latin typeface="Calibri"/>
                <a:cs typeface="Calibri"/>
              </a:rPr>
              <a:t> </a:t>
            </a:r>
            <a:r>
              <a:rPr lang="en-US" sz="1600" spc="-11" dirty="0">
                <a:solidFill>
                  <a:srgbClr val="202020"/>
                </a:solidFill>
                <a:latin typeface="Calibri"/>
                <a:cs typeface="Calibri"/>
              </a:rPr>
              <a:t>players</a:t>
            </a:r>
            <a:r>
              <a:rPr lang="en-US" sz="1600" spc="-11" dirty="0" smtClean="0">
                <a:solidFill>
                  <a:srgbClr val="202020"/>
                </a:solidFill>
                <a:latin typeface="Calibri"/>
                <a:cs typeface="Calibri"/>
              </a:rPr>
              <a:t>.</a:t>
            </a:r>
          </a:p>
          <a:p>
            <a:pPr marL="433060" marR="6985">
              <a:lnSpc>
                <a:spcPct val="101699"/>
              </a:lnSpc>
              <a:spcBef>
                <a:spcPts val="575"/>
              </a:spcBef>
            </a:pPr>
            <a:endParaRPr lang="en-US" sz="1000" dirty="0">
              <a:latin typeface="Calibri"/>
              <a:cs typeface="Calibri"/>
            </a:endParaRPr>
          </a:p>
          <a:p>
            <a:pPr marL="353686">
              <a:spcBef>
                <a:spcPts val="645"/>
              </a:spcBef>
            </a:pPr>
            <a:r>
              <a:rPr lang="en-US" b="1" i="1" dirty="0">
                <a:latin typeface="Calibri"/>
                <a:cs typeface="Calibri"/>
              </a:rPr>
              <a:t>GOOGLE'S</a:t>
            </a:r>
            <a:r>
              <a:rPr lang="en-US" b="1" i="1" spc="-40" dirty="0">
                <a:latin typeface="Calibri"/>
                <a:cs typeface="Calibri"/>
              </a:rPr>
              <a:t> </a:t>
            </a:r>
            <a:r>
              <a:rPr lang="en-US" b="1" i="1" dirty="0">
                <a:latin typeface="Calibri"/>
                <a:cs typeface="Calibri"/>
              </a:rPr>
              <a:t>ANDROID</a:t>
            </a:r>
            <a:r>
              <a:rPr lang="en-US" b="1" i="1" spc="-40" dirty="0">
                <a:latin typeface="Calibri"/>
                <a:cs typeface="Calibri"/>
              </a:rPr>
              <a:t> </a:t>
            </a:r>
            <a:r>
              <a:rPr lang="en-US" b="1" i="1" spc="-25" dirty="0">
                <a:latin typeface="Calibri"/>
                <a:cs typeface="Calibri"/>
              </a:rPr>
              <a:t>OS</a:t>
            </a:r>
            <a:endParaRPr lang="en-US" dirty="0">
              <a:latin typeface="Calibri"/>
              <a:cs typeface="Calibri"/>
            </a:endParaRPr>
          </a:p>
          <a:p>
            <a:pPr marL="433060" marR="382261">
              <a:lnSpc>
                <a:spcPct val="101699"/>
              </a:lnSpc>
              <a:spcBef>
                <a:spcPts val="580"/>
              </a:spcBef>
            </a:pPr>
            <a:r>
              <a:rPr lang="en-US" sz="1600" dirty="0">
                <a:solidFill>
                  <a:srgbClr val="202020"/>
                </a:solidFill>
                <a:latin typeface="Calibri"/>
                <a:cs typeface="Calibri"/>
              </a:rPr>
              <a:t>Android</a:t>
            </a:r>
            <a:r>
              <a:rPr lang="en-US" sz="1600" spc="-15" dirty="0">
                <a:solidFill>
                  <a:srgbClr val="202020"/>
                </a:solidFill>
                <a:latin typeface="Calibri"/>
                <a:cs typeface="Calibri"/>
              </a:rPr>
              <a:t> </a:t>
            </a:r>
            <a:r>
              <a:rPr lang="en-US" sz="1600" dirty="0">
                <a:solidFill>
                  <a:srgbClr val="202020"/>
                </a:solidFill>
                <a:latin typeface="Calibri"/>
                <a:cs typeface="Calibri"/>
              </a:rPr>
              <a:t>is</a:t>
            </a:r>
            <a:r>
              <a:rPr lang="en-US" sz="1600" spc="5" dirty="0">
                <a:solidFill>
                  <a:srgbClr val="202020"/>
                </a:solidFill>
                <a:latin typeface="Calibri"/>
                <a:cs typeface="Calibri"/>
              </a:rPr>
              <a:t> </a:t>
            </a:r>
            <a:r>
              <a:rPr lang="en-US" sz="1600" dirty="0">
                <a:solidFill>
                  <a:srgbClr val="202020"/>
                </a:solidFill>
                <a:latin typeface="Calibri"/>
                <a:cs typeface="Calibri"/>
              </a:rPr>
              <a:t>the</a:t>
            </a:r>
            <a:r>
              <a:rPr lang="en-US" sz="1600" spc="-25" dirty="0">
                <a:solidFill>
                  <a:srgbClr val="202020"/>
                </a:solidFill>
                <a:latin typeface="Calibri"/>
                <a:cs typeface="Calibri"/>
              </a:rPr>
              <a:t> </a:t>
            </a:r>
            <a:r>
              <a:rPr lang="en-US" sz="1600" dirty="0">
                <a:solidFill>
                  <a:srgbClr val="202020"/>
                </a:solidFill>
                <a:latin typeface="Calibri"/>
                <a:cs typeface="Calibri"/>
              </a:rPr>
              <a:t>most</a:t>
            </a:r>
            <a:r>
              <a:rPr lang="en-US" sz="1600" spc="-20" dirty="0">
                <a:solidFill>
                  <a:srgbClr val="202020"/>
                </a:solidFill>
                <a:latin typeface="Calibri"/>
                <a:cs typeface="Calibri"/>
              </a:rPr>
              <a:t> </a:t>
            </a:r>
            <a:r>
              <a:rPr lang="en-US" sz="1600" dirty="0">
                <a:solidFill>
                  <a:srgbClr val="202020"/>
                </a:solidFill>
                <a:latin typeface="Calibri"/>
                <a:cs typeface="Calibri"/>
              </a:rPr>
              <a:t>popular</a:t>
            </a:r>
            <a:r>
              <a:rPr lang="en-US" sz="1600" spc="-15" dirty="0">
                <a:solidFill>
                  <a:srgbClr val="202020"/>
                </a:solidFill>
                <a:latin typeface="Calibri"/>
                <a:cs typeface="Calibri"/>
              </a:rPr>
              <a:t> </a:t>
            </a:r>
            <a:r>
              <a:rPr lang="en-US" sz="1600" dirty="0">
                <a:solidFill>
                  <a:srgbClr val="202020"/>
                </a:solidFill>
                <a:latin typeface="Calibri"/>
                <a:cs typeface="Calibri"/>
              </a:rPr>
              <a:t>operating</a:t>
            </a:r>
            <a:r>
              <a:rPr lang="en-US" sz="1600" spc="-15" dirty="0">
                <a:solidFill>
                  <a:srgbClr val="202020"/>
                </a:solidFill>
                <a:latin typeface="Calibri"/>
                <a:cs typeface="Calibri"/>
              </a:rPr>
              <a:t> </a:t>
            </a:r>
            <a:r>
              <a:rPr lang="en-US" sz="1600" dirty="0">
                <a:solidFill>
                  <a:srgbClr val="202020"/>
                </a:solidFill>
                <a:latin typeface="Calibri"/>
                <a:cs typeface="Calibri"/>
              </a:rPr>
              <a:t>system</a:t>
            </a:r>
            <a:r>
              <a:rPr lang="en-US" sz="1600" spc="-25" dirty="0">
                <a:solidFill>
                  <a:srgbClr val="202020"/>
                </a:solidFill>
                <a:latin typeface="Calibri"/>
                <a:cs typeface="Calibri"/>
              </a:rPr>
              <a:t> </a:t>
            </a:r>
            <a:r>
              <a:rPr lang="en-US" sz="1600" dirty="0">
                <a:solidFill>
                  <a:srgbClr val="202020"/>
                </a:solidFill>
                <a:latin typeface="Calibri"/>
                <a:cs typeface="Calibri"/>
              </a:rPr>
              <a:t>in</a:t>
            </a:r>
            <a:r>
              <a:rPr lang="en-US" sz="1600" spc="-15" dirty="0">
                <a:solidFill>
                  <a:srgbClr val="202020"/>
                </a:solidFill>
                <a:latin typeface="Calibri"/>
                <a:cs typeface="Calibri"/>
              </a:rPr>
              <a:t> </a:t>
            </a:r>
            <a:r>
              <a:rPr lang="en-US" sz="1600" dirty="0">
                <a:solidFill>
                  <a:srgbClr val="202020"/>
                </a:solidFill>
                <a:latin typeface="Calibri"/>
                <a:cs typeface="Calibri"/>
              </a:rPr>
              <a:t>the</a:t>
            </a:r>
            <a:r>
              <a:rPr lang="en-US" sz="1600" spc="-20" dirty="0">
                <a:solidFill>
                  <a:srgbClr val="202020"/>
                </a:solidFill>
                <a:latin typeface="Calibri"/>
                <a:cs typeface="Calibri"/>
              </a:rPr>
              <a:t> </a:t>
            </a:r>
            <a:r>
              <a:rPr lang="en-US" sz="1600" dirty="0">
                <a:solidFill>
                  <a:srgbClr val="202020"/>
                </a:solidFill>
                <a:latin typeface="Calibri"/>
                <a:cs typeface="Calibri"/>
              </a:rPr>
              <a:t>world</a:t>
            </a:r>
            <a:r>
              <a:rPr lang="en-US" sz="1600" spc="-15" dirty="0">
                <a:solidFill>
                  <a:srgbClr val="202020"/>
                </a:solidFill>
                <a:latin typeface="Calibri"/>
                <a:cs typeface="Calibri"/>
              </a:rPr>
              <a:t> </a:t>
            </a:r>
            <a:r>
              <a:rPr lang="en-US" sz="1600" dirty="0">
                <a:solidFill>
                  <a:srgbClr val="202020"/>
                </a:solidFill>
                <a:latin typeface="Calibri"/>
                <a:cs typeface="Calibri"/>
              </a:rPr>
              <a:t>judging</a:t>
            </a:r>
            <a:r>
              <a:rPr lang="en-US" sz="1600" spc="-15" dirty="0">
                <a:solidFill>
                  <a:srgbClr val="202020"/>
                </a:solidFill>
                <a:latin typeface="Calibri"/>
                <a:cs typeface="Calibri"/>
              </a:rPr>
              <a:t> </a:t>
            </a:r>
            <a:r>
              <a:rPr lang="en-US" sz="1600" dirty="0">
                <a:solidFill>
                  <a:srgbClr val="202020"/>
                </a:solidFill>
                <a:latin typeface="Calibri"/>
                <a:cs typeface="Calibri"/>
              </a:rPr>
              <a:t>by the</a:t>
            </a:r>
            <a:r>
              <a:rPr lang="en-US" sz="1600" spc="-5" dirty="0">
                <a:solidFill>
                  <a:srgbClr val="202020"/>
                </a:solidFill>
                <a:latin typeface="Calibri"/>
                <a:cs typeface="Calibri"/>
              </a:rPr>
              <a:t> </a:t>
            </a:r>
            <a:r>
              <a:rPr lang="en-US" sz="1600" dirty="0">
                <a:solidFill>
                  <a:srgbClr val="202020"/>
                </a:solidFill>
                <a:latin typeface="Calibri"/>
                <a:cs typeface="Calibri"/>
              </a:rPr>
              <a:t>number</a:t>
            </a:r>
            <a:r>
              <a:rPr lang="en-US" sz="1600" spc="11" dirty="0">
                <a:solidFill>
                  <a:srgbClr val="202020"/>
                </a:solidFill>
                <a:latin typeface="Calibri"/>
                <a:cs typeface="Calibri"/>
              </a:rPr>
              <a:t> </a:t>
            </a:r>
            <a:r>
              <a:rPr lang="en-US" sz="1600" dirty="0">
                <a:solidFill>
                  <a:srgbClr val="202020"/>
                </a:solidFill>
                <a:latin typeface="Calibri"/>
                <a:cs typeface="Calibri"/>
              </a:rPr>
              <a:t>of</a:t>
            </a:r>
            <a:r>
              <a:rPr lang="en-US" sz="1600" spc="-15" dirty="0">
                <a:solidFill>
                  <a:srgbClr val="202020"/>
                </a:solidFill>
                <a:latin typeface="Calibri"/>
                <a:cs typeface="Calibri"/>
              </a:rPr>
              <a:t> </a:t>
            </a:r>
            <a:r>
              <a:rPr lang="en-US" sz="1600" spc="-11" dirty="0">
                <a:solidFill>
                  <a:srgbClr val="202020"/>
                </a:solidFill>
                <a:latin typeface="Calibri"/>
                <a:cs typeface="Calibri"/>
              </a:rPr>
              <a:t>devices installed.</a:t>
            </a:r>
            <a:r>
              <a:rPr lang="en-US" sz="1600" spc="-25" dirty="0">
                <a:solidFill>
                  <a:srgbClr val="202020"/>
                </a:solidFill>
                <a:latin typeface="Calibri"/>
                <a:cs typeface="Calibri"/>
              </a:rPr>
              <a:t> </a:t>
            </a:r>
            <a:r>
              <a:rPr lang="en-US" sz="1600" dirty="0">
                <a:solidFill>
                  <a:srgbClr val="202020"/>
                </a:solidFill>
                <a:latin typeface="Calibri"/>
                <a:cs typeface="Calibri"/>
              </a:rPr>
              <a:t>Users</a:t>
            </a:r>
            <a:r>
              <a:rPr lang="en-US" sz="1600" spc="-25" dirty="0">
                <a:solidFill>
                  <a:srgbClr val="202020"/>
                </a:solidFill>
                <a:latin typeface="Calibri"/>
                <a:cs typeface="Calibri"/>
              </a:rPr>
              <a:t> </a:t>
            </a:r>
            <a:r>
              <a:rPr lang="en-US" sz="1600" dirty="0">
                <a:solidFill>
                  <a:srgbClr val="202020"/>
                </a:solidFill>
                <a:latin typeface="Calibri"/>
                <a:cs typeface="Calibri"/>
              </a:rPr>
              <a:t>can</a:t>
            </a:r>
            <a:r>
              <a:rPr lang="en-US" sz="1600" spc="-15" dirty="0">
                <a:solidFill>
                  <a:srgbClr val="202020"/>
                </a:solidFill>
                <a:latin typeface="Calibri"/>
                <a:cs typeface="Calibri"/>
              </a:rPr>
              <a:t> </a:t>
            </a:r>
            <a:r>
              <a:rPr lang="en-US" sz="1600" dirty="0">
                <a:solidFill>
                  <a:srgbClr val="202020"/>
                </a:solidFill>
                <a:latin typeface="Calibri"/>
                <a:cs typeface="Calibri"/>
              </a:rPr>
              <a:t>download</a:t>
            </a:r>
            <a:r>
              <a:rPr lang="en-US" sz="1600" spc="-15" dirty="0">
                <a:solidFill>
                  <a:srgbClr val="202020"/>
                </a:solidFill>
                <a:latin typeface="Calibri"/>
                <a:cs typeface="Calibri"/>
              </a:rPr>
              <a:t> </a:t>
            </a:r>
            <a:r>
              <a:rPr lang="en-US" sz="1600" dirty="0">
                <a:solidFill>
                  <a:srgbClr val="202020"/>
                </a:solidFill>
                <a:latin typeface="Calibri"/>
                <a:cs typeface="Calibri"/>
              </a:rPr>
              <a:t>custom</a:t>
            </a:r>
            <a:r>
              <a:rPr lang="en-US" sz="1600" spc="-35" dirty="0">
                <a:solidFill>
                  <a:srgbClr val="202020"/>
                </a:solidFill>
                <a:latin typeface="Calibri"/>
                <a:cs typeface="Calibri"/>
              </a:rPr>
              <a:t> </a:t>
            </a:r>
            <a:r>
              <a:rPr lang="en-US" sz="1600" dirty="0">
                <a:solidFill>
                  <a:srgbClr val="202020"/>
                </a:solidFill>
                <a:latin typeface="Calibri"/>
                <a:cs typeface="Calibri"/>
              </a:rPr>
              <a:t>versions</a:t>
            </a:r>
            <a:r>
              <a:rPr lang="en-US" sz="1600" spc="-25" dirty="0">
                <a:solidFill>
                  <a:srgbClr val="202020"/>
                </a:solidFill>
                <a:latin typeface="Calibri"/>
                <a:cs typeface="Calibri"/>
              </a:rPr>
              <a:t> </a:t>
            </a:r>
            <a:r>
              <a:rPr lang="en-US" sz="1600" dirty="0">
                <a:solidFill>
                  <a:srgbClr val="202020"/>
                </a:solidFill>
                <a:latin typeface="Calibri"/>
                <a:cs typeface="Calibri"/>
              </a:rPr>
              <a:t>of</a:t>
            </a:r>
            <a:r>
              <a:rPr lang="en-US" sz="1600" spc="-20" dirty="0">
                <a:solidFill>
                  <a:srgbClr val="202020"/>
                </a:solidFill>
                <a:latin typeface="Calibri"/>
                <a:cs typeface="Calibri"/>
              </a:rPr>
              <a:t> </a:t>
            </a:r>
            <a:r>
              <a:rPr lang="en-US" sz="1600" dirty="0">
                <a:solidFill>
                  <a:srgbClr val="202020"/>
                </a:solidFill>
                <a:latin typeface="Calibri"/>
                <a:cs typeface="Calibri"/>
              </a:rPr>
              <a:t>the</a:t>
            </a:r>
            <a:r>
              <a:rPr lang="en-US" sz="1600" spc="-25" dirty="0">
                <a:solidFill>
                  <a:srgbClr val="202020"/>
                </a:solidFill>
                <a:latin typeface="Calibri"/>
                <a:cs typeface="Calibri"/>
              </a:rPr>
              <a:t> </a:t>
            </a:r>
            <a:r>
              <a:rPr lang="en-US" sz="1600" dirty="0">
                <a:solidFill>
                  <a:srgbClr val="202020"/>
                </a:solidFill>
                <a:latin typeface="Calibri"/>
                <a:cs typeface="Calibri"/>
              </a:rPr>
              <a:t>operating</a:t>
            </a:r>
            <a:r>
              <a:rPr lang="en-US" sz="1600" spc="-25" dirty="0">
                <a:solidFill>
                  <a:srgbClr val="202020"/>
                </a:solidFill>
                <a:latin typeface="Calibri"/>
                <a:cs typeface="Calibri"/>
              </a:rPr>
              <a:t> </a:t>
            </a:r>
            <a:r>
              <a:rPr lang="en-US" sz="1600" spc="-11" dirty="0">
                <a:solidFill>
                  <a:srgbClr val="202020"/>
                </a:solidFill>
                <a:latin typeface="Calibri"/>
                <a:cs typeface="Calibri"/>
              </a:rPr>
              <a:t>system</a:t>
            </a:r>
            <a:r>
              <a:rPr lang="en-US" sz="1600" spc="-11" dirty="0" smtClean="0">
                <a:solidFill>
                  <a:srgbClr val="202020"/>
                </a:solidFill>
                <a:latin typeface="Calibri"/>
                <a:cs typeface="Calibri"/>
              </a:rPr>
              <a:t>.</a:t>
            </a:r>
            <a:endParaRPr lang="en-US" sz="1600" dirty="0">
              <a:latin typeface="Calibri"/>
              <a:cs typeface="Calibri"/>
            </a:endParaRPr>
          </a:p>
        </p:txBody>
      </p:sp>
      <p:sp>
        <p:nvSpPr>
          <p:cNvPr id="8" name="TextBox 7">
            <a:extLst>
              <a:ext uri="{FF2B5EF4-FFF2-40B4-BE49-F238E27FC236}">
                <a16:creationId xmlns:a16="http://schemas.microsoft.com/office/drawing/2014/main" id="{75559095-C5D6-0937-CA06-5D7A3E9A16E7}"/>
              </a:ext>
            </a:extLst>
          </p:cNvPr>
          <p:cNvSpPr txBox="1"/>
          <p:nvPr/>
        </p:nvSpPr>
        <p:spPr>
          <a:xfrm>
            <a:off x="5236808" y="2133311"/>
            <a:ext cx="4531889" cy="2677656"/>
          </a:xfrm>
          <a:prstGeom prst="rect">
            <a:avLst/>
          </a:prstGeom>
          <a:noFill/>
        </p:spPr>
        <p:txBody>
          <a:bodyPr wrap="square" rtlCol="0">
            <a:spAutoFit/>
          </a:bodyPr>
          <a:lstStyle/>
          <a:p>
            <a:pPr marL="353686">
              <a:spcBef>
                <a:spcPts val="651"/>
              </a:spcBef>
            </a:pPr>
            <a:r>
              <a:rPr lang="en-US" b="1" i="1" dirty="0" smtClean="0">
                <a:latin typeface="Calibri"/>
                <a:cs typeface="Calibri"/>
              </a:rPr>
              <a:t>APPLE</a:t>
            </a:r>
            <a:r>
              <a:rPr lang="en-US" b="1" i="1" spc="-40" dirty="0" smtClean="0">
                <a:latin typeface="Calibri"/>
                <a:cs typeface="Calibri"/>
              </a:rPr>
              <a:t> </a:t>
            </a:r>
            <a:r>
              <a:rPr lang="en-US" b="1" i="1" dirty="0">
                <a:latin typeface="Calibri"/>
                <a:cs typeface="Calibri"/>
              </a:rPr>
              <a:t>MAC</a:t>
            </a:r>
            <a:r>
              <a:rPr lang="en-US" b="1" i="1" spc="-5" dirty="0">
                <a:latin typeface="Calibri"/>
                <a:cs typeface="Calibri"/>
              </a:rPr>
              <a:t> </a:t>
            </a:r>
            <a:r>
              <a:rPr lang="en-US" b="1" i="1" spc="-25" dirty="0">
                <a:latin typeface="Calibri"/>
                <a:cs typeface="Calibri"/>
              </a:rPr>
              <a:t>OS</a:t>
            </a:r>
            <a:endParaRPr lang="en-US" dirty="0">
              <a:latin typeface="Calibri"/>
              <a:cs typeface="Calibri"/>
            </a:endParaRPr>
          </a:p>
          <a:p>
            <a:pPr marL="433060">
              <a:spcBef>
                <a:spcPts val="600"/>
              </a:spcBef>
            </a:pPr>
            <a:r>
              <a:rPr lang="en-US" sz="1600" dirty="0">
                <a:solidFill>
                  <a:srgbClr val="202020"/>
                </a:solidFill>
                <a:latin typeface="Calibri"/>
                <a:cs typeface="Calibri"/>
              </a:rPr>
              <a:t>Apple's</a:t>
            </a:r>
            <a:r>
              <a:rPr lang="en-US" sz="1600" spc="11" dirty="0">
                <a:solidFill>
                  <a:srgbClr val="202020"/>
                </a:solidFill>
                <a:latin typeface="Calibri"/>
                <a:cs typeface="Calibri"/>
              </a:rPr>
              <a:t> </a:t>
            </a:r>
            <a:r>
              <a:rPr lang="en-US" sz="1600" dirty="0">
                <a:solidFill>
                  <a:srgbClr val="202020"/>
                </a:solidFill>
                <a:latin typeface="Calibri"/>
                <a:cs typeface="Calibri"/>
              </a:rPr>
              <a:t>macOS,</a:t>
            </a:r>
            <a:r>
              <a:rPr lang="en-US" sz="1600" spc="-11" dirty="0">
                <a:solidFill>
                  <a:srgbClr val="202020"/>
                </a:solidFill>
                <a:latin typeface="Calibri"/>
                <a:cs typeface="Calibri"/>
              </a:rPr>
              <a:t> </a:t>
            </a:r>
            <a:r>
              <a:rPr lang="en-US" sz="1600" dirty="0">
                <a:solidFill>
                  <a:srgbClr val="202020"/>
                </a:solidFill>
                <a:latin typeface="Calibri"/>
                <a:cs typeface="Calibri"/>
              </a:rPr>
              <a:t>successor</a:t>
            </a:r>
            <a:r>
              <a:rPr lang="en-US" sz="1600" spc="-11" dirty="0">
                <a:solidFill>
                  <a:srgbClr val="202020"/>
                </a:solidFill>
                <a:latin typeface="Calibri"/>
                <a:cs typeface="Calibri"/>
              </a:rPr>
              <a:t> </a:t>
            </a:r>
            <a:r>
              <a:rPr lang="en-US" sz="1600" dirty="0">
                <a:solidFill>
                  <a:srgbClr val="202020"/>
                </a:solidFill>
                <a:latin typeface="Calibri"/>
                <a:cs typeface="Calibri"/>
              </a:rPr>
              <a:t>to</a:t>
            </a:r>
            <a:r>
              <a:rPr lang="en-US" sz="1600" spc="-5" dirty="0">
                <a:solidFill>
                  <a:srgbClr val="202020"/>
                </a:solidFill>
                <a:latin typeface="Calibri"/>
                <a:cs typeface="Calibri"/>
              </a:rPr>
              <a:t> </a:t>
            </a:r>
            <a:r>
              <a:rPr lang="en-US" sz="1600" dirty="0">
                <a:solidFill>
                  <a:srgbClr val="202020"/>
                </a:solidFill>
                <a:latin typeface="Calibri"/>
                <a:cs typeface="Calibri"/>
              </a:rPr>
              <a:t>the popular</a:t>
            </a:r>
            <a:r>
              <a:rPr lang="en-US" sz="1600" spc="-5" dirty="0">
                <a:solidFill>
                  <a:srgbClr val="202020"/>
                </a:solidFill>
                <a:latin typeface="Calibri"/>
                <a:cs typeface="Calibri"/>
              </a:rPr>
              <a:t> </a:t>
            </a:r>
            <a:r>
              <a:rPr lang="en-US" sz="1600" dirty="0">
                <a:solidFill>
                  <a:srgbClr val="202020"/>
                </a:solidFill>
                <a:latin typeface="Calibri"/>
                <a:cs typeface="Calibri"/>
              </a:rPr>
              <a:t>OS X operating</a:t>
            </a:r>
            <a:r>
              <a:rPr lang="en-US" sz="1600" spc="11" dirty="0">
                <a:solidFill>
                  <a:srgbClr val="202020"/>
                </a:solidFill>
                <a:latin typeface="Calibri"/>
                <a:cs typeface="Calibri"/>
              </a:rPr>
              <a:t> </a:t>
            </a:r>
            <a:r>
              <a:rPr lang="en-US" sz="1600" dirty="0">
                <a:solidFill>
                  <a:srgbClr val="202020"/>
                </a:solidFill>
                <a:latin typeface="Calibri"/>
                <a:cs typeface="Calibri"/>
              </a:rPr>
              <a:t>system,</a:t>
            </a:r>
            <a:r>
              <a:rPr lang="en-US" sz="1600" spc="-11" dirty="0">
                <a:solidFill>
                  <a:srgbClr val="202020"/>
                </a:solidFill>
                <a:latin typeface="Calibri"/>
                <a:cs typeface="Calibri"/>
              </a:rPr>
              <a:t> </a:t>
            </a:r>
            <a:r>
              <a:rPr lang="en-US" sz="1600" dirty="0">
                <a:solidFill>
                  <a:srgbClr val="202020"/>
                </a:solidFill>
                <a:latin typeface="Calibri"/>
                <a:cs typeface="Calibri"/>
              </a:rPr>
              <a:t>runs</a:t>
            </a:r>
            <a:r>
              <a:rPr lang="en-US" sz="1600" spc="11" dirty="0">
                <a:solidFill>
                  <a:srgbClr val="202020"/>
                </a:solidFill>
                <a:latin typeface="Calibri"/>
                <a:cs typeface="Calibri"/>
              </a:rPr>
              <a:t> </a:t>
            </a:r>
            <a:r>
              <a:rPr lang="en-US" sz="1600" dirty="0">
                <a:solidFill>
                  <a:srgbClr val="202020"/>
                </a:solidFill>
                <a:latin typeface="Calibri"/>
                <a:cs typeface="Calibri"/>
              </a:rPr>
              <a:t>on</a:t>
            </a:r>
            <a:r>
              <a:rPr lang="en-US" sz="1600" spc="-5" dirty="0">
                <a:solidFill>
                  <a:srgbClr val="202020"/>
                </a:solidFill>
                <a:latin typeface="Calibri"/>
                <a:cs typeface="Calibri"/>
              </a:rPr>
              <a:t> </a:t>
            </a:r>
            <a:r>
              <a:rPr lang="en-US" sz="1600" dirty="0">
                <a:solidFill>
                  <a:srgbClr val="202020"/>
                </a:solidFill>
                <a:latin typeface="Calibri"/>
                <a:cs typeface="Calibri"/>
              </a:rPr>
              <a:t>Apple</a:t>
            </a:r>
            <a:r>
              <a:rPr lang="en-US" sz="1600" spc="25" dirty="0">
                <a:solidFill>
                  <a:srgbClr val="202020"/>
                </a:solidFill>
                <a:latin typeface="Calibri"/>
                <a:cs typeface="Calibri"/>
              </a:rPr>
              <a:t> </a:t>
            </a:r>
            <a:r>
              <a:rPr lang="en-US" sz="1600" dirty="0">
                <a:solidFill>
                  <a:srgbClr val="202020"/>
                </a:solidFill>
                <a:latin typeface="Calibri"/>
                <a:cs typeface="Calibri"/>
              </a:rPr>
              <a:t>laptops</a:t>
            </a:r>
            <a:r>
              <a:rPr lang="en-US" sz="1600" spc="5" dirty="0">
                <a:solidFill>
                  <a:srgbClr val="202020"/>
                </a:solidFill>
                <a:latin typeface="Calibri"/>
                <a:cs typeface="Calibri"/>
              </a:rPr>
              <a:t> </a:t>
            </a:r>
            <a:r>
              <a:rPr lang="en-US" sz="1600" spc="-25" dirty="0">
                <a:solidFill>
                  <a:srgbClr val="202020"/>
                </a:solidFill>
                <a:latin typeface="Calibri"/>
                <a:cs typeface="Calibri"/>
              </a:rPr>
              <a:t>and </a:t>
            </a:r>
            <a:r>
              <a:rPr lang="en-US" sz="1600" dirty="0">
                <a:solidFill>
                  <a:srgbClr val="202020"/>
                </a:solidFill>
                <a:latin typeface="Calibri"/>
                <a:cs typeface="Calibri"/>
              </a:rPr>
              <a:t>desktops..</a:t>
            </a:r>
            <a:r>
              <a:rPr lang="en-US" sz="1600" spc="-20" dirty="0">
                <a:solidFill>
                  <a:srgbClr val="202020"/>
                </a:solidFill>
                <a:latin typeface="Calibri"/>
                <a:cs typeface="Calibri"/>
              </a:rPr>
              <a:t> </a:t>
            </a:r>
            <a:r>
              <a:rPr lang="en-US" sz="1600" dirty="0">
                <a:solidFill>
                  <a:srgbClr val="202020"/>
                </a:solidFill>
                <a:latin typeface="Calibri"/>
                <a:cs typeface="Calibri"/>
              </a:rPr>
              <a:t>MacOS</a:t>
            </a:r>
            <a:r>
              <a:rPr lang="en-US" sz="1600" spc="-31" dirty="0">
                <a:solidFill>
                  <a:srgbClr val="202020"/>
                </a:solidFill>
                <a:latin typeface="Calibri"/>
                <a:cs typeface="Calibri"/>
              </a:rPr>
              <a:t> </a:t>
            </a:r>
            <a:r>
              <a:rPr lang="en-US" sz="1600" dirty="0">
                <a:solidFill>
                  <a:srgbClr val="202020"/>
                </a:solidFill>
                <a:latin typeface="Calibri"/>
                <a:cs typeface="Calibri"/>
              </a:rPr>
              <a:t>is</a:t>
            </a:r>
            <a:r>
              <a:rPr lang="en-US" sz="1600" spc="-15" dirty="0">
                <a:solidFill>
                  <a:srgbClr val="202020"/>
                </a:solidFill>
                <a:latin typeface="Calibri"/>
                <a:cs typeface="Calibri"/>
              </a:rPr>
              <a:t> </a:t>
            </a:r>
            <a:r>
              <a:rPr lang="en-US" sz="1600" dirty="0">
                <a:solidFill>
                  <a:srgbClr val="202020"/>
                </a:solidFill>
                <a:latin typeface="Calibri"/>
                <a:cs typeface="Calibri"/>
              </a:rPr>
              <a:t>known</a:t>
            </a:r>
            <a:r>
              <a:rPr lang="en-US" sz="1600" spc="-35" dirty="0">
                <a:solidFill>
                  <a:srgbClr val="202020"/>
                </a:solidFill>
                <a:latin typeface="Calibri"/>
                <a:cs typeface="Calibri"/>
              </a:rPr>
              <a:t> </a:t>
            </a:r>
            <a:r>
              <a:rPr lang="en-US" sz="1600" dirty="0">
                <a:solidFill>
                  <a:srgbClr val="202020"/>
                </a:solidFill>
                <a:latin typeface="Calibri"/>
                <a:cs typeface="Calibri"/>
              </a:rPr>
              <a:t>for</a:t>
            </a:r>
            <a:r>
              <a:rPr lang="en-US" sz="1600" spc="-15" dirty="0">
                <a:solidFill>
                  <a:srgbClr val="202020"/>
                </a:solidFill>
                <a:latin typeface="Calibri"/>
                <a:cs typeface="Calibri"/>
              </a:rPr>
              <a:t> </a:t>
            </a:r>
            <a:r>
              <a:rPr lang="en-US" sz="1600" dirty="0">
                <a:solidFill>
                  <a:srgbClr val="202020"/>
                </a:solidFill>
                <a:latin typeface="Calibri"/>
                <a:cs typeface="Calibri"/>
              </a:rPr>
              <a:t>its</a:t>
            </a:r>
            <a:r>
              <a:rPr lang="en-US" sz="1600" spc="-15" dirty="0">
                <a:solidFill>
                  <a:srgbClr val="202020"/>
                </a:solidFill>
                <a:latin typeface="Calibri"/>
                <a:cs typeface="Calibri"/>
              </a:rPr>
              <a:t> </a:t>
            </a:r>
            <a:r>
              <a:rPr lang="en-US" sz="1600" spc="-11" dirty="0">
                <a:solidFill>
                  <a:srgbClr val="202020"/>
                </a:solidFill>
                <a:latin typeface="Calibri"/>
                <a:cs typeface="Calibri"/>
              </a:rPr>
              <a:t>user-</a:t>
            </a:r>
            <a:r>
              <a:rPr lang="en-US" sz="1600" dirty="0">
                <a:solidFill>
                  <a:srgbClr val="202020"/>
                </a:solidFill>
                <a:latin typeface="Calibri"/>
                <a:cs typeface="Calibri"/>
              </a:rPr>
              <a:t>friendly</a:t>
            </a:r>
            <a:r>
              <a:rPr lang="en-US" sz="1600" spc="-20" dirty="0">
                <a:solidFill>
                  <a:srgbClr val="202020"/>
                </a:solidFill>
                <a:latin typeface="Calibri"/>
                <a:cs typeface="Calibri"/>
              </a:rPr>
              <a:t> </a:t>
            </a:r>
            <a:r>
              <a:rPr lang="en-US" sz="1600" dirty="0">
                <a:solidFill>
                  <a:srgbClr val="202020"/>
                </a:solidFill>
                <a:latin typeface="Calibri"/>
                <a:cs typeface="Calibri"/>
              </a:rPr>
              <a:t>features,</a:t>
            </a:r>
            <a:r>
              <a:rPr lang="en-US" sz="1600" spc="-35" dirty="0">
                <a:solidFill>
                  <a:srgbClr val="202020"/>
                </a:solidFill>
                <a:latin typeface="Calibri"/>
                <a:cs typeface="Calibri"/>
              </a:rPr>
              <a:t> </a:t>
            </a:r>
            <a:r>
              <a:rPr lang="en-US" sz="1600" dirty="0">
                <a:solidFill>
                  <a:srgbClr val="202020"/>
                </a:solidFill>
                <a:latin typeface="Calibri"/>
                <a:cs typeface="Calibri"/>
              </a:rPr>
              <a:t>which</a:t>
            </a:r>
            <a:r>
              <a:rPr lang="en-US" sz="1600" spc="-15" dirty="0">
                <a:solidFill>
                  <a:srgbClr val="202020"/>
                </a:solidFill>
                <a:latin typeface="Calibri"/>
                <a:cs typeface="Calibri"/>
              </a:rPr>
              <a:t> </a:t>
            </a:r>
            <a:r>
              <a:rPr lang="en-US" sz="1600" dirty="0">
                <a:solidFill>
                  <a:srgbClr val="202020"/>
                </a:solidFill>
                <a:latin typeface="Calibri"/>
                <a:cs typeface="Calibri"/>
              </a:rPr>
              <a:t>include</a:t>
            </a:r>
            <a:r>
              <a:rPr lang="en-US" sz="1600" spc="-25" dirty="0">
                <a:solidFill>
                  <a:srgbClr val="202020"/>
                </a:solidFill>
                <a:latin typeface="Calibri"/>
                <a:cs typeface="Calibri"/>
              </a:rPr>
              <a:t> </a:t>
            </a:r>
            <a:r>
              <a:rPr lang="en-US" sz="1600" dirty="0">
                <a:solidFill>
                  <a:srgbClr val="202020"/>
                </a:solidFill>
                <a:latin typeface="Calibri"/>
                <a:cs typeface="Calibri"/>
              </a:rPr>
              <a:t>Siri</a:t>
            </a:r>
            <a:r>
              <a:rPr lang="en-US" sz="1600" spc="-35" dirty="0">
                <a:solidFill>
                  <a:srgbClr val="202020"/>
                </a:solidFill>
                <a:latin typeface="Calibri"/>
                <a:cs typeface="Calibri"/>
              </a:rPr>
              <a:t> </a:t>
            </a:r>
            <a:r>
              <a:rPr lang="en-US" sz="1600" dirty="0">
                <a:solidFill>
                  <a:srgbClr val="202020"/>
                </a:solidFill>
                <a:latin typeface="Calibri"/>
                <a:cs typeface="Calibri"/>
              </a:rPr>
              <a:t>and</a:t>
            </a:r>
            <a:r>
              <a:rPr lang="en-US" sz="1600" spc="-35" dirty="0">
                <a:solidFill>
                  <a:srgbClr val="202020"/>
                </a:solidFill>
                <a:latin typeface="Calibri"/>
                <a:cs typeface="Calibri"/>
              </a:rPr>
              <a:t> </a:t>
            </a:r>
            <a:r>
              <a:rPr lang="en-US" sz="1600" spc="-11" dirty="0">
                <a:solidFill>
                  <a:srgbClr val="202020"/>
                </a:solidFill>
                <a:latin typeface="Calibri"/>
                <a:cs typeface="Calibri"/>
              </a:rPr>
              <a:t>FaceTime.</a:t>
            </a:r>
          </a:p>
          <a:p>
            <a:pPr marL="433060">
              <a:spcBef>
                <a:spcPts val="600"/>
              </a:spcBef>
            </a:pPr>
            <a:endParaRPr lang="en-GB" sz="1600" b="1" i="1" dirty="0" smtClean="0">
              <a:latin typeface="Calibri"/>
              <a:cs typeface="Calibri"/>
            </a:endParaRPr>
          </a:p>
          <a:p>
            <a:pPr marL="433060">
              <a:spcBef>
                <a:spcPts val="600"/>
              </a:spcBef>
            </a:pPr>
            <a:r>
              <a:rPr lang="en-GB" b="1" i="1" dirty="0" smtClean="0">
                <a:latin typeface="Calibri"/>
                <a:cs typeface="Calibri"/>
              </a:rPr>
              <a:t>LINUX</a:t>
            </a:r>
            <a:r>
              <a:rPr lang="en-GB" b="1" i="1" spc="-45" dirty="0" smtClean="0">
                <a:latin typeface="Calibri"/>
                <a:cs typeface="Calibri"/>
              </a:rPr>
              <a:t> </a:t>
            </a:r>
            <a:r>
              <a:rPr lang="en-GB" b="1" i="1" dirty="0">
                <a:latin typeface="Calibri"/>
                <a:cs typeface="Calibri"/>
              </a:rPr>
              <a:t>OPERATING</a:t>
            </a:r>
            <a:r>
              <a:rPr lang="en-GB" b="1" i="1" spc="-45" dirty="0">
                <a:latin typeface="Calibri"/>
                <a:cs typeface="Calibri"/>
              </a:rPr>
              <a:t> </a:t>
            </a:r>
            <a:r>
              <a:rPr lang="en-GB" b="1" i="1" spc="-11" dirty="0">
                <a:latin typeface="Calibri"/>
                <a:cs typeface="Calibri"/>
              </a:rPr>
              <a:t>SYSTEM</a:t>
            </a:r>
            <a:endParaRPr lang="en-GB" dirty="0">
              <a:latin typeface="Calibri"/>
              <a:cs typeface="Calibri"/>
            </a:endParaRPr>
          </a:p>
          <a:p>
            <a:pPr marL="433060">
              <a:spcBef>
                <a:spcPts val="600"/>
              </a:spcBef>
            </a:pPr>
            <a:r>
              <a:rPr lang="en-US" sz="1600" dirty="0">
                <a:latin typeface="Calibri"/>
                <a:cs typeface="Calibri"/>
              </a:rPr>
              <a:t>Linux</a:t>
            </a:r>
            <a:r>
              <a:rPr lang="en-US" sz="1600" spc="-20" dirty="0">
                <a:latin typeface="Calibri"/>
                <a:cs typeface="Calibri"/>
              </a:rPr>
              <a:t> </a:t>
            </a:r>
            <a:r>
              <a:rPr lang="en-US" sz="1600" dirty="0">
                <a:latin typeface="Calibri"/>
                <a:cs typeface="Calibri"/>
              </a:rPr>
              <a:t>can</a:t>
            </a:r>
            <a:r>
              <a:rPr lang="en-US" sz="1600" spc="-11" dirty="0">
                <a:latin typeface="Calibri"/>
                <a:cs typeface="Calibri"/>
              </a:rPr>
              <a:t> </a:t>
            </a:r>
            <a:r>
              <a:rPr lang="en-US" sz="1600" dirty="0">
                <a:latin typeface="Calibri"/>
                <a:cs typeface="Calibri"/>
              </a:rPr>
              <a:t>be</a:t>
            </a:r>
            <a:r>
              <a:rPr lang="en-US" sz="1600" spc="-15" dirty="0">
                <a:latin typeface="Calibri"/>
                <a:cs typeface="Calibri"/>
              </a:rPr>
              <a:t> </a:t>
            </a:r>
            <a:r>
              <a:rPr lang="en-US" sz="1600" dirty="0">
                <a:latin typeface="Calibri"/>
                <a:cs typeface="Calibri"/>
              </a:rPr>
              <a:t>run</a:t>
            </a:r>
            <a:r>
              <a:rPr lang="en-US" sz="1600" spc="-15" dirty="0">
                <a:latin typeface="Calibri"/>
                <a:cs typeface="Calibri"/>
              </a:rPr>
              <a:t> </a:t>
            </a:r>
            <a:r>
              <a:rPr lang="en-US" sz="1600" dirty="0">
                <a:latin typeface="Calibri"/>
                <a:cs typeface="Calibri"/>
              </a:rPr>
              <a:t>on</a:t>
            </a:r>
            <a:r>
              <a:rPr lang="en-US" sz="1600" spc="-25" dirty="0">
                <a:latin typeface="Calibri"/>
                <a:cs typeface="Calibri"/>
              </a:rPr>
              <a:t> </a:t>
            </a:r>
            <a:r>
              <a:rPr lang="en-US" sz="1600" dirty="0">
                <a:latin typeface="Calibri"/>
                <a:cs typeface="Calibri"/>
              </a:rPr>
              <a:t>a</a:t>
            </a:r>
            <a:r>
              <a:rPr lang="en-US" sz="1600" spc="-5" dirty="0">
                <a:latin typeface="Calibri"/>
                <a:cs typeface="Calibri"/>
              </a:rPr>
              <a:t> </a:t>
            </a:r>
            <a:r>
              <a:rPr lang="en-US" sz="1600" dirty="0">
                <a:latin typeface="Calibri"/>
                <a:cs typeface="Calibri"/>
              </a:rPr>
              <a:t>wide</a:t>
            </a:r>
            <a:r>
              <a:rPr lang="en-US" sz="1600" spc="-15" dirty="0">
                <a:latin typeface="Calibri"/>
                <a:cs typeface="Calibri"/>
              </a:rPr>
              <a:t> </a:t>
            </a:r>
            <a:r>
              <a:rPr lang="en-US" sz="1600" dirty="0">
                <a:latin typeface="Calibri"/>
                <a:cs typeface="Calibri"/>
              </a:rPr>
              <a:t>variety</a:t>
            </a:r>
            <a:r>
              <a:rPr lang="en-US" sz="1600" spc="-15" dirty="0">
                <a:latin typeface="Calibri"/>
                <a:cs typeface="Calibri"/>
              </a:rPr>
              <a:t> </a:t>
            </a:r>
            <a:r>
              <a:rPr lang="en-US" sz="1600" dirty="0">
                <a:latin typeface="Calibri"/>
                <a:cs typeface="Calibri"/>
              </a:rPr>
              <a:t>of</a:t>
            </a:r>
            <a:r>
              <a:rPr lang="en-US" sz="1600" spc="-31" dirty="0">
                <a:latin typeface="Calibri"/>
                <a:cs typeface="Calibri"/>
              </a:rPr>
              <a:t> </a:t>
            </a:r>
            <a:r>
              <a:rPr lang="en-US" sz="1600" dirty="0">
                <a:latin typeface="Calibri"/>
                <a:cs typeface="Calibri"/>
              </a:rPr>
              <a:t>hardware</a:t>
            </a:r>
            <a:r>
              <a:rPr lang="en-US" sz="1600" spc="-20" dirty="0">
                <a:latin typeface="Calibri"/>
                <a:cs typeface="Calibri"/>
              </a:rPr>
              <a:t> </a:t>
            </a:r>
            <a:r>
              <a:rPr lang="en-US" sz="1600" dirty="0">
                <a:latin typeface="Calibri"/>
                <a:cs typeface="Calibri"/>
              </a:rPr>
              <a:t>and</a:t>
            </a:r>
            <a:r>
              <a:rPr lang="en-US" sz="1600" spc="-31" dirty="0">
                <a:latin typeface="Calibri"/>
                <a:cs typeface="Calibri"/>
              </a:rPr>
              <a:t> </a:t>
            </a:r>
            <a:r>
              <a:rPr lang="en-US" sz="1600" dirty="0">
                <a:latin typeface="Calibri"/>
                <a:cs typeface="Calibri"/>
              </a:rPr>
              <a:t>is</a:t>
            </a:r>
            <a:r>
              <a:rPr lang="en-US" sz="1600" spc="-15" dirty="0">
                <a:latin typeface="Calibri"/>
                <a:cs typeface="Calibri"/>
              </a:rPr>
              <a:t> </a:t>
            </a:r>
            <a:r>
              <a:rPr lang="en-US" sz="1600" dirty="0">
                <a:latin typeface="Calibri"/>
                <a:cs typeface="Calibri"/>
              </a:rPr>
              <a:t>available</a:t>
            </a:r>
            <a:r>
              <a:rPr lang="en-US" sz="1600" spc="-20" dirty="0">
                <a:latin typeface="Calibri"/>
                <a:cs typeface="Calibri"/>
              </a:rPr>
              <a:t> </a:t>
            </a:r>
            <a:r>
              <a:rPr lang="en-US" sz="1600" dirty="0">
                <a:latin typeface="Calibri"/>
                <a:cs typeface="Calibri"/>
              </a:rPr>
              <a:t>free</a:t>
            </a:r>
            <a:r>
              <a:rPr lang="en-US" sz="1600" spc="-20" dirty="0">
                <a:latin typeface="Calibri"/>
                <a:cs typeface="Calibri"/>
              </a:rPr>
              <a:t> </a:t>
            </a:r>
            <a:r>
              <a:rPr lang="en-US" sz="1600" dirty="0">
                <a:latin typeface="Calibri"/>
                <a:cs typeface="Calibri"/>
              </a:rPr>
              <a:t>of</a:t>
            </a:r>
            <a:r>
              <a:rPr lang="en-US" sz="1600" spc="-31" dirty="0">
                <a:latin typeface="Calibri"/>
                <a:cs typeface="Calibri"/>
              </a:rPr>
              <a:t> </a:t>
            </a:r>
            <a:r>
              <a:rPr lang="en-US" sz="1600" dirty="0">
                <a:latin typeface="Calibri"/>
                <a:cs typeface="Calibri"/>
              </a:rPr>
              <a:t>charge</a:t>
            </a:r>
            <a:r>
              <a:rPr lang="en-US" sz="1600" spc="-20" dirty="0">
                <a:latin typeface="Calibri"/>
                <a:cs typeface="Calibri"/>
              </a:rPr>
              <a:t> </a:t>
            </a:r>
            <a:r>
              <a:rPr lang="en-US" sz="1600" dirty="0">
                <a:latin typeface="Calibri"/>
                <a:cs typeface="Calibri"/>
              </a:rPr>
              <a:t>over</a:t>
            </a:r>
            <a:r>
              <a:rPr lang="en-US" sz="1600" spc="-35" dirty="0">
                <a:latin typeface="Calibri"/>
                <a:cs typeface="Calibri"/>
              </a:rPr>
              <a:t> </a:t>
            </a:r>
            <a:r>
              <a:rPr lang="en-US" sz="1600" dirty="0">
                <a:latin typeface="Calibri"/>
                <a:cs typeface="Calibri"/>
              </a:rPr>
              <a:t>the </a:t>
            </a:r>
            <a:r>
              <a:rPr lang="en-US" sz="1600" spc="-11" dirty="0">
                <a:latin typeface="Calibri"/>
                <a:cs typeface="Calibri"/>
              </a:rPr>
              <a:t>internet</a:t>
            </a:r>
            <a:endParaRPr lang="en-US" sz="1600" dirty="0">
              <a:latin typeface="Calibri"/>
              <a:cs typeface="Calibri"/>
            </a:endParaRPr>
          </a:p>
        </p:txBody>
      </p:sp>
    </p:spTree>
    <p:extLst>
      <p:ext uri="{BB962C8B-B14F-4D97-AF65-F5344CB8AC3E}">
        <p14:creationId xmlns:p14="http://schemas.microsoft.com/office/powerpoint/2010/main" val="3397448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16</a:t>
            </a:fld>
            <a:endParaRPr lang="en"/>
          </a:p>
        </p:txBody>
      </p:sp>
      <p:sp>
        <p:nvSpPr>
          <p:cNvPr id="5" name="object 2"/>
          <p:cNvSpPr txBox="1">
            <a:spLocks noGrp="1"/>
          </p:cNvSpPr>
          <p:nvPr>
            <p:ph type="title"/>
          </p:nvPr>
        </p:nvSpPr>
        <p:spPr>
          <a:xfrm>
            <a:off x="1208584" y="188640"/>
            <a:ext cx="8229600" cy="524246"/>
          </a:xfrm>
          <a:prstGeom prst="rect">
            <a:avLst/>
          </a:prstGeom>
        </p:spPr>
        <p:txBody>
          <a:bodyPr spcFirstLastPara="1" vert="horz" wrap="square" lIns="0" tIns="12700" rIns="0" bIns="0" rtlCol="0" anchor="t" anchorCtr="0">
            <a:spAutoFit/>
          </a:bodyPr>
          <a:lstStyle/>
          <a:p>
            <a:pPr marL="12700">
              <a:spcBef>
                <a:spcPts val="100"/>
              </a:spcBef>
            </a:pPr>
            <a:r>
              <a:rPr lang="en-GB" sz="3600" spc="-140" dirty="0">
                <a:latin typeface="Georgia" panose="02040502050405020303" pitchFamily="18" charset="0"/>
              </a:rPr>
              <a:t>Feature of Android</a:t>
            </a:r>
            <a:endParaRPr sz="3600" spc="-11" dirty="0">
              <a:latin typeface="Georgia" panose="02040502050405020303" pitchFamily="18" charset="0"/>
            </a:endParaRPr>
          </a:p>
        </p:txBody>
      </p:sp>
      <p:sp>
        <p:nvSpPr>
          <p:cNvPr id="6" name="TextBox 5">
            <a:extLst>
              <a:ext uri="{FF2B5EF4-FFF2-40B4-BE49-F238E27FC236}">
                <a16:creationId xmlns:a16="http://schemas.microsoft.com/office/drawing/2014/main" id="{0BC3BD84-13C2-1BC4-7D03-4E2D26E579B4}"/>
              </a:ext>
            </a:extLst>
          </p:cNvPr>
          <p:cNvSpPr txBox="1"/>
          <p:nvPr/>
        </p:nvSpPr>
        <p:spPr>
          <a:xfrm>
            <a:off x="129168" y="1268760"/>
            <a:ext cx="9643753" cy="646331"/>
          </a:xfrm>
          <a:prstGeom prst="rect">
            <a:avLst/>
          </a:prstGeom>
          <a:noFill/>
        </p:spPr>
        <p:txBody>
          <a:bodyPr wrap="square" rtlCol="0">
            <a:spAutoFit/>
          </a:bodyPr>
          <a:lstStyle/>
          <a:p>
            <a:r>
              <a:rPr lang="en-US" dirty="0">
                <a:latin typeface="Calibri"/>
                <a:cs typeface="Calibri"/>
              </a:rPr>
              <a:t>Android</a:t>
            </a:r>
            <a:r>
              <a:rPr lang="en-US" spc="220" dirty="0">
                <a:latin typeface="Calibri"/>
                <a:cs typeface="Calibri"/>
              </a:rPr>
              <a:t> </a:t>
            </a:r>
            <a:r>
              <a:rPr lang="en-US" dirty="0">
                <a:latin typeface="Calibri"/>
                <a:cs typeface="Calibri"/>
              </a:rPr>
              <a:t>is</a:t>
            </a:r>
            <a:r>
              <a:rPr lang="en-US" spc="235" dirty="0">
                <a:latin typeface="Calibri"/>
                <a:cs typeface="Calibri"/>
              </a:rPr>
              <a:t> </a:t>
            </a:r>
            <a:r>
              <a:rPr lang="en-US" dirty="0">
                <a:latin typeface="Calibri"/>
                <a:cs typeface="Calibri"/>
              </a:rPr>
              <a:t>a</a:t>
            </a:r>
            <a:r>
              <a:rPr lang="en-US" spc="225" dirty="0">
                <a:latin typeface="Calibri"/>
                <a:cs typeface="Calibri"/>
              </a:rPr>
              <a:t> </a:t>
            </a:r>
            <a:r>
              <a:rPr lang="en-US" dirty="0">
                <a:latin typeface="Calibri"/>
                <a:cs typeface="Calibri"/>
              </a:rPr>
              <a:t>powerful</a:t>
            </a:r>
            <a:r>
              <a:rPr lang="en-US" spc="240" dirty="0">
                <a:latin typeface="Calibri"/>
                <a:cs typeface="Calibri"/>
              </a:rPr>
              <a:t> </a:t>
            </a:r>
            <a:r>
              <a:rPr lang="en-US" dirty="0">
                <a:latin typeface="Calibri"/>
                <a:cs typeface="Calibri"/>
              </a:rPr>
              <a:t>operating</a:t>
            </a:r>
            <a:r>
              <a:rPr lang="en-US" spc="240" dirty="0">
                <a:latin typeface="Calibri"/>
                <a:cs typeface="Calibri"/>
              </a:rPr>
              <a:t> </a:t>
            </a:r>
            <a:r>
              <a:rPr lang="en-US" dirty="0">
                <a:latin typeface="Calibri"/>
                <a:cs typeface="Calibri"/>
              </a:rPr>
              <a:t>system</a:t>
            </a:r>
            <a:r>
              <a:rPr lang="en-US" spc="229" dirty="0">
                <a:latin typeface="Calibri"/>
                <a:cs typeface="Calibri"/>
              </a:rPr>
              <a:t> </a:t>
            </a:r>
            <a:r>
              <a:rPr lang="en-US" dirty="0">
                <a:latin typeface="Calibri"/>
                <a:cs typeface="Calibri"/>
              </a:rPr>
              <a:t>competing</a:t>
            </a:r>
            <a:r>
              <a:rPr lang="en-US" spc="245" dirty="0">
                <a:latin typeface="Calibri"/>
                <a:cs typeface="Calibri"/>
              </a:rPr>
              <a:t> </a:t>
            </a:r>
            <a:r>
              <a:rPr lang="en-US" dirty="0">
                <a:latin typeface="Calibri"/>
                <a:cs typeface="Calibri"/>
              </a:rPr>
              <a:t>with</a:t>
            </a:r>
            <a:r>
              <a:rPr lang="en-US" spc="220" dirty="0">
                <a:latin typeface="Calibri"/>
                <a:cs typeface="Calibri"/>
              </a:rPr>
              <a:t> </a:t>
            </a:r>
            <a:r>
              <a:rPr lang="en-US" dirty="0">
                <a:latin typeface="Calibri"/>
                <a:cs typeface="Calibri"/>
              </a:rPr>
              <a:t>Apple</a:t>
            </a:r>
            <a:r>
              <a:rPr lang="en-US" spc="225" dirty="0">
                <a:latin typeface="Calibri"/>
                <a:cs typeface="Calibri"/>
              </a:rPr>
              <a:t> </a:t>
            </a:r>
            <a:r>
              <a:rPr lang="en-US" sz="1400" spc="225" dirty="0" smtClean="0">
                <a:latin typeface="Calibri"/>
                <a:cs typeface="Calibri"/>
              </a:rPr>
              <a:t>5</a:t>
            </a:r>
            <a:r>
              <a:rPr lang="en-US" dirty="0" smtClean="0">
                <a:latin typeface="Calibri"/>
                <a:cs typeface="Calibri"/>
              </a:rPr>
              <a:t>GS</a:t>
            </a:r>
            <a:r>
              <a:rPr lang="en-US" spc="225" dirty="0" smtClean="0">
                <a:latin typeface="Calibri"/>
                <a:cs typeface="Calibri"/>
              </a:rPr>
              <a:t> </a:t>
            </a:r>
            <a:r>
              <a:rPr lang="en-US" spc="-25" dirty="0">
                <a:latin typeface="Calibri"/>
                <a:cs typeface="Calibri"/>
              </a:rPr>
              <a:t>and </a:t>
            </a:r>
            <a:r>
              <a:rPr lang="en-US" spc="-11" dirty="0">
                <a:latin typeface="Calibri"/>
                <a:cs typeface="Calibri"/>
              </a:rPr>
              <a:t>support</a:t>
            </a:r>
            <a:r>
              <a:rPr lang="en-US" spc="-71" dirty="0">
                <a:latin typeface="Calibri"/>
                <a:cs typeface="Calibri"/>
              </a:rPr>
              <a:t> </a:t>
            </a:r>
            <a:r>
              <a:rPr lang="en-US" spc="-11" dirty="0">
                <a:latin typeface="Calibri"/>
                <a:cs typeface="Calibri"/>
              </a:rPr>
              <a:t>great</a:t>
            </a:r>
            <a:r>
              <a:rPr lang="en-US" spc="-75" dirty="0">
                <a:latin typeface="Calibri"/>
                <a:cs typeface="Calibri"/>
              </a:rPr>
              <a:t> </a:t>
            </a:r>
            <a:r>
              <a:rPr lang="en-US" dirty="0">
                <a:latin typeface="Calibri"/>
                <a:cs typeface="Calibri"/>
              </a:rPr>
              <a:t>features.</a:t>
            </a:r>
            <a:r>
              <a:rPr lang="en-US" spc="-40" dirty="0">
                <a:latin typeface="Calibri"/>
                <a:cs typeface="Calibri"/>
              </a:rPr>
              <a:t> </a:t>
            </a:r>
            <a:r>
              <a:rPr lang="en-US" dirty="0">
                <a:latin typeface="Calibri"/>
                <a:cs typeface="Calibri"/>
              </a:rPr>
              <a:t>Few</a:t>
            </a:r>
            <a:r>
              <a:rPr lang="en-US" spc="-20" dirty="0">
                <a:latin typeface="Calibri"/>
                <a:cs typeface="Calibri"/>
              </a:rPr>
              <a:t> </a:t>
            </a:r>
            <a:r>
              <a:rPr lang="en-US" dirty="0">
                <a:latin typeface="Calibri"/>
                <a:cs typeface="Calibri"/>
              </a:rPr>
              <a:t>of</a:t>
            </a:r>
            <a:r>
              <a:rPr lang="en-US" spc="-31" dirty="0">
                <a:latin typeface="Calibri"/>
                <a:cs typeface="Calibri"/>
              </a:rPr>
              <a:t> </a:t>
            </a:r>
            <a:r>
              <a:rPr lang="en-US" dirty="0">
                <a:latin typeface="Calibri"/>
                <a:cs typeface="Calibri"/>
              </a:rPr>
              <a:t>them are listed</a:t>
            </a:r>
            <a:r>
              <a:rPr lang="en-US" spc="-31" dirty="0">
                <a:latin typeface="Calibri"/>
                <a:cs typeface="Calibri"/>
              </a:rPr>
              <a:t> </a:t>
            </a:r>
            <a:r>
              <a:rPr lang="en-US" spc="-11" dirty="0">
                <a:latin typeface="Calibri"/>
                <a:cs typeface="Calibri"/>
              </a:rPr>
              <a:t>below:</a:t>
            </a:r>
            <a:endParaRPr lang="en-US" dirty="0">
              <a:latin typeface="Calibri"/>
              <a:cs typeface="Calibri"/>
            </a:endParaRPr>
          </a:p>
        </p:txBody>
      </p:sp>
      <p:graphicFrame>
        <p:nvGraphicFramePr>
          <p:cNvPr id="7" name="object 3">
            <a:extLst>
              <a:ext uri="{FF2B5EF4-FFF2-40B4-BE49-F238E27FC236}">
                <a16:creationId xmlns:a16="http://schemas.microsoft.com/office/drawing/2014/main" id="{053705DD-B17F-5701-2C75-E5D7BFB574DF}"/>
              </a:ext>
            </a:extLst>
          </p:cNvPr>
          <p:cNvGraphicFramePr>
            <a:graphicFrameLocks noGrp="1"/>
          </p:cNvGraphicFramePr>
          <p:nvPr>
            <p:extLst>
              <p:ext uri="{D42A27DB-BD31-4B8C-83A1-F6EECF244321}">
                <p14:modId xmlns:p14="http://schemas.microsoft.com/office/powerpoint/2010/main" val="2685025622"/>
              </p:ext>
            </p:extLst>
          </p:nvPr>
        </p:nvGraphicFramePr>
        <p:xfrm>
          <a:off x="415352" y="1978832"/>
          <a:ext cx="9357569" cy="2218054"/>
        </p:xfrm>
        <a:graphic>
          <a:graphicData uri="http://schemas.openxmlformats.org/drawingml/2006/table">
            <a:tbl>
              <a:tblPr firstRow="1" bandRow="1">
                <a:tableStyleId>{2D5ABB26-0587-4C30-8999-92F81FD0307C}</a:tableStyleId>
              </a:tblPr>
              <a:tblGrid>
                <a:gridCol w="1631136">
                  <a:extLst>
                    <a:ext uri="{9D8B030D-6E8A-4147-A177-3AD203B41FA5}">
                      <a16:colId xmlns:a16="http://schemas.microsoft.com/office/drawing/2014/main" val="20000"/>
                    </a:ext>
                  </a:extLst>
                </a:gridCol>
                <a:gridCol w="7726433">
                  <a:extLst>
                    <a:ext uri="{9D8B030D-6E8A-4147-A177-3AD203B41FA5}">
                      <a16:colId xmlns:a16="http://schemas.microsoft.com/office/drawing/2014/main" val="20001"/>
                    </a:ext>
                  </a:extLst>
                </a:gridCol>
              </a:tblGrid>
              <a:tr h="429259">
                <a:tc>
                  <a:txBody>
                    <a:bodyPr/>
                    <a:lstStyle/>
                    <a:p>
                      <a:pPr marL="80645">
                        <a:lnSpc>
                          <a:spcPct val="100000"/>
                        </a:lnSpc>
                        <a:spcBef>
                          <a:spcPts val="585"/>
                        </a:spcBef>
                      </a:pPr>
                      <a:r>
                        <a:rPr sz="1900" b="1" spc="-10" dirty="0">
                          <a:latin typeface="Calibri"/>
                          <a:cs typeface="Calibri"/>
                        </a:rPr>
                        <a:t>Feature</a:t>
                      </a:r>
                      <a:endParaRPr sz="1900" b="1"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ECECEC"/>
                    </a:solidFill>
                  </a:tcPr>
                </a:tc>
                <a:tc>
                  <a:txBody>
                    <a:bodyPr/>
                    <a:lstStyle/>
                    <a:p>
                      <a:pPr marL="80645" algn="ctr">
                        <a:lnSpc>
                          <a:spcPct val="100000"/>
                        </a:lnSpc>
                        <a:spcBef>
                          <a:spcPts val="585"/>
                        </a:spcBef>
                      </a:pPr>
                      <a:r>
                        <a:rPr sz="1900" b="1" spc="-10" dirty="0">
                          <a:latin typeface="Calibri"/>
                          <a:cs typeface="Calibri"/>
                        </a:rPr>
                        <a:t>Description</a:t>
                      </a:r>
                      <a:endParaRPr sz="1900" b="1"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ECECEC"/>
                    </a:solidFill>
                  </a:tcPr>
                </a:tc>
                <a:extLst>
                  <a:ext uri="{0D108BD9-81ED-4DB2-BD59-A6C34878D82A}">
                    <a16:rowId xmlns:a16="http://schemas.microsoft.com/office/drawing/2014/main" val="10000"/>
                  </a:ext>
                </a:extLst>
              </a:tr>
              <a:tr h="594360">
                <a:tc>
                  <a:txBody>
                    <a:bodyPr/>
                    <a:lstStyle/>
                    <a:p>
                      <a:pPr marL="80645">
                        <a:lnSpc>
                          <a:spcPct val="100000"/>
                        </a:lnSpc>
                        <a:spcBef>
                          <a:spcPts val="560"/>
                        </a:spcBef>
                      </a:pPr>
                      <a:r>
                        <a:rPr sz="1600" dirty="0">
                          <a:latin typeface="Calibri"/>
                          <a:cs typeface="Calibri"/>
                        </a:rPr>
                        <a:t>Beautiful</a:t>
                      </a:r>
                      <a:r>
                        <a:rPr sz="1600" spc="-60" dirty="0">
                          <a:latin typeface="Calibri"/>
                          <a:cs typeface="Calibri"/>
                        </a:rPr>
                        <a:t> </a:t>
                      </a:r>
                      <a:r>
                        <a:rPr sz="1600" spc="-25" dirty="0">
                          <a:latin typeface="Calibri"/>
                          <a:cs typeface="Calibri"/>
                        </a:rPr>
                        <a:t>UI</a:t>
                      </a:r>
                      <a:endParaRPr sz="1600" dirty="0">
                        <a:latin typeface="Calibri"/>
                        <a:cs typeface="Calibri"/>
                      </a:endParaRPr>
                    </a:p>
                  </a:txBody>
                  <a:tcPr marL="0" marR="0" marT="71120"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80645" marR="1270">
                        <a:lnSpc>
                          <a:spcPct val="108300"/>
                        </a:lnSpc>
                        <a:spcBef>
                          <a:spcPts val="465"/>
                        </a:spcBef>
                      </a:pPr>
                      <a:r>
                        <a:rPr sz="1600" dirty="0">
                          <a:latin typeface="Calibri"/>
                          <a:cs typeface="Calibri"/>
                        </a:rPr>
                        <a:t>Android</a:t>
                      </a:r>
                      <a:r>
                        <a:rPr sz="1600" spc="409" dirty="0">
                          <a:latin typeface="Calibri"/>
                          <a:cs typeface="Calibri"/>
                        </a:rPr>
                        <a:t> </a:t>
                      </a:r>
                      <a:r>
                        <a:rPr sz="1600" dirty="0">
                          <a:latin typeface="Calibri"/>
                          <a:cs typeface="Calibri"/>
                        </a:rPr>
                        <a:t>OS</a:t>
                      </a:r>
                      <a:r>
                        <a:rPr sz="1600" spc="415" dirty="0">
                          <a:latin typeface="Calibri"/>
                          <a:cs typeface="Calibri"/>
                        </a:rPr>
                        <a:t> </a:t>
                      </a:r>
                      <a:r>
                        <a:rPr sz="1600" dirty="0">
                          <a:latin typeface="Calibri"/>
                          <a:cs typeface="Calibri"/>
                        </a:rPr>
                        <a:t>basic</a:t>
                      </a:r>
                      <a:r>
                        <a:rPr sz="1600" spc="420" dirty="0">
                          <a:latin typeface="Calibri"/>
                          <a:cs typeface="Calibri"/>
                        </a:rPr>
                        <a:t> </a:t>
                      </a:r>
                      <a:r>
                        <a:rPr sz="1600" dirty="0">
                          <a:latin typeface="Calibri"/>
                          <a:cs typeface="Calibri"/>
                        </a:rPr>
                        <a:t>screen</a:t>
                      </a:r>
                      <a:r>
                        <a:rPr sz="1600" spc="409" dirty="0">
                          <a:latin typeface="Calibri"/>
                          <a:cs typeface="Calibri"/>
                        </a:rPr>
                        <a:t> </a:t>
                      </a:r>
                      <a:r>
                        <a:rPr sz="1600" dirty="0">
                          <a:latin typeface="Calibri"/>
                          <a:cs typeface="Calibri"/>
                        </a:rPr>
                        <a:t>provides</a:t>
                      </a:r>
                      <a:r>
                        <a:rPr sz="1600" spc="430" dirty="0">
                          <a:latin typeface="Calibri"/>
                          <a:cs typeface="Calibri"/>
                        </a:rPr>
                        <a:t> </a:t>
                      </a:r>
                      <a:r>
                        <a:rPr sz="1600" dirty="0">
                          <a:latin typeface="Calibri"/>
                          <a:cs typeface="Calibri"/>
                        </a:rPr>
                        <a:t>a</a:t>
                      </a:r>
                      <a:r>
                        <a:rPr sz="1600" spc="425" dirty="0">
                          <a:latin typeface="Calibri"/>
                          <a:cs typeface="Calibri"/>
                        </a:rPr>
                        <a:t> </a:t>
                      </a:r>
                      <a:r>
                        <a:rPr sz="1600" dirty="0">
                          <a:latin typeface="Calibri"/>
                          <a:cs typeface="Calibri"/>
                        </a:rPr>
                        <a:t>beautiful</a:t>
                      </a:r>
                      <a:r>
                        <a:rPr sz="1600" spc="430" dirty="0">
                          <a:latin typeface="Calibri"/>
                          <a:cs typeface="Calibri"/>
                        </a:rPr>
                        <a:t> </a:t>
                      </a:r>
                      <a:r>
                        <a:rPr sz="1600" dirty="0">
                          <a:latin typeface="Calibri"/>
                          <a:cs typeface="Calibri"/>
                        </a:rPr>
                        <a:t>and</a:t>
                      </a:r>
                      <a:r>
                        <a:rPr sz="1600" spc="409" dirty="0">
                          <a:latin typeface="Calibri"/>
                          <a:cs typeface="Calibri"/>
                        </a:rPr>
                        <a:t> </a:t>
                      </a:r>
                      <a:r>
                        <a:rPr sz="1600" dirty="0">
                          <a:latin typeface="Calibri"/>
                          <a:cs typeface="Calibri"/>
                        </a:rPr>
                        <a:t>intuitive</a:t>
                      </a:r>
                      <a:r>
                        <a:rPr sz="1600" spc="425" dirty="0">
                          <a:latin typeface="Calibri"/>
                          <a:cs typeface="Calibri"/>
                        </a:rPr>
                        <a:t> </a:t>
                      </a:r>
                      <a:r>
                        <a:rPr sz="1600" spc="-20" dirty="0">
                          <a:latin typeface="Calibri"/>
                          <a:cs typeface="Calibri"/>
                        </a:rPr>
                        <a:t>user </a:t>
                      </a:r>
                      <a:r>
                        <a:rPr sz="1600" spc="-10" dirty="0">
                          <a:latin typeface="Calibri"/>
                          <a:cs typeface="Calibri"/>
                        </a:rPr>
                        <a:t>interface.</a:t>
                      </a:r>
                      <a:endParaRPr sz="1600" dirty="0">
                        <a:latin typeface="Calibri"/>
                        <a:cs typeface="Calibri"/>
                      </a:endParaRPr>
                    </a:p>
                  </a:txBody>
                  <a:tcPr marL="0" marR="0" marT="5905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1"/>
                  </a:ext>
                </a:extLst>
              </a:tr>
              <a:tr h="596900">
                <a:tc>
                  <a:txBody>
                    <a:bodyPr/>
                    <a:lstStyle/>
                    <a:p>
                      <a:pPr marL="80645">
                        <a:lnSpc>
                          <a:spcPct val="100000"/>
                        </a:lnSpc>
                        <a:spcBef>
                          <a:spcPts val="585"/>
                        </a:spcBef>
                      </a:pPr>
                      <a:r>
                        <a:rPr sz="1600" spc="-10" dirty="0">
                          <a:latin typeface="Calibri"/>
                          <a:cs typeface="Calibri"/>
                        </a:rPr>
                        <a:t>Connectivity</a:t>
                      </a:r>
                      <a:endParaRPr sz="1600"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80645">
                        <a:lnSpc>
                          <a:spcPct val="100000"/>
                        </a:lnSpc>
                        <a:spcBef>
                          <a:spcPts val="585"/>
                        </a:spcBef>
                      </a:pPr>
                      <a:r>
                        <a:rPr sz="1600" dirty="0">
                          <a:latin typeface="Calibri"/>
                          <a:cs typeface="Calibri"/>
                        </a:rPr>
                        <a:t>GSM/EDGE,</a:t>
                      </a:r>
                      <a:r>
                        <a:rPr sz="1600" spc="-40" dirty="0">
                          <a:latin typeface="Calibri"/>
                          <a:cs typeface="Calibri"/>
                        </a:rPr>
                        <a:t> </a:t>
                      </a:r>
                      <a:r>
                        <a:rPr sz="1600" dirty="0">
                          <a:latin typeface="Calibri"/>
                          <a:cs typeface="Calibri"/>
                        </a:rPr>
                        <a:t>IDEN,</a:t>
                      </a:r>
                      <a:r>
                        <a:rPr sz="1600" spc="-35" dirty="0">
                          <a:latin typeface="Calibri"/>
                          <a:cs typeface="Calibri"/>
                        </a:rPr>
                        <a:t> </a:t>
                      </a:r>
                      <a:r>
                        <a:rPr sz="1600" dirty="0">
                          <a:latin typeface="Calibri"/>
                          <a:cs typeface="Calibri"/>
                        </a:rPr>
                        <a:t>CDMA,</a:t>
                      </a:r>
                      <a:r>
                        <a:rPr sz="1600" spc="-10" dirty="0">
                          <a:latin typeface="Calibri"/>
                          <a:cs typeface="Calibri"/>
                        </a:rPr>
                        <a:t> EV-</a:t>
                      </a:r>
                      <a:r>
                        <a:rPr sz="1600" dirty="0">
                          <a:latin typeface="Calibri"/>
                          <a:cs typeface="Calibri"/>
                        </a:rPr>
                        <a:t>DO,</a:t>
                      </a:r>
                      <a:r>
                        <a:rPr sz="1600" spc="-35" dirty="0">
                          <a:latin typeface="Calibri"/>
                          <a:cs typeface="Calibri"/>
                        </a:rPr>
                        <a:t> </a:t>
                      </a:r>
                      <a:r>
                        <a:rPr sz="1600" dirty="0">
                          <a:latin typeface="Calibri"/>
                          <a:cs typeface="Calibri"/>
                        </a:rPr>
                        <a:t>UMTS,</a:t>
                      </a:r>
                      <a:r>
                        <a:rPr sz="1600" spc="-10" dirty="0">
                          <a:latin typeface="Calibri"/>
                          <a:cs typeface="Calibri"/>
                        </a:rPr>
                        <a:t> </a:t>
                      </a:r>
                      <a:r>
                        <a:rPr sz="1600" dirty="0">
                          <a:latin typeface="Calibri"/>
                          <a:cs typeface="Calibri"/>
                        </a:rPr>
                        <a:t>Bluetooth,</a:t>
                      </a:r>
                      <a:r>
                        <a:rPr sz="1600" spc="-20" dirty="0">
                          <a:latin typeface="Calibri"/>
                          <a:cs typeface="Calibri"/>
                        </a:rPr>
                        <a:t> </a:t>
                      </a:r>
                      <a:r>
                        <a:rPr sz="1600" spc="-10" dirty="0">
                          <a:latin typeface="Calibri"/>
                          <a:cs typeface="Calibri"/>
                        </a:rPr>
                        <a:t>Wi-</a:t>
                      </a:r>
                      <a:r>
                        <a:rPr sz="1600" dirty="0">
                          <a:latin typeface="Calibri"/>
                          <a:cs typeface="Calibri"/>
                        </a:rPr>
                        <a:t>Fi,</a:t>
                      </a:r>
                      <a:r>
                        <a:rPr sz="1600" spc="-15" dirty="0">
                          <a:latin typeface="Calibri"/>
                          <a:cs typeface="Calibri"/>
                        </a:rPr>
                        <a:t> </a:t>
                      </a:r>
                      <a:r>
                        <a:rPr sz="1600" dirty="0">
                          <a:latin typeface="Calibri"/>
                          <a:cs typeface="Calibri"/>
                        </a:rPr>
                        <a:t>LTE,</a:t>
                      </a:r>
                      <a:r>
                        <a:rPr sz="1600" spc="-35" dirty="0">
                          <a:latin typeface="Calibri"/>
                          <a:cs typeface="Calibri"/>
                        </a:rPr>
                        <a:t> </a:t>
                      </a:r>
                      <a:r>
                        <a:rPr sz="1600" spc="-25" dirty="0">
                          <a:latin typeface="Calibri"/>
                          <a:cs typeface="Calibri"/>
                        </a:rPr>
                        <a:t>NFC</a:t>
                      </a:r>
                      <a:endParaRPr sz="1600" dirty="0">
                        <a:latin typeface="Calibri"/>
                        <a:cs typeface="Calibri"/>
                      </a:endParaRPr>
                    </a:p>
                    <a:p>
                      <a:pPr marL="80645">
                        <a:lnSpc>
                          <a:spcPct val="100000"/>
                        </a:lnSpc>
                        <a:spcBef>
                          <a:spcPts val="120"/>
                        </a:spcBef>
                      </a:pPr>
                      <a:r>
                        <a:rPr sz="1600" dirty="0">
                          <a:latin typeface="Calibri"/>
                          <a:cs typeface="Calibri"/>
                        </a:rPr>
                        <a:t>and</a:t>
                      </a:r>
                      <a:r>
                        <a:rPr sz="1600" spc="-40" dirty="0">
                          <a:latin typeface="Calibri"/>
                          <a:cs typeface="Calibri"/>
                        </a:rPr>
                        <a:t> </a:t>
                      </a:r>
                      <a:r>
                        <a:rPr sz="1600" spc="-10" dirty="0">
                          <a:latin typeface="Calibri"/>
                          <a:cs typeface="Calibri"/>
                        </a:rPr>
                        <a:t>WiMAX.</a:t>
                      </a:r>
                      <a:endParaRPr sz="1600"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2"/>
                  </a:ext>
                </a:extLst>
              </a:tr>
              <a:tr h="597535">
                <a:tc>
                  <a:txBody>
                    <a:bodyPr/>
                    <a:lstStyle/>
                    <a:p>
                      <a:pPr marL="80645">
                        <a:lnSpc>
                          <a:spcPct val="100000"/>
                        </a:lnSpc>
                        <a:spcBef>
                          <a:spcPts val="585"/>
                        </a:spcBef>
                      </a:pPr>
                      <a:r>
                        <a:rPr sz="1600" spc="-10" dirty="0">
                          <a:latin typeface="Calibri"/>
                          <a:cs typeface="Calibri"/>
                        </a:rPr>
                        <a:t>Storage</a:t>
                      </a:r>
                      <a:endParaRPr sz="1600"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80645" marR="3175">
                        <a:lnSpc>
                          <a:spcPct val="108500"/>
                        </a:lnSpc>
                        <a:spcBef>
                          <a:spcPts val="465"/>
                        </a:spcBef>
                      </a:pPr>
                      <a:r>
                        <a:rPr sz="1600" dirty="0">
                          <a:latin typeface="Calibri"/>
                          <a:cs typeface="Calibri"/>
                        </a:rPr>
                        <a:t>SQLite,</a:t>
                      </a:r>
                      <a:r>
                        <a:rPr sz="1600" spc="270" dirty="0">
                          <a:latin typeface="Calibri"/>
                          <a:cs typeface="Calibri"/>
                        </a:rPr>
                        <a:t> </a:t>
                      </a:r>
                      <a:r>
                        <a:rPr sz="1600" dirty="0">
                          <a:latin typeface="Calibri"/>
                          <a:cs typeface="Calibri"/>
                        </a:rPr>
                        <a:t>a</a:t>
                      </a:r>
                      <a:r>
                        <a:rPr sz="1600" spc="305" dirty="0">
                          <a:latin typeface="Calibri"/>
                          <a:cs typeface="Calibri"/>
                        </a:rPr>
                        <a:t> </a:t>
                      </a:r>
                      <a:r>
                        <a:rPr sz="1600" dirty="0">
                          <a:latin typeface="Calibri"/>
                          <a:cs typeface="Calibri"/>
                        </a:rPr>
                        <a:t>lightweight</a:t>
                      </a:r>
                      <a:r>
                        <a:rPr sz="1600" spc="290" dirty="0">
                          <a:latin typeface="Calibri"/>
                          <a:cs typeface="Calibri"/>
                        </a:rPr>
                        <a:t> </a:t>
                      </a:r>
                      <a:r>
                        <a:rPr sz="1600" dirty="0">
                          <a:latin typeface="Calibri"/>
                          <a:cs typeface="Calibri"/>
                        </a:rPr>
                        <a:t>relational</a:t>
                      </a:r>
                      <a:r>
                        <a:rPr sz="1600" spc="270" dirty="0">
                          <a:latin typeface="Calibri"/>
                          <a:cs typeface="Calibri"/>
                        </a:rPr>
                        <a:t> </a:t>
                      </a:r>
                      <a:r>
                        <a:rPr sz="1600" dirty="0">
                          <a:latin typeface="Calibri"/>
                          <a:cs typeface="Calibri"/>
                        </a:rPr>
                        <a:t>database,</a:t>
                      </a:r>
                      <a:r>
                        <a:rPr sz="1600" spc="300" dirty="0">
                          <a:latin typeface="Calibri"/>
                          <a:cs typeface="Calibri"/>
                        </a:rPr>
                        <a:t> </a:t>
                      </a:r>
                      <a:r>
                        <a:rPr sz="1600" dirty="0">
                          <a:latin typeface="Calibri"/>
                          <a:cs typeface="Calibri"/>
                        </a:rPr>
                        <a:t>is</a:t>
                      </a:r>
                      <a:r>
                        <a:rPr sz="1600" spc="315" dirty="0">
                          <a:latin typeface="Calibri"/>
                          <a:cs typeface="Calibri"/>
                        </a:rPr>
                        <a:t> </a:t>
                      </a:r>
                      <a:r>
                        <a:rPr sz="1600" dirty="0">
                          <a:latin typeface="Calibri"/>
                          <a:cs typeface="Calibri"/>
                        </a:rPr>
                        <a:t>used</a:t>
                      </a:r>
                      <a:r>
                        <a:rPr sz="1600" spc="275" dirty="0">
                          <a:latin typeface="Calibri"/>
                          <a:cs typeface="Calibri"/>
                        </a:rPr>
                        <a:t> </a:t>
                      </a:r>
                      <a:r>
                        <a:rPr sz="1600" dirty="0">
                          <a:latin typeface="Calibri"/>
                          <a:cs typeface="Calibri"/>
                        </a:rPr>
                        <a:t>for</a:t>
                      </a:r>
                      <a:r>
                        <a:rPr sz="1600" spc="275" dirty="0">
                          <a:latin typeface="Calibri"/>
                          <a:cs typeface="Calibri"/>
                        </a:rPr>
                        <a:t> </a:t>
                      </a:r>
                      <a:r>
                        <a:rPr sz="1600" dirty="0">
                          <a:latin typeface="Calibri"/>
                          <a:cs typeface="Calibri"/>
                        </a:rPr>
                        <a:t>data</a:t>
                      </a:r>
                      <a:r>
                        <a:rPr sz="1600" spc="305" dirty="0">
                          <a:latin typeface="Calibri"/>
                          <a:cs typeface="Calibri"/>
                        </a:rPr>
                        <a:t> </a:t>
                      </a:r>
                      <a:r>
                        <a:rPr sz="1600" spc="-10" dirty="0">
                          <a:latin typeface="Calibri"/>
                          <a:cs typeface="Calibri"/>
                        </a:rPr>
                        <a:t>storage purposes.</a:t>
                      </a:r>
                      <a:endParaRPr sz="1600" dirty="0">
                        <a:latin typeface="Calibri"/>
                        <a:cs typeface="Calibri"/>
                      </a:endParaRPr>
                    </a:p>
                  </a:txBody>
                  <a:tcPr marL="0" marR="0" marT="5905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3"/>
                  </a:ext>
                </a:extLst>
              </a:tr>
            </a:tbl>
          </a:graphicData>
        </a:graphic>
      </p:graphicFrame>
      <p:graphicFrame>
        <p:nvGraphicFramePr>
          <p:cNvPr id="8" name="object 4">
            <a:extLst>
              <a:ext uri="{FF2B5EF4-FFF2-40B4-BE49-F238E27FC236}">
                <a16:creationId xmlns:a16="http://schemas.microsoft.com/office/drawing/2014/main" id="{2A90A8AF-031B-CC97-6DD8-5FD544687C78}"/>
              </a:ext>
            </a:extLst>
          </p:cNvPr>
          <p:cNvGraphicFramePr>
            <a:graphicFrameLocks noGrp="1"/>
          </p:cNvGraphicFramePr>
          <p:nvPr>
            <p:extLst>
              <p:ext uri="{D42A27DB-BD31-4B8C-83A1-F6EECF244321}">
                <p14:modId xmlns:p14="http://schemas.microsoft.com/office/powerpoint/2010/main" val="2041782147"/>
              </p:ext>
            </p:extLst>
          </p:nvPr>
        </p:nvGraphicFramePr>
        <p:xfrm>
          <a:off x="415352" y="4212584"/>
          <a:ext cx="9357569" cy="2096391"/>
        </p:xfrm>
        <a:graphic>
          <a:graphicData uri="http://schemas.openxmlformats.org/drawingml/2006/table">
            <a:tbl>
              <a:tblPr firstRow="1" bandRow="1">
                <a:tableStyleId>{2D5ABB26-0587-4C30-8999-92F81FD0307C}</a:tableStyleId>
              </a:tblPr>
              <a:tblGrid>
                <a:gridCol w="1670690">
                  <a:extLst>
                    <a:ext uri="{9D8B030D-6E8A-4147-A177-3AD203B41FA5}">
                      <a16:colId xmlns:a16="http://schemas.microsoft.com/office/drawing/2014/main" val="20000"/>
                    </a:ext>
                  </a:extLst>
                </a:gridCol>
                <a:gridCol w="7686879">
                  <a:extLst>
                    <a:ext uri="{9D8B030D-6E8A-4147-A177-3AD203B41FA5}">
                      <a16:colId xmlns:a16="http://schemas.microsoft.com/office/drawing/2014/main" val="20001"/>
                    </a:ext>
                  </a:extLst>
                </a:gridCol>
              </a:tblGrid>
              <a:tr h="772701">
                <a:tc>
                  <a:txBody>
                    <a:bodyPr/>
                    <a:lstStyle/>
                    <a:p>
                      <a:pPr marL="80645">
                        <a:lnSpc>
                          <a:spcPct val="100000"/>
                        </a:lnSpc>
                        <a:spcBef>
                          <a:spcPts val="565"/>
                        </a:spcBef>
                      </a:pPr>
                      <a:r>
                        <a:rPr sz="1600" dirty="0">
                          <a:latin typeface="Calibri"/>
                          <a:cs typeface="Calibri"/>
                        </a:rPr>
                        <a:t>Media</a:t>
                      </a:r>
                      <a:r>
                        <a:rPr sz="1600" spc="-45" dirty="0">
                          <a:latin typeface="Calibri"/>
                          <a:cs typeface="Calibri"/>
                        </a:rPr>
                        <a:t> </a:t>
                      </a:r>
                      <a:r>
                        <a:rPr sz="1600" spc="-10" dirty="0">
                          <a:latin typeface="Calibri"/>
                          <a:cs typeface="Calibri"/>
                        </a:rPr>
                        <a:t>support</a:t>
                      </a:r>
                      <a:endParaRPr sz="1600" dirty="0">
                        <a:latin typeface="Calibri"/>
                        <a:cs typeface="Calibri"/>
                      </a:endParaRPr>
                    </a:p>
                  </a:txBody>
                  <a:tcPr marL="0" marR="0" marT="7175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80645">
                        <a:lnSpc>
                          <a:spcPct val="110000"/>
                        </a:lnSpc>
                        <a:spcBef>
                          <a:spcPts val="440"/>
                        </a:spcBef>
                      </a:pPr>
                      <a:r>
                        <a:rPr sz="1600" dirty="0">
                          <a:latin typeface="Calibri"/>
                          <a:cs typeface="Calibri"/>
                        </a:rPr>
                        <a:t>H.263,</a:t>
                      </a:r>
                      <a:r>
                        <a:rPr sz="1600" spc="275" dirty="0">
                          <a:latin typeface="Calibri"/>
                          <a:cs typeface="Calibri"/>
                        </a:rPr>
                        <a:t> </a:t>
                      </a:r>
                      <a:r>
                        <a:rPr sz="1600" dirty="0">
                          <a:latin typeface="Calibri"/>
                          <a:cs typeface="Calibri"/>
                        </a:rPr>
                        <a:t>H.264,</a:t>
                      </a:r>
                      <a:r>
                        <a:rPr sz="1600" spc="280" dirty="0">
                          <a:latin typeface="Calibri"/>
                          <a:cs typeface="Calibri"/>
                        </a:rPr>
                        <a:t> </a:t>
                      </a:r>
                      <a:r>
                        <a:rPr sz="1600" spc="-10" dirty="0">
                          <a:latin typeface="Calibri"/>
                          <a:cs typeface="Calibri"/>
                        </a:rPr>
                        <a:t>MPEG-</a:t>
                      </a:r>
                      <a:r>
                        <a:rPr sz="1600" dirty="0">
                          <a:latin typeface="Calibri"/>
                          <a:cs typeface="Calibri"/>
                        </a:rPr>
                        <a:t>4</a:t>
                      </a:r>
                      <a:r>
                        <a:rPr sz="1600" spc="285" dirty="0">
                          <a:latin typeface="Calibri"/>
                          <a:cs typeface="Calibri"/>
                        </a:rPr>
                        <a:t> </a:t>
                      </a:r>
                      <a:r>
                        <a:rPr sz="1600" dirty="0">
                          <a:latin typeface="Calibri"/>
                          <a:cs typeface="Calibri"/>
                        </a:rPr>
                        <a:t>SP,</a:t>
                      </a:r>
                      <a:r>
                        <a:rPr sz="1600" spc="254" dirty="0">
                          <a:latin typeface="Calibri"/>
                          <a:cs typeface="Calibri"/>
                        </a:rPr>
                        <a:t> </a:t>
                      </a:r>
                      <a:r>
                        <a:rPr sz="1600" dirty="0">
                          <a:latin typeface="Calibri"/>
                          <a:cs typeface="Calibri"/>
                        </a:rPr>
                        <a:t>AMR,</a:t>
                      </a:r>
                      <a:r>
                        <a:rPr sz="1600" spc="260" dirty="0">
                          <a:latin typeface="Calibri"/>
                          <a:cs typeface="Calibri"/>
                        </a:rPr>
                        <a:t> </a:t>
                      </a:r>
                      <a:r>
                        <a:rPr sz="1600" dirty="0">
                          <a:latin typeface="Calibri"/>
                          <a:cs typeface="Calibri"/>
                        </a:rPr>
                        <a:t>AMR-WB,</a:t>
                      </a:r>
                      <a:r>
                        <a:rPr sz="1600" spc="260" dirty="0">
                          <a:latin typeface="Calibri"/>
                          <a:cs typeface="Calibri"/>
                        </a:rPr>
                        <a:t> </a:t>
                      </a:r>
                      <a:r>
                        <a:rPr sz="1600" dirty="0">
                          <a:latin typeface="Calibri"/>
                          <a:cs typeface="Calibri"/>
                        </a:rPr>
                        <a:t>AAC,</a:t>
                      </a:r>
                      <a:r>
                        <a:rPr sz="1600" spc="260" dirty="0">
                          <a:latin typeface="Calibri"/>
                          <a:cs typeface="Calibri"/>
                        </a:rPr>
                        <a:t> </a:t>
                      </a:r>
                      <a:r>
                        <a:rPr sz="1600" spc="-10" dirty="0">
                          <a:latin typeface="Calibri"/>
                          <a:cs typeface="Calibri"/>
                        </a:rPr>
                        <a:t>HE-</a:t>
                      </a:r>
                      <a:r>
                        <a:rPr sz="1600" dirty="0">
                          <a:latin typeface="Calibri"/>
                          <a:cs typeface="Calibri"/>
                        </a:rPr>
                        <a:t>AAC,</a:t>
                      </a:r>
                      <a:r>
                        <a:rPr sz="1600" spc="254" dirty="0">
                          <a:latin typeface="Calibri"/>
                          <a:cs typeface="Calibri"/>
                        </a:rPr>
                        <a:t> </a:t>
                      </a:r>
                      <a:r>
                        <a:rPr sz="1600" dirty="0">
                          <a:latin typeface="Calibri"/>
                          <a:cs typeface="Calibri"/>
                        </a:rPr>
                        <a:t>AAC</a:t>
                      </a:r>
                      <a:r>
                        <a:rPr sz="1600" spc="305" dirty="0">
                          <a:latin typeface="Calibri"/>
                          <a:cs typeface="Calibri"/>
                        </a:rPr>
                        <a:t> </a:t>
                      </a:r>
                      <a:r>
                        <a:rPr sz="1600" spc="-20" dirty="0">
                          <a:latin typeface="Calibri"/>
                          <a:cs typeface="Calibri"/>
                        </a:rPr>
                        <a:t>5.1, </a:t>
                      </a:r>
                      <a:r>
                        <a:rPr sz="1600" dirty="0">
                          <a:latin typeface="Calibri"/>
                          <a:cs typeface="Calibri"/>
                        </a:rPr>
                        <a:t>MP3,</a:t>
                      </a:r>
                      <a:r>
                        <a:rPr sz="1600" spc="-35" dirty="0">
                          <a:latin typeface="Calibri"/>
                          <a:cs typeface="Calibri"/>
                        </a:rPr>
                        <a:t> </a:t>
                      </a:r>
                      <a:r>
                        <a:rPr sz="1600" dirty="0">
                          <a:latin typeface="Calibri"/>
                          <a:cs typeface="Calibri"/>
                        </a:rPr>
                        <a:t>MIDI,</a:t>
                      </a:r>
                      <a:r>
                        <a:rPr sz="1600" spc="-30" dirty="0">
                          <a:latin typeface="Calibri"/>
                          <a:cs typeface="Calibri"/>
                        </a:rPr>
                        <a:t> </a:t>
                      </a:r>
                      <a:r>
                        <a:rPr sz="1600" dirty="0">
                          <a:latin typeface="Calibri"/>
                          <a:cs typeface="Calibri"/>
                        </a:rPr>
                        <a:t>Ogg</a:t>
                      </a:r>
                      <a:r>
                        <a:rPr sz="1600" spc="-10" dirty="0">
                          <a:latin typeface="Calibri"/>
                          <a:cs typeface="Calibri"/>
                        </a:rPr>
                        <a:t> </a:t>
                      </a:r>
                      <a:r>
                        <a:rPr sz="1600" dirty="0">
                          <a:latin typeface="Calibri"/>
                          <a:cs typeface="Calibri"/>
                        </a:rPr>
                        <a:t>Vorbis,</a:t>
                      </a:r>
                      <a:r>
                        <a:rPr sz="1600" spc="-30" dirty="0">
                          <a:latin typeface="Calibri"/>
                          <a:cs typeface="Calibri"/>
                        </a:rPr>
                        <a:t> </a:t>
                      </a:r>
                      <a:r>
                        <a:rPr sz="1600" dirty="0">
                          <a:latin typeface="Calibri"/>
                          <a:cs typeface="Calibri"/>
                        </a:rPr>
                        <a:t>WAV,</a:t>
                      </a:r>
                      <a:r>
                        <a:rPr sz="1600" spc="-35" dirty="0">
                          <a:latin typeface="Calibri"/>
                          <a:cs typeface="Calibri"/>
                        </a:rPr>
                        <a:t> </a:t>
                      </a:r>
                      <a:r>
                        <a:rPr sz="1600" dirty="0">
                          <a:latin typeface="Calibri"/>
                          <a:cs typeface="Calibri"/>
                        </a:rPr>
                        <a:t>JPEG,</a:t>
                      </a:r>
                      <a:r>
                        <a:rPr sz="1600" spc="-30" dirty="0">
                          <a:latin typeface="Calibri"/>
                          <a:cs typeface="Calibri"/>
                        </a:rPr>
                        <a:t> </a:t>
                      </a:r>
                      <a:r>
                        <a:rPr sz="1600" dirty="0">
                          <a:latin typeface="Calibri"/>
                          <a:cs typeface="Calibri"/>
                        </a:rPr>
                        <a:t>PNG,</a:t>
                      </a:r>
                      <a:r>
                        <a:rPr sz="1600" spc="-30" dirty="0">
                          <a:latin typeface="Calibri"/>
                          <a:cs typeface="Calibri"/>
                        </a:rPr>
                        <a:t> </a:t>
                      </a:r>
                      <a:r>
                        <a:rPr sz="1600" dirty="0">
                          <a:latin typeface="Calibri"/>
                          <a:cs typeface="Calibri"/>
                        </a:rPr>
                        <a:t>GIF,</a:t>
                      </a:r>
                      <a:r>
                        <a:rPr sz="1600" spc="-5" dirty="0">
                          <a:latin typeface="Calibri"/>
                          <a:cs typeface="Calibri"/>
                        </a:rPr>
                        <a:t> </a:t>
                      </a:r>
                      <a:r>
                        <a:rPr sz="1600" dirty="0">
                          <a:latin typeface="Calibri"/>
                          <a:cs typeface="Calibri"/>
                        </a:rPr>
                        <a:t>and</a:t>
                      </a:r>
                      <a:r>
                        <a:rPr sz="1600" spc="-10" dirty="0">
                          <a:latin typeface="Calibri"/>
                          <a:cs typeface="Calibri"/>
                        </a:rPr>
                        <a:t> </a:t>
                      </a:r>
                      <a:r>
                        <a:rPr sz="1600" spc="-25" dirty="0">
                          <a:latin typeface="Calibri"/>
                          <a:cs typeface="Calibri"/>
                        </a:rPr>
                        <a:t>BMP</a:t>
                      </a:r>
                      <a:endParaRPr sz="1600" dirty="0">
                        <a:latin typeface="Calibri"/>
                        <a:cs typeface="Calibri"/>
                      </a:endParaRPr>
                    </a:p>
                  </a:txBody>
                  <a:tcPr marL="0" marR="0" marT="55880"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0"/>
                  </a:ext>
                </a:extLst>
              </a:tr>
              <a:tr h="555095">
                <a:tc>
                  <a:txBody>
                    <a:bodyPr/>
                    <a:lstStyle/>
                    <a:p>
                      <a:pPr marL="80645">
                        <a:lnSpc>
                          <a:spcPct val="100000"/>
                        </a:lnSpc>
                        <a:spcBef>
                          <a:spcPts val="585"/>
                        </a:spcBef>
                      </a:pPr>
                      <a:r>
                        <a:rPr sz="1600" spc="-10" dirty="0">
                          <a:latin typeface="Calibri"/>
                          <a:cs typeface="Calibri"/>
                        </a:rPr>
                        <a:t>Messaging</a:t>
                      </a:r>
                      <a:endParaRPr sz="1600"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80645">
                        <a:lnSpc>
                          <a:spcPct val="100000"/>
                        </a:lnSpc>
                        <a:spcBef>
                          <a:spcPts val="585"/>
                        </a:spcBef>
                      </a:pPr>
                      <a:r>
                        <a:rPr sz="1600" dirty="0">
                          <a:latin typeface="Calibri"/>
                          <a:cs typeface="Calibri"/>
                        </a:rPr>
                        <a:t>SMS</a:t>
                      </a:r>
                      <a:r>
                        <a:rPr sz="1600" spc="-15" dirty="0">
                          <a:latin typeface="Calibri"/>
                          <a:cs typeface="Calibri"/>
                        </a:rPr>
                        <a:t> </a:t>
                      </a:r>
                      <a:r>
                        <a:rPr sz="1600" dirty="0">
                          <a:latin typeface="Calibri"/>
                          <a:cs typeface="Calibri"/>
                        </a:rPr>
                        <a:t>and</a:t>
                      </a:r>
                      <a:r>
                        <a:rPr sz="1600" spc="-20" dirty="0">
                          <a:latin typeface="Calibri"/>
                          <a:cs typeface="Calibri"/>
                        </a:rPr>
                        <a:t> </a:t>
                      </a:r>
                      <a:r>
                        <a:rPr sz="1600" spc="-25" dirty="0">
                          <a:latin typeface="Calibri"/>
                          <a:cs typeface="Calibri"/>
                        </a:rPr>
                        <a:t>MMS</a:t>
                      </a:r>
                      <a:endParaRPr sz="1600"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1"/>
                  </a:ext>
                </a:extLst>
              </a:tr>
              <a:tr h="768595">
                <a:tc>
                  <a:txBody>
                    <a:bodyPr/>
                    <a:lstStyle/>
                    <a:p>
                      <a:pPr marL="80645">
                        <a:lnSpc>
                          <a:spcPct val="100000"/>
                        </a:lnSpc>
                        <a:spcBef>
                          <a:spcPts val="560"/>
                        </a:spcBef>
                      </a:pPr>
                      <a:r>
                        <a:rPr sz="1600" dirty="0">
                          <a:latin typeface="Calibri"/>
                          <a:cs typeface="Calibri"/>
                        </a:rPr>
                        <a:t>Web</a:t>
                      </a:r>
                      <a:r>
                        <a:rPr sz="1600" spc="-35" dirty="0">
                          <a:latin typeface="Calibri"/>
                          <a:cs typeface="Calibri"/>
                        </a:rPr>
                        <a:t> </a:t>
                      </a:r>
                      <a:r>
                        <a:rPr sz="1600" spc="-10" dirty="0">
                          <a:latin typeface="Calibri"/>
                          <a:cs typeface="Calibri"/>
                        </a:rPr>
                        <a:t>browser</a:t>
                      </a:r>
                      <a:endParaRPr sz="1600" dirty="0">
                        <a:latin typeface="Calibri"/>
                        <a:cs typeface="Calibri"/>
                      </a:endParaRPr>
                    </a:p>
                  </a:txBody>
                  <a:tcPr marL="0" marR="0" marT="71120"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80645" marR="3175">
                        <a:lnSpc>
                          <a:spcPct val="108300"/>
                        </a:lnSpc>
                        <a:spcBef>
                          <a:spcPts val="465"/>
                        </a:spcBef>
                      </a:pPr>
                      <a:r>
                        <a:rPr sz="1600" dirty="0">
                          <a:latin typeface="Calibri"/>
                          <a:cs typeface="Calibri"/>
                        </a:rPr>
                        <a:t>Based</a:t>
                      </a:r>
                      <a:r>
                        <a:rPr sz="1600" spc="470" dirty="0">
                          <a:latin typeface="Calibri"/>
                          <a:cs typeface="Calibri"/>
                        </a:rPr>
                        <a:t> </a:t>
                      </a:r>
                      <a:r>
                        <a:rPr sz="1600" dirty="0">
                          <a:latin typeface="Calibri"/>
                          <a:cs typeface="Calibri"/>
                        </a:rPr>
                        <a:t>on</a:t>
                      </a:r>
                      <a:r>
                        <a:rPr sz="1600" spc="495" dirty="0">
                          <a:latin typeface="Calibri"/>
                          <a:cs typeface="Calibri"/>
                        </a:rPr>
                        <a:t> </a:t>
                      </a:r>
                      <a:r>
                        <a:rPr sz="1600" dirty="0">
                          <a:latin typeface="Calibri"/>
                          <a:cs typeface="Calibri"/>
                        </a:rPr>
                        <a:t>the</a:t>
                      </a:r>
                      <a:r>
                        <a:rPr sz="1600" spc="114" dirty="0">
                          <a:latin typeface="Calibri"/>
                          <a:cs typeface="Calibri"/>
                        </a:rPr>
                        <a:t>  </a:t>
                      </a:r>
                      <a:r>
                        <a:rPr sz="1600" spc="-10" dirty="0">
                          <a:latin typeface="Calibri"/>
                          <a:cs typeface="Calibri"/>
                        </a:rPr>
                        <a:t>open-</a:t>
                      </a:r>
                      <a:r>
                        <a:rPr sz="1600" dirty="0">
                          <a:latin typeface="Calibri"/>
                          <a:cs typeface="Calibri"/>
                        </a:rPr>
                        <a:t>source</a:t>
                      </a:r>
                      <a:r>
                        <a:rPr sz="1600" spc="114" dirty="0">
                          <a:latin typeface="Calibri"/>
                          <a:cs typeface="Calibri"/>
                        </a:rPr>
                        <a:t>  </a:t>
                      </a:r>
                      <a:r>
                        <a:rPr sz="1600" dirty="0">
                          <a:latin typeface="Calibri"/>
                          <a:cs typeface="Calibri"/>
                        </a:rPr>
                        <a:t>WebKit</a:t>
                      </a:r>
                      <a:r>
                        <a:rPr sz="1600" spc="114" dirty="0">
                          <a:latin typeface="Calibri"/>
                          <a:cs typeface="Calibri"/>
                        </a:rPr>
                        <a:t>  </a:t>
                      </a:r>
                      <a:r>
                        <a:rPr sz="1600" dirty="0">
                          <a:latin typeface="Calibri"/>
                          <a:cs typeface="Calibri"/>
                        </a:rPr>
                        <a:t>layout</a:t>
                      </a:r>
                      <a:r>
                        <a:rPr sz="1600" spc="484" dirty="0">
                          <a:latin typeface="Calibri"/>
                          <a:cs typeface="Calibri"/>
                        </a:rPr>
                        <a:t> </a:t>
                      </a:r>
                      <a:r>
                        <a:rPr sz="1600" dirty="0">
                          <a:latin typeface="Calibri"/>
                          <a:cs typeface="Calibri"/>
                        </a:rPr>
                        <a:t>engine,</a:t>
                      </a:r>
                      <a:r>
                        <a:rPr sz="1600" spc="470" dirty="0">
                          <a:latin typeface="Calibri"/>
                          <a:cs typeface="Calibri"/>
                        </a:rPr>
                        <a:t> </a:t>
                      </a:r>
                      <a:r>
                        <a:rPr sz="1600" dirty="0">
                          <a:latin typeface="Calibri"/>
                          <a:cs typeface="Calibri"/>
                        </a:rPr>
                        <a:t>coupled</a:t>
                      </a:r>
                      <a:r>
                        <a:rPr sz="1600" spc="110" dirty="0">
                          <a:latin typeface="Calibri"/>
                          <a:cs typeface="Calibri"/>
                        </a:rPr>
                        <a:t>  </a:t>
                      </a:r>
                      <a:r>
                        <a:rPr sz="1600" spc="-20" dirty="0">
                          <a:latin typeface="Calibri"/>
                          <a:cs typeface="Calibri"/>
                        </a:rPr>
                        <a:t>with </a:t>
                      </a:r>
                      <a:r>
                        <a:rPr sz="1600" spc="-10" dirty="0">
                          <a:latin typeface="Calibri"/>
                          <a:cs typeface="Calibri"/>
                        </a:rPr>
                        <a:t>Chrome's</a:t>
                      </a:r>
                      <a:r>
                        <a:rPr sz="1600" spc="-20" dirty="0">
                          <a:latin typeface="Calibri"/>
                          <a:cs typeface="Calibri"/>
                        </a:rPr>
                        <a:t> </a:t>
                      </a:r>
                      <a:r>
                        <a:rPr sz="1600" dirty="0">
                          <a:latin typeface="Calibri"/>
                          <a:cs typeface="Calibri"/>
                        </a:rPr>
                        <a:t>V8</a:t>
                      </a:r>
                      <a:r>
                        <a:rPr sz="1600" spc="-35" dirty="0">
                          <a:latin typeface="Calibri"/>
                          <a:cs typeface="Calibri"/>
                        </a:rPr>
                        <a:t> </a:t>
                      </a:r>
                      <a:r>
                        <a:rPr sz="1600" dirty="0">
                          <a:latin typeface="Calibri"/>
                          <a:cs typeface="Calibri"/>
                        </a:rPr>
                        <a:t>JavaScript</a:t>
                      </a:r>
                      <a:r>
                        <a:rPr sz="1600" spc="-25" dirty="0">
                          <a:latin typeface="Calibri"/>
                          <a:cs typeface="Calibri"/>
                        </a:rPr>
                        <a:t> </a:t>
                      </a:r>
                      <a:r>
                        <a:rPr sz="1600" dirty="0">
                          <a:latin typeface="Calibri"/>
                          <a:cs typeface="Calibri"/>
                        </a:rPr>
                        <a:t>engine</a:t>
                      </a:r>
                      <a:r>
                        <a:rPr sz="1600" spc="-20" dirty="0">
                          <a:latin typeface="Calibri"/>
                          <a:cs typeface="Calibri"/>
                        </a:rPr>
                        <a:t> </a:t>
                      </a:r>
                      <a:r>
                        <a:rPr sz="1600" dirty="0">
                          <a:latin typeface="Calibri"/>
                          <a:cs typeface="Calibri"/>
                        </a:rPr>
                        <a:t>supporting</a:t>
                      </a:r>
                      <a:r>
                        <a:rPr sz="1600" spc="-20" dirty="0">
                          <a:latin typeface="Calibri"/>
                          <a:cs typeface="Calibri"/>
                        </a:rPr>
                        <a:t> </a:t>
                      </a:r>
                      <a:r>
                        <a:rPr sz="1600" dirty="0">
                          <a:latin typeface="Calibri"/>
                          <a:cs typeface="Calibri"/>
                        </a:rPr>
                        <a:t>HTML5</a:t>
                      </a:r>
                      <a:r>
                        <a:rPr sz="1600" spc="-15" dirty="0">
                          <a:latin typeface="Calibri"/>
                          <a:cs typeface="Calibri"/>
                        </a:rPr>
                        <a:t> </a:t>
                      </a:r>
                      <a:r>
                        <a:rPr sz="1600" dirty="0">
                          <a:latin typeface="Calibri"/>
                          <a:cs typeface="Calibri"/>
                        </a:rPr>
                        <a:t>and</a:t>
                      </a:r>
                      <a:r>
                        <a:rPr sz="1600" spc="-30" dirty="0">
                          <a:latin typeface="Calibri"/>
                          <a:cs typeface="Calibri"/>
                        </a:rPr>
                        <a:t> </a:t>
                      </a:r>
                      <a:r>
                        <a:rPr sz="1600" spc="-10" dirty="0">
                          <a:latin typeface="Calibri"/>
                          <a:cs typeface="Calibri"/>
                        </a:rPr>
                        <a:t>CSS3.</a:t>
                      </a:r>
                      <a:endParaRPr sz="1600" dirty="0">
                        <a:latin typeface="Calibri"/>
                        <a:cs typeface="Calibri"/>
                      </a:endParaRPr>
                    </a:p>
                  </a:txBody>
                  <a:tcPr marL="0" marR="0" marT="5905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84937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17</a:t>
            </a:fld>
            <a:endParaRPr lang="en"/>
          </a:p>
        </p:txBody>
      </p:sp>
      <p:sp>
        <p:nvSpPr>
          <p:cNvPr id="5" name="object 2"/>
          <p:cNvSpPr txBox="1">
            <a:spLocks noGrp="1"/>
          </p:cNvSpPr>
          <p:nvPr>
            <p:ph type="title"/>
          </p:nvPr>
        </p:nvSpPr>
        <p:spPr>
          <a:xfrm>
            <a:off x="2864768" y="230323"/>
            <a:ext cx="4373872" cy="524246"/>
          </a:xfrm>
          <a:prstGeom prst="rect">
            <a:avLst/>
          </a:prstGeom>
        </p:spPr>
        <p:txBody>
          <a:bodyPr spcFirstLastPara="1" vert="horz" wrap="square" lIns="0" tIns="12700" rIns="0" bIns="0" rtlCol="0" anchor="t" anchorCtr="0">
            <a:spAutoFit/>
          </a:bodyPr>
          <a:lstStyle/>
          <a:p>
            <a:pPr marL="12700">
              <a:spcBef>
                <a:spcPts val="100"/>
              </a:spcBef>
            </a:pPr>
            <a:r>
              <a:rPr lang="en-GB" sz="3600" spc="-140" dirty="0">
                <a:latin typeface="Georgia" panose="02040502050405020303" pitchFamily="18" charset="0"/>
              </a:rPr>
              <a:t>Feature of Android</a:t>
            </a:r>
            <a:endParaRPr sz="3600" spc="-11" dirty="0">
              <a:latin typeface="Georgia" panose="02040502050405020303" pitchFamily="18" charset="0"/>
            </a:endParaRPr>
          </a:p>
        </p:txBody>
      </p:sp>
      <p:sp>
        <p:nvSpPr>
          <p:cNvPr id="6" name="TextBox 5">
            <a:extLst>
              <a:ext uri="{FF2B5EF4-FFF2-40B4-BE49-F238E27FC236}">
                <a16:creationId xmlns:a16="http://schemas.microsoft.com/office/drawing/2014/main" id="{0BC3BD84-13C2-1BC4-7D03-4E2D26E579B4}"/>
              </a:ext>
            </a:extLst>
          </p:cNvPr>
          <p:cNvSpPr txBox="1"/>
          <p:nvPr/>
        </p:nvSpPr>
        <p:spPr>
          <a:xfrm>
            <a:off x="344488" y="1465023"/>
            <a:ext cx="9428433" cy="646331"/>
          </a:xfrm>
          <a:prstGeom prst="rect">
            <a:avLst/>
          </a:prstGeom>
          <a:noFill/>
        </p:spPr>
        <p:txBody>
          <a:bodyPr wrap="square" rtlCol="0">
            <a:spAutoFit/>
          </a:bodyPr>
          <a:lstStyle/>
          <a:p>
            <a:r>
              <a:rPr lang="en-US" dirty="0">
                <a:latin typeface="Calibri"/>
                <a:cs typeface="Calibri"/>
              </a:rPr>
              <a:t>Android</a:t>
            </a:r>
            <a:r>
              <a:rPr lang="en-US" spc="220" dirty="0">
                <a:latin typeface="Calibri"/>
                <a:cs typeface="Calibri"/>
              </a:rPr>
              <a:t> </a:t>
            </a:r>
            <a:r>
              <a:rPr lang="en-US" dirty="0">
                <a:latin typeface="Calibri"/>
                <a:cs typeface="Calibri"/>
              </a:rPr>
              <a:t>is</a:t>
            </a:r>
            <a:r>
              <a:rPr lang="en-US" spc="235" dirty="0">
                <a:latin typeface="Calibri"/>
                <a:cs typeface="Calibri"/>
              </a:rPr>
              <a:t> </a:t>
            </a:r>
            <a:r>
              <a:rPr lang="en-US" dirty="0">
                <a:latin typeface="Calibri"/>
                <a:cs typeface="Calibri"/>
              </a:rPr>
              <a:t>a</a:t>
            </a:r>
            <a:r>
              <a:rPr lang="en-US" spc="225" dirty="0">
                <a:latin typeface="Calibri"/>
                <a:cs typeface="Calibri"/>
              </a:rPr>
              <a:t> </a:t>
            </a:r>
            <a:r>
              <a:rPr lang="en-US" dirty="0">
                <a:latin typeface="Calibri"/>
                <a:cs typeface="Calibri"/>
              </a:rPr>
              <a:t>powerful</a:t>
            </a:r>
            <a:r>
              <a:rPr lang="en-US" spc="240" dirty="0">
                <a:latin typeface="Calibri"/>
                <a:cs typeface="Calibri"/>
              </a:rPr>
              <a:t> </a:t>
            </a:r>
            <a:r>
              <a:rPr lang="en-US" dirty="0">
                <a:latin typeface="Calibri"/>
                <a:cs typeface="Calibri"/>
              </a:rPr>
              <a:t>operating</a:t>
            </a:r>
            <a:r>
              <a:rPr lang="en-US" spc="240" dirty="0">
                <a:latin typeface="Calibri"/>
                <a:cs typeface="Calibri"/>
              </a:rPr>
              <a:t> </a:t>
            </a:r>
            <a:r>
              <a:rPr lang="en-US" dirty="0">
                <a:latin typeface="Calibri"/>
                <a:cs typeface="Calibri"/>
              </a:rPr>
              <a:t>system</a:t>
            </a:r>
            <a:r>
              <a:rPr lang="en-US" spc="229" dirty="0">
                <a:latin typeface="Calibri"/>
                <a:cs typeface="Calibri"/>
              </a:rPr>
              <a:t> </a:t>
            </a:r>
            <a:r>
              <a:rPr lang="en-US" dirty="0">
                <a:latin typeface="Calibri"/>
                <a:cs typeface="Calibri"/>
              </a:rPr>
              <a:t>competing</a:t>
            </a:r>
            <a:r>
              <a:rPr lang="en-US" spc="245" dirty="0">
                <a:latin typeface="Calibri"/>
                <a:cs typeface="Calibri"/>
              </a:rPr>
              <a:t> </a:t>
            </a:r>
            <a:r>
              <a:rPr lang="en-US" dirty="0">
                <a:latin typeface="Calibri"/>
                <a:cs typeface="Calibri"/>
              </a:rPr>
              <a:t>with</a:t>
            </a:r>
            <a:r>
              <a:rPr lang="en-US" spc="220" dirty="0">
                <a:latin typeface="Calibri"/>
                <a:cs typeface="Calibri"/>
              </a:rPr>
              <a:t> </a:t>
            </a:r>
            <a:r>
              <a:rPr lang="en-US" dirty="0">
                <a:latin typeface="Calibri"/>
                <a:cs typeface="Calibri"/>
              </a:rPr>
              <a:t>Apple</a:t>
            </a:r>
            <a:r>
              <a:rPr lang="en-US" spc="225" dirty="0">
                <a:latin typeface="Calibri"/>
                <a:cs typeface="Calibri"/>
              </a:rPr>
              <a:t> </a:t>
            </a:r>
            <a:r>
              <a:rPr lang="en-US" sz="1400" spc="225" dirty="0">
                <a:latin typeface="Calibri"/>
                <a:cs typeface="Calibri"/>
              </a:rPr>
              <a:t>5</a:t>
            </a:r>
            <a:r>
              <a:rPr lang="en-US" dirty="0">
                <a:latin typeface="Calibri"/>
                <a:cs typeface="Calibri"/>
              </a:rPr>
              <a:t>GS</a:t>
            </a:r>
            <a:r>
              <a:rPr lang="en-US" spc="225" dirty="0">
                <a:latin typeface="Calibri"/>
                <a:cs typeface="Calibri"/>
              </a:rPr>
              <a:t> </a:t>
            </a:r>
            <a:r>
              <a:rPr lang="en-US" spc="-25" dirty="0">
                <a:latin typeface="Calibri"/>
                <a:cs typeface="Calibri"/>
              </a:rPr>
              <a:t>and </a:t>
            </a:r>
            <a:r>
              <a:rPr lang="en-US" spc="-11" dirty="0">
                <a:latin typeface="Calibri"/>
                <a:cs typeface="Calibri"/>
              </a:rPr>
              <a:t>support</a:t>
            </a:r>
            <a:r>
              <a:rPr lang="en-US" spc="-71" dirty="0">
                <a:latin typeface="Calibri"/>
                <a:cs typeface="Calibri"/>
              </a:rPr>
              <a:t> </a:t>
            </a:r>
            <a:r>
              <a:rPr lang="en-US" spc="-11" dirty="0">
                <a:latin typeface="Calibri"/>
                <a:cs typeface="Calibri"/>
              </a:rPr>
              <a:t>great</a:t>
            </a:r>
            <a:r>
              <a:rPr lang="en-US" spc="-75" dirty="0">
                <a:latin typeface="Calibri"/>
                <a:cs typeface="Calibri"/>
              </a:rPr>
              <a:t> </a:t>
            </a:r>
            <a:r>
              <a:rPr lang="en-US" dirty="0">
                <a:latin typeface="Calibri"/>
                <a:cs typeface="Calibri"/>
              </a:rPr>
              <a:t>features.</a:t>
            </a:r>
            <a:r>
              <a:rPr lang="en-US" spc="-40" dirty="0">
                <a:latin typeface="Calibri"/>
                <a:cs typeface="Calibri"/>
              </a:rPr>
              <a:t> </a:t>
            </a:r>
            <a:r>
              <a:rPr lang="en-US" dirty="0">
                <a:latin typeface="Calibri"/>
                <a:cs typeface="Calibri"/>
              </a:rPr>
              <a:t>Few</a:t>
            </a:r>
            <a:r>
              <a:rPr lang="en-US" spc="-20" dirty="0">
                <a:latin typeface="Calibri"/>
                <a:cs typeface="Calibri"/>
              </a:rPr>
              <a:t> </a:t>
            </a:r>
            <a:r>
              <a:rPr lang="en-US" dirty="0">
                <a:latin typeface="Calibri"/>
                <a:cs typeface="Calibri"/>
              </a:rPr>
              <a:t>of</a:t>
            </a:r>
            <a:r>
              <a:rPr lang="en-US" spc="-31" dirty="0">
                <a:latin typeface="Calibri"/>
                <a:cs typeface="Calibri"/>
              </a:rPr>
              <a:t> </a:t>
            </a:r>
            <a:r>
              <a:rPr lang="en-US" dirty="0">
                <a:latin typeface="Calibri"/>
                <a:cs typeface="Calibri"/>
              </a:rPr>
              <a:t>them are listed</a:t>
            </a:r>
            <a:r>
              <a:rPr lang="en-US" spc="-31" dirty="0">
                <a:latin typeface="Calibri"/>
                <a:cs typeface="Calibri"/>
              </a:rPr>
              <a:t> </a:t>
            </a:r>
            <a:r>
              <a:rPr lang="en-US" spc="-11" dirty="0">
                <a:latin typeface="Calibri"/>
                <a:cs typeface="Calibri"/>
              </a:rPr>
              <a:t>below:</a:t>
            </a:r>
            <a:endParaRPr lang="en-US" dirty="0">
              <a:latin typeface="Calibri"/>
              <a:cs typeface="Calibri"/>
            </a:endParaRPr>
          </a:p>
        </p:txBody>
      </p:sp>
      <p:graphicFrame>
        <p:nvGraphicFramePr>
          <p:cNvPr id="7" name="object 3">
            <a:extLst>
              <a:ext uri="{FF2B5EF4-FFF2-40B4-BE49-F238E27FC236}">
                <a16:creationId xmlns:a16="http://schemas.microsoft.com/office/drawing/2014/main" id="{053705DD-B17F-5701-2C75-E5D7BFB574DF}"/>
              </a:ext>
            </a:extLst>
          </p:cNvPr>
          <p:cNvGraphicFramePr>
            <a:graphicFrameLocks noGrp="1"/>
          </p:cNvGraphicFramePr>
          <p:nvPr>
            <p:extLst>
              <p:ext uri="{D42A27DB-BD31-4B8C-83A1-F6EECF244321}">
                <p14:modId xmlns:p14="http://schemas.microsoft.com/office/powerpoint/2010/main" val="2861632866"/>
              </p:ext>
            </p:extLst>
          </p:nvPr>
        </p:nvGraphicFramePr>
        <p:xfrm>
          <a:off x="344488" y="2492896"/>
          <a:ext cx="9145016" cy="2327506"/>
        </p:xfrm>
        <a:graphic>
          <a:graphicData uri="http://schemas.openxmlformats.org/drawingml/2006/table">
            <a:tbl>
              <a:tblPr firstRow="1" bandRow="1">
                <a:tableStyleId>{2D5ABB26-0587-4C30-8999-92F81FD0307C}</a:tableStyleId>
              </a:tblPr>
              <a:tblGrid>
                <a:gridCol w="1256133">
                  <a:extLst>
                    <a:ext uri="{9D8B030D-6E8A-4147-A177-3AD203B41FA5}">
                      <a16:colId xmlns:a16="http://schemas.microsoft.com/office/drawing/2014/main" val="20000"/>
                    </a:ext>
                  </a:extLst>
                </a:gridCol>
                <a:gridCol w="7888883">
                  <a:extLst>
                    <a:ext uri="{9D8B030D-6E8A-4147-A177-3AD203B41FA5}">
                      <a16:colId xmlns:a16="http://schemas.microsoft.com/office/drawing/2014/main" val="20001"/>
                    </a:ext>
                  </a:extLst>
                </a:gridCol>
              </a:tblGrid>
              <a:tr h="450441">
                <a:tc>
                  <a:txBody>
                    <a:bodyPr/>
                    <a:lstStyle/>
                    <a:p>
                      <a:pPr marL="80645">
                        <a:lnSpc>
                          <a:spcPct val="100000"/>
                        </a:lnSpc>
                        <a:spcBef>
                          <a:spcPts val="585"/>
                        </a:spcBef>
                      </a:pPr>
                      <a:r>
                        <a:rPr sz="1900" b="1" spc="-10" dirty="0">
                          <a:latin typeface="Calibri"/>
                          <a:cs typeface="Calibri"/>
                        </a:rPr>
                        <a:t>Feature</a:t>
                      </a:r>
                      <a:endParaRPr sz="1900" b="1"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cap="flat" cmpd="sng" algn="ctr">
                      <a:solidFill>
                        <a:srgbClr val="DDDDDD"/>
                      </a:solidFill>
                      <a:prstDash val="solid"/>
                      <a:round/>
                      <a:headEnd type="none" w="med" len="med"/>
                      <a:tailEnd type="none" w="med" len="med"/>
                    </a:lnB>
                    <a:solidFill>
                      <a:srgbClr val="ECECEC"/>
                    </a:solidFill>
                  </a:tcPr>
                </a:tc>
                <a:tc>
                  <a:txBody>
                    <a:bodyPr/>
                    <a:lstStyle/>
                    <a:p>
                      <a:pPr marL="80645" algn="ctr">
                        <a:lnSpc>
                          <a:spcPct val="100000"/>
                        </a:lnSpc>
                        <a:spcBef>
                          <a:spcPts val="585"/>
                        </a:spcBef>
                      </a:pPr>
                      <a:r>
                        <a:rPr sz="1900" b="1" spc="-10" dirty="0">
                          <a:latin typeface="Calibri"/>
                          <a:cs typeface="Calibri"/>
                        </a:rPr>
                        <a:t>Description</a:t>
                      </a:r>
                      <a:endParaRPr sz="1900" b="1"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cap="flat" cmpd="sng" algn="ctr">
                      <a:solidFill>
                        <a:srgbClr val="DDDDDD"/>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623689">
                <a:tc>
                  <a:txBody>
                    <a:bodyPr/>
                    <a:lstStyle/>
                    <a:p>
                      <a:pPr marL="80645">
                        <a:lnSpc>
                          <a:spcPct val="100000"/>
                        </a:lnSpc>
                        <a:spcBef>
                          <a:spcPts val="585"/>
                        </a:spcBef>
                      </a:pPr>
                      <a:r>
                        <a:rPr sz="1600" spc="-10" dirty="0">
                          <a:latin typeface="Calibri"/>
                          <a:cs typeface="Calibri"/>
                        </a:rPr>
                        <a:t>Multi-touch</a:t>
                      </a:r>
                      <a:endParaRPr sz="1600"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80645">
                        <a:lnSpc>
                          <a:spcPct val="110000"/>
                        </a:lnSpc>
                        <a:spcBef>
                          <a:spcPts val="445"/>
                        </a:spcBef>
                      </a:pPr>
                      <a:r>
                        <a:rPr sz="1600" dirty="0">
                          <a:latin typeface="Calibri"/>
                          <a:cs typeface="Calibri"/>
                        </a:rPr>
                        <a:t>Android</a:t>
                      </a:r>
                      <a:r>
                        <a:rPr sz="1600" spc="130" dirty="0">
                          <a:latin typeface="Calibri"/>
                          <a:cs typeface="Calibri"/>
                        </a:rPr>
                        <a:t> </a:t>
                      </a:r>
                      <a:r>
                        <a:rPr sz="1600" dirty="0">
                          <a:latin typeface="Calibri"/>
                          <a:cs typeface="Calibri"/>
                        </a:rPr>
                        <a:t>has</a:t>
                      </a:r>
                      <a:r>
                        <a:rPr sz="1600" spc="150" dirty="0">
                          <a:latin typeface="Calibri"/>
                          <a:cs typeface="Calibri"/>
                        </a:rPr>
                        <a:t> </a:t>
                      </a:r>
                      <a:r>
                        <a:rPr sz="1600" dirty="0">
                          <a:latin typeface="Calibri"/>
                          <a:cs typeface="Calibri"/>
                        </a:rPr>
                        <a:t>native</a:t>
                      </a:r>
                      <a:r>
                        <a:rPr sz="1600" spc="145" dirty="0">
                          <a:latin typeface="Calibri"/>
                          <a:cs typeface="Calibri"/>
                        </a:rPr>
                        <a:t> </a:t>
                      </a:r>
                      <a:r>
                        <a:rPr sz="1600" dirty="0">
                          <a:latin typeface="Calibri"/>
                          <a:cs typeface="Calibri"/>
                        </a:rPr>
                        <a:t>support</a:t>
                      </a:r>
                      <a:r>
                        <a:rPr sz="1600" spc="145" dirty="0">
                          <a:latin typeface="Calibri"/>
                          <a:cs typeface="Calibri"/>
                        </a:rPr>
                        <a:t> </a:t>
                      </a:r>
                      <a:r>
                        <a:rPr sz="1600" dirty="0">
                          <a:latin typeface="Calibri"/>
                          <a:cs typeface="Calibri"/>
                        </a:rPr>
                        <a:t>for</a:t>
                      </a:r>
                      <a:r>
                        <a:rPr sz="1600" spc="130" dirty="0">
                          <a:latin typeface="Calibri"/>
                          <a:cs typeface="Calibri"/>
                        </a:rPr>
                        <a:t> </a:t>
                      </a:r>
                      <a:r>
                        <a:rPr sz="1600" spc="-10" dirty="0">
                          <a:latin typeface="Calibri"/>
                          <a:cs typeface="Calibri"/>
                        </a:rPr>
                        <a:t>multi-</a:t>
                      </a:r>
                      <a:r>
                        <a:rPr sz="1600" dirty="0">
                          <a:latin typeface="Calibri"/>
                          <a:cs typeface="Calibri"/>
                        </a:rPr>
                        <a:t>touch</a:t>
                      </a:r>
                      <a:r>
                        <a:rPr sz="1600" spc="135" dirty="0">
                          <a:latin typeface="Calibri"/>
                          <a:cs typeface="Calibri"/>
                        </a:rPr>
                        <a:t> </a:t>
                      </a:r>
                      <a:r>
                        <a:rPr sz="1600" dirty="0">
                          <a:latin typeface="Calibri"/>
                          <a:cs typeface="Calibri"/>
                        </a:rPr>
                        <a:t>which</a:t>
                      </a:r>
                      <a:r>
                        <a:rPr sz="1600" spc="130" dirty="0">
                          <a:latin typeface="Calibri"/>
                          <a:cs typeface="Calibri"/>
                        </a:rPr>
                        <a:t> </a:t>
                      </a:r>
                      <a:r>
                        <a:rPr sz="1600" dirty="0">
                          <a:latin typeface="Calibri"/>
                          <a:cs typeface="Calibri"/>
                        </a:rPr>
                        <a:t>was</a:t>
                      </a:r>
                      <a:r>
                        <a:rPr sz="1600" spc="150" dirty="0">
                          <a:latin typeface="Calibri"/>
                          <a:cs typeface="Calibri"/>
                        </a:rPr>
                        <a:t> </a:t>
                      </a:r>
                      <a:r>
                        <a:rPr sz="1600" dirty="0">
                          <a:latin typeface="Calibri"/>
                          <a:cs typeface="Calibri"/>
                        </a:rPr>
                        <a:t>initially</a:t>
                      </a:r>
                      <a:r>
                        <a:rPr sz="1600" spc="150" dirty="0">
                          <a:latin typeface="Calibri"/>
                          <a:cs typeface="Calibri"/>
                        </a:rPr>
                        <a:t> </a:t>
                      </a:r>
                      <a:r>
                        <a:rPr sz="1600" spc="-20" dirty="0">
                          <a:latin typeface="Calibri"/>
                          <a:cs typeface="Calibri"/>
                        </a:rPr>
                        <a:t>made </a:t>
                      </a:r>
                      <a:r>
                        <a:rPr sz="1600" dirty="0">
                          <a:latin typeface="Calibri"/>
                          <a:cs typeface="Calibri"/>
                        </a:rPr>
                        <a:t>available</a:t>
                      </a:r>
                      <a:r>
                        <a:rPr sz="1600" spc="-20" dirty="0">
                          <a:latin typeface="Calibri"/>
                          <a:cs typeface="Calibri"/>
                        </a:rPr>
                        <a:t> </a:t>
                      </a:r>
                      <a:r>
                        <a:rPr sz="1600" dirty="0">
                          <a:latin typeface="Calibri"/>
                          <a:cs typeface="Calibri"/>
                        </a:rPr>
                        <a:t>in</a:t>
                      </a:r>
                      <a:r>
                        <a:rPr sz="1600" spc="-20" dirty="0">
                          <a:latin typeface="Calibri"/>
                          <a:cs typeface="Calibri"/>
                        </a:rPr>
                        <a:t> </a:t>
                      </a:r>
                      <a:r>
                        <a:rPr sz="1600" dirty="0">
                          <a:latin typeface="Calibri"/>
                          <a:cs typeface="Calibri"/>
                        </a:rPr>
                        <a:t>handsets</a:t>
                      </a:r>
                      <a:r>
                        <a:rPr sz="1600" spc="-30" dirty="0">
                          <a:latin typeface="Calibri"/>
                          <a:cs typeface="Calibri"/>
                        </a:rPr>
                        <a:t> </a:t>
                      </a:r>
                      <a:r>
                        <a:rPr sz="1600" dirty="0">
                          <a:latin typeface="Calibri"/>
                          <a:cs typeface="Calibri"/>
                        </a:rPr>
                        <a:t>such</a:t>
                      </a:r>
                      <a:r>
                        <a:rPr sz="1600" spc="-45" dirty="0">
                          <a:latin typeface="Calibri"/>
                          <a:cs typeface="Calibri"/>
                        </a:rPr>
                        <a:t> </a:t>
                      </a:r>
                      <a:r>
                        <a:rPr sz="1600" dirty="0">
                          <a:latin typeface="Calibri"/>
                          <a:cs typeface="Calibri"/>
                        </a:rPr>
                        <a:t>as</a:t>
                      </a:r>
                      <a:r>
                        <a:rPr sz="1600" spc="-30" dirty="0">
                          <a:latin typeface="Calibri"/>
                          <a:cs typeface="Calibri"/>
                        </a:rPr>
                        <a:t> </a:t>
                      </a:r>
                      <a:r>
                        <a:rPr sz="1600" dirty="0">
                          <a:latin typeface="Calibri"/>
                          <a:cs typeface="Calibri"/>
                        </a:rPr>
                        <a:t>the</a:t>
                      </a:r>
                      <a:r>
                        <a:rPr sz="1600" spc="-35" dirty="0">
                          <a:latin typeface="Calibri"/>
                          <a:cs typeface="Calibri"/>
                        </a:rPr>
                        <a:t> </a:t>
                      </a:r>
                      <a:r>
                        <a:rPr sz="1600" dirty="0">
                          <a:latin typeface="Calibri"/>
                          <a:cs typeface="Calibri"/>
                        </a:rPr>
                        <a:t>HTC</a:t>
                      </a:r>
                      <a:r>
                        <a:rPr sz="1600" spc="-30" dirty="0">
                          <a:latin typeface="Calibri"/>
                          <a:cs typeface="Calibri"/>
                        </a:rPr>
                        <a:t> </a:t>
                      </a:r>
                      <a:r>
                        <a:rPr sz="1600" spc="-20" dirty="0">
                          <a:latin typeface="Calibri"/>
                          <a:cs typeface="Calibri"/>
                        </a:rPr>
                        <a:t>Hero.</a:t>
                      </a:r>
                      <a:endParaRPr sz="1600" dirty="0">
                        <a:latin typeface="Calibri"/>
                        <a:cs typeface="Calibri"/>
                      </a:endParaRPr>
                    </a:p>
                  </a:txBody>
                  <a:tcPr marL="0" marR="0" marT="5651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1"/>
                  </a:ext>
                </a:extLst>
              </a:tr>
              <a:tr h="626355">
                <a:tc>
                  <a:txBody>
                    <a:bodyPr/>
                    <a:lstStyle/>
                    <a:p>
                      <a:pPr marL="80645">
                        <a:lnSpc>
                          <a:spcPct val="100000"/>
                        </a:lnSpc>
                        <a:spcBef>
                          <a:spcPts val="585"/>
                        </a:spcBef>
                      </a:pPr>
                      <a:r>
                        <a:rPr sz="1600" spc="-10" dirty="0">
                          <a:latin typeface="Calibri"/>
                          <a:cs typeface="Calibri"/>
                        </a:rPr>
                        <a:t>Multi-tasking</a:t>
                      </a:r>
                      <a:endParaRPr sz="1600"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80645" marR="6985">
                        <a:lnSpc>
                          <a:spcPct val="108500"/>
                        </a:lnSpc>
                        <a:spcBef>
                          <a:spcPts val="465"/>
                        </a:spcBef>
                      </a:pPr>
                      <a:r>
                        <a:rPr sz="1600" dirty="0">
                          <a:latin typeface="Calibri"/>
                          <a:cs typeface="Calibri"/>
                        </a:rPr>
                        <a:t>User</a:t>
                      </a:r>
                      <a:r>
                        <a:rPr sz="1600" spc="300" dirty="0">
                          <a:latin typeface="Calibri"/>
                          <a:cs typeface="Calibri"/>
                        </a:rPr>
                        <a:t> </a:t>
                      </a:r>
                      <a:r>
                        <a:rPr sz="1600" dirty="0">
                          <a:latin typeface="Calibri"/>
                          <a:cs typeface="Calibri"/>
                        </a:rPr>
                        <a:t>can</a:t>
                      </a:r>
                      <a:r>
                        <a:rPr sz="1600" spc="305" dirty="0">
                          <a:latin typeface="Calibri"/>
                          <a:cs typeface="Calibri"/>
                        </a:rPr>
                        <a:t> </a:t>
                      </a:r>
                      <a:r>
                        <a:rPr sz="1600" dirty="0">
                          <a:latin typeface="Calibri"/>
                          <a:cs typeface="Calibri"/>
                        </a:rPr>
                        <a:t>jump</a:t>
                      </a:r>
                      <a:r>
                        <a:rPr sz="1600" spc="325" dirty="0">
                          <a:latin typeface="Calibri"/>
                          <a:cs typeface="Calibri"/>
                        </a:rPr>
                        <a:t> </a:t>
                      </a:r>
                      <a:r>
                        <a:rPr sz="1600" dirty="0">
                          <a:latin typeface="Calibri"/>
                          <a:cs typeface="Calibri"/>
                        </a:rPr>
                        <a:t>from</a:t>
                      </a:r>
                      <a:r>
                        <a:rPr sz="1600" spc="310" dirty="0">
                          <a:latin typeface="Calibri"/>
                          <a:cs typeface="Calibri"/>
                        </a:rPr>
                        <a:t> </a:t>
                      </a:r>
                      <a:r>
                        <a:rPr sz="1600" dirty="0">
                          <a:latin typeface="Calibri"/>
                          <a:cs typeface="Calibri"/>
                        </a:rPr>
                        <a:t>one</a:t>
                      </a:r>
                      <a:r>
                        <a:rPr sz="1600" spc="315" dirty="0">
                          <a:latin typeface="Calibri"/>
                          <a:cs typeface="Calibri"/>
                        </a:rPr>
                        <a:t> </a:t>
                      </a:r>
                      <a:r>
                        <a:rPr sz="1600" dirty="0">
                          <a:latin typeface="Calibri"/>
                          <a:cs typeface="Calibri"/>
                        </a:rPr>
                        <a:t>task</a:t>
                      </a:r>
                      <a:r>
                        <a:rPr sz="1600" spc="315" dirty="0">
                          <a:latin typeface="Calibri"/>
                          <a:cs typeface="Calibri"/>
                        </a:rPr>
                        <a:t> </a:t>
                      </a:r>
                      <a:r>
                        <a:rPr sz="1600" dirty="0">
                          <a:latin typeface="Calibri"/>
                          <a:cs typeface="Calibri"/>
                        </a:rPr>
                        <a:t>to</a:t>
                      </a:r>
                      <a:r>
                        <a:rPr sz="1600" spc="300" dirty="0">
                          <a:latin typeface="Calibri"/>
                          <a:cs typeface="Calibri"/>
                        </a:rPr>
                        <a:t> </a:t>
                      </a:r>
                      <a:r>
                        <a:rPr sz="1600" dirty="0">
                          <a:latin typeface="Calibri"/>
                          <a:cs typeface="Calibri"/>
                        </a:rPr>
                        <a:t>another</a:t>
                      </a:r>
                      <a:r>
                        <a:rPr sz="1600" spc="325" dirty="0">
                          <a:latin typeface="Calibri"/>
                          <a:cs typeface="Calibri"/>
                        </a:rPr>
                        <a:t> </a:t>
                      </a:r>
                      <a:r>
                        <a:rPr sz="1600" dirty="0">
                          <a:latin typeface="Calibri"/>
                          <a:cs typeface="Calibri"/>
                        </a:rPr>
                        <a:t>and</a:t>
                      </a:r>
                      <a:r>
                        <a:rPr sz="1600" spc="325" dirty="0">
                          <a:latin typeface="Calibri"/>
                          <a:cs typeface="Calibri"/>
                        </a:rPr>
                        <a:t> </a:t>
                      </a:r>
                      <a:r>
                        <a:rPr sz="1600" dirty="0">
                          <a:latin typeface="Calibri"/>
                          <a:cs typeface="Calibri"/>
                        </a:rPr>
                        <a:t>same</a:t>
                      </a:r>
                      <a:r>
                        <a:rPr sz="1600" spc="320" dirty="0">
                          <a:latin typeface="Calibri"/>
                          <a:cs typeface="Calibri"/>
                        </a:rPr>
                        <a:t> </a:t>
                      </a:r>
                      <a:r>
                        <a:rPr sz="1600" dirty="0">
                          <a:latin typeface="Calibri"/>
                          <a:cs typeface="Calibri"/>
                        </a:rPr>
                        <a:t>time</a:t>
                      </a:r>
                      <a:r>
                        <a:rPr sz="1600" spc="315" dirty="0">
                          <a:latin typeface="Calibri"/>
                          <a:cs typeface="Calibri"/>
                        </a:rPr>
                        <a:t> </a:t>
                      </a:r>
                      <a:r>
                        <a:rPr sz="1600" spc="-10" dirty="0">
                          <a:latin typeface="Calibri"/>
                          <a:cs typeface="Calibri"/>
                        </a:rPr>
                        <a:t>various </a:t>
                      </a:r>
                      <a:r>
                        <a:rPr sz="1600" dirty="0">
                          <a:latin typeface="Calibri"/>
                          <a:cs typeface="Calibri"/>
                        </a:rPr>
                        <a:t>application</a:t>
                      </a:r>
                      <a:r>
                        <a:rPr sz="1600" spc="-30" dirty="0">
                          <a:latin typeface="Calibri"/>
                          <a:cs typeface="Calibri"/>
                        </a:rPr>
                        <a:t> </a:t>
                      </a:r>
                      <a:r>
                        <a:rPr sz="1600" dirty="0">
                          <a:latin typeface="Calibri"/>
                          <a:cs typeface="Calibri"/>
                        </a:rPr>
                        <a:t>can</a:t>
                      </a:r>
                      <a:r>
                        <a:rPr sz="1600" spc="-25" dirty="0">
                          <a:latin typeface="Calibri"/>
                          <a:cs typeface="Calibri"/>
                        </a:rPr>
                        <a:t> </a:t>
                      </a:r>
                      <a:r>
                        <a:rPr sz="1600" dirty="0">
                          <a:latin typeface="Calibri"/>
                          <a:cs typeface="Calibri"/>
                        </a:rPr>
                        <a:t>run</a:t>
                      </a:r>
                      <a:r>
                        <a:rPr sz="1600" spc="-30" dirty="0">
                          <a:latin typeface="Calibri"/>
                          <a:cs typeface="Calibri"/>
                        </a:rPr>
                        <a:t> </a:t>
                      </a:r>
                      <a:r>
                        <a:rPr sz="1600" spc="-10" dirty="0">
                          <a:latin typeface="Calibri"/>
                          <a:cs typeface="Calibri"/>
                        </a:rPr>
                        <a:t>simultaneously.</a:t>
                      </a:r>
                      <a:endParaRPr sz="1600" dirty="0">
                        <a:latin typeface="Calibri"/>
                        <a:cs typeface="Calibri"/>
                      </a:endParaRPr>
                    </a:p>
                  </a:txBody>
                  <a:tcPr marL="0" marR="0" marT="5905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2"/>
                  </a:ext>
                </a:extLst>
              </a:tr>
              <a:tr h="627021">
                <a:tc>
                  <a:txBody>
                    <a:bodyPr/>
                    <a:lstStyle/>
                    <a:p>
                      <a:pPr marL="80645">
                        <a:lnSpc>
                          <a:spcPct val="100000"/>
                        </a:lnSpc>
                        <a:spcBef>
                          <a:spcPts val="585"/>
                        </a:spcBef>
                      </a:pPr>
                      <a:r>
                        <a:rPr sz="1600" spc="-10" dirty="0">
                          <a:latin typeface="Calibri"/>
                          <a:cs typeface="Calibri"/>
                        </a:rPr>
                        <a:t>Resizable</a:t>
                      </a:r>
                      <a:r>
                        <a:rPr sz="1600" spc="5" dirty="0">
                          <a:latin typeface="Calibri"/>
                          <a:cs typeface="Calibri"/>
                        </a:rPr>
                        <a:t> </a:t>
                      </a:r>
                      <a:r>
                        <a:rPr sz="1600" spc="-10" dirty="0">
                          <a:latin typeface="Calibri"/>
                          <a:cs typeface="Calibri"/>
                        </a:rPr>
                        <a:t>widgets</a:t>
                      </a:r>
                      <a:endParaRPr sz="1600"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80645" marR="5715">
                        <a:lnSpc>
                          <a:spcPct val="110000"/>
                        </a:lnSpc>
                        <a:spcBef>
                          <a:spcPts val="445"/>
                        </a:spcBef>
                      </a:pPr>
                      <a:r>
                        <a:rPr sz="1600" dirty="0">
                          <a:latin typeface="Calibri"/>
                          <a:cs typeface="Calibri"/>
                        </a:rPr>
                        <a:t>Widgets</a:t>
                      </a:r>
                      <a:r>
                        <a:rPr sz="1600" spc="355" dirty="0">
                          <a:latin typeface="Calibri"/>
                          <a:cs typeface="Calibri"/>
                        </a:rPr>
                        <a:t> </a:t>
                      </a:r>
                      <a:r>
                        <a:rPr sz="1600" dirty="0">
                          <a:latin typeface="Calibri"/>
                          <a:cs typeface="Calibri"/>
                        </a:rPr>
                        <a:t>are</a:t>
                      </a:r>
                      <a:r>
                        <a:rPr sz="1600" spc="355" dirty="0">
                          <a:latin typeface="Calibri"/>
                          <a:cs typeface="Calibri"/>
                        </a:rPr>
                        <a:t> </a:t>
                      </a:r>
                      <a:r>
                        <a:rPr sz="1600" dirty="0">
                          <a:latin typeface="Calibri"/>
                          <a:cs typeface="Calibri"/>
                        </a:rPr>
                        <a:t>resizable,</a:t>
                      </a:r>
                      <a:r>
                        <a:rPr sz="1600" spc="340" dirty="0">
                          <a:latin typeface="Calibri"/>
                          <a:cs typeface="Calibri"/>
                        </a:rPr>
                        <a:t> </a:t>
                      </a:r>
                      <a:r>
                        <a:rPr sz="1600" dirty="0">
                          <a:latin typeface="Calibri"/>
                          <a:cs typeface="Calibri"/>
                        </a:rPr>
                        <a:t>so</a:t>
                      </a:r>
                      <a:r>
                        <a:rPr sz="1600" spc="345" dirty="0">
                          <a:latin typeface="Calibri"/>
                          <a:cs typeface="Calibri"/>
                        </a:rPr>
                        <a:t> </a:t>
                      </a:r>
                      <a:r>
                        <a:rPr sz="1600" dirty="0">
                          <a:latin typeface="Calibri"/>
                          <a:cs typeface="Calibri"/>
                        </a:rPr>
                        <a:t>users</a:t>
                      </a:r>
                      <a:r>
                        <a:rPr sz="1600" spc="360" dirty="0">
                          <a:latin typeface="Calibri"/>
                          <a:cs typeface="Calibri"/>
                        </a:rPr>
                        <a:t> </a:t>
                      </a:r>
                      <a:r>
                        <a:rPr sz="1600" dirty="0">
                          <a:latin typeface="Calibri"/>
                          <a:cs typeface="Calibri"/>
                        </a:rPr>
                        <a:t>can</a:t>
                      </a:r>
                      <a:r>
                        <a:rPr sz="1600" spc="345" dirty="0">
                          <a:latin typeface="Calibri"/>
                          <a:cs typeface="Calibri"/>
                        </a:rPr>
                        <a:t> </a:t>
                      </a:r>
                      <a:r>
                        <a:rPr sz="1600" dirty="0">
                          <a:latin typeface="Calibri"/>
                          <a:cs typeface="Calibri"/>
                        </a:rPr>
                        <a:t>expand</a:t>
                      </a:r>
                      <a:r>
                        <a:rPr sz="1600" spc="345" dirty="0">
                          <a:latin typeface="Calibri"/>
                          <a:cs typeface="Calibri"/>
                        </a:rPr>
                        <a:t> </a:t>
                      </a:r>
                      <a:r>
                        <a:rPr sz="1600" dirty="0">
                          <a:latin typeface="Calibri"/>
                          <a:cs typeface="Calibri"/>
                        </a:rPr>
                        <a:t>them</a:t>
                      </a:r>
                      <a:r>
                        <a:rPr sz="1600" spc="355" dirty="0">
                          <a:latin typeface="Calibri"/>
                          <a:cs typeface="Calibri"/>
                        </a:rPr>
                        <a:t> </a:t>
                      </a:r>
                      <a:r>
                        <a:rPr sz="1600" dirty="0">
                          <a:latin typeface="Calibri"/>
                          <a:cs typeface="Calibri"/>
                        </a:rPr>
                        <a:t>to</a:t>
                      </a:r>
                      <a:r>
                        <a:rPr sz="1600" spc="345" dirty="0">
                          <a:latin typeface="Calibri"/>
                          <a:cs typeface="Calibri"/>
                        </a:rPr>
                        <a:t> </a:t>
                      </a:r>
                      <a:r>
                        <a:rPr sz="1600" dirty="0">
                          <a:latin typeface="Calibri"/>
                          <a:cs typeface="Calibri"/>
                        </a:rPr>
                        <a:t>show</a:t>
                      </a:r>
                      <a:r>
                        <a:rPr sz="1600" spc="355" dirty="0">
                          <a:latin typeface="Calibri"/>
                          <a:cs typeface="Calibri"/>
                        </a:rPr>
                        <a:t> </a:t>
                      </a:r>
                      <a:r>
                        <a:rPr sz="1600" spc="-20" dirty="0">
                          <a:latin typeface="Calibri"/>
                          <a:cs typeface="Calibri"/>
                        </a:rPr>
                        <a:t>more </a:t>
                      </a:r>
                      <a:r>
                        <a:rPr sz="1600" dirty="0">
                          <a:latin typeface="Calibri"/>
                          <a:cs typeface="Calibri"/>
                        </a:rPr>
                        <a:t>content</a:t>
                      </a:r>
                      <a:r>
                        <a:rPr sz="1600" spc="-30" dirty="0">
                          <a:latin typeface="Calibri"/>
                          <a:cs typeface="Calibri"/>
                        </a:rPr>
                        <a:t> </a:t>
                      </a:r>
                      <a:r>
                        <a:rPr sz="1600" dirty="0">
                          <a:latin typeface="Calibri"/>
                          <a:cs typeface="Calibri"/>
                        </a:rPr>
                        <a:t>or</a:t>
                      </a:r>
                      <a:r>
                        <a:rPr sz="1600" spc="-15" dirty="0">
                          <a:latin typeface="Calibri"/>
                          <a:cs typeface="Calibri"/>
                        </a:rPr>
                        <a:t> </a:t>
                      </a:r>
                      <a:r>
                        <a:rPr sz="1600" dirty="0">
                          <a:latin typeface="Calibri"/>
                          <a:cs typeface="Calibri"/>
                        </a:rPr>
                        <a:t>shrink</a:t>
                      </a:r>
                      <a:r>
                        <a:rPr sz="1600" spc="-25" dirty="0">
                          <a:latin typeface="Calibri"/>
                          <a:cs typeface="Calibri"/>
                        </a:rPr>
                        <a:t> </a:t>
                      </a:r>
                      <a:r>
                        <a:rPr sz="1600" dirty="0">
                          <a:latin typeface="Calibri"/>
                          <a:cs typeface="Calibri"/>
                        </a:rPr>
                        <a:t>them</a:t>
                      </a:r>
                      <a:r>
                        <a:rPr sz="1600" spc="-25" dirty="0">
                          <a:latin typeface="Calibri"/>
                          <a:cs typeface="Calibri"/>
                        </a:rPr>
                        <a:t> </a:t>
                      </a:r>
                      <a:r>
                        <a:rPr sz="1600" dirty="0">
                          <a:latin typeface="Calibri"/>
                          <a:cs typeface="Calibri"/>
                        </a:rPr>
                        <a:t>to</a:t>
                      </a:r>
                      <a:r>
                        <a:rPr sz="1600" spc="-40" dirty="0">
                          <a:latin typeface="Calibri"/>
                          <a:cs typeface="Calibri"/>
                        </a:rPr>
                        <a:t> </a:t>
                      </a:r>
                      <a:r>
                        <a:rPr sz="1600" dirty="0">
                          <a:latin typeface="Calibri"/>
                          <a:cs typeface="Calibri"/>
                        </a:rPr>
                        <a:t>save</a:t>
                      </a:r>
                      <a:r>
                        <a:rPr sz="1600" spc="-25" dirty="0">
                          <a:latin typeface="Calibri"/>
                          <a:cs typeface="Calibri"/>
                        </a:rPr>
                        <a:t> </a:t>
                      </a:r>
                      <a:r>
                        <a:rPr sz="1600" spc="-10" dirty="0">
                          <a:latin typeface="Calibri"/>
                          <a:cs typeface="Calibri"/>
                        </a:rPr>
                        <a:t>space</a:t>
                      </a:r>
                      <a:endParaRPr sz="1600" dirty="0">
                        <a:latin typeface="Calibri"/>
                        <a:cs typeface="Calibri"/>
                      </a:endParaRPr>
                    </a:p>
                  </a:txBody>
                  <a:tcPr marL="0" marR="0" marT="5651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3"/>
                  </a:ext>
                </a:extLst>
              </a:tr>
            </a:tbl>
          </a:graphicData>
        </a:graphic>
      </p:graphicFrame>
      <p:graphicFrame>
        <p:nvGraphicFramePr>
          <p:cNvPr id="8" name="object 4">
            <a:extLst>
              <a:ext uri="{FF2B5EF4-FFF2-40B4-BE49-F238E27FC236}">
                <a16:creationId xmlns:a16="http://schemas.microsoft.com/office/drawing/2014/main" id="{2A90A8AF-031B-CC97-6DD8-5FD544687C78}"/>
              </a:ext>
            </a:extLst>
          </p:cNvPr>
          <p:cNvGraphicFramePr>
            <a:graphicFrameLocks noGrp="1"/>
          </p:cNvGraphicFramePr>
          <p:nvPr>
            <p:extLst>
              <p:ext uri="{D42A27DB-BD31-4B8C-83A1-F6EECF244321}">
                <p14:modId xmlns:p14="http://schemas.microsoft.com/office/powerpoint/2010/main" val="1332157199"/>
              </p:ext>
            </p:extLst>
          </p:nvPr>
        </p:nvGraphicFramePr>
        <p:xfrm>
          <a:off x="344488" y="4820402"/>
          <a:ext cx="9145016" cy="663575"/>
        </p:xfrm>
        <a:graphic>
          <a:graphicData uri="http://schemas.openxmlformats.org/drawingml/2006/table">
            <a:tbl>
              <a:tblPr firstRow="1" bandRow="1">
                <a:tableStyleId>{2D5ABB26-0587-4C30-8999-92F81FD0307C}</a:tableStyleId>
              </a:tblPr>
              <a:tblGrid>
                <a:gridCol w="1295593">
                  <a:extLst>
                    <a:ext uri="{9D8B030D-6E8A-4147-A177-3AD203B41FA5}">
                      <a16:colId xmlns:a16="http://schemas.microsoft.com/office/drawing/2014/main" val="20000"/>
                    </a:ext>
                  </a:extLst>
                </a:gridCol>
                <a:gridCol w="7849423">
                  <a:extLst>
                    <a:ext uri="{9D8B030D-6E8A-4147-A177-3AD203B41FA5}">
                      <a16:colId xmlns:a16="http://schemas.microsoft.com/office/drawing/2014/main" val="20001"/>
                    </a:ext>
                  </a:extLst>
                </a:gridCol>
              </a:tblGrid>
              <a:tr h="663575">
                <a:tc>
                  <a:txBody>
                    <a:bodyPr/>
                    <a:lstStyle/>
                    <a:p>
                      <a:pPr marL="80645">
                        <a:lnSpc>
                          <a:spcPct val="100000"/>
                        </a:lnSpc>
                        <a:spcBef>
                          <a:spcPts val="585"/>
                        </a:spcBef>
                      </a:pPr>
                      <a:r>
                        <a:rPr sz="1600" spc="-10" dirty="0">
                          <a:latin typeface="Calibri"/>
                          <a:cs typeface="Calibri"/>
                        </a:rPr>
                        <a:t>Multi-Language</a:t>
                      </a:r>
                      <a:endParaRPr sz="1600"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80645">
                        <a:lnSpc>
                          <a:spcPct val="100000"/>
                        </a:lnSpc>
                        <a:spcBef>
                          <a:spcPts val="585"/>
                        </a:spcBef>
                      </a:pPr>
                      <a:r>
                        <a:rPr sz="1600" dirty="0">
                          <a:latin typeface="Calibri"/>
                          <a:cs typeface="Calibri"/>
                        </a:rPr>
                        <a:t>Support</a:t>
                      </a:r>
                      <a:r>
                        <a:rPr sz="1600" spc="-35" dirty="0">
                          <a:latin typeface="Calibri"/>
                          <a:cs typeface="Calibri"/>
                        </a:rPr>
                        <a:t> </a:t>
                      </a:r>
                      <a:r>
                        <a:rPr sz="1600" dirty="0">
                          <a:latin typeface="Calibri"/>
                          <a:cs typeface="Calibri"/>
                        </a:rPr>
                        <a:t>single</a:t>
                      </a:r>
                      <a:r>
                        <a:rPr sz="1600" spc="-30" dirty="0">
                          <a:latin typeface="Calibri"/>
                          <a:cs typeface="Calibri"/>
                        </a:rPr>
                        <a:t> </a:t>
                      </a:r>
                      <a:r>
                        <a:rPr sz="1600" dirty="0">
                          <a:latin typeface="Calibri"/>
                          <a:cs typeface="Calibri"/>
                        </a:rPr>
                        <a:t>direction</a:t>
                      </a:r>
                      <a:r>
                        <a:rPr sz="1600" spc="-40" dirty="0">
                          <a:latin typeface="Calibri"/>
                          <a:cs typeface="Calibri"/>
                        </a:rPr>
                        <a:t> </a:t>
                      </a:r>
                      <a:r>
                        <a:rPr sz="1600" dirty="0">
                          <a:latin typeface="Calibri"/>
                          <a:cs typeface="Calibri"/>
                        </a:rPr>
                        <a:t>and</a:t>
                      </a:r>
                      <a:r>
                        <a:rPr sz="1600" spc="-45" dirty="0">
                          <a:latin typeface="Calibri"/>
                          <a:cs typeface="Calibri"/>
                        </a:rPr>
                        <a:t> </a:t>
                      </a:r>
                      <a:r>
                        <a:rPr sz="1600" dirty="0">
                          <a:latin typeface="Calibri"/>
                          <a:cs typeface="Calibri"/>
                        </a:rPr>
                        <a:t>bi-directional</a:t>
                      </a:r>
                      <a:r>
                        <a:rPr sz="1600" spc="-45" dirty="0">
                          <a:latin typeface="Calibri"/>
                          <a:cs typeface="Calibri"/>
                        </a:rPr>
                        <a:t> </a:t>
                      </a:r>
                      <a:r>
                        <a:rPr sz="1600" spc="-20" dirty="0">
                          <a:latin typeface="Calibri"/>
                          <a:cs typeface="Calibri"/>
                        </a:rPr>
                        <a:t>text.</a:t>
                      </a:r>
                      <a:endParaRPr lang="en-GB" sz="1600" spc="-20" dirty="0">
                        <a:latin typeface="Calibri"/>
                        <a:cs typeface="Calibri"/>
                      </a:endParaRPr>
                    </a:p>
                    <a:p>
                      <a:pPr marL="80645">
                        <a:lnSpc>
                          <a:spcPct val="100000"/>
                        </a:lnSpc>
                        <a:spcBef>
                          <a:spcPts val="585"/>
                        </a:spcBef>
                      </a:pPr>
                      <a:endParaRPr sz="1600" dirty="0">
                        <a:latin typeface="Calibri"/>
                        <a:cs typeface="Calibri"/>
                      </a:endParaRPr>
                    </a:p>
                  </a:txBody>
                  <a:tcPr marL="0" marR="0" marT="7429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46548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18</a:t>
            </a:fld>
            <a:endParaRPr lang="en"/>
          </a:p>
        </p:txBody>
      </p:sp>
      <p:sp>
        <p:nvSpPr>
          <p:cNvPr id="5" name="Title 1"/>
          <p:cNvSpPr>
            <a:spLocks noGrp="1"/>
          </p:cNvSpPr>
          <p:nvPr>
            <p:ph type="title"/>
          </p:nvPr>
        </p:nvSpPr>
        <p:spPr>
          <a:xfrm>
            <a:off x="1991545" y="26135"/>
            <a:ext cx="5913783" cy="781051"/>
          </a:xfrm>
        </p:spPr>
        <p:txBody>
          <a:bodyPr/>
          <a:lstStyle/>
          <a:p>
            <a:pPr algn="ctr"/>
            <a:r>
              <a:rPr lang="en-GB" altLang="en-US" sz="3600" dirty="0">
                <a:solidFill>
                  <a:schemeClr val="bg1"/>
                </a:solidFill>
                <a:latin typeface="Georgia" panose="02040502050405020303" pitchFamily="18" charset="0"/>
                <a:hlinkClick r:id="rId2"/>
              </a:rPr>
              <a:t>Android Software Stack</a:t>
            </a:r>
            <a:endParaRPr lang="en-GB" altLang="en-US" sz="3600" dirty="0">
              <a:solidFill>
                <a:schemeClr val="bg1"/>
              </a:solidFill>
              <a:latin typeface="Georgia" panose="02040502050405020303" pitchFamily="18" charset="0"/>
            </a:endParaRPr>
          </a:p>
        </p:txBody>
      </p:sp>
      <p:sp>
        <p:nvSpPr>
          <p:cNvPr id="6" name="Rectangle 3"/>
          <p:cNvSpPr>
            <a:spLocks noChangeArrowheads="1"/>
          </p:cNvSpPr>
          <p:nvPr/>
        </p:nvSpPr>
        <p:spPr bwMode="auto">
          <a:xfrm>
            <a:off x="704528" y="5949280"/>
            <a:ext cx="82866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GB" altLang="en-US" sz="1400" dirty="0">
                <a:solidFill>
                  <a:srgbClr val="222222"/>
                </a:solidFill>
                <a:latin typeface="Georgia" panose="02040502050405020303" pitchFamily="18" charset="0"/>
              </a:rPr>
              <a:t>Aim of Android: production-quality consumer product with source code open for customisation</a:t>
            </a:r>
            <a:endParaRPr lang="en-GB" altLang="en-US" sz="1400" dirty="0">
              <a:latin typeface="Georgia" panose="02040502050405020303" pitchFamily="18" charset="0"/>
            </a:endParaRPr>
          </a:p>
        </p:txBody>
      </p:sp>
      <p:sp>
        <p:nvSpPr>
          <p:cNvPr id="7" name="Rectangle 6"/>
          <p:cNvSpPr/>
          <p:nvPr/>
        </p:nvSpPr>
        <p:spPr>
          <a:xfrm>
            <a:off x="5542172" y="1416174"/>
            <a:ext cx="4363828" cy="830997"/>
          </a:xfrm>
          <a:prstGeom prst="rect">
            <a:avLst/>
          </a:prstGeom>
        </p:spPr>
        <p:txBody>
          <a:bodyPr wrap="square">
            <a:spAutoFit/>
          </a:bodyPr>
          <a:lstStyle/>
          <a:p>
            <a:pPr marL="285744" indent="-285744">
              <a:buFont typeface="Arial" panose="020B0604020202020204" pitchFamily="34" charset="0"/>
              <a:buChar char="•"/>
              <a:defRPr/>
            </a:pPr>
            <a:r>
              <a:rPr lang="en-GB" sz="1600" dirty="0">
                <a:latin typeface="Georgia" panose="02040502050405020303" pitchFamily="18" charset="0"/>
              </a:rPr>
              <a:t>A software stack for mobile devices:</a:t>
            </a:r>
          </a:p>
          <a:p>
            <a:pPr marL="285744" indent="-285744">
              <a:buFont typeface="Arial" panose="020B0604020202020204" pitchFamily="34" charset="0"/>
              <a:buChar char="•"/>
              <a:defRPr/>
            </a:pPr>
            <a:r>
              <a:rPr lang="en-GB" sz="1600" dirty="0">
                <a:latin typeface="Georgia" panose="02040502050405020303" pitchFamily="18" charset="0"/>
              </a:rPr>
              <a:t>Operating system, middleware</a:t>
            </a:r>
          </a:p>
          <a:p>
            <a:pPr>
              <a:defRPr/>
            </a:pPr>
            <a:r>
              <a:rPr lang="en-GB" sz="1600" dirty="0">
                <a:latin typeface="Georgia" panose="02040502050405020303" pitchFamily="18" charset="0"/>
              </a:rPr>
              <a:t>&amp; key applications</a:t>
            </a:r>
          </a:p>
        </p:txBody>
      </p:sp>
      <p:sp>
        <p:nvSpPr>
          <p:cNvPr id="8" name="Rectangle 1"/>
          <p:cNvSpPr>
            <a:spLocks noChangeArrowheads="1"/>
          </p:cNvSpPr>
          <p:nvPr/>
        </p:nvSpPr>
        <p:spPr bwMode="auto">
          <a:xfrm>
            <a:off x="5729536" y="3250781"/>
            <a:ext cx="41764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US" altLang="en-US" sz="1400" dirty="0">
                <a:latin typeface="Calibri" panose="020F0502020204030204" pitchFamily="34" charset="0"/>
              </a:rPr>
              <a:t>Source: </a:t>
            </a:r>
            <a:r>
              <a:rPr lang="en-US" altLang="en-US" sz="1400" dirty="0">
                <a:latin typeface="Calibri" panose="020F0502020204030204" pitchFamily="34" charset="0"/>
                <a:hlinkClick r:id="rId3"/>
              </a:rPr>
              <a:t>https://developer.android.com/guide/platform</a:t>
            </a:r>
            <a:r>
              <a:rPr lang="en-US" altLang="en-US" sz="1400" dirty="0">
                <a:latin typeface="Calibri" panose="020F0502020204030204" pitchFamily="34" charset="0"/>
              </a:rPr>
              <a:t> </a:t>
            </a:r>
          </a:p>
        </p:txBody>
      </p:sp>
      <p:pic>
        <p:nvPicPr>
          <p:cNvPr id="9" name="Picture 8"/>
          <p:cNvPicPr>
            <a:picLocks noChangeAspect="1"/>
          </p:cNvPicPr>
          <p:nvPr/>
        </p:nvPicPr>
        <p:blipFill>
          <a:blip r:embed="rId4"/>
          <a:stretch>
            <a:fillRect/>
          </a:stretch>
        </p:blipFill>
        <p:spPr>
          <a:xfrm>
            <a:off x="52067" y="1319427"/>
            <a:ext cx="5490105" cy="4727577"/>
          </a:xfrm>
          <a:prstGeom prst="rect">
            <a:avLst/>
          </a:prstGeom>
        </p:spPr>
      </p:pic>
    </p:spTree>
    <p:extLst>
      <p:ext uri="{BB962C8B-B14F-4D97-AF65-F5344CB8AC3E}">
        <p14:creationId xmlns:p14="http://schemas.microsoft.com/office/powerpoint/2010/main" val="3399386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19</a:t>
            </a:fld>
            <a:endParaRPr lang="en"/>
          </a:p>
        </p:txBody>
      </p:sp>
      <p:sp>
        <p:nvSpPr>
          <p:cNvPr id="5" name="Title 1"/>
          <p:cNvSpPr txBox="1">
            <a:spLocks/>
          </p:cNvSpPr>
          <p:nvPr/>
        </p:nvSpPr>
        <p:spPr bwMode="auto">
          <a:xfrm>
            <a:off x="3296816" y="20608"/>
            <a:ext cx="3728433" cy="78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GB" altLang="en-US" sz="3600" b="1" dirty="0">
                <a:solidFill>
                  <a:schemeClr val="bg1"/>
                </a:solidFill>
                <a:latin typeface="Georgia" panose="02040502050405020303" pitchFamily="18" charset="0"/>
              </a:rPr>
              <a:t>Linux Kernel</a:t>
            </a:r>
          </a:p>
        </p:txBody>
      </p:sp>
      <p:sp>
        <p:nvSpPr>
          <p:cNvPr id="6" name="Rectangle 5"/>
          <p:cNvSpPr>
            <a:spLocks noChangeArrowheads="1"/>
          </p:cNvSpPr>
          <p:nvPr/>
        </p:nvSpPr>
        <p:spPr bwMode="auto">
          <a:xfrm>
            <a:off x="200472" y="3625386"/>
            <a:ext cx="9289031" cy="2585323"/>
          </a:xfrm>
          <a:prstGeom prst="rect">
            <a:avLst/>
          </a:prstGeom>
          <a:blipFill dpi="0" rotWithShape="1">
            <a:blip r:embed="rId2"/>
            <a:srcRect/>
            <a:tile tx="0" ty="0" sx="100000" sy="100000" flip="none" algn="tl"/>
          </a:blipFill>
          <a:ln>
            <a:noFill/>
          </a:ln>
        </p:spPr>
        <p:txBody>
          <a:bodyPr wrap="square">
            <a:spAutoFit/>
          </a:bodyPr>
          <a:lstStyle/>
          <a:p>
            <a:pPr marL="10318">
              <a:buSzPct val="89285"/>
              <a:tabLst>
                <a:tab pos="233198" algn="l"/>
              </a:tabLst>
              <a:defRPr/>
            </a:pPr>
            <a:r>
              <a:rPr lang="en-US" sz="2400" b="1" dirty="0">
                <a:latin typeface="Corbel"/>
                <a:cs typeface="Corbel"/>
              </a:rPr>
              <a:t>Linux Kernel</a:t>
            </a:r>
          </a:p>
          <a:p>
            <a:pPr marL="753251" lvl="1" indent="-285744">
              <a:buSzPct val="89285"/>
              <a:buFont typeface="Arial" charset="0"/>
              <a:buChar char="•"/>
              <a:tabLst>
                <a:tab pos="233198" algn="l"/>
              </a:tabLst>
              <a:defRPr/>
            </a:pPr>
            <a:r>
              <a:rPr lang="en-US" sz="2400" dirty="0">
                <a:latin typeface="Corbel"/>
                <a:cs typeface="Corbel"/>
              </a:rPr>
              <a:t>Foundation of Android OS</a:t>
            </a:r>
          </a:p>
          <a:p>
            <a:pPr marL="753251" lvl="1" indent="-285744">
              <a:buSzPct val="89285"/>
              <a:buFont typeface="Arial" charset="0"/>
              <a:buChar char="•"/>
              <a:tabLst>
                <a:tab pos="233198" algn="l"/>
              </a:tabLst>
              <a:defRPr/>
            </a:pPr>
            <a:r>
              <a:rPr lang="en-US" sz="2400" dirty="0">
                <a:latin typeface="Corbel"/>
                <a:cs typeface="Corbel"/>
              </a:rPr>
              <a:t>Effective power management</a:t>
            </a:r>
          </a:p>
          <a:p>
            <a:pPr marL="753251" lvl="1" indent="-285744" algn="ctr">
              <a:buSzPct val="89285"/>
              <a:buFont typeface="Arial" charset="0"/>
              <a:buChar char="•"/>
              <a:tabLst>
                <a:tab pos="233198" algn="l"/>
              </a:tabLst>
              <a:defRPr/>
            </a:pPr>
            <a:r>
              <a:rPr lang="en-US" sz="2400" dirty="0">
                <a:latin typeface="Corbel"/>
                <a:cs typeface="Corbel"/>
              </a:rPr>
              <a:t>Effective device drivers and management</a:t>
            </a:r>
          </a:p>
          <a:p>
            <a:pPr marL="1210439" lvl="2" indent="-285744">
              <a:buSzPct val="89285"/>
              <a:buFont typeface="Arial" charset="0"/>
              <a:buChar char="•"/>
              <a:tabLst>
                <a:tab pos="233198" algn="l"/>
              </a:tabLst>
              <a:defRPr/>
            </a:pPr>
            <a:r>
              <a:rPr lang="en-GB" altLang="en-US" sz="2200" dirty="0"/>
              <a:t>Communication: Bluetooth, </a:t>
            </a:r>
            <a:r>
              <a:rPr lang="en-GB" altLang="en-US" sz="2200" dirty="0" err="1"/>
              <a:t>Wifi</a:t>
            </a:r>
            <a:endParaRPr lang="en-GB" altLang="en-US" sz="2200" dirty="0"/>
          </a:p>
          <a:p>
            <a:pPr marL="1210439" lvl="2" indent="-285744">
              <a:buSzPct val="89285"/>
              <a:buFont typeface="Arial" charset="0"/>
              <a:buChar char="•"/>
              <a:tabLst>
                <a:tab pos="233198" algn="l"/>
              </a:tabLst>
              <a:defRPr/>
            </a:pPr>
            <a:r>
              <a:rPr lang="en-GB" altLang="en-US" sz="2200" dirty="0"/>
              <a:t>USB, Display, Camera</a:t>
            </a:r>
          </a:p>
          <a:p>
            <a:pPr marL="1210439" lvl="2" indent="-285744">
              <a:buSzPct val="89285"/>
              <a:buFont typeface="Arial" charset="0"/>
              <a:buChar char="•"/>
              <a:tabLst>
                <a:tab pos="233198" algn="l"/>
              </a:tabLst>
              <a:defRPr/>
            </a:pPr>
            <a:r>
              <a:rPr lang="en-GB" altLang="en-US" sz="2200" dirty="0"/>
              <a:t>Much </a:t>
            </a:r>
            <a:r>
              <a:rPr lang="en-GB" altLang="en-US" sz="2200" dirty="0" smtClean="0"/>
              <a:t>more</a:t>
            </a:r>
            <a:endParaRPr lang="en-US" altLang="en-US" sz="2200" dirty="0"/>
          </a:p>
        </p:txBody>
      </p:sp>
      <p:pic>
        <p:nvPicPr>
          <p:cNvPr id="7" name="Picture 6"/>
          <p:cNvPicPr>
            <a:picLocks noChangeAspect="1"/>
          </p:cNvPicPr>
          <p:nvPr/>
        </p:nvPicPr>
        <p:blipFill>
          <a:blip r:embed="rId3"/>
          <a:stretch>
            <a:fillRect/>
          </a:stretch>
        </p:blipFill>
        <p:spPr>
          <a:xfrm>
            <a:off x="1856656" y="1329645"/>
            <a:ext cx="6984776" cy="2187227"/>
          </a:xfrm>
          <a:prstGeom prst="rect">
            <a:avLst/>
          </a:prstGeom>
        </p:spPr>
      </p:pic>
    </p:spTree>
    <p:extLst>
      <p:ext uri="{BB962C8B-B14F-4D97-AF65-F5344CB8AC3E}">
        <p14:creationId xmlns:p14="http://schemas.microsoft.com/office/powerpoint/2010/main" val="220489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20</a:t>
            </a:fld>
            <a:endParaRPr lang="en"/>
          </a:p>
        </p:txBody>
      </p:sp>
      <p:sp>
        <p:nvSpPr>
          <p:cNvPr id="5" name="Title 1"/>
          <p:cNvSpPr>
            <a:spLocks noGrp="1"/>
          </p:cNvSpPr>
          <p:nvPr>
            <p:ph type="title"/>
          </p:nvPr>
        </p:nvSpPr>
        <p:spPr>
          <a:xfrm>
            <a:off x="560512" y="98732"/>
            <a:ext cx="8730716" cy="781051"/>
          </a:xfrm>
        </p:spPr>
        <p:txBody>
          <a:bodyPr/>
          <a:lstStyle/>
          <a:p>
            <a:r>
              <a:rPr lang="en-GB" altLang="en-US" sz="3600" dirty="0">
                <a:solidFill>
                  <a:schemeClr val="bg1"/>
                </a:solidFill>
                <a:latin typeface="Georgia" panose="02040502050405020303" pitchFamily="18" charset="0"/>
              </a:rPr>
              <a:t>Hardware Abstraction Layer (HAL)</a:t>
            </a:r>
          </a:p>
        </p:txBody>
      </p:sp>
      <p:sp>
        <p:nvSpPr>
          <p:cNvPr id="6" name="object 3"/>
          <p:cNvSpPr txBox="1">
            <a:spLocks/>
          </p:cNvSpPr>
          <p:nvPr/>
        </p:nvSpPr>
        <p:spPr bwMode="auto">
          <a:xfrm>
            <a:off x="591744" y="3645024"/>
            <a:ext cx="8776856" cy="1800463"/>
          </a:xfrm>
          <a:prstGeom prst="rect">
            <a:avLst/>
          </a:prstGeom>
          <a:blipFill dpi="0" rotWithShape="1">
            <a:blip r:embed="rId2"/>
            <a:srcRect/>
            <a:tile tx="0" ty="0" sx="100000" sy="100000" flip="none" algn="tl"/>
          </a:blip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spcFirstLastPara="1" vert="horz" wrap="square" lIns="91425" tIns="91425" rIns="91425" bIns="91425" numCol="1" anchor="t" anchorCtr="0" compatLnSpc="1">
            <a:prstTxWarp prst="textNoShape">
              <a:avLst/>
            </a:prstTxWarp>
            <a:sp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marL="9525" indent="0">
              <a:lnSpc>
                <a:spcPts val="3100"/>
              </a:lnSpc>
              <a:buClr>
                <a:srgbClr val="F0AD00"/>
              </a:buClr>
              <a:buSzPct val="80000"/>
              <a:buFont typeface="Arial" charset="0"/>
              <a:buNone/>
              <a:tabLst>
                <a:tab pos="269868" algn="l"/>
              </a:tabLst>
            </a:pPr>
            <a:r>
              <a:rPr lang="en-US" altLang="en-US" sz="2200" b="1" dirty="0" smtClean="0"/>
              <a:t>Provides services such as:</a:t>
            </a:r>
            <a:endParaRPr lang="en-GB" altLang="en-US" sz="2200" b="1" dirty="0" smtClean="0"/>
          </a:p>
          <a:p>
            <a:pPr marL="9525" indent="0">
              <a:lnSpc>
                <a:spcPts val="3100"/>
              </a:lnSpc>
              <a:buSzPct val="80000"/>
              <a:tabLst>
                <a:tab pos="269868" algn="l"/>
              </a:tabLst>
            </a:pPr>
            <a:r>
              <a:rPr lang="en-GB" altLang="en-US" sz="2000" dirty="0" smtClean="0"/>
              <a:t>Standard interface for HW capabilities to the Java API framework</a:t>
            </a:r>
          </a:p>
          <a:p>
            <a:pPr marL="9525" indent="0">
              <a:lnSpc>
                <a:spcPts val="3100"/>
              </a:lnSpc>
              <a:buSzPct val="80000"/>
              <a:tabLst>
                <a:tab pos="269868" algn="l"/>
              </a:tabLst>
            </a:pPr>
            <a:r>
              <a:rPr lang="en-GB" altLang="en-US" sz="2000" dirty="0" smtClean="0"/>
              <a:t>Multiple library modules for each HW – Camera, BT, Sensors, </a:t>
            </a:r>
            <a:r>
              <a:rPr lang="en-GB" altLang="en-US" sz="2000" dirty="0" err="1" smtClean="0"/>
              <a:t>etc</a:t>
            </a:r>
            <a:endParaRPr lang="en-GB" altLang="en-US" sz="2000" dirty="0" smtClean="0"/>
          </a:p>
        </p:txBody>
      </p:sp>
      <p:sp>
        <p:nvSpPr>
          <p:cNvPr id="7" name="Rectangle 6"/>
          <p:cNvSpPr/>
          <p:nvPr/>
        </p:nvSpPr>
        <p:spPr>
          <a:xfrm>
            <a:off x="1161173" y="1327766"/>
            <a:ext cx="7635627" cy="489878"/>
          </a:xfrm>
          <a:prstGeom prst="rect">
            <a:avLst/>
          </a:prstGeom>
        </p:spPr>
        <p:txBody>
          <a:bodyPr wrap="square">
            <a:spAutoFit/>
          </a:bodyPr>
          <a:lstStyle/>
          <a:p>
            <a:pPr marL="10318">
              <a:lnSpc>
                <a:spcPts val="3104"/>
              </a:lnSpc>
              <a:buClr>
                <a:srgbClr val="F0AD00"/>
              </a:buClr>
              <a:buSzPct val="79687"/>
              <a:tabLst>
                <a:tab pos="270344" algn="l"/>
              </a:tabLst>
              <a:defRPr/>
            </a:pPr>
            <a:r>
              <a:rPr lang="en-US" sz="2800" b="1" u="sng" dirty="0">
                <a:latin typeface="Calibri" charset="0"/>
                <a:ea typeface="MS PGothic" charset="-128"/>
              </a:rPr>
              <a:t>A</a:t>
            </a:r>
            <a:r>
              <a:rPr lang="en-US" sz="2800" b="1" u="sng" spc="-20" dirty="0">
                <a:latin typeface="Calibri" charset="0"/>
                <a:ea typeface="MS PGothic" charset="-128"/>
              </a:rPr>
              <a:t>b</a:t>
            </a:r>
            <a:r>
              <a:rPr lang="en-US" sz="2800" b="1" u="sng" dirty="0">
                <a:latin typeface="Calibri" charset="0"/>
                <a:ea typeface="MS PGothic" charset="-128"/>
              </a:rPr>
              <a:t>st</a:t>
            </a:r>
            <a:r>
              <a:rPr lang="en-US" sz="2800" b="1" u="sng" spc="-12" dirty="0">
                <a:latin typeface="Calibri" charset="0"/>
                <a:ea typeface="MS PGothic" charset="-128"/>
              </a:rPr>
              <a:t>r</a:t>
            </a:r>
            <a:r>
              <a:rPr lang="en-US" sz="2800" b="1" u="sng" spc="-20" dirty="0">
                <a:latin typeface="Calibri" charset="0"/>
                <a:ea typeface="MS PGothic" charset="-128"/>
              </a:rPr>
              <a:t>a</a:t>
            </a:r>
            <a:r>
              <a:rPr lang="en-US" sz="2800" b="1" u="sng" dirty="0">
                <a:latin typeface="Calibri" charset="0"/>
                <a:ea typeface="MS PGothic" charset="-128"/>
              </a:rPr>
              <a:t>ct</a:t>
            </a:r>
            <a:r>
              <a:rPr lang="en-US" sz="2800" b="1" u="sng" spc="-8" dirty="0">
                <a:latin typeface="Calibri" charset="0"/>
                <a:ea typeface="MS PGothic" charset="-128"/>
              </a:rPr>
              <a:t>i</a:t>
            </a:r>
            <a:r>
              <a:rPr lang="en-US" sz="2800" b="1" u="sng" dirty="0">
                <a:latin typeface="Calibri" charset="0"/>
                <a:ea typeface="MS PGothic" charset="-128"/>
              </a:rPr>
              <a:t>on</a:t>
            </a:r>
            <a:r>
              <a:rPr lang="en-US" sz="2800" b="1" u="sng" spc="-131" dirty="0">
                <a:latin typeface="Calibri" charset="0"/>
                <a:ea typeface="MS PGothic" charset="-128"/>
              </a:rPr>
              <a:t> </a:t>
            </a:r>
            <a:r>
              <a:rPr lang="en-US" sz="2800" b="1" u="sng" spc="-8" dirty="0">
                <a:latin typeface="Calibri" charset="0"/>
                <a:ea typeface="MS PGothic" charset="-128"/>
              </a:rPr>
              <a:t>l</a:t>
            </a:r>
            <a:r>
              <a:rPr lang="en-US" sz="2800" b="1" u="sng" spc="-20" dirty="0">
                <a:latin typeface="Calibri" charset="0"/>
                <a:ea typeface="MS PGothic" charset="-128"/>
              </a:rPr>
              <a:t>a</a:t>
            </a:r>
            <a:r>
              <a:rPr lang="en-US" sz="2800" b="1" u="sng" dirty="0">
                <a:latin typeface="Calibri" charset="0"/>
                <a:ea typeface="MS PGothic" charset="-128"/>
              </a:rPr>
              <a:t>y</a:t>
            </a:r>
            <a:r>
              <a:rPr lang="en-US" sz="2800" b="1" u="sng" spc="-12" dirty="0">
                <a:latin typeface="Calibri" charset="0"/>
                <a:ea typeface="MS PGothic" charset="-128"/>
              </a:rPr>
              <a:t>er</a:t>
            </a:r>
            <a:r>
              <a:rPr lang="en-US" sz="2800" b="1" u="sng" spc="-131" dirty="0">
                <a:latin typeface="Calibri" charset="0"/>
                <a:ea typeface="MS PGothic" charset="-128"/>
              </a:rPr>
              <a:t> </a:t>
            </a:r>
            <a:r>
              <a:rPr lang="en-US" sz="2800" b="1" u="sng" spc="-20" dirty="0">
                <a:latin typeface="Calibri" charset="0"/>
                <a:ea typeface="MS PGothic" charset="-128"/>
              </a:rPr>
              <a:t>b</a:t>
            </a:r>
            <a:r>
              <a:rPr lang="en-US" sz="2800" b="1" u="sng" spc="-16" dirty="0">
                <a:latin typeface="Calibri" charset="0"/>
                <a:ea typeface="MS PGothic" charset="-128"/>
              </a:rPr>
              <a:t>e</a:t>
            </a:r>
            <a:r>
              <a:rPr lang="en-US" sz="2800" b="1" u="sng" dirty="0">
                <a:latin typeface="Calibri" charset="0"/>
                <a:ea typeface="MS PGothic" charset="-128"/>
              </a:rPr>
              <a:t>t</a:t>
            </a:r>
            <a:r>
              <a:rPr lang="en-US" sz="2800" b="1" u="sng" spc="-16" dirty="0">
                <a:latin typeface="Calibri" charset="0"/>
                <a:ea typeface="MS PGothic" charset="-128"/>
              </a:rPr>
              <a:t>wee</a:t>
            </a:r>
            <a:r>
              <a:rPr lang="en-US" sz="2800" b="1" u="sng" dirty="0">
                <a:latin typeface="Calibri" charset="0"/>
                <a:ea typeface="MS PGothic" charset="-128"/>
              </a:rPr>
              <a:t>n</a:t>
            </a:r>
            <a:r>
              <a:rPr lang="en-US" sz="2800" b="1" u="sng" spc="-131" dirty="0">
                <a:latin typeface="Calibri" charset="0"/>
                <a:ea typeface="MS PGothic" charset="-128"/>
              </a:rPr>
              <a:t> </a:t>
            </a:r>
            <a:r>
              <a:rPr lang="en-US" sz="2800" b="1" u="sng" dirty="0">
                <a:latin typeface="Calibri" charset="0"/>
                <a:ea typeface="MS PGothic" charset="-128"/>
              </a:rPr>
              <a:t>H</a:t>
            </a:r>
            <a:r>
              <a:rPr lang="en-US" sz="2800" b="1" u="sng" spc="-24" dirty="0">
                <a:latin typeface="Calibri" charset="0"/>
                <a:ea typeface="MS PGothic" charset="-128"/>
              </a:rPr>
              <a:t>W</a:t>
            </a:r>
            <a:r>
              <a:rPr lang="en-US" sz="2800" b="1" u="sng" spc="-131" dirty="0">
                <a:latin typeface="Calibri" charset="0"/>
                <a:ea typeface="MS PGothic" charset="-128"/>
              </a:rPr>
              <a:t> </a:t>
            </a:r>
            <a:r>
              <a:rPr lang="en-US" sz="2800" b="1" u="sng" dirty="0">
                <a:latin typeface="Calibri" charset="0"/>
                <a:ea typeface="MS PGothic" charset="-128"/>
              </a:rPr>
              <a:t>&amp;</a:t>
            </a:r>
            <a:r>
              <a:rPr lang="en-US" sz="2800" b="1" u="sng" spc="-195" dirty="0">
                <a:latin typeface="Calibri" charset="0"/>
                <a:ea typeface="MS PGothic" charset="-128"/>
              </a:rPr>
              <a:t> </a:t>
            </a:r>
            <a:r>
              <a:rPr lang="en-US" sz="2800" b="1" u="sng" spc="-20" dirty="0">
                <a:latin typeface="Calibri" charset="0"/>
                <a:ea typeface="MS PGothic" charset="-128"/>
              </a:rPr>
              <a:t>SW</a:t>
            </a:r>
            <a:endParaRPr lang="en-US" sz="2800" b="1" u="sng" dirty="0">
              <a:latin typeface="Calibri" charset="0"/>
              <a:ea typeface="MS PGothic" charset="-128"/>
            </a:endParaRPr>
          </a:p>
        </p:txBody>
      </p:sp>
      <p:pic>
        <p:nvPicPr>
          <p:cNvPr id="8" name="Picture 7"/>
          <p:cNvPicPr>
            <a:picLocks noChangeAspect="1"/>
          </p:cNvPicPr>
          <p:nvPr/>
        </p:nvPicPr>
        <p:blipFill>
          <a:blip r:embed="rId3"/>
          <a:stretch>
            <a:fillRect/>
          </a:stretch>
        </p:blipFill>
        <p:spPr>
          <a:xfrm>
            <a:off x="838916" y="2271347"/>
            <a:ext cx="8452312" cy="1066949"/>
          </a:xfrm>
          <a:prstGeom prst="rect">
            <a:avLst/>
          </a:prstGeom>
        </p:spPr>
      </p:pic>
    </p:spTree>
    <p:extLst>
      <p:ext uri="{BB962C8B-B14F-4D97-AF65-F5344CB8AC3E}">
        <p14:creationId xmlns:p14="http://schemas.microsoft.com/office/powerpoint/2010/main" val="607560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21</a:t>
            </a:fld>
            <a:endParaRPr lang="en"/>
          </a:p>
        </p:txBody>
      </p:sp>
      <p:sp>
        <p:nvSpPr>
          <p:cNvPr id="5" name="Title 1"/>
          <p:cNvSpPr>
            <a:spLocks noGrp="1"/>
          </p:cNvSpPr>
          <p:nvPr>
            <p:ph type="title"/>
          </p:nvPr>
        </p:nvSpPr>
        <p:spPr>
          <a:xfrm>
            <a:off x="200472" y="127669"/>
            <a:ext cx="9505056" cy="781051"/>
          </a:xfrm>
        </p:spPr>
        <p:txBody>
          <a:bodyPr/>
          <a:lstStyle/>
          <a:p>
            <a:r>
              <a:rPr lang="en-GB" altLang="en-US" sz="3600" dirty="0">
                <a:solidFill>
                  <a:schemeClr val="bg1"/>
                </a:solidFill>
                <a:latin typeface="Georgia" panose="02040502050405020303" pitchFamily="18" charset="0"/>
              </a:rPr>
              <a:t>Android Runtime and Native Libraries</a:t>
            </a:r>
          </a:p>
        </p:txBody>
      </p:sp>
      <p:sp>
        <p:nvSpPr>
          <p:cNvPr id="6" name="object 3"/>
          <p:cNvSpPr txBox="1">
            <a:spLocks/>
          </p:cNvSpPr>
          <p:nvPr/>
        </p:nvSpPr>
        <p:spPr bwMode="auto">
          <a:xfrm>
            <a:off x="200473" y="2980652"/>
            <a:ext cx="4032447" cy="3416290"/>
          </a:xfrm>
          <a:prstGeom prst="rect">
            <a:avLst/>
          </a:prstGeom>
          <a:blipFill dpi="0" rotWithShape="1">
            <a:blip r:embed="rId2"/>
            <a:srcRect/>
            <a:tile tx="0" ty="0" sx="100000" sy="100000" flip="none" algn="tl"/>
          </a:blip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spcFirstLastPara="1" vert="horz" wrap="square" lIns="91425" tIns="91425" rIns="91425" bIns="91425" numCol="1" anchor="t" anchorCtr="0" compatLnSpc="1">
            <a:prstTxWarp prst="textNoShape">
              <a:avLst/>
            </a:prstTxWarp>
            <a:sp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marL="9525" indent="0">
              <a:lnSpc>
                <a:spcPts val="3100"/>
              </a:lnSpc>
              <a:buClr>
                <a:srgbClr val="F0AD00"/>
              </a:buClr>
              <a:buSzPct val="80000"/>
              <a:buFont typeface="Arial" charset="0"/>
              <a:buNone/>
              <a:tabLst>
                <a:tab pos="269868" algn="l"/>
              </a:tabLst>
            </a:pPr>
            <a:r>
              <a:rPr lang="en-US" altLang="en-US" sz="2000" b="1" dirty="0" smtClean="0"/>
              <a:t>Native C/C++Libraries:</a:t>
            </a:r>
            <a:endParaRPr lang="en-GB" altLang="en-US" sz="2000" b="1" dirty="0" smtClean="0"/>
          </a:p>
          <a:p>
            <a:pPr marL="9525" indent="0">
              <a:lnSpc>
                <a:spcPts val="3100"/>
              </a:lnSpc>
              <a:buSzPct val="80000"/>
              <a:tabLst>
                <a:tab pos="269868" algn="l"/>
              </a:tabLst>
            </a:pPr>
            <a:r>
              <a:rPr lang="en-GB" altLang="en-US" sz="1800" dirty="0" smtClean="0"/>
              <a:t> Many features needs core Libs</a:t>
            </a:r>
          </a:p>
          <a:p>
            <a:pPr marL="9525" indent="0">
              <a:lnSpc>
                <a:spcPts val="3100"/>
              </a:lnSpc>
              <a:buSzPct val="80000"/>
              <a:tabLst>
                <a:tab pos="269868" algn="l"/>
              </a:tabLst>
            </a:pPr>
            <a:r>
              <a:rPr lang="en-GB" altLang="en-US" sz="1800" dirty="0" smtClean="0"/>
              <a:t> Also provide java framework</a:t>
            </a:r>
          </a:p>
          <a:p>
            <a:pPr marL="9525" indent="0">
              <a:lnSpc>
                <a:spcPts val="3100"/>
              </a:lnSpc>
              <a:buSzPct val="80000"/>
              <a:tabLst>
                <a:tab pos="269868" algn="l"/>
              </a:tabLst>
            </a:pPr>
            <a:r>
              <a:rPr lang="en-GB" altLang="en-US" sz="1800" dirty="0" smtClean="0"/>
              <a:t> </a:t>
            </a:r>
            <a:r>
              <a:rPr lang="en-GB" altLang="en-US" sz="1800" dirty="0" err="1" smtClean="0"/>
              <a:t>Webkit</a:t>
            </a:r>
            <a:r>
              <a:rPr lang="en-GB" altLang="en-US" sz="1800" dirty="0" smtClean="0"/>
              <a:t>, </a:t>
            </a:r>
            <a:r>
              <a:rPr lang="en-GB" altLang="en-US" sz="1800" dirty="0" err="1" smtClean="0"/>
              <a:t>MediaFramework</a:t>
            </a:r>
            <a:r>
              <a:rPr lang="en-GB" altLang="en-US" sz="1800" dirty="0" smtClean="0"/>
              <a:t>, </a:t>
            </a:r>
            <a:r>
              <a:rPr lang="en-GB" altLang="en-US" sz="1800" dirty="0" err="1" smtClean="0"/>
              <a:t>etc</a:t>
            </a:r>
            <a:endParaRPr lang="en-GB" altLang="en-US" sz="1800" dirty="0" smtClean="0"/>
          </a:p>
          <a:p>
            <a:pPr marL="9525" indent="0">
              <a:lnSpc>
                <a:spcPts val="3100"/>
              </a:lnSpc>
              <a:buSzPct val="80000"/>
              <a:tabLst>
                <a:tab pos="269868" algn="l"/>
              </a:tabLst>
            </a:pPr>
            <a:r>
              <a:rPr lang="en-GB" altLang="en-US" sz="1800" dirty="0" smtClean="0"/>
              <a:t> OpenGL</a:t>
            </a:r>
          </a:p>
          <a:p>
            <a:pPr marL="9525" indent="0">
              <a:lnSpc>
                <a:spcPts val="3100"/>
              </a:lnSpc>
              <a:buSzPct val="80000"/>
              <a:tabLst>
                <a:tab pos="269868" algn="l"/>
              </a:tabLst>
            </a:pPr>
            <a:r>
              <a:rPr lang="en-GB" altLang="en-US" sz="1800" dirty="0" smtClean="0"/>
              <a:t> SQLite</a:t>
            </a:r>
            <a:endParaRPr lang="en-GB" altLang="en-US" sz="1800" dirty="0"/>
          </a:p>
        </p:txBody>
      </p:sp>
      <p:pic>
        <p:nvPicPr>
          <p:cNvPr id="7" name="Picture 6"/>
          <p:cNvPicPr>
            <a:picLocks noChangeAspect="1"/>
          </p:cNvPicPr>
          <p:nvPr/>
        </p:nvPicPr>
        <p:blipFill>
          <a:blip r:embed="rId3"/>
          <a:stretch>
            <a:fillRect/>
          </a:stretch>
        </p:blipFill>
        <p:spPr>
          <a:xfrm>
            <a:off x="1748644" y="1543900"/>
            <a:ext cx="6408712" cy="1296144"/>
          </a:xfrm>
          <a:prstGeom prst="rect">
            <a:avLst/>
          </a:prstGeom>
        </p:spPr>
      </p:pic>
      <p:sp>
        <p:nvSpPr>
          <p:cNvPr id="8" name="object 3"/>
          <p:cNvSpPr txBox="1">
            <a:spLocks/>
          </p:cNvSpPr>
          <p:nvPr/>
        </p:nvSpPr>
        <p:spPr bwMode="auto">
          <a:xfrm>
            <a:off x="4532344" y="3140968"/>
            <a:ext cx="5370576" cy="2153923"/>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Lucida Sans Unicode" panose="020B0602030504020204" pitchFamily="34" charset="0"/>
                <a:ea typeface="MS PGothic" pitchFamily="34" charset="-128"/>
                <a:cs typeface="Lucida Sans Unicode" panose="020B0602030504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Lucida Sans Unicode" panose="020B0602030504020204" pitchFamily="34" charset="0"/>
                <a:ea typeface="MS PGothic" pitchFamily="34" charset="-128"/>
                <a:cs typeface="Lucida Sans Unicode" panose="020B0602030504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Lucida Sans Unicode" panose="020B0602030504020204" pitchFamily="34" charset="0"/>
                <a:ea typeface="MS PGothic" pitchFamily="34" charset="-128"/>
                <a:cs typeface="Lucida Sans Unicode" panose="020B0602030504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Lucida Sans Unicode" panose="020B0602030504020204" pitchFamily="34" charset="0"/>
                <a:ea typeface="MS PGothic" pitchFamily="34" charset="-128"/>
                <a:cs typeface="Lucida Sans Unicode" panose="020B0602030504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Lucida Sans Unicode" panose="020B0602030504020204" pitchFamily="34" charset="0"/>
                <a:ea typeface="MS PGothic" pitchFamily="34" charset="-128"/>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9525" indent="0">
              <a:lnSpc>
                <a:spcPts val="3100"/>
              </a:lnSpc>
              <a:buClr>
                <a:srgbClr val="F0AD00"/>
              </a:buClr>
              <a:buSzPct val="80000"/>
              <a:buNone/>
              <a:tabLst>
                <a:tab pos="269868" algn="l"/>
              </a:tabLst>
            </a:pPr>
            <a:r>
              <a:rPr lang="en-US" altLang="en-US" sz="2000" b="1" dirty="0"/>
              <a:t>Android Runtime:</a:t>
            </a:r>
            <a:endParaRPr lang="en-GB" altLang="en-US" sz="2000" b="1" dirty="0"/>
          </a:p>
          <a:p>
            <a:pPr marL="9525" indent="0">
              <a:lnSpc>
                <a:spcPts val="3100"/>
              </a:lnSpc>
              <a:buSzPct val="80000"/>
              <a:tabLst>
                <a:tab pos="269868" algn="l"/>
              </a:tabLst>
            </a:pPr>
            <a:r>
              <a:rPr lang="en-GB" altLang="en-US" sz="1800" dirty="0"/>
              <a:t> Each app run its process and instance of ART (</a:t>
            </a:r>
            <a:r>
              <a:rPr lang="en-GB" altLang="en-US" sz="1800" dirty="0" err="1"/>
              <a:t>Ver</a:t>
            </a:r>
            <a:r>
              <a:rPr lang="en-GB" altLang="en-US" sz="1800" dirty="0"/>
              <a:t> 5.0) and higher</a:t>
            </a:r>
          </a:p>
          <a:p>
            <a:pPr marL="9525" indent="0">
              <a:lnSpc>
                <a:spcPts val="3100"/>
              </a:lnSpc>
              <a:buSzPct val="80000"/>
              <a:tabLst>
                <a:tab pos="269868" algn="l"/>
              </a:tabLst>
            </a:pPr>
            <a:r>
              <a:rPr lang="en-GB" altLang="en-US" sz="1800" dirty="0"/>
              <a:t> Art run multiple VM on low memory</a:t>
            </a:r>
          </a:p>
          <a:p>
            <a:pPr marL="9525" indent="0">
              <a:lnSpc>
                <a:spcPts val="3100"/>
              </a:lnSpc>
              <a:buSzPct val="80000"/>
              <a:tabLst>
                <a:tab pos="269868" algn="l"/>
              </a:tabLst>
            </a:pPr>
            <a:r>
              <a:rPr lang="en-GB" altLang="en-US" sz="1800" dirty="0"/>
              <a:t> More features mostly on optimising apps</a:t>
            </a:r>
          </a:p>
        </p:txBody>
      </p:sp>
    </p:spTree>
    <p:extLst>
      <p:ext uri="{BB962C8B-B14F-4D97-AF65-F5344CB8AC3E}">
        <p14:creationId xmlns:p14="http://schemas.microsoft.com/office/powerpoint/2010/main" val="410898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bg/>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8"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22</a:t>
            </a:fld>
            <a:endParaRPr lang="en"/>
          </a:p>
        </p:txBody>
      </p:sp>
      <p:sp>
        <p:nvSpPr>
          <p:cNvPr id="5" name="Title 1"/>
          <p:cNvSpPr>
            <a:spLocks noGrp="1"/>
          </p:cNvSpPr>
          <p:nvPr>
            <p:ph type="title"/>
          </p:nvPr>
        </p:nvSpPr>
        <p:spPr>
          <a:xfrm>
            <a:off x="1276273" y="165662"/>
            <a:ext cx="8064896" cy="781051"/>
          </a:xfrm>
        </p:spPr>
        <p:txBody>
          <a:bodyPr/>
          <a:lstStyle/>
          <a:p>
            <a:r>
              <a:rPr lang="en-GB" altLang="en-US" sz="3600" dirty="0">
                <a:solidFill>
                  <a:schemeClr val="bg1"/>
                </a:solidFill>
                <a:latin typeface="Georgia" panose="02040502050405020303" pitchFamily="18" charset="0"/>
              </a:rPr>
              <a:t>Android Java API Framework</a:t>
            </a:r>
          </a:p>
        </p:txBody>
      </p:sp>
      <p:sp>
        <p:nvSpPr>
          <p:cNvPr id="6" name="object 3"/>
          <p:cNvSpPr txBox="1">
            <a:spLocks/>
          </p:cNvSpPr>
          <p:nvPr/>
        </p:nvSpPr>
        <p:spPr bwMode="auto">
          <a:xfrm>
            <a:off x="128464" y="3212976"/>
            <a:ext cx="9433048" cy="3035190"/>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Lucida Sans Unicode" panose="020B0602030504020204" pitchFamily="34" charset="0"/>
                <a:ea typeface="MS PGothic" pitchFamily="34" charset="-128"/>
                <a:cs typeface="Lucida Sans Unicode" panose="020B0602030504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Lucida Sans Unicode" panose="020B0602030504020204" pitchFamily="34" charset="0"/>
                <a:ea typeface="MS PGothic" pitchFamily="34" charset="-128"/>
                <a:cs typeface="Lucida Sans Unicode" panose="020B0602030504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Lucida Sans Unicode" panose="020B0602030504020204" pitchFamily="34" charset="0"/>
                <a:ea typeface="MS PGothic" pitchFamily="34" charset="-128"/>
                <a:cs typeface="Lucida Sans Unicode" panose="020B0602030504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Lucida Sans Unicode" panose="020B0602030504020204" pitchFamily="34" charset="0"/>
                <a:ea typeface="MS PGothic" pitchFamily="34" charset="-128"/>
                <a:cs typeface="Lucida Sans Unicode" panose="020B0602030504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Lucida Sans Unicode" panose="020B0602030504020204" pitchFamily="34" charset="0"/>
                <a:ea typeface="MS PGothic" pitchFamily="34" charset="-128"/>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9525" indent="0">
              <a:lnSpc>
                <a:spcPts val="3100"/>
              </a:lnSpc>
              <a:buClr>
                <a:srgbClr val="F0AD00"/>
              </a:buClr>
              <a:buSzPct val="80000"/>
              <a:buNone/>
              <a:tabLst>
                <a:tab pos="269868" algn="l"/>
              </a:tabLst>
            </a:pPr>
            <a:r>
              <a:rPr lang="en-US" altLang="en-US" sz="2000" b="1" dirty="0"/>
              <a:t>Android Java API Framework: </a:t>
            </a:r>
          </a:p>
          <a:p>
            <a:pPr marL="9525" indent="0">
              <a:lnSpc>
                <a:spcPts val="3100"/>
              </a:lnSpc>
              <a:buClr>
                <a:srgbClr val="F0AD00"/>
              </a:buClr>
              <a:buSzPct val="80000"/>
              <a:buNone/>
              <a:tabLst>
                <a:tab pos="269868" algn="l"/>
              </a:tabLst>
            </a:pPr>
            <a:r>
              <a:rPr lang="en-US" altLang="en-US" sz="1800" dirty="0"/>
              <a:t>Provides entire feature set to us through APIs written in Java. The APIs are building blocks for creating apps. Features include:</a:t>
            </a:r>
          </a:p>
          <a:p>
            <a:pPr marL="352417">
              <a:lnSpc>
                <a:spcPts val="3100"/>
              </a:lnSpc>
              <a:buClr>
                <a:srgbClr val="F0AD00"/>
              </a:buClr>
              <a:buSzPct val="80000"/>
              <a:buFont typeface="+mj-lt"/>
              <a:buAutoNum type="arabicPeriod"/>
              <a:tabLst>
                <a:tab pos="269868" algn="l"/>
              </a:tabLst>
            </a:pPr>
            <a:r>
              <a:rPr lang="en-US" altLang="en-US" sz="1600" b="1" i="1" dirty="0"/>
              <a:t>Extensible View Systems – UI, list, grids, textboxes, buttons, </a:t>
            </a:r>
            <a:r>
              <a:rPr lang="en-US" altLang="en-US" sz="1600" b="1" i="1" dirty="0" err="1"/>
              <a:t>etc</a:t>
            </a:r>
            <a:endParaRPr lang="en-US" altLang="en-US" sz="1600" b="1" i="1" dirty="0"/>
          </a:p>
          <a:p>
            <a:pPr marL="352417">
              <a:lnSpc>
                <a:spcPts val="3100"/>
              </a:lnSpc>
              <a:buClr>
                <a:srgbClr val="F0AD00"/>
              </a:buClr>
              <a:buSzPct val="80000"/>
              <a:buFont typeface="+mj-lt"/>
              <a:buAutoNum type="arabicPeriod"/>
              <a:tabLst>
                <a:tab pos="269868" algn="l"/>
              </a:tabLst>
            </a:pPr>
            <a:r>
              <a:rPr lang="en-US" altLang="en-US" sz="1600" b="1" i="1" dirty="0"/>
              <a:t>Resource manager: access to code resource </a:t>
            </a:r>
            <a:r>
              <a:rPr lang="en-US" altLang="en-US" sz="1600" b="1" i="1" dirty="0" err="1"/>
              <a:t>e.g</a:t>
            </a:r>
            <a:r>
              <a:rPr lang="en-US" altLang="en-US" sz="1600" b="1" i="1" dirty="0"/>
              <a:t> graphics</a:t>
            </a:r>
          </a:p>
          <a:p>
            <a:pPr marL="352417">
              <a:lnSpc>
                <a:spcPts val="3100"/>
              </a:lnSpc>
              <a:buClr>
                <a:srgbClr val="F0AD00"/>
              </a:buClr>
              <a:buSzPct val="80000"/>
              <a:buFont typeface="+mj-lt"/>
              <a:buAutoNum type="arabicPeriod"/>
              <a:tabLst>
                <a:tab pos="269868" algn="l"/>
              </a:tabLst>
            </a:pPr>
            <a:r>
              <a:rPr lang="en-US" altLang="en-US" sz="1600" b="1" i="1" dirty="0"/>
              <a:t>Notification Manager</a:t>
            </a:r>
          </a:p>
          <a:p>
            <a:pPr marL="352417">
              <a:lnSpc>
                <a:spcPts val="3100"/>
              </a:lnSpc>
              <a:buClr>
                <a:srgbClr val="F0AD00"/>
              </a:buClr>
              <a:buSzPct val="80000"/>
              <a:buFont typeface="+mj-lt"/>
              <a:buAutoNum type="arabicPeriod"/>
              <a:tabLst>
                <a:tab pos="269868" algn="l"/>
              </a:tabLst>
            </a:pPr>
            <a:r>
              <a:rPr lang="en-US" altLang="en-US" sz="1600" b="1" i="1" dirty="0"/>
              <a:t>Activity </a:t>
            </a:r>
            <a:r>
              <a:rPr lang="en-US" altLang="en-US" sz="1600" b="1" i="1" dirty="0" smtClean="0"/>
              <a:t>manager</a:t>
            </a:r>
            <a:endParaRPr lang="en-US" altLang="en-US" sz="1600" b="1" i="1" dirty="0"/>
          </a:p>
        </p:txBody>
      </p:sp>
      <p:pic>
        <p:nvPicPr>
          <p:cNvPr id="7" name="Picture 6"/>
          <p:cNvPicPr>
            <a:picLocks noChangeAspect="1"/>
          </p:cNvPicPr>
          <p:nvPr/>
        </p:nvPicPr>
        <p:blipFill>
          <a:blip r:embed="rId3"/>
          <a:stretch>
            <a:fillRect/>
          </a:stretch>
        </p:blipFill>
        <p:spPr>
          <a:xfrm>
            <a:off x="992560" y="1441376"/>
            <a:ext cx="8094723" cy="1656184"/>
          </a:xfrm>
          <a:prstGeom prst="rect">
            <a:avLst/>
          </a:prstGeom>
        </p:spPr>
      </p:pic>
    </p:spTree>
    <p:extLst>
      <p:ext uri="{BB962C8B-B14F-4D97-AF65-F5344CB8AC3E}">
        <p14:creationId xmlns:p14="http://schemas.microsoft.com/office/powerpoint/2010/main" val="247247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23</a:t>
            </a:fld>
            <a:endParaRPr lang="en"/>
          </a:p>
        </p:txBody>
      </p:sp>
      <p:sp>
        <p:nvSpPr>
          <p:cNvPr id="5" name="Title 1"/>
          <p:cNvSpPr>
            <a:spLocks noGrp="1"/>
          </p:cNvSpPr>
          <p:nvPr>
            <p:ph type="title"/>
          </p:nvPr>
        </p:nvSpPr>
        <p:spPr>
          <a:xfrm>
            <a:off x="2711625" y="178293"/>
            <a:ext cx="6753201" cy="781051"/>
          </a:xfrm>
        </p:spPr>
        <p:txBody>
          <a:bodyPr/>
          <a:lstStyle/>
          <a:p>
            <a:r>
              <a:rPr lang="en-GB" altLang="en-US" sz="3600" dirty="0">
                <a:solidFill>
                  <a:schemeClr val="bg1"/>
                </a:solidFill>
                <a:latin typeface="Georgia" panose="02040502050405020303" pitchFamily="18" charset="0"/>
              </a:rPr>
              <a:t>Android System Apps</a:t>
            </a:r>
          </a:p>
        </p:txBody>
      </p:sp>
      <p:sp>
        <p:nvSpPr>
          <p:cNvPr id="6" name="object 3"/>
          <p:cNvSpPr txBox="1">
            <a:spLocks/>
          </p:cNvSpPr>
          <p:nvPr/>
        </p:nvSpPr>
        <p:spPr bwMode="auto">
          <a:xfrm>
            <a:off x="1928664" y="2996952"/>
            <a:ext cx="6408712" cy="2674578"/>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Lucida Sans Unicode" panose="020B0602030504020204" pitchFamily="34" charset="0"/>
                <a:ea typeface="MS PGothic" pitchFamily="34" charset="-128"/>
                <a:cs typeface="Lucida Sans Unicode" panose="020B0602030504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Lucida Sans Unicode" panose="020B0602030504020204" pitchFamily="34" charset="0"/>
                <a:ea typeface="MS PGothic" pitchFamily="34" charset="-128"/>
                <a:cs typeface="Lucida Sans Unicode" panose="020B0602030504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Lucida Sans Unicode" panose="020B0602030504020204" pitchFamily="34" charset="0"/>
                <a:ea typeface="MS PGothic" pitchFamily="34" charset="-128"/>
                <a:cs typeface="Lucida Sans Unicode" panose="020B0602030504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Lucida Sans Unicode" panose="020B0602030504020204" pitchFamily="34" charset="0"/>
                <a:ea typeface="MS PGothic" pitchFamily="34" charset="-128"/>
                <a:cs typeface="Lucida Sans Unicode" panose="020B0602030504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Lucida Sans Unicode" panose="020B0602030504020204" pitchFamily="34" charset="0"/>
                <a:ea typeface="MS PGothic" pitchFamily="34" charset="-128"/>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9525" indent="0">
              <a:lnSpc>
                <a:spcPts val="3100"/>
              </a:lnSpc>
              <a:buClr>
                <a:srgbClr val="F0AD00"/>
              </a:buClr>
              <a:buSzPct val="80000"/>
              <a:buNone/>
              <a:tabLst>
                <a:tab pos="269868" algn="l"/>
              </a:tabLst>
            </a:pPr>
            <a:r>
              <a:rPr lang="en-US" altLang="en-US" sz="2000" b="1" dirty="0"/>
              <a:t>Android System Apps: </a:t>
            </a:r>
          </a:p>
          <a:p>
            <a:pPr marL="9525" indent="0">
              <a:lnSpc>
                <a:spcPts val="3100"/>
              </a:lnSpc>
              <a:buClr>
                <a:srgbClr val="F0AD00"/>
              </a:buClr>
              <a:buSzPct val="80000"/>
              <a:buNone/>
              <a:tabLst>
                <a:tab pos="269868" algn="l"/>
              </a:tabLst>
            </a:pPr>
            <a:r>
              <a:rPr lang="en-US" altLang="en-US" sz="1800" dirty="0"/>
              <a:t>Apps that Android comes built in with include:</a:t>
            </a:r>
          </a:p>
          <a:p>
            <a:pPr marL="352417">
              <a:lnSpc>
                <a:spcPts val="3100"/>
              </a:lnSpc>
              <a:buClr>
                <a:srgbClr val="F0AD00"/>
              </a:buClr>
              <a:buSzPct val="80000"/>
              <a:buFont typeface="+mj-lt"/>
              <a:buAutoNum type="arabicPeriod"/>
              <a:tabLst>
                <a:tab pos="269868" algn="l"/>
              </a:tabLst>
            </a:pPr>
            <a:r>
              <a:rPr lang="en-US" altLang="en-US" sz="1600" b="1" i="1" dirty="0"/>
              <a:t>Telephony dialer</a:t>
            </a:r>
          </a:p>
          <a:p>
            <a:pPr marL="352417">
              <a:lnSpc>
                <a:spcPts val="3100"/>
              </a:lnSpc>
              <a:buClr>
                <a:srgbClr val="F0AD00"/>
              </a:buClr>
              <a:buSzPct val="80000"/>
              <a:buFont typeface="+mj-lt"/>
              <a:buAutoNum type="arabicPeriod"/>
              <a:tabLst>
                <a:tab pos="269868" algn="l"/>
              </a:tabLst>
            </a:pPr>
            <a:r>
              <a:rPr lang="en-US" altLang="en-US" sz="1600" b="1" i="1" dirty="0"/>
              <a:t>Email</a:t>
            </a:r>
          </a:p>
          <a:p>
            <a:pPr marL="352417">
              <a:lnSpc>
                <a:spcPts val="3100"/>
              </a:lnSpc>
              <a:buClr>
                <a:srgbClr val="F0AD00"/>
              </a:buClr>
              <a:buSzPct val="80000"/>
              <a:buFont typeface="+mj-lt"/>
              <a:buAutoNum type="arabicPeriod"/>
              <a:tabLst>
                <a:tab pos="269868" algn="l"/>
              </a:tabLst>
            </a:pPr>
            <a:r>
              <a:rPr lang="en-US" altLang="en-US" sz="1600" b="1" i="1" dirty="0"/>
              <a:t>Calendar</a:t>
            </a:r>
          </a:p>
          <a:p>
            <a:pPr marL="352417">
              <a:lnSpc>
                <a:spcPts val="3100"/>
              </a:lnSpc>
              <a:buClr>
                <a:srgbClr val="F0AD00"/>
              </a:buClr>
              <a:buSzPct val="80000"/>
              <a:buFont typeface="+mj-lt"/>
              <a:buAutoNum type="arabicPeriod"/>
              <a:tabLst>
                <a:tab pos="269868" algn="l"/>
              </a:tabLst>
            </a:pPr>
            <a:r>
              <a:rPr lang="en-US" altLang="en-US" sz="1600" b="1" i="1" dirty="0" smtClean="0"/>
              <a:t>More</a:t>
            </a:r>
            <a:r>
              <a:rPr lang="en-US" altLang="en-US" sz="1600" dirty="0" smtClean="0"/>
              <a:t> ..</a:t>
            </a:r>
            <a:endParaRPr lang="en-US" altLang="en-US" sz="1600" b="1" i="1" dirty="0"/>
          </a:p>
        </p:txBody>
      </p:sp>
      <p:pic>
        <p:nvPicPr>
          <p:cNvPr id="7" name="Picture 6"/>
          <p:cNvPicPr>
            <a:picLocks noChangeAspect="1"/>
          </p:cNvPicPr>
          <p:nvPr/>
        </p:nvPicPr>
        <p:blipFill>
          <a:blip r:embed="rId3"/>
          <a:stretch>
            <a:fillRect/>
          </a:stretch>
        </p:blipFill>
        <p:spPr>
          <a:xfrm>
            <a:off x="1064568" y="1484784"/>
            <a:ext cx="7776864" cy="1238423"/>
          </a:xfrm>
          <a:prstGeom prst="rect">
            <a:avLst/>
          </a:prstGeom>
        </p:spPr>
      </p:pic>
    </p:spTree>
    <p:extLst>
      <p:ext uri="{BB962C8B-B14F-4D97-AF65-F5344CB8AC3E}">
        <p14:creationId xmlns:p14="http://schemas.microsoft.com/office/powerpoint/2010/main" val="2924064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24</a:t>
            </a:fld>
            <a:endParaRPr lang="en"/>
          </a:p>
        </p:txBody>
      </p:sp>
      <p:sp>
        <p:nvSpPr>
          <p:cNvPr id="5" name="object 2"/>
          <p:cNvSpPr txBox="1">
            <a:spLocks noGrp="1"/>
          </p:cNvSpPr>
          <p:nvPr>
            <p:ph type="title"/>
          </p:nvPr>
        </p:nvSpPr>
        <p:spPr>
          <a:xfrm>
            <a:off x="632520" y="2780928"/>
            <a:ext cx="8229600" cy="579646"/>
          </a:xfrm>
          <a:prstGeom prst="rect">
            <a:avLst/>
          </a:prstGeom>
        </p:spPr>
        <p:txBody>
          <a:bodyPr spcFirstLastPara="1" vert="horz" wrap="square" lIns="0" tIns="12700" rIns="0" bIns="0" rtlCol="0" anchor="t" anchorCtr="0">
            <a:spAutoFit/>
          </a:bodyPr>
          <a:lstStyle/>
          <a:p>
            <a:pPr marL="12700" algn="ctr">
              <a:spcBef>
                <a:spcPts val="100"/>
              </a:spcBef>
            </a:pPr>
            <a:r>
              <a:rPr lang="en-GB" sz="3600" spc="-140" dirty="0">
                <a:solidFill>
                  <a:schemeClr val="tx1"/>
                </a:solidFill>
                <a:latin typeface="Georgia" panose="02040502050405020303" pitchFamily="18" charset="0"/>
              </a:rPr>
              <a:t>Mobile App Development</a:t>
            </a:r>
            <a:endParaRPr lang="en-GB" sz="3600" spc="-11" dirty="0">
              <a:solidFill>
                <a:schemeClr val="tx1"/>
              </a:solidFill>
              <a:latin typeface="Georgia" panose="02040502050405020303" pitchFamily="18" charset="0"/>
            </a:endParaRPr>
          </a:p>
        </p:txBody>
      </p:sp>
    </p:spTree>
    <p:extLst>
      <p:ext uri="{BB962C8B-B14F-4D97-AF65-F5344CB8AC3E}">
        <p14:creationId xmlns:p14="http://schemas.microsoft.com/office/powerpoint/2010/main" val="2184875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25</a:t>
            </a:fld>
            <a:endParaRPr lang="en"/>
          </a:p>
        </p:txBody>
      </p:sp>
      <p:sp>
        <p:nvSpPr>
          <p:cNvPr id="5" name="Rectangle 2"/>
          <p:cNvSpPr>
            <a:spLocks noGrp="1"/>
          </p:cNvSpPr>
          <p:nvPr>
            <p:ph type="title"/>
          </p:nvPr>
        </p:nvSpPr>
        <p:spPr>
          <a:xfrm>
            <a:off x="489340" y="-43079"/>
            <a:ext cx="8672388" cy="1371600"/>
          </a:xfrm>
        </p:spPr>
        <p:txBody>
          <a:bodyPr/>
          <a:lstStyle/>
          <a:p>
            <a:pPr algn="ctr" eaLnBrk="1" hangingPunct="1"/>
            <a:r>
              <a:rPr lang="en-US" altLang="en-US" sz="3200" dirty="0">
                <a:latin typeface="Georgia" panose="02040502050405020303" pitchFamily="18" charset="0"/>
              </a:rPr>
              <a:t>Q:Java Compiler and Virtual Machine (platform independent + portable)</a:t>
            </a:r>
          </a:p>
        </p:txBody>
      </p:sp>
      <p:sp>
        <p:nvSpPr>
          <p:cNvPr id="6" name="Rectangle 3"/>
          <p:cNvSpPr txBox="1">
            <a:spLocks/>
          </p:cNvSpPr>
          <p:nvPr/>
        </p:nvSpPr>
        <p:spPr bwMode="auto">
          <a:xfrm>
            <a:off x="274320" y="1600396"/>
            <a:ext cx="5902816"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pPr>
            <a:r>
              <a:rPr lang="en-US" altLang="en-US" sz="2400" i="1" dirty="0">
                <a:solidFill>
                  <a:schemeClr val="folHlink"/>
                </a:solidFill>
              </a:rPr>
              <a:t>The Java Compiler </a:t>
            </a:r>
          </a:p>
          <a:p>
            <a:pPr lvl="1">
              <a:lnSpc>
                <a:spcPct val="90000"/>
              </a:lnSpc>
            </a:pPr>
            <a:r>
              <a:rPr lang="en-US" altLang="en-US" sz="2000" dirty="0"/>
              <a:t>Reads file with extension </a:t>
            </a:r>
            <a:r>
              <a:rPr lang="en-US" altLang="en-US" sz="2000" b="1" i="1" dirty="0">
                <a:solidFill>
                  <a:schemeClr val="folHlink"/>
                </a:solidFill>
              </a:rPr>
              <a:t>.java</a:t>
            </a:r>
          </a:p>
          <a:p>
            <a:pPr lvl="1">
              <a:lnSpc>
                <a:spcPct val="90000"/>
              </a:lnSpc>
            </a:pPr>
            <a:r>
              <a:rPr lang="en-US" altLang="en-US" sz="2000" dirty="0"/>
              <a:t>Checks syntax / grammar</a:t>
            </a:r>
          </a:p>
          <a:p>
            <a:pPr lvl="1">
              <a:lnSpc>
                <a:spcPct val="90000"/>
              </a:lnSpc>
            </a:pPr>
            <a:r>
              <a:rPr lang="en-US" altLang="en-US" sz="2000" dirty="0"/>
              <a:t>Creates a .class file which contains byte code (machine code) independent of any machine </a:t>
            </a:r>
            <a:endParaRPr lang="en-US" altLang="en-US" sz="2000" i="1" dirty="0">
              <a:solidFill>
                <a:schemeClr val="folHlink"/>
              </a:solidFill>
            </a:endParaRPr>
          </a:p>
          <a:p>
            <a:pPr>
              <a:lnSpc>
                <a:spcPct val="90000"/>
              </a:lnSpc>
            </a:pPr>
            <a:r>
              <a:rPr lang="en-US" altLang="en-US" sz="2400" i="1" dirty="0">
                <a:solidFill>
                  <a:schemeClr val="folHlink"/>
                </a:solidFill>
              </a:rPr>
              <a:t>Java Byte Code</a:t>
            </a:r>
          </a:p>
          <a:p>
            <a:pPr lvl="1">
              <a:lnSpc>
                <a:spcPct val="90000"/>
              </a:lnSpc>
            </a:pPr>
            <a:r>
              <a:rPr lang="en-US" altLang="en-US" sz="2000" i="1" dirty="0"/>
              <a:t>Is</a:t>
            </a:r>
            <a:r>
              <a:rPr lang="en-US" altLang="en-US" sz="2000" i="1" dirty="0">
                <a:solidFill>
                  <a:schemeClr val="folHlink"/>
                </a:solidFill>
              </a:rPr>
              <a:t> portable </a:t>
            </a:r>
          </a:p>
          <a:p>
            <a:pPr>
              <a:lnSpc>
                <a:spcPct val="90000"/>
              </a:lnSpc>
            </a:pPr>
            <a:r>
              <a:rPr lang="en-US" altLang="en-US" sz="2400" i="1" dirty="0">
                <a:solidFill>
                  <a:schemeClr val="folHlink"/>
                </a:solidFill>
              </a:rPr>
              <a:t>The JVM(Java Virtual Machine)</a:t>
            </a:r>
            <a:endParaRPr lang="en-US" altLang="en-US" sz="2400" dirty="0"/>
          </a:p>
          <a:p>
            <a:pPr lvl="1">
              <a:lnSpc>
                <a:spcPct val="90000"/>
              </a:lnSpc>
            </a:pPr>
            <a:r>
              <a:rPr lang="en-US" altLang="en-US" sz="2000" dirty="0"/>
              <a:t>Translates </a:t>
            </a:r>
            <a:r>
              <a:rPr lang="en-US" altLang="en-US" sz="2000" i="1" dirty="0">
                <a:solidFill>
                  <a:schemeClr val="folHlink"/>
                </a:solidFill>
              </a:rPr>
              <a:t>byte code </a:t>
            </a:r>
            <a:r>
              <a:rPr lang="en-US" altLang="en-US" sz="2000" dirty="0"/>
              <a:t>in to instructions for a particular processor, which “runs the program”</a:t>
            </a:r>
          </a:p>
        </p:txBody>
      </p:sp>
      <p:pic>
        <p:nvPicPr>
          <p:cNvPr id="7" name="Picture 4"/>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033120" y="1568405"/>
            <a:ext cx="3739801" cy="46689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3713438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96124" presetClass="entr" presetSubtype="27759508" fill="hold"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entr" presetSubtype="27759252" fill="hold" grpId="0" nodeType="clickEffect">
                                  <p:stCondLst>
                                    <p:cond delay="0"/>
                                  </p:stCondLst>
                                  <p:childTnLst>
                                    <p:set>
                                      <p:cBhvr>
                                        <p:cTn id="10" dur="1" fill="hold">
                                          <p:stCondLst>
                                            <p:cond delay="499"/>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entr" presetSubtype="27759252" fill="hold" grpId="0" nodeType="clickEffect">
                                  <p:stCondLst>
                                    <p:cond delay="0"/>
                                  </p:stCondLst>
                                  <p:childTnLst>
                                    <p:set>
                                      <p:cBhvr>
                                        <p:cTn id="14" dur="1" fill="hold">
                                          <p:stCondLst>
                                            <p:cond delay="499"/>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entr" presetSubtype="27759252" fill="hold" grpId="0" nodeType="clickEffect">
                                  <p:stCondLst>
                                    <p:cond delay="0"/>
                                  </p:stCondLst>
                                  <p:childTnLst>
                                    <p:set>
                                      <p:cBhvr>
                                        <p:cTn id="18" dur="1" fill="hold">
                                          <p:stCondLst>
                                            <p:cond delay="499"/>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entr" presetSubtype="27759252" fill="hold" grpId="0" nodeType="clickEffect">
                                  <p:stCondLst>
                                    <p:cond delay="0"/>
                                  </p:stCondLst>
                                  <p:childTnLst>
                                    <p:set>
                                      <p:cBhvr>
                                        <p:cTn id="22" dur="1" fill="hold">
                                          <p:stCondLst>
                                            <p:cond delay="499"/>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entr" presetSubtype="27759252" fill="hold" grpId="0" nodeType="clickEffect">
                                  <p:stCondLst>
                                    <p:cond delay="0"/>
                                  </p:stCondLst>
                                  <p:childTnLst>
                                    <p:set>
                                      <p:cBhvr>
                                        <p:cTn id="26" dur="1" fill="hold">
                                          <p:stCondLst>
                                            <p:cond delay="499"/>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0" presetClass="entr" presetSubtype="27759252" fill="hold" grpId="0" nodeType="clickEffect">
                                  <p:stCondLst>
                                    <p:cond delay="0"/>
                                  </p:stCondLst>
                                  <p:childTnLst>
                                    <p:set>
                                      <p:cBhvr>
                                        <p:cTn id="30" dur="1" fill="hold">
                                          <p:stCondLst>
                                            <p:cond delay="499"/>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0" presetClass="entr" presetSubtype="27759252" fill="hold" grpId="0" nodeType="clickEffect">
                                  <p:stCondLst>
                                    <p:cond delay="0"/>
                                  </p:stCondLst>
                                  <p:childTnLst>
                                    <p:set>
                                      <p:cBhvr>
                                        <p:cTn id="34" dur="1" fill="hold">
                                          <p:stCondLst>
                                            <p:cond delay="499"/>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0" presetClass="entr" presetSubtype="27759252" fill="hold" grpId="0" nodeType="clickEffect">
                                  <p:stCondLst>
                                    <p:cond delay="0"/>
                                  </p:stCondLst>
                                  <p:childTnLst>
                                    <p:set>
                                      <p:cBhvr>
                                        <p:cTn id="38" dur="1" fill="hold">
                                          <p:stCondLst>
                                            <p:cond delay="499"/>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26</a:t>
            </a:fld>
            <a:endParaRPr lang="en"/>
          </a:p>
        </p:txBody>
      </p:sp>
      <p:sp>
        <p:nvSpPr>
          <p:cNvPr id="5" name="object 2"/>
          <p:cNvSpPr txBox="1">
            <a:spLocks noGrp="1"/>
          </p:cNvSpPr>
          <p:nvPr>
            <p:ph type="title"/>
          </p:nvPr>
        </p:nvSpPr>
        <p:spPr>
          <a:xfrm>
            <a:off x="948896" y="5760"/>
            <a:ext cx="8229600" cy="579646"/>
          </a:xfrm>
          <a:prstGeom prst="rect">
            <a:avLst/>
          </a:prstGeom>
        </p:spPr>
        <p:txBody>
          <a:bodyPr spcFirstLastPara="1" vert="horz" wrap="square" lIns="0" tIns="12700" rIns="0" bIns="0" rtlCol="0" anchor="t" anchorCtr="0">
            <a:spAutoFit/>
          </a:bodyPr>
          <a:lstStyle/>
          <a:p>
            <a:pPr marL="12700" algn="ctr">
              <a:spcBef>
                <a:spcPts val="100"/>
              </a:spcBef>
            </a:pPr>
            <a:r>
              <a:rPr lang="en-GB" sz="3600" spc="-140" dirty="0">
                <a:solidFill>
                  <a:schemeClr val="bg1"/>
                </a:solidFill>
                <a:latin typeface="Georgia" panose="02040502050405020303" pitchFamily="18" charset="0"/>
              </a:rPr>
              <a:t>Android Versions</a:t>
            </a:r>
            <a:endParaRPr sz="3600" spc="-11" dirty="0">
              <a:solidFill>
                <a:schemeClr val="bg1"/>
              </a:solidFill>
              <a:latin typeface="Georgia" panose="02040502050405020303" pitchFamily="18" charset="0"/>
            </a:endParaRPr>
          </a:p>
        </p:txBody>
      </p:sp>
      <p:pic>
        <p:nvPicPr>
          <p:cNvPr id="6" name="Picture 5" descr="A screenshot of a computer&#10;&#10;Description automatically generated">
            <a:extLst>
              <a:ext uri="{FF2B5EF4-FFF2-40B4-BE49-F238E27FC236}">
                <a16:creationId xmlns:a16="http://schemas.microsoft.com/office/drawing/2014/main" id="{DDC49741-DFB1-09A2-456E-76E210D7254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28464" y="1340768"/>
            <a:ext cx="6429492" cy="5040561"/>
          </a:xfrm>
          <a:prstGeom prst="rect">
            <a:avLst/>
          </a:prstGeom>
        </p:spPr>
      </p:pic>
      <p:sp>
        <p:nvSpPr>
          <p:cNvPr id="7" name="TextBox 6">
            <a:extLst>
              <a:ext uri="{FF2B5EF4-FFF2-40B4-BE49-F238E27FC236}">
                <a16:creationId xmlns:a16="http://schemas.microsoft.com/office/drawing/2014/main" id="{7D4CEF35-AC52-4BDD-B00C-E0BB1AD4213B}"/>
              </a:ext>
            </a:extLst>
          </p:cNvPr>
          <p:cNvSpPr txBox="1"/>
          <p:nvPr/>
        </p:nvSpPr>
        <p:spPr>
          <a:xfrm>
            <a:off x="6753200" y="3573016"/>
            <a:ext cx="3096344" cy="307777"/>
          </a:xfrm>
          <a:prstGeom prst="rect">
            <a:avLst/>
          </a:prstGeom>
          <a:noFill/>
        </p:spPr>
        <p:txBody>
          <a:bodyPr wrap="square">
            <a:spAutoFit/>
          </a:bodyPr>
          <a:lstStyle/>
          <a:p>
            <a:r>
              <a:rPr lang="en-US" sz="1400" dirty="0">
                <a:hlinkClick r:id="rId3"/>
              </a:rPr>
              <a:t>Android History and Platform Versions </a:t>
            </a:r>
            <a:endParaRPr lang="en-GB" sz="1400" dirty="0"/>
          </a:p>
        </p:txBody>
      </p:sp>
    </p:spTree>
    <p:extLst>
      <p:ext uri="{BB962C8B-B14F-4D97-AF65-F5344CB8AC3E}">
        <p14:creationId xmlns:p14="http://schemas.microsoft.com/office/powerpoint/2010/main" val="3728978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27</a:t>
            </a:fld>
            <a:endParaRPr lang="en"/>
          </a:p>
        </p:txBody>
      </p:sp>
      <p:sp>
        <p:nvSpPr>
          <p:cNvPr id="5" name="object 2"/>
          <p:cNvSpPr txBox="1">
            <a:spLocks noGrp="1"/>
          </p:cNvSpPr>
          <p:nvPr>
            <p:ph type="title"/>
          </p:nvPr>
        </p:nvSpPr>
        <p:spPr>
          <a:xfrm>
            <a:off x="774264" y="188639"/>
            <a:ext cx="8229600" cy="579646"/>
          </a:xfrm>
          <a:prstGeom prst="rect">
            <a:avLst/>
          </a:prstGeom>
        </p:spPr>
        <p:txBody>
          <a:bodyPr spcFirstLastPara="1" vert="horz" wrap="square" lIns="0" tIns="12700" rIns="0" bIns="0" rtlCol="0" anchor="t" anchorCtr="0">
            <a:spAutoFit/>
          </a:bodyPr>
          <a:lstStyle/>
          <a:p>
            <a:pPr marL="12700">
              <a:spcBef>
                <a:spcPts val="100"/>
              </a:spcBef>
            </a:pPr>
            <a:r>
              <a:rPr lang="en-GB" sz="3600" spc="-140" dirty="0">
                <a:solidFill>
                  <a:schemeClr val="bg1"/>
                </a:solidFill>
                <a:latin typeface="Georgia" panose="02040502050405020303" pitchFamily="18" charset="0"/>
              </a:rPr>
              <a:t>What is Android Mobile App?</a:t>
            </a:r>
            <a:endParaRPr sz="3600" spc="-11" dirty="0">
              <a:solidFill>
                <a:schemeClr val="bg1"/>
              </a:solidFill>
              <a:latin typeface="Georgia" panose="02040502050405020303" pitchFamily="18" charset="0"/>
            </a:endParaRPr>
          </a:p>
        </p:txBody>
      </p:sp>
      <p:sp>
        <p:nvSpPr>
          <p:cNvPr id="6" name="TextBox 5">
            <a:extLst>
              <a:ext uri="{FF2B5EF4-FFF2-40B4-BE49-F238E27FC236}">
                <a16:creationId xmlns:a16="http://schemas.microsoft.com/office/drawing/2014/main" id="{89D00DCD-E980-51F5-4E71-C725A4697025}"/>
              </a:ext>
            </a:extLst>
          </p:cNvPr>
          <p:cNvSpPr txBox="1"/>
          <p:nvPr/>
        </p:nvSpPr>
        <p:spPr>
          <a:xfrm>
            <a:off x="344487" y="1268760"/>
            <a:ext cx="9428433" cy="4678204"/>
          </a:xfrm>
          <a:prstGeom prst="rect">
            <a:avLst/>
          </a:prstGeom>
          <a:noFill/>
        </p:spPr>
        <p:txBody>
          <a:bodyPr wrap="square">
            <a:spAutoFit/>
          </a:bodyPr>
          <a:lstStyle/>
          <a:p>
            <a:pPr>
              <a:lnSpc>
                <a:spcPct val="150000"/>
              </a:lnSpc>
            </a:pPr>
            <a:r>
              <a:rPr lang="en-GB" sz="2200" dirty="0">
                <a:latin typeface="Georgia" panose="02040502050405020303" pitchFamily="18" charset="0"/>
              </a:rPr>
              <a:t>● One or more screens that are interactive</a:t>
            </a:r>
          </a:p>
          <a:p>
            <a:pPr>
              <a:lnSpc>
                <a:spcPct val="150000"/>
              </a:lnSpc>
            </a:pPr>
            <a:r>
              <a:rPr lang="en-GB" sz="2200" dirty="0">
                <a:latin typeface="Georgia" panose="02040502050405020303" pitchFamily="18" charset="0"/>
              </a:rPr>
              <a:t>● Using Java Programming and XML </a:t>
            </a:r>
          </a:p>
          <a:p>
            <a:pPr>
              <a:lnSpc>
                <a:spcPct val="150000"/>
              </a:lnSpc>
            </a:pPr>
            <a:r>
              <a:rPr lang="en-GB" sz="2200" dirty="0">
                <a:latin typeface="Georgia" panose="02040502050405020303" pitchFamily="18" charset="0"/>
              </a:rPr>
              <a:t>● Using the Android Software Development Kit (SDK)</a:t>
            </a:r>
          </a:p>
          <a:p>
            <a:pPr marL="742932" lvl="1" indent="-285744">
              <a:buFont typeface="Arial" panose="020B0604020202020204" pitchFamily="34" charset="0"/>
              <a:buChar char="•"/>
            </a:pPr>
            <a:r>
              <a:rPr lang="en-GB" sz="1400" dirty="0">
                <a:latin typeface="Georgia" panose="02040502050405020303" pitchFamily="18" charset="0"/>
              </a:rPr>
              <a:t>Development tools (debugger, monitors, editors) </a:t>
            </a:r>
          </a:p>
          <a:p>
            <a:pPr marL="742932" lvl="1" indent="-285744">
              <a:buFont typeface="Arial" panose="020B0604020202020204" pitchFamily="34" charset="0"/>
              <a:buChar char="•"/>
            </a:pPr>
            <a:r>
              <a:rPr lang="en-GB" sz="1400" dirty="0">
                <a:latin typeface="Georgia" panose="02040502050405020303" pitchFamily="18" charset="0"/>
              </a:rPr>
              <a:t>Libraries (maps, wearables) </a:t>
            </a:r>
          </a:p>
          <a:p>
            <a:pPr marL="742932" lvl="1" indent="-285744">
              <a:buFont typeface="Arial" panose="020B0604020202020204" pitchFamily="34" charset="0"/>
              <a:buChar char="•"/>
            </a:pPr>
            <a:r>
              <a:rPr lang="en-GB" sz="1400" dirty="0">
                <a:latin typeface="Georgia" panose="02040502050405020303" pitchFamily="18" charset="0"/>
              </a:rPr>
              <a:t>Virtual devices (emulators) </a:t>
            </a:r>
          </a:p>
          <a:p>
            <a:pPr marL="742932" lvl="1" indent="-285744">
              <a:buFont typeface="Arial" panose="020B0604020202020204" pitchFamily="34" charset="0"/>
              <a:buChar char="•"/>
            </a:pPr>
            <a:r>
              <a:rPr lang="en-GB" sz="1400" dirty="0">
                <a:latin typeface="Georgia" panose="02040502050405020303" pitchFamily="18" charset="0"/>
              </a:rPr>
              <a:t>Documentation (developer.android.com) </a:t>
            </a:r>
          </a:p>
          <a:p>
            <a:pPr marL="742932" lvl="1" indent="-285744">
              <a:buFont typeface="Arial" panose="020B0604020202020204" pitchFamily="34" charset="0"/>
              <a:buChar char="•"/>
            </a:pPr>
            <a:r>
              <a:rPr lang="en-GB" sz="1400" dirty="0">
                <a:latin typeface="Georgia" panose="02040502050405020303" pitchFamily="18" charset="0"/>
              </a:rPr>
              <a:t>Sample code </a:t>
            </a:r>
          </a:p>
          <a:p>
            <a:pPr>
              <a:lnSpc>
                <a:spcPct val="150000"/>
              </a:lnSpc>
            </a:pPr>
            <a:r>
              <a:rPr lang="en-GB" sz="2200" dirty="0">
                <a:latin typeface="Georgia" panose="02040502050405020303" pitchFamily="18" charset="0"/>
              </a:rPr>
              <a:t>● Using Android libraries and Android Application Framework</a:t>
            </a:r>
          </a:p>
          <a:p>
            <a:pPr marL="742932" lvl="1" indent="-285744">
              <a:buFont typeface="Wingdings" panose="05000000000000000000" pitchFamily="2" charset="2"/>
              <a:buChar char="§"/>
            </a:pPr>
            <a:r>
              <a:rPr lang="en-GB" sz="1400" dirty="0">
                <a:latin typeface="Georgia" panose="02040502050405020303" pitchFamily="18" charset="0"/>
              </a:rPr>
              <a:t>View class hierarchy to create UI screens </a:t>
            </a:r>
          </a:p>
          <a:p>
            <a:pPr marL="742932" lvl="1" indent="-285744">
              <a:buFont typeface="Wingdings" panose="05000000000000000000" pitchFamily="2" charset="2"/>
              <a:buChar char="§"/>
            </a:pPr>
            <a:r>
              <a:rPr lang="en-GB" sz="1400" dirty="0">
                <a:latin typeface="Georgia" panose="02040502050405020303" pitchFamily="18" charset="0"/>
              </a:rPr>
              <a:t>Notification manager </a:t>
            </a:r>
          </a:p>
          <a:p>
            <a:pPr marL="742932" lvl="1" indent="-285744">
              <a:buFont typeface="Wingdings" panose="05000000000000000000" pitchFamily="2" charset="2"/>
              <a:buChar char="§"/>
            </a:pPr>
            <a:r>
              <a:rPr lang="en-GB" sz="1400" dirty="0">
                <a:latin typeface="Georgia" panose="02040502050405020303" pitchFamily="18" charset="0"/>
              </a:rPr>
              <a:t>Activity manager for life cycles and navigation </a:t>
            </a:r>
          </a:p>
          <a:p>
            <a:pPr>
              <a:lnSpc>
                <a:spcPct val="150000"/>
              </a:lnSpc>
            </a:pPr>
            <a:r>
              <a:rPr lang="en-GB" sz="2200" dirty="0">
                <a:latin typeface="Georgia" panose="02040502050405020303" pitchFamily="18" charset="0"/>
              </a:rPr>
              <a:t>● Executing by Android Runtime Virtual machine (ART)</a:t>
            </a:r>
          </a:p>
          <a:p>
            <a:pPr marL="742932" lvl="1" indent="-285744">
              <a:lnSpc>
                <a:spcPct val="150000"/>
              </a:lnSpc>
              <a:buFont typeface="Wingdings" panose="05000000000000000000" pitchFamily="2" charset="2"/>
              <a:buChar char="§"/>
            </a:pPr>
            <a:r>
              <a:rPr lang="en-GB" sz="1400" dirty="0">
                <a:latin typeface="Georgia" panose="02040502050405020303" pitchFamily="18" charset="0"/>
              </a:rPr>
              <a:t>Each app runs in its own process with its own instance of the Android Runtime. </a:t>
            </a:r>
          </a:p>
        </p:txBody>
      </p:sp>
    </p:spTree>
    <p:extLst>
      <p:ext uri="{BB962C8B-B14F-4D97-AF65-F5344CB8AC3E}">
        <p14:creationId xmlns:p14="http://schemas.microsoft.com/office/powerpoint/2010/main" val="1417073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28</a:t>
            </a:fld>
            <a:endParaRPr lang="en"/>
          </a:p>
        </p:txBody>
      </p:sp>
      <p:sp>
        <p:nvSpPr>
          <p:cNvPr id="5" name="object 2"/>
          <p:cNvSpPr txBox="1">
            <a:spLocks noGrp="1"/>
          </p:cNvSpPr>
          <p:nvPr>
            <p:ph type="title"/>
          </p:nvPr>
        </p:nvSpPr>
        <p:spPr>
          <a:xfrm>
            <a:off x="452120" y="332656"/>
            <a:ext cx="8695888" cy="579646"/>
          </a:xfrm>
          <a:prstGeom prst="rect">
            <a:avLst/>
          </a:prstGeom>
        </p:spPr>
        <p:txBody>
          <a:bodyPr spcFirstLastPara="1" vert="horz" wrap="square" lIns="0" tIns="12700" rIns="0" bIns="0" rtlCol="0" anchor="t" anchorCtr="0">
            <a:spAutoFit/>
          </a:bodyPr>
          <a:lstStyle/>
          <a:p>
            <a:pPr marL="12700">
              <a:spcBef>
                <a:spcPts val="100"/>
              </a:spcBef>
            </a:pPr>
            <a:r>
              <a:rPr lang="en-GB" sz="3600" spc="-140" dirty="0">
                <a:solidFill>
                  <a:schemeClr val="bg1"/>
                </a:solidFill>
                <a:latin typeface="Georgia" panose="02040502050405020303" pitchFamily="18" charset="0"/>
              </a:rPr>
              <a:t>Building Block for Android Mobile App </a:t>
            </a:r>
            <a:endParaRPr sz="3600" spc="-11" dirty="0">
              <a:solidFill>
                <a:schemeClr val="bg1"/>
              </a:solidFill>
              <a:latin typeface="Georgia" panose="02040502050405020303" pitchFamily="18" charset="0"/>
            </a:endParaRPr>
          </a:p>
        </p:txBody>
      </p:sp>
      <p:sp>
        <p:nvSpPr>
          <p:cNvPr id="6" name="TextBox 5">
            <a:extLst>
              <a:ext uri="{FF2B5EF4-FFF2-40B4-BE49-F238E27FC236}">
                <a16:creationId xmlns:a16="http://schemas.microsoft.com/office/drawing/2014/main" id="{11402E0E-F38E-9090-8222-3B53097F39F1}"/>
              </a:ext>
            </a:extLst>
          </p:cNvPr>
          <p:cNvSpPr txBox="1"/>
          <p:nvPr/>
        </p:nvSpPr>
        <p:spPr>
          <a:xfrm>
            <a:off x="265176" y="1377639"/>
            <a:ext cx="9507745" cy="2123658"/>
          </a:xfrm>
          <a:prstGeom prst="rect">
            <a:avLst/>
          </a:prstGeom>
          <a:noFill/>
        </p:spPr>
        <p:txBody>
          <a:bodyPr wrap="square">
            <a:spAutoFit/>
          </a:bodyPr>
          <a:lstStyle/>
          <a:p>
            <a:pPr marL="285744" indent="-285744">
              <a:lnSpc>
                <a:spcPct val="150000"/>
              </a:lnSpc>
              <a:buFont typeface="Wingdings" panose="05000000000000000000" pitchFamily="2" charset="2"/>
              <a:buChar char="Ø"/>
            </a:pPr>
            <a:r>
              <a:rPr lang="en-GB" sz="2200" b="1" i="1" dirty="0">
                <a:solidFill>
                  <a:srgbClr val="00B0F0"/>
                </a:solidFill>
                <a:latin typeface="Georgia" panose="02040502050405020303" pitchFamily="18" charset="0"/>
              </a:rPr>
              <a:t>Manifest</a:t>
            </a:r>
            <a:r>
              <a:rPr lang="en-GB" sz="2200" dirty="0">
                <a:solidFill>
                  <a:srgbClr val="00B0F0"/>
                </a:solidFill>
                <a:latin typeface="Georgia" panose="02040502050405020303" pitchFamily="18" charset="0"/>
              </a:rPr>
              <a:t>: </a:t>
            </a:r>
            <a:r>
              <a:rPr lang="en-GB" sz="2200" dirty="0">
                <a:latin typeface="Georgia" panose="02040502050405020303" pitchFamily="18" charset="0"/>
              </a:rPr>
              <a:t>information about app for the runtime </a:t>
            </a:r>
          </a:p>
          <a:p>
            <a:pPr marL="285744" indent="-285744">
              <a:lnSpc>
                <a:spcPct val="150000"/>
              </a:lnSpc>
              <a:buFont typeface="Wingdings" panose="05000000000000000000" pitchFamily="2" charset="2"/>
              <a:buChar char="Ø"/>
            </a:pPr>
            <a:r>
              <a:rPr lang="en-GB" sz="2200" b="1" i="1" dirty="0">
                <a:solidFill>
                  <a:srgbClr val="00B0F0"/>
                </a:solidFill>
                <a:latin typeface="Georgia" panose="02040502050405020303" pitchFamily="18" charset="0"/>
              </a:rPr>
              <a:t>Components</a:t>
            </a:r>
            <a:r>
              <a:rPr lang="en-GB" sz="2200" dirty="0">
                <a:solidFill>
                  <a:srgbClr val="00B0F0"/>
                </a:solidFill>
                <a:latin typeface="Georgia" panose="02040502050405020303" pitchFamily="18" charset="0"/>
              </a:rPr>
              <a:t>: </a:t>
            </a:r>
            <a:r>
              <a:rPr lang="en-GB" sz="2200" dirty="0">
                <a:latin typeface="Georgia" panose="02040502050405020303" pitchFamily="18" charset="0"/>
              </a:rPr>
              <a:t>activities, services, and helper classes as Java code</a:t>
            </a:r>
          </a:p>
          <a:p>
            <a:pPr marL="285744" indent="-285744">
              <a:lnSpc>
                <a:spcPct val="150000"/>
              </a:lnSpc>
              <a:buFont typeface="Wingdings" panose="05000000000000000000" pitchFamily="2" charset="2"/>
              <a:buChar char="Ø"/>
            </a:pPr>
            <a:r>
              <a:rPr lang="en-GB" sz="2200" b="1" i="1" dirty="0">
                <a:solidFill>
                  <a:srgbClr val="00B0F0"/>
                </a:solidFill>
                <a:latin typeface="Georgia" panose="02040502050405020303" pitchFamily="18" charset="0"/>
              </a:rPr>
              <a:t>Resources</a:t>
            </a:r>
            <a:r>
              <a:rPr lang="en-GB" sz="2200" dirty="0">
                <a:solidFill>
                  <a:srgbClr val="00B0F0"/>
                </a:solidFill>
                <a:latin typeface="Georgia" panose="02040502050405020303" pitchFamily="18" charset="0"/>
              </a:rPr>
              <a:t>: </a:t>
            </a:r>
            <a:r>
              <a:rPr lang="en-GB" sz="2200" dirty="0">
                <a:latin typeface="Georgia" panose="02040502050405020303" pitchFamily="18" charset="0"/>
              </a:rPr>
              <a:t>layouts, images, strings, colours as XML and media files  </a:t>
            </a:r>
          </a:p>
          <a:p>
            <a:pPr marL="285744" indent="-285744">
              <a:lnSpc>
                <a:spcPct val="150000"/>
              </a:lnSpc>
              <a:buFont typeface="Wingdings" panose="05000000000000000000" pitchFamily="2" charset="2"/>
              <a:buChar char="Ø"/>
            </a:pPr>
            <a:r>
              <a:rPr lang="en-GB" sz="2200" b="1" i="1" dirty="0">
                <a:solidFill>
                  <a:srgbClr val="00B0F0"/>
                </a:solidFill>
                <a:latin typeface="Georgia" panose="02040502050405020303" pitchFamily="18" charset="0"/>
              </a:rPr>
              <a:t>Build configuration</a:t>
            </a:r>
            <a:r>
              <a:rPr lang="en-GB" sz="2200" dirty="0">
                <a:solidFill>
                  <a:srgbClr val="00B0F0"/>
                </a:solidFill>
                <a:latin typeface="Georgia" panose="02040502050405020303" pitchFamily="18" charset="0"/>
              </a:rPr>
              <a:t>: </a:t>
            </a:r>
            <a:r>
              <a:rPr lang="en-GB" sz="2200" dirty="0">
                <a:latin typeface="Georgia" panose="02040502050405020303" pitchFamily="18" charset="0"/>
              </a:rPr>
              <a:t>APK versions in Gradle config files</a:t>
            </a:r>
          </a:p>
        </p:txBody>
      </p:sp>
      <p:pic>
        <p:nvPicPr>
          <p:cNvPr id="7" name="Picture 6"/>
          <p:cNvPicPr>
            <a:picLocks noChangeAspect="1"/>
          </p:cNvPicPr>
          <p:nvPr/>
        </p:nvPicPr>
        <p:blipFill>
          <a:blip r:embed="rId2"/>
          <a:stretch>
            <a:fillRect/>
          </a:stretch>
        </p:blipFill>
        <p:spPr>
          <a:xfrm>
            <a:off x="2991648" y="3835364"/>
            <a:ext cx="4648200" cy="2227108"/>
          </a:xfrm>
          <a:prstGeom prst="rect">
            <a:avLst/>
          </a:prstGeom>
        </p:spPr>
      </p:pic>
    </p:spTree>
    <p:extLst>
      <p:ext uri="{BB962C8B-B14F-4D97-AF65-F5344CB8AC3E}">
        <p14:creationId xmlns:p14="http://schemas.microsoft.com/office/powerpoint/2010/main" val="14611261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29</a:t>
            </a:fld>
            <a:endParaRPr lang="en"/>
          </a:p>
        </p:txBody>
      </p:sp>
      <p:sp>
        <p:nvSpPr>
          <p:cNvPr id="5" name="TextBox 4">
            <a:extLst>
              <a:ext uri="{FF2B5EF4-FFF2-40B4-BE49-F238E27FC236}">
                <a16:creationId xmlns:a16="http://schemas.microsoft.com/office/drawing/2014/main" id="{1A8C023E-60FA-16AC-0EED-150198184C61}"/>
              </a:ext>
            </a:extLst>
          </p:cNvPr>
          <p:cNvSpPr txBox="1"/>
          <p:nvPr/>
        </p:nvSpPr>
        <p:spPr>
          <a:xfrm>
            <a:off x="560512" y="0"/>
            <a:ext cx="8496944" cy="1077218"/>
          </a:xfrm>
          <a:prstGeom prst="rect">
            <a:avLst/>
          </a:prstGeom>
          <a:noFill/>
        </p:spPr>
        <p:txBody>
          <a:bodyPr wrap="square">
            <a:spAutoFit/>
          </a:bodyPr>
          <a:lstStyle/>
          <a:p>
            <a:pPr algn="ctr"/>
            <a:r>
              <a:rPr lang="en-GB" sz="3200" b="1" dirty="0">
                <a:solidFill>
                  <a:schemeClr val="bg1"/>
                </a:solidFill>
                <a:latin typeface="Georgia" panose="02040502050405020303" pitchFamily="18" charset="0"/>
              </a:rPr>
              <a:t>Building your first Android Mobile app using Android Studio</a:t>
            </a:r>
          </a:p>
        </p:txBody>
      </p:sp>
      <p:sp>
        <p:nvSpPr>
          <p:cNvPr id="6" name="Rectangle 2"/>
          <p:cNvSpPr>
            <a:spLocks noGrp="1" noChangeArrowheads="1"/>
          </p:cNvSpPr>
          <p:nvPr>
            <p:ph type="title"/>
          </p:nvPr>
        </p:nvSpPr>
        <p:spPr>
          <a:xfrm>
            <a:off x="56456" y="1290338"/>
            <a:ext cx="8229600" cy="490067"/>
          </a:xfrm>
        </p:spPr>
        <p:txBody>
          <a:bodyPr>
            <a:noAutofit/>
          </a:bodyPr>
          <a:lstStyle/>
          <a:p>
            <a:r>
              <a:rPr lang="en-GB" altLang="en-US" sz="2800" spc="-140" dirty="0">
                <a:solidFill>
                  <a:schemeClr val="tx1"/>
                </a:solidFill>
                <a:latin typeface="Georgia" panose="02040502050405020303" pitchFamily="18" charset="0"/>
              </a:rPr>
              <a:t>What is Android Studio?</a:t>
            </a:r>
            <a:endParaRPr lang="en-US" altLang="en-US" sz="2800" dirty="0">
              <a:solidFill>
                <a:schemeClr val="tx1"/>
              </a:solidFill>
              <a:latin typeface="Georgia" panose="02040502050405020303" pitchFamily="18" charset="0"/>
            </a:endParaRPr>
          </a:p>
        </p:txBody>
      </p:sp>
      <p:sp>
        <p:nvSpPr>
          <p:cNvPr id="7" name="TextBox 6">
            <a:extLst>
              <a:ext uri="{FF2B5EF4-FFF2-40B4-BE49-F238E27FC236}">
                <a16:creationId xmlns:a16="http://schemas.microsoft.com/office/drawing/2014/main" id="{3A4631A8-B2BE-8E96-C367-DED28E23082B}"/>
              </a:ext>
            </a:extLst>
          </p:cNvPr>
          <p:cNvSpPr txBox="1"/>
          <p:nvPr/>
        </p:nvSpPr>
        <p:spPr>
          <a:xfrm>
            <a:off x="0" y="2141852"/>
            <a:ext cx="5097016" cy="3785652"/>
          </a:xfrm>
          <a:prstGeom prst="rect">
            <a:avLst/>
          </a:prstGeom>
          <a:noFill/>
        </p:spPr>
        <p:txBody>
          <a:bodyPr wrap="square">
            <a:spAutoFit/>
          </a:bodyPr>
          <a:lstStyle/>
          <a:p>
            <a:pPr marL="285744" indent="-285744">
              <a:lnSpc>
                <a:spcPct val="150000"/>
              </a:lnSpc>
              <a:buFont typeface="Wingdings" panose="05000000000000000000" pitchFamily="2" charset="2"/>
              <a:buChar char="Ø"/>
            </a:pPr>
            <a:r>
              <a:rPr lang="en-GB" sz="2000" dirty="0"/>
              <a:t> Android Integrated Development Environment (IDE) </a:t>
            </a:r>
          </a:p>
          <a:p>
            <a:pPr marL="285744" indent="-285744">
              <a:lnSpc>
                <a:spcPct val="150000"/>
              </a:lnSpc>
              <a:buFont typeface="Wingdings" panose="05000000000000000000" pitchFamily="2" charset="2"/>
              <a:buChar char="Ø"/>
            </a:pPr>
            <a:r>
              <a:rPr lang="en-GB" sz="2000" dirty="0"/>
              <a:t>Project and Activity templates </a:t>
            </a:r>
          </a:p>
          <a:p>
            <a:pPr marL="285744" indent="-285744">
              <a:lnSpc>
                <a:spcPct val="150000"/>
              </a:lnSpc>
              <a:buFont typeface="Wingdings" panose="05000000000000000000" pitchFamily="2" charset="2"/>
              <a:buChar char="Ø"/>
            </a:pPr>
            <a:r>
              <a:rPr lang="en-GB" sz="2000" dirty="0"/>
              <a:t>Layout editor </a:t>
            </a:r>
          </a:p>
          <a:p>
            <a:pPr marL="285744" indent="-285744">
              <a:lnSpc>
                <a:spcPct val="150000"/>
              </a:lnSpc>
              <a:buFont typeface="Wingdings" panose="05000000000000000000" pitchFamily="2" charset="2"/>
              <a:buChar char="Ø"/>
            </a:pPr>
            <a:r>
              <a:rPr lang="en-GB" sz="2000" dirty="0"/>
              <a:t>Testing tools </a:t>
            </a:r>
          </a:p>
          <a:p>
            <a:pPr marL="285744" indent="-285744">
              <a:lnSpc>
                <a:spcPct val="150000"/>
              </a:lnSpc>
              <a:buFont typeface="Wingdings" panose="05000000000000000000" pitchFamily="2" charset="2"/>
              <a:buChar char="Ø"/>
            </a:pPr>
            <a:r>
              <a:rPr lang="en-GB" sz="2000" dirty="0"/>
              <a:t>Gradle-based build </a:t>
            </a:r>
          </a:p>
          <a:p>
            <a:pPr marL="285744" indent="-285744">
              <a:lnSpc>
                <a:spcPct val="150000"/>
              </a:lnSpc>
              <a:buFont typeface="Wingdings" panose="05000000000000000000" pitchFamily="2" charset="2"/>
              <a:buChar char="Ø"/>
            </a:pPr>
            <a:r>
              <a:rPr lang="en-GB" sz="2000" dirty="0"/>
              <a:t>Log console and debugger </a:t>
            </a:r>
          </a:p>
          <a:p>
            <a:pPr marL="285744" indent="-285744">
              <a:lnSpc>
                <a:spcPct val="150000"/>
              </a:lnSpc>
              <a:buFont typeface="Wingdings" panose="05000000000000000000" pitchFamily="2" charset="2"/>
              <a:buChar char="Ø"/>
            </a:pPr>
            <a:r>
              <a:rPr lang="en-GB" sz="2000" dirty="0"/>
              <a:t>Emulators</a:t>
            </a:r>
          </a:p>
        </p:txBody>
      </p:sp>
      <p:pic>
        <p:nvPicPr>
          <p:cNvPr id="8" name="Picture 7"/>
          <p:cNvPicPr>
            <a:picLocks noChangeAspect="1"/>
          </p:cNvPicPr>
          <p:nvPr/>
        </p:nvPicPr>
        <p:blipFill>
          <a:blip r:embed="rId2"/>
          <a:stretch>
            <a:fillRect/>
          </a:stretch>
        </p:blipFill>
        <p:spPr>
          <a:xfrm>
            <a:off x="4328193" y="1782719"/>
            <a:ext cx="5400600" cy="4536504"/>
          </a:xfrm>
          <a:prstGeom prst="rect">
            <a:avLst/>
          </a:prstGeom>
        </p:spPr>
      </p:pic>
    </p:spTree>
    <p:extLst>
      <p:ext uri="{BB962C8B-B14F-4D97-AF65-F5344CB8AC3E}">
        <p14:creationId xmlns:p14="http://schemas.microsoft.com/office/powerpoint/2010/main" val="2306573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30</a:t>
            </a:fld>
            <a:endParaRPr lang="en"/>
          </a:p>
        </p:txBody>
      </p:sp>
      <p:sp>
        <p:nvSpPr>
          <p:cNvPr id="5" name="Rectangle 2"/>
          <p:cNvSpPr>
            <a:spLocks noGrp="1" noChangeArrowheads="1"/>
          </p:cNvSpPr>
          <p:nvPr>
            <p:ph type="title"/>
          </p:nvPr>
        </p:nvSpPr>
        <p:spPr>
          <a:xfrm>
            <a:off x="405300" y="188640"/>
            <a:ext cx="9036496" cy="562075"/>
          </a:xfrm>
        </p:spPr>
        <p:txBody>
          <a:bodyPr>
            <a:normAutofit fontScale="90000"/>
          </a:bodyPr>
          <a:lstStyle/>
          <a:p>
            <a:r>
              <a:rPr lang="en-GB" altLang="en-US" sz="3600" spc="-140" dirty="0">
                <a:latin typeface="Georgia" panose="02040502050405020303" pitchFamily="18" charset="0"/>
              </a:rPr>
              <a:t>Creating a new project inside Android Studio</a:t>
            </a:r>
            <a:endParaRPr lang="en-US" altLang="en-US" sz="3600" dirty="0">
              <a:latin typeface="Georgia" panose="02040502050405020303" pitchFamily="18" charset="0"/>
            </a:endParaRPr>
          </a:p>
        </p:txBody>
      </p:sp>
      <p:pic>
        <p:nvPicPr>
          <p:cNvPr id="6" name="Picture 5"/>
          <p:cNvPicPr>
            <a:picLocks noChangeAspect="1"/>
          </p:cNvPicPr>
          <p:nvPr/>
        </p:nvPicPr>
        <p:blipFill>
          <a:blip r:embed="rId2"/>
          <a:stretch>
            <a:fillRect/>
          </a:stretch>
        </p:blipFill>
        <p:spPr>
          <a:xfrm>
            <a:off x="1341803" y="1330133"/>
            <a:ext cx="8003685" cy="4907180"/>
          </a:xfrm>
          <a:prstGeom prst="rect">
            <a:avLst/>
          </a:prstGeom>
        </p:spPr>
      </p:pic>
    </p:spTree>
    <p:extLst>
      <p:ext uri="{BB962C8B-B14F-4D97-AF65-F5344CB8AC3E}">
        <p14:creationId xmlns:p14="http://schemas.microsoft.com/office/powerpoint/2010/main" val="146277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31</a:t>
            </a:fld>
            <a:endParaRPr lang="en"/>
          </a:p>
        </p:txBody>
      </p:sp>
      <p:sp>
        <p:nvSpPr>
          <p:cNvPr id="5" name="Rectangle 2"/>
          <p:cNvSpPr>
            <a:spLocks noGrp="1" noChangeArrowheads="1"/>
          </p:cNvSpPr>
          <p:nvPr>
            <p:ph type="title"/>
          </p:nvPr>
        </p:nvSpPr>
        <p:spPr>
          <a:xfrm>
            <a:off x="704528" y="185774"/>
            <a:ext cx="8651304" cy="562075"/>
          </a:xfrm>
        </p:spPr>
        <p:txBody>
          <a:bodyPr>
            <a:normAutofit fontScale="90000"/>
          </a:bodyPr>
          <a:lstStyle/>
          <a:p>
            <a:pPr algn="ctr"/>
            <a:r>
              <a:rPr lang="en-GB" altLang="en-US" sz="3600" spc="-140" dirty="0">
                <a:solidFill>
                  <a:schemeClr val="bg1"/>
                </a:solidFill>
                <a:latin typeface="Georgia" panose="02040502050405020303" pitchFamily="18" charset="0"/>
              </a:rPr>
              <a:t>Select activity template</a:t>
            </a:r>
            <a:endParaRPr lang="en-US" altLang="en-US" sz="3600" dirty="0">
              <a:solidFill>
                <a:schemeClr val="bg1"/>
              </a:solidFill>
              <a:latin typeface="Georgia" panose="02040502050405020303" pitchFamily="18" charset="0"/>
            </a:endParaRPr>
          </a:p>
        </p:txBody>
      </p:sp>
      <p:pic>
        <p:nvPicPr>
          <p:cNvPr id="6" name="Picture 5"/>
          <p:cNvPicPr>
            <a:picLocks noChangeAspect="1"/>
          </p:cNvPicPr>
          <p:nvPr/>
        </p:nvPicPr>
        <p:blipFill>
          <a:blip r:embed="rId2"/>
          <a:stretch>
            <a:fillRect/>
          </a:stretch>
        </p:blipFill>
        <p:spPr>
          <a:xfrm>
            <a:off x="56456" y="1412776"/>
            <a:ext cx="6264696" cy="4680520"/>
          </a:xfrm>
          <a:prstGeom prst="rect">
            <a:avLst/>
          </a:prstGeom>
        </p:spPr>
      </p:pic>
      <p:sp>
        <p:nvSpPr>
          <p:cNvPr id="7" name="Rectangle 6"/>
          <p:cNvSpPr/>
          <p:nvPr/>
        </p:nvSpPr>
        <p:spPr>
          <a:xfrm>
            <a:off x="6321152" y="2204864"/>
            <a:ext cx="3679064" cy="1200329"/>
          </a:xfrm>
          <a:prstGeom prst="rect">
            <a:avLst/>
          </a:prstGeom>
        </p:spPr>
        <p:txBody>
          <a:bodyPr wrap="square">
            <a:spAutoFit/>
          </a:bodyPr>
          <a:lstStyle/>
          <a:p>
            <a:r>
              <a:rPr lang="en-GB" dirty="0"/>
              <a:t>Select templates for common activities, such as maps or navigation drawers. Pick </a:t>
            </a:r>
            <a:r>
              <a:rPr lang="en-GB" b="1" i="1" dirty="0"/>
              <a:t>Empty View Activity</a:t>
            </a:r>
            <a:r>
              <a:rPr lang="en-GB" dirty="0"/>
              <a:t> for simple activities. </a:t>
            </a:r>
          </a:p>
        </p:txBody>
      </p:sp>
      <p:sp>
        <p:nvSpPr>
          <p:cNvPr id="8" name="TextBox 7"/>
          <p:cNvSpPr txBox="1"/>
          <p:nvPr/>
        </p:nvSpPr>
        <p:spPr>
          <a:xfrm>
            <a:off x="4736976" y="3933056"/>
            <a:ext cx="792088" cy="1296144"/>
          </a:xfrm>
          <a:prstGeom prst="rect">
            <a:avLst/>
          </a:prstGeom>
          <a:noFill/>
          <a:ln w="12700">
            <a:solidFill>
              <a:schemeClr val="accent1"/>
            </a:solidFill>
          </a:ln>
        </p:spPr>
        <p:txBody>
          <a:bodyPr wrap="square" rtlCol="0">
            <a:spAutoFit/>
          </a:bodyPr>
          <a:lstStyle/>
          <a:p>
            <a:endParaRPr lang="en-GB" dirty="0" smtClean="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12744335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32</a:t>
            </a:fld>
            <a:endParaRPr lang="en"/>
          </a:p>
        </p:txBody>
      </p:sp>
      <p:sp>
        <p:nvSpPr>
          <p:cNvPr id="5" name="Rectangle 2"/>
          <p:cNvSpPr>
            <a:spLocks noGrp="1" noChangeArrowheads="1"/>
          </p:cNvSpPr>
          <p:nvPr>
            <p:ph type="title"/>
          </p:nvPr>
        </p:nvSpPr>
        <p:spPr>
          <a:xfrm>
            <a:off x="948896" y="188640"/>
            <a:ext cx="8229600" cy="398173"/>
          </a:xfrm>
        </p:spPr>
        <p:txBody>
          <a:bodyPr>
            <a:normAutofit fontScale="90000"/>
          </a:bodyPr>
          <a:lstStyle/>
          <a:p>
            <a:r>
              <a:rPr lang="en-US" altLang="en-US" sz="3600" dirty="0">
                <a:latin typeface="Georgia" panose="02040502050405020303" pitchFamily="18" charset="0"/>
              </a:rPr>
              <a:t>Name your Mobile App</a:t>
            </a:r>
          </a:p>
        </p:txBody>
      </p:sp>
      <p:pic>
        <p:nvPicPr>
          <p:cNvPr id="6" name="Picture 5"/>
          <p:cNvPicPr>
            <a:picLocks noChangeAspect="1"/>
          </p:cNvPicPr>
          <p:nvPr/>
        </p:nvPicPr>
        <p:blipFill>
          <a:blip r:embed="rId2"/>
          <a:stretch>
            <a:fillRect/>
          </a:stretch>
        </p:blipFill>
        <p:spPr>
          <a:xfrm>
            <a:off x="553816" y="1379345"/>
            <a:ext cx="7999584" cy="4857967"/>
          </a:xfrm>
          <a:prstGeom prst="rect">
            <a:avLst/>
          </a:prstGeom>
        </p:spPr>
      </p:pic>
    </p:spTree>
    <p:extLst>
      <p:ext uri="{BB962C8B-B14F-4D97-AF65-F5344CB8AC3E}">
        <p14:creationId xmlns:p14="http://schemas.microsoft.com/office/powerpoint/2010/main" val="39399159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33</a:t>
            </a:fld>
            <a:endParaRPr lang="en"/>
          </a:p>
        </p:txBody>
      </p:sp>
      <p:sp>
        <p:nvSpPr>
          <p:cNvPr id="5" name="Rectangle 2"/>
          <p:cNvSpPr>
            <a:spLocks noGrp="1" noChangeArrowheads="1"/>
          </p:cNvSpPr>
          <p:nvPr>
            <p:ph type="title"/>
          </p:nvPr>
        </p:nvSpPr>
        <p:spPr>
          <a:xfrm>
            <a:off x="1166268" y="-25076"/>
            <a:ext cx="8229600" cy="490067"/>
          </a:xfrm>
        </p:spPr>
        <p:txBody>
          <a:bodyPr>
            <a:normAutofit fontScale="90000"/>
          </a:bodyPr>
          <a:lstStyle/>
          <a:p>
            <a:r>
              <a:rPr lang="en-US" altLang="en-US" sz="3600" dirty="0">
                <a:latin typeface="Georgia" panose="02040502050405020303" pitchFamily="18" charset="0"/>
              </a:rPr>
              <a:t>Android Project Folder</a:t>
            </a:r>
          </a:p>
        </p:txBody>
      </p:sp>
      <p:pic>
        <p:nvPicPr>
          <p:cNvPr id="6" name="Picture 5"/>
          <p:cNvPicPr>
            <a:picLocks noChangeAspect="1"/>
          </p:cNvPicPr>
          <p:nvPr/>
        </p:nvPicPr>
        <p:blipFill>
          <a:blip r:embed="rId2"/>
          <a:stretch>
            <a:fillRect/>
          </a:stretch>
        </p:blipFill>
        <p:spPr>
          <a:xfrm>
            <a:off x="560512" y="1340768"/>
            <a:ext cx="3816424" cy="4978455"/>
          </a:xfrm>
          <a:prstGeom prst="rect">
            <a:avLst/>
          </a:prstGeom>
        </p:spPr>
      </p:pic>
      <p:sp>
        <p:nvSpPr>
          <p:cNvPr id="7" name="Rectangle 6"/>
          <p:cNvSpPr/>
          <p:nvPr/>
        </p:nvSpPr>
        <p:spPr>
          <a:xfrm>
            <a:off x="6599916" y="1340768"/>
            <a:ext cx="3306084" cy="4339650"/>
          </a:xfrm>
          <a:prstGeom prst="rect">
            <a:avLst/>
          </a:prstGeom>
        </p:spPr>
        <p:txBody>
          <a:bodyPr wrap="square">
            <a:spAutoFit/>
          </a:bodyPr>
          <a:lstStyle/>
          <a:p>
            <a:pPr marL="342891" indent="-342891">
              <a:buAutoNum type="arabicPeriod"/>
            </a:pPr>
            <a:r>
              <a:rPr lang="en-GB" sz="1600" dirty="0">
                <a:latin typeface="Georgia" panose="02040502050405020303" pitchFamily="18" charset="0"/>
              </a:rPr>
              <a:t>manifests—Android Manifest file - description of app read by the Android runtime </a:t>
            </a:r>
          </a:p>
          <a:p>
            <a:pPr marL="342891" indent="-342891">
              <a:buAutoNum type="arabicPeriod"/>
            </a:pPr>
            <a:r>
              <a:rPr lang="en-GB" sz="1600" dirty="0">
                <a:latin typeface="Georgia" panose="02040502050405020303" pitchFamily="18" charset="0"/>
              </a:rPr>
              <a:t>java—Java source code packages </a:t>
            </a:r>
          </a:p>
          <a:p>
            <a:pPr marL="342891" indent="-342891">
              <a:buAutoNum type="arabicPeriod"/>
            </a:pPr>
            <a:r>
              <a:rPr lang="en-GB" sz="1600" dirty="0">
                <a:latin typeface="Georgia" panose="02040502050405020303" pitchFamily="18" charset="0"/>
              </a:rPr>
              <a:t>res—Resources (XML) - layout, strings, images, dimensions, </a:t>
            </a:r>
            <a:r>
              <a:rPr lang="en-GB" sz="1600" dirty="0" err="1">
                <a:latin typeface="Georgia" panose="02040502050405020303" pitchFamily="18" charset="0"/>
              </a:rPr>
              <a:t>colors</a:t>
            </a:r>
            <a:r>
              <a:rPr lang="en-GB" sz="1600" dirty="0">
                <a:latin typeface="Georgia" panose="02040502050405020303" pitchFamily="18" charset="0"/>
              </a:rPr>
              <a:t>... </a:t>
            </a:r>
            <a:endParaRPr lang="en-GB" sz="1600" dirty="0" smtClean="0">
              <a:latin typeface="Georgia" panose="02040502050405020303" pitchFamily="18" charset="0"/>
            </a:endParaRPr>
          </a:p>
          <a:p>
            <a:pPr marL="342891" indent="-342891">
              <a:buAutoNum type="arabicPeriod"/>
            </a:pPr>
            <a:endParaRPr lang="en-GB" sz="1600" dirty="0">
              <a:latin typeface="Georgia" panose="02040502050405020303" pitchFamily="18" charset="0"/>
            </a:endParaRPr>
          </a:p>
          <a:p>
            <a:pPr marL="342891" indent="-342891">
              <a:buAutoNum type="arabicPeriod"/>
            </a:pPr>
            <a:r>
              <a:rPr lang="en-GB" sz="1600" dirty="0">
                <a:latin typeface="Georgia" panose="02040502050405020303" pitchFamily="18" charset="0"/>
              </a:rPr>
              <a:t> </a:t>
            </a:r>
            <a:r>
              <a:rPr lang="en-GB" sz="1600" dirty="0" err="1">
                <a:latin typeface="Georgia" panose="02040502050405020303" pitchFamily="18" charset="0"/>
              </a:rPr>
              <a:t>build.gradle</a:t>
            </a:r>
            <a:r>
              <a:rPr lang="en-GB" sz="1600" dirty="0">
                <a:latin typeface="Georgia" panose="02040502050405020303" pitchFamily="18" charset="0"/>
              </a:rPr>
              <a:t>—</a:t>
            </a:r>
            <a:r>
              <a:rPr lang="en-GB" sz="1600" dirty="0" err="1">
                <a:latin typeface="Georgia" panose="02040502050405020303" pitchFamily="18" charset="0"/>
              </a:rPr>
              <a:t>Gradle</a:t>
            </a:r>
            <a:r>
              <a:rPr lang="en-GB" sz="1600" dirty="0">
                <a:latin typeface="Georgia" panose="02040502050405020303" pitchFamily="18" charset="0"/>
              </a:rPr>
              <a:t> build files</a:t>
            </a:r>
          </a:p>
          <a:p>
            <a:r>
              <a:rPr lang="en-GB" sz="1600" dirty="0">
                <a:latin typeface="Georgia" panose="02040502050405020303" pitchFamily="18" charset="0"/>
              </a:rPr>
              <a:t>        Three </a:t>
            </a:r>
            <a:r>
              <a:rPr lang="en-GB" sz="1600" dirty="0" err="1">
                <a:latin typeface="Georgia" panose="02040502050405020303" pitchFamily="18" charset="0"/>
              </a:rPr>
              <a:t>build.gradle</a:t>
            </a:r>
            <a:r>
              <a:rPr lang="en-GB" sz="1600" dirty="0">
                <a:latin typeface="Georgia" panose="02040502050405020303" pitchFamily="18" charset="0"/>
              </a:rPr>
              <a:t>: </a:t>
            </a:r>
          </a:p>
          <a:p>
            <a:r>
              <a:rPr lang="en-GB" sz="1600" dirty="0">
                <a:latin typeface="Georgia" panose="02040502050405020303" pitchFamily="18" charset="0"/>
              </a:rPr>
              <a:t>           ○ project </a:t>
            </a:r>
          </a:p>
          <a:p>
            <a:r>
              <a:rPr lang="en-GB" sz="1600" dirty="0">
                <a:latin typeface="Georgia" panose="02040502050405020303" pitchFamily="18" charset="0"/>
              </a:rPr>
              <a:t>           ○ module </a:t>
            </a:r>
          </a:p>
          <a:p>
            <a:r>
              <a:rPr lang="en-GB" sz="1600" dirty="0">
                <a:latin typeface="Georgia" panose="02040502050405020303" pitchFamily="18" charset="0"/>
              </a:rPr>
              <a:t>           ○ settings </a:t>
            </a:r>
          </a:p>
          <a:p>
            <a:r>
              <a:rPr lang="en-GB" dirty="0">
                <a:latin typeface="Georgia" panose="02040502050405020303" pitchFamily="18" charset="0"/>
              </a:rPr>
              <a:t> Learn more about </a:t>
            </a:r>
            <a:r>
              <a:rPr lang="en-GB" dirty="0" err="1">
                <a:latin typeface="Georgia" panose="02040502050405020303" pitchFamily="18" charset="0"/>
              </a:rPr>
              <a:t>gradle</a:t>
            </a:r>
            <a:r>
              <a:rPr lang="en-GB" dirty="0">
                <a:latin typeface="Georgia" panose="02040502050405020303" pitchFamily="18" charset="0"/>
              </a:rPr>
              <a:t> at https://gradle.org/</a:t>
            </a:r>
          </a:p>
        </p:txBody>
      </p:sp>
      <p:sp>
        <p:nvSpPr>
          <p:cNvPr id="8" name="Down Arrow 7"/>
          <p:cNvSpPr/>
          <p:nvPr/>
        </p:nvSpPr>
        <p:spPr>
          <a:xfrm rot="5183530">
            <a:off x="4942816" y="152776"/>
            <a:ext cx="45719" cy="3104998"/>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rgbClr val="C00000"/>
              </a:solidFill>
            </a:endParaRPr>
          </a:p>
        </p:txBody>
      </p:sp>
      <p:sp>
        <p:nvSpPr>
          <p:cNvPr id="9" name="Down Arrow 8"/>
          <p:cNvSpPr/>
          <p:nvPr/>
        </p:nvSpPr>
        <p:spPr>
          <a:xfrm rot="5183530">
            <a:off x="5005753" y="785183"/>
            <a:ext cx="101390" cy="3118031"/>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rgbClr val="C00000"/>
              </a:solidFill>
            </a:endParaRPr>
          </a:p>
        </p:txBody>
      </p:sp>
      <p:sp>
        <p:nvSpPr>
          <p:cNvPr id="10" name="Down Arrow 9"/>
          <p:cNvSpPr/>
          <p:nvPr/>
        </p:nvSpPr>
        <p:spPr>
          <a:xfrm rot="5183530">
            <a:off x="4915462" y="1199336"/>
            <a:ext cx="100429" cy="3268639"/>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rgbClr val="C00000"/>
              </a:solidFill>
            </a:endParaRPr>
          </a:p>
        </p:txBody>
      </p:sp>
      <p:sp>
        <p:nvSpPr>
          <p:cNvPr id="11" name="Down Arrow 10"/>
          <p:cNvSpPr/>
          <p:nvPr/>
        </p:nvSpPr>
        <p:spPr>
          <a:xfrm rot="5038479" flipH="1">
            <a:off x="4811360" y="2179927"/>
            <a:ext cx="63450" cy="3525394"/>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rgbClr val="C00000"/>
              </a:solidFill>
            </a:endParaRPr>
          </a:p>
        </p:txBody>
      </p:sp>
    </p:spTree>
    <p:extLst>
      <p:ext uri="{BB962C8B-B14F-4D97-AF65-F5344CB8AC3E}">
        <p14:creationId xmlns:p14="http://schemas.microsoft.com/office/powerpoint/2010/main" val="3570027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34</a:t>
            </a:fld>
            <a:endParaRPr lang="en"/>
          </a:p>
        </p:txBody>
      </p:sp>
      <p:sp>
        <p:nvSpPr>
          <p:cNvPr id="5" name="Rectangle 2"/>
          <p:cNvSpPr>
            <a:spLocks noGrp="1" noChangeArrowheads="1"/>
          </p:cNvSpPr>
          <p:nvPr>
            <p:ph type="title"/>
          </p:nvPr>
        </p:nvSpPr>
        <p:spPr>
          <a:xfrm>
            <a:off x="1136576" y="34621"/>
            <a:ext cx="8229600" cy="490067"/>
          </a:xfrm>
        </p:spPr>
        <p:txBody>
          <a:bodyPr>
            <a:normAutofit fontScale="90000"/>
          </a:bodyPr>
          <a:lstStyle/>
          <a:p>
            <a:r>
              <a:rPr lang="en-US" altLang="en-US" sz="3600" dirty="0">
                <a:latin typeface="Georgia" panose="02040502050405020303" pitchFamily="18" charset="0"/>
              </a:rPr>
              <a:t>Run your Mobile App</a:t>
            </a:r>
          </a:p>
        </p:txBody>
      </p:sp>
      <p:pic>
        <p:nvPicPr>
          <p:cNvPr id="6" name="Picture 5"/>
          <p:cNvPicPr>
            <a:picLocks noChangeAspect="1"/>
          </p:cNvPicPr>
          <p:nvPr/>
        </p:nvPicPr>
        <p:blipFill>
          <a:blip r:embed="rId2"/>
          <a:stretch>
            <a:fillRect/>
          </a:stretch>
        </p:blipFill>
        <p:spPr>
          <a:xfrm>
            <a:off x="344488" y="959397"/>
            <a:ext cx="6480720" cy="3041161"/>
          </a:xfrm>
          <a:prstGeom prst="rect">
            <a:avLst/>
          </a:prstGeom>
        </p:spPr>
      </p:pic>
      <p:sp>
        <p:nvSpPr>
          <p:cNvPr id="7" name="Rectangle 6"/>
          <p:cNvSpPr/>
          <p:nvPr/>
        </p:nvSpPr>
        <p:spPr>
          <a:xfrm>
            <a:off x="7647777" y="1561532"/>
            <a:ext cx="2561808" cy="646331"/>
          </a:xfrm>
          <a:prstGeom prst="rect">
            <a:avLst/>
          </a:prstGeom>
        </p:spPr>
        <p:txBody>
          <a:bodyPr wrap="square">
            <a:spAutoFit/>
          </a:bodyPr>
          <a:lstStyle/>
          <a:p>
            <a:pPr marL="342891" indent="-342891">
              <a:buAutoNum type="arabicPeriod"/>
            </a:pPr>
            <a:r>
              <a:rPr lang="en-GB" dirty="0">
                <a:latin typeface="Georgia" panose="02040502050405020303" pitchFamily="18" charset="0"/>
              </a:rPr>
              <a:t>Click on Device Manager</a:t>
            </a:r>
          </a:p>
        </p:txBody>
      </p:sp>
      <p:pic>
        <p:nvPicPr>
          <p:cNvPr id="8" name="Picture 7"/>
          <p:cNvPicPr>
            <a:picLocks noChangeAspect="1"/>
          </p:cNvPicPr>
          <p:nvPr/>
        </p:nvPicPr>
        <p:blipFill>
          <a:blip r:embed="rId3"/>
          <a:stretch>
            <a:fillRect/>
          </a:stretch>
        </p:blipFill>
        <p:spPr>
          <a:xfrm>
            <a:off x="344488" y="4031792"/>
            <a:ext cx="6280575" cy="2287431"/>
          </a:xfrm>
          <a:prstGeom prst="rect">
            <a:avLst/>
          </a:prstGeom>
        </p:spPr>
      </p:pic>
      <p:sp>
        <p:nvSpPr>
          <p:cNvPr id="9" name="Rectangle 8"/>
          <p:cNvSpPr/>
          <p:nvPr/>
        </p:nvSpPr>
        <p:spPr>
          <a:xfrm>
            <a:off x="7616609" y="4256848"/>
            <a:ext cx="2736991" cy="646331"/>
          </a:xfrm>
          <a:prstGeom prst="rect">
            <a:avLst/>
          </a:prstGeom>
        </p:spPr>
        <p:txBody>
          <a:bodyPr wrap="square">
            <a:spAutoFit/>
          </a:bodyPr>
          <a:lstStyle/>
          <a:p>
            <a:pPr marL="342891" indent="-342891">
              <a:buFont typeface="+mj-lt"/>
              <a:buAutoNum type="arabicPeriod" startAt="2"/>
            </a:pPr>
            <a:r>
              <a:rPr lang="en-GB" dirty="0">
                <a:latin typeface="Georgia" panose="02040502050405020303" pitchFamily="18" charset="0"/>
              </a:rPr>
              <a:t>Click on virtual device</a:t>
            </a:r>
          </a:p>
        </p:txBody>
      </p:sp>
      <p:sp>
        <p:nvSpPr>
          <p:cNvPr id="10" name="Down Arrow 9"/>
          <p:cNvSpPr/>
          <p:nvPr/>
        </p:nvSpPr>
        <p:spPr>
          <a:xfrm rot="5080006">
            <a:off x="7135026" y="1350154"/>
            <a:ext cx="158217" cy="792088"/>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11" name="Down Arrow 10"/>
          <p:cNvSpPr/>
          <p:nvPr/>
        </p:nvSpPr>
        <p:spPr>
          <a:xfrm rot="5080006">
            <a:off x="6459520" y="3522777"/>
            <a:ext cx="82617" cy="2233550"/>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Tree>
    <p:extLst>
      <p:ext uri="{BB962C8B-B14F-4D97-AF65-F5344CB8AC3E}">
        <p14:creationId xmlns:p14="http://schemas.microsoft.com/office/powerpoint/2010/main" val="38904822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35</a:t>
            </a:fld>
            <a:endParaRPr lang="en"/>
          </a:p>
        </p:txBody>
      </p:sp>
      <p:sp>
        <p:nvSpPr>
          <p:cNvPr id="5" name="Rectangle 2"/>
          <p:cNvSpPr>
            <a:spLocks noGrp="1" noChangeArrowheads="1"/>
          </p:cNvSpPr>
          <p:nvPr>
            <p:ph type="title"/>
          </p:nvPr>
        </p:nvSpPr>
        <p:spPr>
          <a:xfrm>
            <a:off x="344488" y="32081"/>
            <a:ext cx="8594492" cy="490067"/>
          </a:xfrm>
        </p:spPr>
        <p:txBody>
          <a:bodyPr>
            <a:normAutofit fontScale="90000"/>
          </a:bodyPr>
          <a:lstStyle/>
          <a:p>
            <a:pPr algn="ctr"/>
            <a:r>
              <a:rPr lang="en-US" altLang="en-US" sz="3600" dirty="0">
                <a:latin typeface="Georgia" panose="02040502050405020303" pitchFamily="18" charset="0"/>
              </a:rPr>
              <a:t>Create and configure virtual device</a:t>
            </a:r>
          </a:p>
        </p:txBody>
      </p:sp>
      <p:pic>
        <p:nvPicPr>
          <p:cNvPr id="6" name="Picture 5"/>
          <p:cNvPicPr>
            <a:picLocks noChangeAspect="1"/>
          </p:cNvPicPr>
          <p:nvPr/>
        </p:nvPicPr>
        <p:blipFill>
          <a:blip r:embed="rId2"/>
          <a:stretch>
            <a:fillRect/>
          </a:stretch>
        </p:blipFill>
        <p:spPr>
          <a:xfrm>
            <a:off x="632520" y="1243296"/>
            <a:ext cx="4551700" cy="2736304"/>
          </a:xfrm>
          <a:prstGeom prst="rect">
            <a:avLst/>
          </a:prstGeom>
        </p:spPr>
      </p:pic>
      <p:pic>
        <p:nvPicPr>
          <p:cNvPr id="7" name="Picture 6"/>
          <p:cNvPicPr>
            <a:picLocks noChangeAspect="1"/>
          </p:cNvPicPr>
          <p:nvPr/>
        </p:nvPicPr>
        <p:blipFill>
          <a:blip r:embed="rId3"/>
          <a:stretch>
            <a:fillRect/>
          </a:stretch>
        </p:blipFill>
        <p:spPr>
          <a:xfrm>
            <a:off x="848544" y="4121106"/>
            <a:ext cx="4614264" cy="2198117"/>
          </a:xfrm>
          <a:prstGeom prst="rect">
            <a:avLst/>
          </a:prstGeom>
        </p:spPr>
      </p:pic>
      <p:sp>
        <p:nvSpPr>
          <p:cNvPr id="8" name="Rectangle 7"/>
          <p:cNvSpPr/>
          <p:nvPr/>
        </p:nvSpPr>
        <p:spPr>
          <a:xfrm>
            <a:off x="5468864" y="1675295"/>
            <a:ext cx="4304057" cy="646331"/>
          </a:xfrm>
          <a:prstGeom prst="rect">
            <a:avLst/>
          </a:prstGeom>
        </p:spPr>
        <p:txBody>
          <a:bodyPr wrap="square">
            <a:spAutoFit/>
          </a:bodyPr>
          <a:lstStyle/>
          <a:p>
            <a:r>
              <a:rPr lang="en-GB" dirty="0"/>
              <a:t>Use emulators to test app on different versions of Android and form factors. </a:t>
            </a:r>
          </a:p>
        </p:txBody>
      </p:sp>
      <p:sp>
        <p:nvSpPr>
          <p:cNvPr id="9" name="Rectangle 8"/>
          <p:cNvSpPr/>
          <p:nvPr/>
        </p:nvSpPr>
        <p:spPr>
          <a:xfrm>
            <a:off x="6105128" y="3379435"/>
            <a:ext cx="3888432" cy="1200329"/>
          </a:xfrm>
          <a:prstGeom prst="rect">
            <a:avLst/>
          </a:prstGeom>
        </p:spPr>
        <p:txBody>
          <a:bodyPr wrap="square">
            <a:spAutoFit/>
          </a:bodyPr>
          <a:lstStyle/>
          <a:p>
            <a:pPr marL="342891" indent="-342891">
              <a:buAutoNum type="arabicPeriod"/>
            </a:pPr>
            <a:r>
              <a:rPr lang="en-GB" dirty="0"/>
              <a:t>Choose hardware </a:t>
            </a:r>
          </a:p>
          <a:p>
            <a:pPr marL="342891" indent="-342891">
              <a:buAutoNum type="arabicPeriod"/>
            </a:pPr>
            <a:r>
              <a:rPr lang="en-GB" dirty="0"/>
              <a:t>Select Android version</a:t>
            </a:r>
          </a:p>
          <a:p>
            <a:pPr marL="342891" indent="-342891">
              <a:buAutoNum type="arabicPeriod"/>
            </a:pPr>
            <a:r>
              <a:rPr lang="en-GB" dirty="0"/>
              <a:t>Select System Image </a:t>
            </a:r>
          </a:p>
          <a:p>
            <a:pPr marL="342891" indent="-342891">
              <a:buAutoNum type="arabicPeriod"/>
            </a:pPr>
            <a:r>
              <a:rPr lang="en-GB" dirty="0"/>
              <a:t>Finalize</a:t>
            </a:r>
          </a:p>
        </p:txBody>
      </p:sp>
    </p:spTree>
    <p:extLst>
      <p:ext uri="{BB962C8B-B14F-4D97-AF65-F5344CB8AC3E}">
        <p14:creationId xmlns:p14="http://schemas.microsoft.com/office/powerpoint/2010/main" val="2607740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36</a:t>
            </a:fld>
            <a:endParaRPr lang="en"/>
          </a:p>
        </p:txBody>
      </p:sp>
      <p:sp>
        <p:nvSpPr>
          <p:cNvPr id="5" name="Rectangle 2"/>
          <p:cNvSpPr>
            <a:spLocks noGrp="1" noChangeArrowheads="1"/>
          </p:cNvSpPr>
          <p:nvPr>
            <p:ph type="title"/>
          </p:nvPr>
        </p:nvSpPr>
        <p:spPr>
          <a:xfrm>
            <a:off x="969856" y="44624"/>
            <a:ext cx="8229600" cy="490067"/>
          </a:xfrm>
        </p:spPr>
        <p:txBody>
          <a:bodyPr>
            <a:normAutofit fontScale="90000"/>
          </a:bodyPr>
          <a:lstStyle/>
          <a:p>
            <a:r>
              <a:rPr lang="en-US" altLang="en-US" sz="3600" dirty="0">
                <a:latin typeface="Georgia" panose="02040502050405020303" pitchFamily="18" charset="0"/>
              </a:rPr>
              <a:t>Run on a virtual device</a:t>
            </a:r>
          </a:p>
        </p:txBody>
      </p:sp>
      <p:pic>
        <p:nvPicPr>
          <p:cNvPr id="6" name="Picture 5"/>
          <p:cNvPicPr>
            <a:picLocks noChangeAspect="1"/>
          </p:cNvPicPr>
          <p:nvPr/>
        </p:nvPicPr>
        <p:blipFill>
          <a:blip r:embed="rId2"/>
          <a:stretch>
            <a:fillRect/>
          </a:stretch>
        </p:blipFill>
        <p:spPr>
          <a:xfrm>
            <a:off x="632370" y="1412776"/>
            <a:ext cx="8904572" cy="4850672"/>
          </a:xfrm>
          <a:prstGeom prst="rect">
            <a:avLst/>
          </a:prstGeom>
        </p:spPr>
      </p:pic>
    </p:spTree>
    <p:extLst>
      <p:ext uri="{BB962C8B-B14F-4D97-AF65-F5344CB8AC3E}">
        <p14:creationId xmlns:p14="http://schemas.microsoft.com/office/powerpoint/2010/main" val="14965749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60"/>
          <p:cNvSpPr txBox="1">
            <a:spLocks noGrp="1"/>
          </p:cNvSpPr>
          <p:nvPr>
            <p:ph type="title"/>
          </p:nvPr>
        </p:nvSpPr>
        <p:spPr>
          <a:xfrm>
            <a:off x="79492" y="33869"/>
            <a:ext cx="9230650" cy="620425"/>
          </a:xfrm>
          <a:prstGeom prst="rect">
            <a:avLst/>
          </a:prstGeom>
        </p:spPr>
        <p:txBody>
          <a:bodyPr spcFirstLastPara="1" vert="horz" wrap="square" lIns="99044" tIns="99044" rIns="99044" bIns="99044" numCol="1" anchor="t" anchorCtr="0" compatLnSpc="1">
            <a:prstTxWarp prst="textNoShape">
              <a:avLst/>
            </a:prstTxWarp>
            <a:noAutofit/>
          </a:bodyPr>
          <a:lstStyle/>
          <a:p>
            <a:pPr>
              <a:buClr>
                <a:schemeClr val="dk1"/>
              </a:buClr>
              <a:buSzPts val="1100"/>
            </a:pPr>
            <a:r>
              <a:rPr lang="en" dirty="0"/>
              <a:t>Run on a physical device</a:t>
            </a:r>
            <a:endParaRPr dirty="0"/>
          </a:p>
        </p:txBody>
      </p:sp>
      <p:sp>
        <p:nvSpPr>
          <p:cNvPr id="377" name="Google Shape;377;p60"/>
          <p:cNvSpPr txBox="1">
            <a:spLocks noGrp="1"/>
          </p:cNvSpPr>
          <p:nvPr>
            <p:ph type="sldNum" idx="12"/>
          </p:nvPr>
        </p:nvSpPr>
        <p:spPr>
          <a:xfrm>
            <a:off x="9261046" y="5777306"/>
            <a:ext cx="594425" cy="426400"/>
          </a:xfrm>
          <a:prstGeom prst="rect">
            <a:avLst/>
          </a:prstGeom>
        </p:spPr>
        <p:txBody>
          <a:bodyPr spcFirstLastPara="1" vert="horz" wrap="square" lIns="99044" tIns="99044" rIns="99044" bIns="99044" rtlCol="0" anchor="ctr" anchorCtr="0">
            <a:noAutofit/>
          </a:bodyPr>
          <a:lstStyle/>
          <a:p>
            <a:pPr algn="r"/>
            <a:fld id="{00000000-1234-1234-1234-123412341234}" type="slidenum">
              <a:rPr lang="en"/>
              <a:pPr algn="r"/>
              <a:t>37</a:t>
            </a:fld>
            <a:endParaRPr/>
          </a:p>
        </p:txBody>
      </p:sp>
      <p:pic>
        <p:nvPicPr>
          <p:cNvPr id="378" name="Google Shape;378;p60"/>
          <p:cNvPicPr preferRelativeResize="0"/>
          <p:nvPr/>
        </p:nvPicPr>
        <p:blipFill>
          <a:blip r:embed="rId3">
            <a:alphaModFix/>
          </a:blip>
          <a:stretch>
            <a:fillRect/>
          </a:stretch>
        </p:blipFill>
        <p:spPr>
          <a:xfrm>
            <a:off x="6885559" y="1713134"/>
            <a:ext cx="2959857" cy="3946476"/>
          </a:xfrm>
          <a:prstGeom prst="rect">
            <a:avLst/>
          </a:prstGeom>
          <a:noFill/>
          <a:ln>
            <a:noFill/>
          </a:ln>
        </p:spPr>
      </p:pic>
      <p:sp>
        <p:nvSpPr>
          <p:cNvPr id="379" name="Google Shape;379;p60"/>
          <p:cNvSpPr txBox="1"/>
          <p:nvPr/>
        </p:nvSpPr>
        <p:spPr>
          <a:xfrm>
            <a:off x="56983" y="1713135"/>
            <a:ext cx="6828575" cy="3946475"/>
          </a:xfrm>
          <a:prstGeom prst="rect">
            <a:avLst/>
          </a:prstGeom>
          <a:noFill/>
          <a:ln>
            <a:noFill/>
          </a:ln>
        </p:spPr>
        <p:txBody>
          <a:bodyPr spcFirstLastPara="1" wrap="square" lIns="99044" tIns="99044" rIns="99044" bIns="99044" anchor="t" anchorCtr="0">
            <a:noAutofit/>
          </a:bodyPr>
          <a:lstStyle/>
          <a:p>
            <a:pPr marL="495285" indent="-371464">
              <a:spcBef>
                <a:spcPts val="0"/>
              </a:spcBef>
              <a:spcAft>
                <a:spcPts val="0"/>
              </a:spcAft>
              <a:buSzPts val="1800"/>
              <a:buAutoNum type="arabicPeriod"/>
            </a:pPr>
            <a:r>
              <a:rPr lang="en" sz="1950" dirty="0"/>
              <a:t>Turn on Developer Options: </a:t>
            </a:r>
            <a:endParaRPr sz="1950" dirty="0"/>
          </a:p>
          <a:p>
            <a:pPr marL="990570" lvl="1" indent="-371464">
              <a:spcBef>
                <a:spcPts val="0"/>
              </a:spcBef>
              <a:spcAft>
                <a:spcPts val="0"/>
              </a:spcAft>
              <a:buSzPts val="1800"/>
              <a:buAutoNum type="alphaLcPeriod"/>
            </a:pPr>
            <a:r>
              <a:rPr lang="en" sz="1950" b="1" dirty="0">
                <a:solidFill>
                  <a:schemeClr val="dk1"/>
                </a:solidFill>
              </a:rPr>
              <a:t>Settings &gt; About</a:t>
            </a:r>
            <a:r>
              <a:rPr lang="en" sz="1950" dirty="0">
                <a:solidFill>
                  <a:schemeClr val="dk1"/>
                </a:solidFill>
              </a:rPr>
              <a:t> </a:t>
            </a:r>
            <a:r>
              <a:rPr lang="en" sz="1950" b="1" dirty="0">
                <a:solidFill>
                  <a:schemeClr val="dk1"/>
                </a:solidFill>
              </a:rPr>
              <a:t>phone</a:t>
            </a:r>
            <a:endParaRPr sz="1950" dirty="0">
              <a:solidFill>
                <a:schemeClr val="dk1"/>
              </a:solidFill>
            </a:endParaRPr>
          </a:p>
          <a:p>
            <a:pPr marL="990570" lvl="1" indent="-371464">
              <a:spcBef>
                <a:spcPts val="0"/>
              </a:spcBef>
              <a:spcAft>
                <a:spcPts val="0"/>
              </a:spcAft>
              <a:buSzPts val="1800"/>
              <a:buAutoNum type="alphaLcPeriod"/>
            </a:pPr>
            <a:r>
              <a:rPr lang="en" sz="1950" dirty="0">
                <a:solidFill>
                  <a:schemeClr val="dk1"/>
                </a:solidFill>
              </a:rPr>
              <a:t>Tap </a:t>
            </a:r>
            <a:r>
              <a:rPr lang="en" sz="1950" b="1" dirty="0">
                <a:solidFill>
                  <a:schemeClr val="dk1"/>
                </a:solidFill>
              </a:rPr>
              <a:t>Build number</a:t>
            </a:r>
            <a:r>
              <a:rPr lang="en" sz="1950" dirty="0">
                <a:solidFill>
                  <a:schemeClr val="dk1"/>
                </a:solidFill>
              </a:rPr>
              <a:t> seven times</a:t>
            </a:r>
            <a:r>
              <a:rPr lang="en" sz="1950" dirty="0"/>
              <a:t> </a:t>
            </a:r>
            <a:endParaRPr sz="1950" dirty="0"/>
          </a:p>
          <a:p>
            <a:pPr marL="495285" indent="-371464">
              <a:spcBef>
                <a:spcPts val="1083"/>
              </a:spcBef>
              <a:spcAft>
                <a:spcPts val="0"/>
              </a:spcAft>
              <a:buSzPts val="1800"/>
              <a:buAutoNum type="arabicPeriod"/>
            </a:pPr>
            <a:r>
              <a:rPr lang="en" sz="1950" dirty="0"/>
              <a:t>Turn on USB Debugging</a:t>
            </a:r>
            <a:endParaRPr sz="1950" dirty="0"/>
          </a:p>
          <a:p>
            <a:pPr marL="990570" lvl="1" indent="-371464">
              <a:spcBef>
                <a:spcPts val="0"/>
              </a:spcBef>
              <a:spcAft>
                <a:spcPts val="0"/>
              </a:spcAft>
              <a:buSzPts val="1800"/>
              <a:buAutoNum type="alphaLcPeriod"/>
            </a:pPr>
            <a:r>
              <a:rPr lang="en" sz="1950" b="1" dirty="0"/>
              <a:t>Settings &gt; Developer Options &gt; USB Debugging</a:t>
            </a:r>
            <a:endParaRPr sz="1950" b="1" dirty="0"/>
          </a:p>
          <a:p>
            <a:pPr marL="495285" indent="-371464">
              <a:spcBef>
                <a:spcPts val="1083"/>
              </a:spcBef>
              <a:spcAft>
                <a:spcPts val="0"/>
              </a:spcAft>
              <a:buSzPts val="1800"/>
              <a:buAutoNum type="arabicPeriod"/>
            </a:pPr>
            <a:r>
              <a:rPr lang="en" sz="1950" dirty="0"/>
              <a:t>Connect phone to computer with cable</a:t>
            </a:r>
            <a:endParaRPr sz="1950" dirty="0"/>
          </a:p>
          <a:p>
            <a:pPr>
              <a:spcBef>
                <a:spcPts val="0"/>
              </a:spcBef>
              <a:spcAft>
                <a:spcPts val="0"/>
              </a:spcAft>
            </a:pPr>
            <a:endParaRPr sz="1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38</a:t>
            </a:fld>
            <a:endParaRPr lang="en"/>
          </a:p>
        </p:txBody>
      </p:sp>
      <p:sp>
        <p:nvSpPr>
          <p:cNvPr id="5" name="Rectangle 2"/>
          <p:cNvSpPr>
            <a:spLocks noGrp="1" noChangeArrowheads="1"/>
          </p:cNvSpPr>
          <p:nvPr>
            <p:ph type="title"/>
          </p:nvPr>
        </p:nvSpPr>
        <p:spPr>
          <a:xfrm>
            <a:off x="704528" y="332656"/>
            <a:ext cx="8229600" cy="490067"/>
          </a:xfrm>
        </p:spPr>
        <p:txBody>
          <a:bodyPr>
            <a:normAutofit fontScale="90000"/>
          </a:bodyPr>
          <a:lstStyle/>
          <a:p>
            <a:pPr algn="ctr"/>
            <a:r>
              <a:rPr lang="en-GB" altLang="en-US" sz="3600" b="1" dirty="0">
                <a:latin typeface="Georgia" panose="02040502050405020303" pitchFamily="18" charset="0"/>
              </a:rPr>
              <a:t>Getting feedback as your app runs</a:t>
            </a:r>
            <a:endParaRPr lang="en-US" altLang="en-US" sz="3600" b="1" dirty="0">
              <a:latin typeface="Georgia" panose="02040502050405020303" pitchFamily="18" charset="0"/>
            </a:endParaRPr>
          </a:p>
        </p:txBody>
      </p:sp>
      <p:sp>
        <p:nvSpPr>
          <p:cNvPr id="6" name="Rectangle 5"/>
          <p:cNvSpPr/>
          <p:nvPr/>
        </p:nvSpPr>
        <p:spPr>
          <a:xfrm>
            <a:off x="75994" y="1834078"/>
            <a:ext cx="9145016" cy="1631216"/>
          </a:xfrm>
          <a:prstGeom prst="rect">
            <a:avLst/>
          </a:prstGeom>
        </p:spPr>
        <p:txBody>
          <a:bodyPr wrap="square">
            <a:spAutoFit/>
          </a:bodyPr>
          <a:lstStyle/>
          <a:p>
            <a:pPr marL="342891" indent="-342891">
              <a:buFont typeface="Wingdings" panose="05000000000000000000" pitchFamily="2" charset="2"/>
              <a:buChar char="Ø"/>
            </a:pPr>
            <a:r>
              <a:rPr lang="en-GB" sz="2000" dirty="0">
                <a:latin typeface="Georgia" panose="02040502050405020303" pitchFamily="18" charset="0"/>
              </a:rPr>
              <a:t>When the Mobile app runs, the Logcat pane displays information </a:t>
            </a:r>
          </a:p>
          <a:p>
            <a:pPr marL="342891" indent="-342891">
              <a:buFont typeface="Wingdings" panose="05000000000000000000" pitchFamily="2" charset="2"/>
              <a:buChar char="Ø"/>
            </a:pPr>
            <a:r>
              <a:rPr lang="en-GB" sz="2000" dirty="0">
                <a:latin typeface="Georgia" panose="02040502050405020303" pitchFamily="18" charset="0"/>
              </a:rPr>
              <a:t>Add logging statements to your Mobile app that will show up in the Logcat pane</a:t>
            </a:r>
          </a:p>
          <a:p>
            <a:pPr marL="342891" indent="-342891">
              <a:buFont typeface="Wingdings" panose="05000000000000000000" pitchFamily="2" charset="2"/>
              <a:buChar char="Ø"/>
            </a:pPr>
            <a:r>
              <a:rPr lang="en-GB" sz="2000" dirty="0">
                <a:latin typeface="Georgia" panose="02040502050405020303" pitchFamily="18" charset="0"/>
              </a:rPr>
              <a:t>Set filters in Logcat pane to see what's important to you </a:t>
            </a:r>
          </a:p>
          <a:p>
            <a:pPr marL="342891" indent="-342891">
              <a:buFont typeface="Wingdings" panose="05000000000000000000" pitchFamily="2" charset="2"/>
              <a:buChar char="Ø"/>
            </a:pPr>
            <a:r>
              <a:rPr lang="en-GB" sz="2000" dirty="0">
                <a:latin typeface="Georgia" panose="02040502050405020303" pitchFamily="18" charset="0"/>
              </a:rPr>
              <a:t>Search using tags</a:t>
            </a:r>
          </a:p>
        </p:txBody>
      </p:sp>
      <p:sp>
        <p:nvSpPr>
          <p:cNvPr id="7" name="Rectangle 6"/>
          <p:cNvSpPr/>
          <p:nvPr/>
        </p:nvSpPr>
        <p:spPr>
          <a:xfrm>
            <a:off x="76394" y="1315344"/>
            <a:ext cx="4435830" cy="461665"/>
          </a:xfrm>
          <a:prstGeom prst="rect">
            <a:avLst/>
          </a:prstGeom>
        </p:spPr>
        <p:txBody>
          <a:bodyPr wrap="none">
            <a:spAutoFit/>
          </a:bodyPr>
          <a:lstStyle/>
          <a:p>
            <a:r>
              <a:rPr lang="en-GB" sz="2400" b="1" dirty="0">
                <a:latin typeface="Georgia" panose="02040502050405020303" pitchFamily="18" charset="0"/>
              </a:rPr>
              <a:t>Adding logging to your app</a:t>
            </a:r>
          </a:p>
        </p:txBody>
      </p:sp>
      <p:sp>
        <p:nvSpPr>
          <p:cNvPr id="8" name="Rectangle 7"/>
          <p:cNvSpPr/>
          <p:nvPr/>
        </p:nvSpPr>
        <p:spPr>
          <a:xfrm>
            <a:off x="75994" y="3789040"/>
            <a:ext cx="6665607" cy="400110"/>
          </a:xfrm>
          <a:prstGeom prst="rect">
            <a:avLst/>
          </a:prstGeom>
        </p:spPr>
        <p:txBody>
          <a:bodyPr wrap="none">
            <a:spAutoFit/>
          </a:bodyPr>
          <a:lstStyle/>
          <a:p>
            <a:r>
              <a:rPr lang="en-GB" sz="2000" b="1" dirty="0">
                <a:solidFill>
                  <a:srgbClr val="0070C0"/>
                </a:solidFill>
                <a:latin typeface="Georgia" panose="02040502050405020303" pitchFamily="18" charset="0"/>
              </a:rPr>
              <a:t>Add Logging java statement to </a:t>
            </a:r>
            <a:r>
              <a:rPr lang="en-GB" sz="2000" b="1" dirty="0" err="1">
                <a:solidFill>
                  <a:srgbClr val="0070C0"/>
                </a:solidFill>
                <a:latin typeface="Georgia" panose="02040502050405020303" pitchFamily="18" charset="0"/>
              </a:rPr>
              <a:t>MainActivity</a:t>
            </a:r>
            <a:r>
              <a:rPr lang="en-GB" sz="2000" b="1" dirty="0">
                <a:solidFill>
                  <a:srgbClr val="0070C0"/>
                </a:solidFill>
                <a:latin typeface="Georgia" panose="02040502050405020303" pitchFamily="18" charset="0"/>
              </a:rPr>
              <a:t> Class</a:t>
            </a:r>
          </a:p>
        </p:txBody>
      </p:sp>
      <p:sp>
        <p:nvSpPr>
          <p:cNvPr id="9" name="Rectangle 8"/>
          <p:cNvSpPr/>
          <p:nvPr/>
        </p:nvSpPr>
        <p:spPr>
          <a:xfrm>
            <a:off x="231298" y="4303287"/>
            <a:ext cx="8790321" cy="2015936"/>
          </a:xfrm>
          <a:prstGeom prst="rect">
            <a:avLst/>
          </a:prstGeom>
        </p:spPr>
        <p:txBody>
          <a:bodyPr wrap="square">
            <a:spAutoFit/>
          </a:bodyPr>
          <a:lstStyle/>
          <a:p>
            <a:r>
              <a:rPr lang="en-GB" sz="1400" b="1" dirty="0">
                <a:latin typeface="Georgia" panose="02040502050405020303" pitchFamily="18" charset="0"/>
              </a:rPr>
              <a:t>import </a:t>
            </a:r>
            <a:r>
              <a:rPr lang="en-GB" sz="1400" b="1" dirty="0" err="1">
                <a:latin typeface="Georgia" panose="02040502050405020303" pitchFamily="18" charset="0"/>
              </a:rPr>
              <a:t>android.util.Log</a:t>
            </a:r>
            <a:r>
              <a:rPr lang="en-GB" sz="1400" b="1" dirty="0">
                <a:latin typeface="Georgia" panose="02040502050405020303" pitchFamily="18" charset="0"/>
              </a:rPr>
              <a:t>; </a:t>
            </a:r>
          </a:p>
          <a:p>
            <a:endParaRPr lang="en-GB" sz="900" dirty="0"/>
          </a:p>
          <a:p>
            <a:r>
              <a:rPr lang="en-GB" sz="1400" dirty="0"/>
              <a:t>// Use class name as tag </a:t>
            </a:r>
          </a:p>
          <a:p>
            <a:endParaRPr lang="en-GB" sz="900" dirty="0"/>
          </a:p>
          <a:p>
            <a:r>
              <a:rPr lang="en-GB" sz="1400" b="1" dirty="0">
                <a:latin typeface="Georgia" panose="02040502050405020303" pitchFamily="18" charset="0"/>
              </a:rPr>
              <a:t>private static final String TAG =       </a:t>
            </a:r>
            <a:r>
              <a:rPr lang="en-GB" sz="1400" b="1" dirty="0" err="1">
                <a:latin typeface="Georgia" panose="02040502050405020303" pitchFamily="18" charset="0"/>
              </a:rPr>
              <a:t>MainActivity.class.getSimpleName</a:t>
            </a:r>
            <a:r>
              <a:rPr lang="en-GB" sz="1400" b="1" dirty="0">
                <a:latin typeface="Georgia" panose="02040502050405020303" pitchFamily="18" charset="0"/>
              </a:rPr>
              <a:t>(); </a:t>
            </a:r>
          </a:p>
          <a:p>
            <a:endParaRPr lang="en-GB" sz="1400" dirty="0"/>
          </a:p>
          <a:p>
            <a:r>
              <a:rPr lang="en-GB" sz="1400" dirty="0"/>
              <a:t>// Show message in Android Monitor, logcat pane </a:t>
            </a:r>
          </a:p>
          <a:p>
            <a:r>
              <a:rPr lang="en-GB" sz="1400" dirty="0"/>
              <a:t>// Log.&lt;log-level&gt;(TAG, "Message"); </a:t>
            </a:r>
          </a:p>
          <a:p>
            <a:endParaRPr lang="en-GB" sz="900" dirty="0"/>
          </a:p>
          <a:p>
            <a:r>
              <a:rPr lang="en-GB" sz="1400" b="1" dirty="0" err="1">
                <a:latin typeface="Georgia" panose="02040502050405020303" pitchFamily="18" charset="0"/>
              </a:rPr>
              <a:t>Log.d</a:t>
            </a:r>
            <a:r>
              <a:rPr lang="en-GB" sz="1400" b="1" dirty="0">
                <a:latin typeface="Georgia" panose="02040502050405020303" pitchFamily="18" charset="0"/>
              </a:rPr>
              <a:t>(TAG, “Creating the URI…”);</a:t>
            </a:r>
          </a:p>
        </p:txBody>
      </p:sp>
    </p:spTree>
    <p:extLst>
      <p:ext uri="{BB962C8B-B14F-4D97-AF65-F5344CB8AC3E}">
        <p14:creationId xmlns:p14="http://schemas.microsoft.com/office/powerpoint/2010/main" val="697891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65"/>
          <p:cNvSpPr txBox="1">
            <a:spLocks noGrp="1"/>
          </p:cNvSpPr>
          <p:nvPr>
            <p:ph type="title"/>
          </p:nvPr>
        </p:nvSpPr>
        <p:spPr>
          <a:xfrm>
            <a:off x="128464" y="260648"/>
            <a:ext cx="9230650" cy="620425"/>
          </a:xfrm>
          <a:prstGeom prst="rect">
            <a:avLst/>
          </a:prstGeom>
        </p:spPr>
        <p:txBody>
          <a:bodyPr spcFirstLastPara="1" vert="horz" wrap="square" lIns="99044" tIns="99044" rIns="99044" bIns="99044" numCol="1" anchor="t" anchorCtr="0" compatLnSpc="1">
            <a:prstTxWarp prst="textNoShape">
              <a:avLst/>
            </a:prstTxWarp>
            <a:noAutofit/>
          </a:bodyPr>
          <a:lstStyle/>
          <a:p>
            <a:pPr>
              <a:buClr>
                <a:srgbClr val="000000"/>
              </a:buClr>
              <a:buSzPts val="1100"/>
            </a:pPr>
            <a:r>
              <a:rPr lang="en"/>
              <a:t>Learn more</a:t>
            </a:r>
            <a:endParaRPr/>
          </a:p>
        </p:txBody>
      </p:sp>
      <p:sp>
        <p:nvSpPr>
          <p:cNvPr id="415" name="Google Shape;415;p65"/>
          <p:cNvSpPr txBox="1">
            <a:spLocks noGrp="1"/>
          </p:cNvSpPr>
          <p:nvPr>
            <p:ph type="body" idx="1"/>
          </p:nvPr>
        </p:nvSpPr>
        <p:spPr>
          <a:xfrm>
            <a:off x="337675" y="2042577"/>
            <a:ext cx="9230650" cy="3653650"/>
          </a:xfrm>
          <a:prstGeom prst="rect">
            <a:avLst/>
          </a:prstGeom>
        </p:spPr>
        <p:txBody>
          <a:bodyPr spcFirstLastPara="1" vert="horz" wrap="square" lIns="99044" tIns="99044" rIns="99044" bIns="99044" numCol="1" anchor="t" anchorCtr="0" compatLnSpc="1">
            <a:prstTxWarp prst="textNoShape">
              <a:avLst/>
            </a:prstTxWarp>
            <a:noAutofit/>
          </a:bodyPr>
          <a:lstStyle/>
          <a:p>
            <a:pPr>
              <a:buChar char="●"/>
            </a:pPr>
            <a:r>
              <a:rPr lang="en" u="sng">
                <a:solidFill>
                  <a:schemeClr val="hlink"/>
                </a:solidFill>
                <a:hlinkClick r:id="rId3"/>
              </a:rPr>
              <a:t>Meet Android Studio</a:t>
            </a:r>
            <a:endParaRPr/>
          </a:p>
          <a:p>
            <a:pPr>
              <a:buChar char="●"/>
            </a:pPr>
            <a:r>
              <a:rPr lang="en"/>
              <a:t>Official Android documentation at </a:t>
            </a:r>
            <a:r>
              <a:rPr lang="en" u="sng">
                <a:solidFill>
                  <a:schemeClr val="hlink"/>
                </a:solidFill>
                <a:hlinkClick r:id="rId4"/>
              </a:rPr>
              <a:t>developer.android.com</a:t>
            </a:r>
            <a:endParaRPr/>
          </a:p>
          <a:p>
            <a:pPr>
              <a:buChar char="●"/>
            </a:pPr>
            <a:r>
              <a:rPr lang="en" u="sng">
                <a:solidFill>
                  <a:schemeClr val="hlink"/>
                </a:solidFill>
                <a:hlinkClick r:id="rId5"/>
              </a:rPr>
              <a:t>Create and Manage Virtual Devices</a:t>
            </a:r>
            <a:endParaRPr/>
          </a:p>
          <a:p>
            <a:pPr>
              <a:buChar char="●"/>
            </a:pPr>
            <a:r>
              <a:rPr lang="en" u="sng">
                <a:solidFill>
                  <a:schemeClr val="hlink"/>
                </a:solidFill>
                <a:hlinkClick r:id="rId6"/>
              </a:rPr>
              <a:t>Supporting Different Platform Versions</a:t>
            </a:r>
            <a:endParaRPr/>
          </a:p>
          <a:p>
            <a:pPr>
              <a:buChar char="●"/>
            </a:pPr>
            <a:r>
              <a:rPr lang="en" u="sng">
                <a:solidFill>
                  <a:schemeClr val="hlink"/>
                </a:solidFill>
                <a:hlinkClick r:id="rId7"/>
              </a:rPr>
              <a:t>Supporting Multiple Screens</a:t>
            </a:r>
            <a:endParaRPr/>
          </a:p>
        </p:txBody>
      </p:sp>
      <p:sp>
        <p:nvSpPr>
          <p:cNvPr id="416" name="Google Shape;416;p65"/>
          <p:cNvSpPr txBox="1">
            <a:spLocks noGrp="1"/>
          </p:cNvSpPr>
          <p:nvPr>
            <p:ph type="sldNum" idx="12"/>
          </p:nvPr>
        </p:nvSpPr>
        <p:spPr>
          <a:xfrm>
            <a:off x="9261046" y="5777306"/>
            <a:ext cx="594425" cy="426400"/>
          </a:xfrm>
          <a:prstGeom prst="rect">
            <a:avLst/>
          </a:prstGeom>
        </p:spPr>
        <p:txBody>
          <a:bodyPr spcFirstLastPara="1" vert="horz" wrap="square" lIns="99044" tIns="99044" rIns="99044" bIns="99044" rtlCol="0" anchor="ctr" anchorCtr="0">
            <a:noAutofit/>
          </a:bodyPr>
          <a:lstStyle/>
          <a:p>
            <a:pPr algn="r"/>
            <a:fld id="{00000000-1234-1234-1234-123412341234}" type="slidenum">
              <a:rPr lang="en"/>
              <a:pPr algn="r"/>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66"/>
          <p:cNvSpPr txBox="1">
            <a:spLocks noGrp="1"/>
          </p:cNvSpPr>
          <p:nvPr>
            <p:ph type="title"/>
          </p:nvPr>
        </p:nvSpPr>
        <p:spPr>
          <a:xfrm>
            <a:off x="128464" y="344081"/>
            <a:ext cx="9230650" cy="620425"/>
          </a:xfrm>
          <a:prstGeom prst="rect">
            <a:avLst/>
          </a:prstGeom>
        </p:spPr>
        <p:txBody>
          <a:bodyPr spcFirstLastPara="1" vert="horz" wrap="square" lIns="99044" tIns="99044" rIns="99044" bIns="99044" numCol="1" anchor="t" anchorCtr="0" compatLnSpc="1">
            <a:prstTxWarp prst="textNoShape">
              <a:avLst/>
            </a:prstTxWarp>
            <a:noAutofit/>
          </a:bodyPr>
          <a:lstStyle/>
          <a:p>
            <a:pPr>
              <a:buClr>
                <a:srgbClr val="000000"/>
              </a:buClr>
              <a:buSzPts val="1100"/>
            </a:pPr>
            <a:r>
              <a:rPr lang="en" dirty="0"/>
              <a:t>Learn even more</a:t>
            </a:r>
            <a:endParaRPr dirty="0"/>
          </a:p>
        </p:txBody>
      </p:sp>
      <p:sp>
        <p:nvSpPr>
          <p:cNvPr id="422" name="Google Shape;422;p66"/>
          <p:cNvSpPr txBox="1">
            <a:spLocks noGrp="1"/>
          </p:cNvSpPr>
          <p:nvPr>
            <p:ph type="body" idx="1"/>
          </p:nvPr>
        </p:nvSpPr>
        <p:spPr>
          <a:xfrm>
            <a:off x="337675" y="2372777"/>
            <a:ext cx="9230650" cy="2917525"/>
          </a:xfrm>
          <a:prstGeom prst="rect">
            <a:avLst/>
          </a:prstGeom>
        </p:spPr>
        <p:txBody>
          <a:bodyPr spcFirstLastPara="1" vert="horz" wrap="square" lIns="99044" tIns="99044" rIns="99044" bIns="99044" numCol="1" anchor="t" anchorCtr="0" compatLnSpc="1">
            <a:prstTxWarp prst="textNoShape">
              <a:avLst/>
            </a:prstTxWarp>
            <a:noAutofit/>
          </a:bodyPr>
          <a:lstStyle/>
          <a:p>
            <a:pPr>
              <a:buChar char="●"/>
            </a:pPr>
            <a:r>
              <a:rPr lang="en" u="sng">
                <a:solidFill>
                  <a:schemeClr val="hlink"/>
                </a:solidFill>
                <a:hlinkClick r:id="rId3"/>
              </a:rPr>
              <a:t>Gradle Wikipedia page</a:t>
            </a:r>
            <a:endParaRPr/>
          </a:p>
          <a:p>
            <a:pPr>
              <a:buChar char="●"/>
            </a:pPr>
            <a:r>
              <a:rPr lang="en" u="sng">
                <a:solidFill>
                  <a:schemeClr val="hlink"/>
                </a:solidFill>
                <a:hlinkClick r:id="rId4"/>
              </a:rPr>
              <a:t>Google Java Programming Language style guide</a:t>
            </a:r>
            <a:endParaRPr/>
          </a:p>
          <a:p>
            <a:pPr>
              <a:buChar char="●"/>
            </a:pPr>
            <a:r>
              <a:rPr lang="en"/>
              <a:t>Find answers at </a:t>
            </a:r>
            <a:r>
              <a:rPr lang="en" u="sng">
                <a:solidFill>
                  <a:schemeClr val="hlink"/>
                </a:solidFill>
                <a:hlinkClick r:id="rId5"/>
              </a:rPr>
              <a:t>Stackoverflow.com</a:t>
            </a:r>
            <a:endParaRPr/>
          </a:p>
        </p:txBody>
      </p:sp>
      <p:sp>
        <p:nvSpPr>
          <p:cNvPr id="423" name="Google Shape;423;p66"/>
          <p:cNvSpPr txBox="1">
            <a:spLocks noGrp="1"/>
          </p:cNvSpPr>
          <p:nvPr>
            <p:ph type="sldNum" idx="12"/>
          </p:nvPr>
        </p:nvSpPr>
        <p:spPr>
          <a:xfrm>
            <a:off x="9261046" y="5777306"/>
            <a:ext cx="594425" cy="426400"/>
          </a:xfrm>
          <a:prstGeom prst="rect">
            <a:avLst/>
          </a:prstGeom>
        </p:spPr>
        <p:txBody>
          <a:bodyPr spcFirstLastPara="1" vert="horz" wrap="square" lIns="99044" tIns="99044" rIns="99044" bIns="99044" rtlCol="0" anchor="ctr" anchorCtr="0">
            <a:noAutofit/>
          </a:bodyPr>
          <a:lstStyle/>
          <a:p>
            <a:pPr algn="r"/>
            <a:fld id="{00000000-1234-1234-1234-123412341234}" type="slidenum">
              <a:rPr lang="en"/>
              <a:pPr algn="r"/>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algn="r"/>
            <a:fld id="{00000000-1234-1234-1234-123412341234}" type="slidenum">
              <a:rPr lang="en" smtClean="0"/>
              <a:pPr algn="r"/>
              <a:t>41</a:t>
            </a:fld>
            <a:endParaRPr lang="en"/>
          </a:p>
        </p:txBody>
      </p:sp>
      <p:sp>
        <p:nvSpPr>
          <p:cNvPr id="5" name="Rectangle 2"/>
          <p:cNvSpPr>
            <a:spLocks noGrp="1" noChangeArrowheads="1"/>
          </p:cNvSpPr>
          <p:nvPr>
            <p:ph type="title"/>
          </p:nvPr>
        </p:nvSpPr>
        <p:spPr>
          <a:xfrm>
            <a:off x="560512" y="2924944"/>
            <a:ext cx="8229600" cy="490067"/>
          </a:xfrm>
        </p:spPr>
        <p:txBody>
          <a:bodyPr>
            <a:normAutofit fontScale="90000"/>
          </a:bodyPr>
          <a:lstStyle/>
          <a:p>
            <a:pPr algn="ctr"/>
            <a:r>
              <a:rPr lang="en-US" altLang="en-US" sz="3600" dirty="0">
                <a:solidFill>
                  <a:schemeClr val="tx1"/>
                </a:solidFill>
                <a:latin typeface="Georgia" panose="02040502050405020303" pitchFamily="18" charset="0"/>
              </a:rPr>
              <a:t>Any Questions?</a:t>
            </a:r>
          </a:p>
        </p:txBody>
      </p:sp>
    </p:spTree>
    <p:extLst>
      <p:ext uri="{BB962C8B-B14F-4D97-AF65-F5344CB8AC3E}">
        <p14:creationId xmlns:p14="http://schemas.microsoft.com/office/powerpoint/2010/main" val="3254922250"/>
      </p:ext>
    </p:extLst>
  </p:cSld>
  <p:clrMapOvr>
    <a:masterClrMapping/>
  </p:clrMapOvr>
</p:sld>
</file>

<file path=ppt/theme/theme1.xml><?xml version="1.0" encoding="utf-8"?>
<a:theme xmlns:a="http://schemas.openxmlformats.org/drawingml/2006/main" name="Bradford PPT_final_A">
  <a:themeElements>
    <a:clrScheme name="UOB Green">
      <a:dk1>
        <a:sysClr val="windowText" lastClr="000000"/>
      </a:dk1>
      <a:lt1>
        <a:sysClr val="window" lastClr="FFFFFF"/>
      </a:lt1>
      <a:dk2>
        <a:srgbClr val="005359"/>
      </a:dk2>
      <a:lt2>
        <a:srgbClr val="FFFFFF"/>
      </a:lt2>
      <a:accent1>
        <a:srgbClr val="87A529"/>
      </a:accent1>
      <a:accent2>
        <a:srgbClr val="009EB2"/>
      </a:accent2>
      <a:accent3>
        <a:srgbClr val="395E14"/>
      </a:accent3>
      <a:accent4>
        <a:srgbClr val="E6E7E8"/>
      </a:accent4>
      <a:accent5>
        <a:srgbClr val="C0E064"/>
      </a:accent5>
      <a:accent6>
        <a:srgbClr val="005359"/>
      </a:accent6>
      <a:hlink>
        <a:srgbClr val="009EB2"/>
      </a:hlink>
      <a:folHlink>
        <a:srgbClr val="87A52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0081BE"/>
          </a:solidFill>
        </a:ln>
        <a:effectLst/>
      </a:spPr>
      <a:bodyPr anchor="ctr"/>
      <a:lstStyle>
        <a:defPPr algn="ctr">
          <a:defRPr dirty="0">
            <a:latin typeface="Lucida Sans"/>
            <a:cs typeface="Lucida Sans"/>
          </a:defRPr>
        </a:defPPr>
      </a:lstStyle>
      <a:style>
        <a:lnRef idx="1">
          <a:schemeClr val="accent1"/>
        </a:lnRef>
        <a:fillRef idx="3">
          <a:schemeClr val="accent1"/>
        </a:fillRef>
        <a:effectRef idx="2">
          <a:schemeClr val="accent1"/>
        </a:effectRef>
        <a:fontRef idx="minor">
          <a:schemeClr val="lt1"/>
        </a:fontRef>
      </a:style>
    </a:spDef>
    <a:lnDef>
      <a:spPr>
        <a:ln w="12700">
          <a:solidFill>
            <a:srgbClr val="87A529"/>
          </a:solidFill>
          <a:prstDash val="sysDash"/>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latin typeface="Lucida Sans Unicode" panose="020B0602030504020204" pitchFamily="34" charset="0"/>
            <a:cs typeface="Lucida Sans Unicode" panose="020B0602030504020204"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uob-green-faculty-or-directorate-guide</Template>
  <TotalTime>156</TotalTime>
  <Words>2417</Words>
  <Application>Microsoft Office PowerPoint</Application>
  <PresentationFormat>A4 Paper (210x297 mm)</PresentationFormat>
  <Paragraphs>312</Paragraphs>
  <Slides>41</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MS PGothic</vt:lpstr>
      <vt:lpstr>MS PGothic</vt:lpstr>
      <vt:lpstr>Arial</vt:lpstr>
      <vt:lpstr>Calibri</vt:lpstr>
      <vt:lpstr>Corbel</vt:lpstr>
      <vt:lpstr>Georgia</vt:lpstr>
      <vt:lpstr>Lucida Sans</vt:lpstr>
      <vt:lpstr>Lucida Sans Unicode</vt:lpstr>
      <vt:lpstr>Wingdings</vt:lpstr>
      <vt:lpstr>Bradford PPT_final_A</vt:lpstr>
      <vt:lpstr>Mobile Application Development (COS7025-B)     Introduction to Android Software  Stack </vt:lpstr>
      <vt:lpstr>Contents</vt:lpstr>
      <vt:lpstr>PowerPoint Presentation</vt:lpstr>
      <vt:lpstr>PowerPoint Presentation</vt:lpstr>
      <vt:lpstr>PowerPoint Presentation</vt:lpstr>
      <vt:lpstr>PowerPoint Presentation</vt:lpstr>
      <vt:lpstr>PowerPoint Presentation</vt:lpstr>
      <vt:lpstr>PowerPoint Presentation</vt:lpstr>
      <vt:lpstr>Examples </vt:lpstr>
      <vt:lpstr>Industrial viewpoints</vt:lpstr>
      <vt:lpstr>PowerPoint Presentation</vt:lpstr>
      <vt:lpstr>Discussion: Success of Android</vt:lpstr>
      <vt:lpstr>Android – in numbers</vt:lpstr>
      <vt:lpstr>History of Android</vt:lpstr>
      <vt:lpstr>Operating Systems</vt:lpstr>
      <vt:lpstr>Feature of Android</vt:lpstr>
      <vt:lpstr>Feature of Android</vt:lpstr>
      <vt:lpstr>Android Software Stack</vt:lpstr>
      <vt:lpstr>PowerPoint Presentation</vt:lpstr>
      <vt:lpstr>Hardware Abstraction Layer (HAL)</vt:lpstr>
      <vt:lpstr>Android Runtime and Native Libraries</vt:lpstr>
      <vt:lpstr>Android Java API Framework</vt:lpstr>
      <vt:lpstr>Android System Apps</vt:lpstr>
      <vt:lpstr>Mobile App Development</vt:lpstr>
      <vt:lpstr>Q:Java Compiler and Virtual Machine (platform independent + portable)</vt:lpstr>
      <vt:lpstr>Android Versions</vt:lpstr>
      <vt:lpstr>What is Android Mobile App?</vt:lpstr>
      <vt:lpstr>Building Block for Android Mobile App </vt:lpstr>
      <vt:lpstr>What is Android Studio?</vt:lpstr>
      <vt:lpstr>Creating a new project inside Android Studio</vt:lpstr>
      <vt:lpstr>Select activity template</vt:lpstr>
      <vt:lpstr>Name your Mobile App</vt:lpstr>
      <vt:lpstr>Android Project Folder</vt:lpstr>
      <vt:lpstr>Run your Mobile App</vt:lpstr>
      <vt:lpstr>Create and configure virtual device</vt:lpstr>
      <vt:lpstr>Run on a virtual device</vt:lpstr>
      <vt:lpstr>Run on a physical device</vt:lpstr>
      <vt:lpstr>Getting feedback as your app runs</vt:lpstr>
      <vt:lpstr>Learn more</vt:lpstr>
      <vt:lpstr>Learn even more</vt:lpstr>
      <vt:lpstr>Any Questions?</vt:lpstr>
    </vt:vector>
  </TitlesOfParts>
  <Company>University of Bradford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Application Development (COS7025-B)     Introduction to Android Software  Stack</dc:title>
  <dc:creator>Karim Sadik</dc:creator>
  <cp:lastModifiedBy>karimadmin</cp:lastModifiedBy>
  <cp:revision>10</cp:revision>
  <cp:lastPrinted>2014-07-11T09:48:52Z</cp:lastPrinted>
  <dcterms:created xsi:type="dcterms:W3CDTF">2025-07-22T12:14:46Z</dcterms:created>
  <dcterms:modified xsi:type="dcterms:W3CDTF">2025-07-26T14:15:01Z</dcterms:modified>
</cp:coreProperties>
</file>