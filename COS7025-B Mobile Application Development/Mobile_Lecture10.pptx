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6" r:id="rId2"/>
    <p:sldId id="485" r:id="rId3"/>
    <p:sldId id="486" r:id="rId4"/>
    <p:sldId id="487" r:id="rId5"/>
    <p:sldId id="502" r:id="rId6"/>
    <p:sldId id="488" r:id="rId7"/>
    <p:sldId id="489" r:id="rId8"/>
    <p:sldId id="490" r:id="rId9"/>
    <p:sldId id="491" r:id="rId10"/>
    <p:sldId id="492" r:id="rId11"/>
    <p:sldId id="493" r:id="rId12"/>
    <p:sldId id="494" r:id="rId13"/>
    <p:sldId id="495" r:id="rId14"/>
    <p:sldId id="496" r:id="rId15"/>
    <p:sldId id="497" r:id="rId16"/>
    <p:sldId id="498" r:id="rId17"/>
    <p:sldId id="499" r:id="rId18"/>
    <p:sldId id="500" r:id="rId19"/>
    <p:sldId id="501" r:id="rId20"/>
    <p:sldId id="503" r:id="rId21"/>
    <p:sldId id="516" r:id="rId22"/>
    <p:sldId id="517" r:id="rId23"/>
    <p:sldId id="518" r:id="rId24"/>
    <p:sldId id="504" r:id="rId25"/>
    <p:sldId id="505" r:id="rId26"/>
    <p:sldId id="540" r:id="rId27"/>
    <p:sldId id="434" r:id="rId28"/>
    <p:sldId id="520" r:id="rId29"/>
  </p:sldIdLst>
  <p:sldSz cx="9906000" cy="6858000" type="A4"/>
  <p:notesSz cx="6858000" cy="9144000"/>
  <p:defaultTextStyle>
    <a:defPPr>
      <a:defRPr lang="en-US"/>
    </a:defPPr>
    <a:lvl1pPr algn="l"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071">
          <p15:clr>
            <a:srgbClr val="A4A3A4"/>
          </p15:clr>
        </p15:guide>
        <p15:guide id="2" orient="horz" pos="1108">
          <p15:clr>
            <a:srgbClr val="A4A3A4"/>
          </p15:clr>
        </p15:guide>
        <p15:guide id="3">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1BE"/>
    <a:srgbClr val="9E0F1D"/>
    <a:srgbClr val="693B68"/>
    <a:srgbClr val="36001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varScale="1">
        <p:scale>
          <a:sx n="77" d="100"/>
          <a:sy n="77" d="100"/>
        </p:scale>
        <p:origin x="1066" y="72"/>
      </p:cViewPr>
      <p:guideLst>
        <p:guide orient="horz" pos="1071"/>
        <p:guide orient="horz" pos="1108"/>
        <p:guide/>
      </p:guideLst>
    </p:cSldViewPr>
  </p:slideViewPr>
  <p:notesTextViewPr>
    <p:cViewPr>
      <p:scale>
        <a:sx n="1" d="1"/>
        <a:sy n="1" d="1"/>
      </p:scale>
      <p:origin x="0" y="0"/>
    </p:cViewPr>
  </p:notesTextViewPr>
  <p:notesViewPr>
    <p:cSldViewPr>
      <p:cViewPr varScale="1">
        <p:scale>
          <a:sx n="55" d="100"/>
          <a:sy n="55" d="100"/>
        </p:scale>
        <p:origin x="-2502"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D22EBD4A-5895-A54E-A055-EDAC0AE85B12}" type="datetimeFigureOut">
              <a:rPr lang="en-GB"/>
              <a:pPr>
                <a:defRPr/>
              </a:pPr>
              <a:t>20/11/2025</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A47DD014-F3DA-9946-8CC1-301B1D99833A}" type="slidenum">
              <a:rPr lang="en-GB"/>
              <a:pPr>
                <a:defRPr/>
              </a:pPr>
              <a:t>‹#›</a:t>
            </a:fld>
            <a:endParaRPr lang="en-GB"/>
          </a:p>
        </p:txBody>
      </p:sp>
    </p:spTree>
    <p:extLst>
      <p:ext uri="{BB962C8B-B14F-4D97-AF65-F5344CB8AC3E}">
        <p14:creationId xmlns:p14="http://schemas.microsoft.com/office/powerpoint/2010/main" val="23707200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0C6EAC80-80B2-FE4F-B44C-ECDD3CC6FD34}" type="datetimeFigureOut">
              <a:rPr lang="en-GB"/>
              <a:pPr>
                <a:defRPr/>
              </a:pPr>
              <a:t>20/11/2025</a:t>
            </a:fld>
            <a:endParaRPr lang="en-GB"/>
          </a:p>
        </p:txBody>
      </p:sp>
      <p:sp>
        <p:nvSpPr>
          <p:cNvPr id="4" name="Slide Image Placeholder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B138381A-76B6-2948-B558-3F957563774C}" type="slidenum">
              <a:rPr lang="en-GB"/>
              <a:pPr>
                <a:defRPr/>
              </a:pPr>
              <a:t>‹#›</a:t>
            </a:fld>
            <a:endParaRPr lang="en-GB"/>
          </a:p>
        </p:txBody>
      </p:sp>
    </p:spTree>
    <p:extLst>
      <p:ext uri="{BB962C8B-B14F-4D97-AF65-F5344CB8AC3E}">
        <p14:creationId xmlns:p14="http://schemas.microsoft.com/office/powerpoint/2010/main" val="1630275205"/>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742950" y="1916839"/>
            <a:ext cx="8420100" cy="1470025"/>
          </a:xfrm>
        </p:spPr>
        <p:txBody>
          <a:bodyPr/>
          <a:lstStyle>
            <a:lvl1pPr algn="ctr">
              <a:defRPr>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3672607"/>
            <a:ext cx="6934200" cy="1752600"/>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6" name="Date Placeholder 3"/>
          <p:cNvSpPr>
            <a:spLocks noGrp="1"/>
          </p:cNvSpPr>
          <p:nvPr>
            <p:ph type="dt" sz="half" idx="10"/>
          </p:nvPr>
        </p:nvSpPr>
        <p:spPr/>
        <p:txBody>
          <a:bodyPr/>
          <a:lstStyle>
            <a:lvl1pPr>
              <a:defRPr/>
            </a:lvl1pPr>
          </a:lstStyle>
          <a:p>
            <a:pPr>
              <a:defRPr/>
            </a:pPr>
            <a:fld id="{B5568D4F-4E96-4841-A1F5-19AC2D41DEB5}" type="datetime3">
              <a:rPr lang="en-GB"/>
              <a:pPr>
                <a:defRPr/>
              </a:pPr>
              <a:t>20 November,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0A8E8C3C-0935-FD48-B11D-125A6C8E73DE}" type="slidenum">
              <a:rPr lang="en-GB"/>
              <a:pPr>
                <a:defRPr/>
              </a:pPr>
              <a:t>‹#›</a:t>
            </a:fld>
            <a:endParaRPr lang="en-GB" dirty="0"/>
          </a:p>
        </p:txBody>
      </p:sp>
    </p:spTree>
    <p:extLst>
      <p:ext uri="{BB962C8B-B14F-4D97-AF65-F5344CB8AC3E}">
        <p14:creationId xmlns:p14="http://schemas.microsoft.com/office/powerpoint/2010/main" val="1445450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Content Placeholder 2"/>
          <p:cNvSpPr>
            <a:spLocks noGrp="1"/>
          </p:cNvSpPr>
          <p:nvPr>
            <p:ph idx="1"/>
          </p:nvPr>
        </p:nvSpPr>
        <p:spPr>
          <a:xfrm>
            <a:off x="1025525" y="1114425"/>
            <a:ext cx="8485605" cy="5122887"/>
          </a:xfrm>
        </p:spPr>
        <p:txBody>
          <a:bodyPr>
            <a:normAutofit/>
          </a:bodyPr>
          <a:lstStyle>
            <a:lvl1pPr>
              <a:defRPr sz="24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
        <p:nvSpPr>
          <p:cNvPr id="5" name="Date Placeholder 3"/>
          <p:cNvSpPr>
            <a:spLocks noGrp="1"/>
          </p:cNvSpPr>
          <p:nvPr>
            <p:ph type="dt" sz="half" idx="10"/>
          </p:nvPr>
        </p:nvSpPr>
        <p:spPr/>
        <p:txBody>
          <a:bodyPr/>
          <a:lstStyle>
            <a:lvl1pPr>
              <a:defRPr/>
            </a:lvl1pPr>
          </a:lstStyle>
          <a:p>
            <a:pPr>
              <a:defRPr/>
            </a:pPr>
            <a:fld id="{4BF4441D-FCF9-B841-8F75-F62C4FB0DAB0}" type="datetime3">
              <a:rPr lang="en-GB"/>
              <a:pPr>
                <a:defRPr/>
              </a:pPr>
              <a:t>20 November, 2025</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a:t>POWERPOINT PRESENTATION TEMPLATE GREEN</a:t>
            </a:r>
          </a:p>
        </p:txBody>
      </p:sp>
      <p:sp>
        <p:nvSpPr>
          <p:cNvPr id="7" name="Slide Number Placeholder 5"/>
          <p:cNvSpPr>
            <a:spLocks noGrp="1"/>
          </p:cNvSpPr>
          <p:nvPr>
            <p:ph type="sldNum" sz="quarter" idx="12"/>
          </p:nvPr>
        </p:nvSpPr>
        <p:spPr/>
        <p:txBody>
          <a:bodyPr/>
          <a:lstStyle>
            <a:lvl1pPr>
              <a:defRPr/>
            </a:lvl1pPr>
          </a:lstStyle>
          <a:p>
            <a:pPr>
              <a:defRPr/>
            </a:pPr>
            <a:fld id="{36EEE868-5A68-4147-BDAB-52F2EBBCC5A9}" type="slidenum">
              <a:rPr lang="en-GB"/>
              <a:pPr>
                <a:defRPr/>
              </a:pPr>
              <a:t>‹#›</a:t>
            </a:fld>
            <a:endParaRPr lang="en-GB" dirty="0"/>
          </a:p>
        </p:txBody>
      </p:sp>
    </p:spTree>
    <p:extLst>
      <p:ext uri="{BB962C8B-B14F-4D97-AF65-F5344CB8AC3E}">
        <p14:creationId xmlns:p14="http://schemas.microsoft.com/office/powerpoint/2010/main" val="2185098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80963"/>
            <a:ext cx="1728788" cy="684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25525" y="929928"/>
            <a:ext cx="8485605" cy="780762"/>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8485605" cy="4465662"/>
          </a:xfrm>
        </p:spPr>
        <p:txBody>
          <a:bodyPr>
            <a:normAutofit/>
          </a:bodyPr>
          <a:lstStyle>
            <a:lvl1pPr>
              <a:defRPr sz="24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Date Placeholder 3"/>
          <p:cNvSpPr>
            <a:spLocks noGrp="1"/>
          </p:cNvSpPr>
          <p:nvPr>
            <p:ph type="dt" sz="half" idx="10"/>
          </p:nvPr>
        </p:nvSpPr>
        <p:spPr/>
        <p:txBody>
          <a:bodyPr/>
          <a:lstStyle>
            <a:lvl1pPr>
              <a:defRPr/>
            </a:lvl1pPr>
          </a:lstStyle>
          <a:p>
            <a:pPr>
              <a:defRPr/>
            </a:pPr>
            <a:fld id="{6E7A35C8-07AA-F94B-83B0-C4A730E41B1B}" type="datetime3">
              <a:rPr lang="en-GB"/>
              <a:pPr>
                <a:defRPr/>
              </a:pPr>
              <a:t>20 November,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C1B0B1DF-C791-F345-ACE0-CA99EFF1D83D}" type="slidenum">
              <a:rPr lang="en-GB"/>
              <a:pPr>
                <a:defRPr/>
              </a:pPr>
              <a:t>‹#›</a:t>
            </a:fld>
            <a:endParaRPr lang="en-GB" dirty="0"/>
          </a:p>
        </p:txBody>
      </p:sp>
    </p:spTree>
    <p:extLst>
      <p:ext uri="{BB962C8B-B14F-4D97-AF65-F5344CB8AC3E}">
        <p14:creationId xmlns:p14="http://schemas.microsoft.com/office/powerpoint/2010/main" val="496284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cxnSp>
        <p:nvCxnSpPr>
          <p:cNvPr id="4" name="Straight Connector 3"/>
          <p:cNvCxnSpPr/>
          <p:nvPr userDrawn="1"/>
        </p:nvCxnSpPr>
        <p:spPr>
          <a:xfrm flipV="1">
            <a:off x="4953000" y="4464050"/>
            <a:ext cx="0" cy="569913"/>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cxnSp>
        <p:nvCxnSpPr>
          <p:cNvPr id="5" name="Straight Connector 4"/>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427722" y="1412776"/>
            <a:ext cx="3050556" cy="3050556"/>
          </a:xfrm>
          <a:ln w="12700" cap="rnd">
            <a:solidFill>
              <a:srgbClr val="87A529"/>
            </a:solidFill>
          </a:ln>
        </p:spPr>
        <p:txBody>
          <a:bodyPr lIns="108000" tIns="108000" rIns="108000" bIns="108000"/>
          <a:lstStyle>
            <a:lvl1pPr algn="ctr">
              <a:defRPr>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03319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0D995428-EAB3-764C-8677-F1F25470B456}" type="datetime3">
              <a:rPr lang="en-GB"/>
              <a:pPr>
                <a:defRPr/>
              </a:pPr>
              <a:t>20 November, 2025</a:t>
            </a:fld>
            <a:endParaRPr lang="en-GB"/>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EF20A639-F880-524E-92E8-3486672BD7AC}" type="slidenum">
              <a:rPr lang="en-GB"/>
              <a:pPr>
                <a:defRPr/>
              </a:pPr>
              <a:t>‹#›</a:t>
            </a:fld>
            <a:endParaRPr lang="en-GB"/>
          </a:p>
        </p:txBody>
      </p:sp>
    </p:spTree>
    <p:extLst>
      <p:ext uri="{BB962C8B-B14F-4D97-AF65-F5344CB8AC3E}">
        <p14:creationId xmlns:p14="http://schemas.microsoft.com/office/powerpoint/2010/main" val="2086483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cxnSp>
        <p:nvCxnSpPr>
          <p:cNvPr id="4" name="Straight Connector 3"/>
          <p:cNvCxnSpPr/>
          <p:nvPr userDrawn="1"/>
        </p:nvCxnSpPr>
        <p:spPr>
          <a:xfrm flipV="1">
            <a:off x="4953000" y="4464050"/>
            <a:ext cx="0" cy="569913"/>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cxnSp>
        <p:nvCxnSpPr>
          <p:cNvPr id="5" name="Straight Connector 4"/>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427722" y="1412776"/>
            <a:ext cx="3050556" cy="3050556"/>
          </a:xfrm>
          <a:solidFill>
            <a:schemeClr val="accent1"/>
          </a:solidFill>
          <a:ln>
            <a:solidFill>
              <a:srgbClr val="87A529"/>
            </a:solidFill>
          </a:ln>
        </p:spPr>
        <p:txBody>
          <a:bodyPr lIns="108000" tIns="108000" rIns="108000" bIns="108000">
            <a:normAutofit/>
          </a:bodyPr>
          <a:lstStyle>
            <a:lvl1pPr algn="ctr">
              <a:defRPr>
                <a:solidFill>
                  <a:schemeClr val="bg1"/>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03319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442D2F54-982D-E743-AA1F-7772CD9012E2}" type="datetime3">
              <a:rPr lang="en-GB"/>
              <a:pPr>
                <a:defRPr/>
              </a:pPr>
              <a:t>20 November, 2025</a:t>
            </a:fld>
            <a:endParaRPr lang="en-GB"/>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6122D634-E916-BD41-9F1F-E85E7417C396}" type="slidenum">
              <a:rPr lang="en-GB"/>
              <a:pPr>
                <a:defRPr/>
              </a:pPr>
              <a:t>‹#›</a:t>
            </a:fld>
            <a:endParaRPr lang="en-GB"/>
          </a:p>
        </p:txBody>
      </p:sp>
    </p:spTree>
    <p:extLst>
      <p:ext uri="{BB962C8B-B14F-4D97-AF65-F5344CB8AC3E}">
        <p14:creationId xmlns:p14="http://schemas.microsoft.com/office/powerpoint/2010/main" val="2694841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cxnSp>
        <p:nvCxnSpPr>
          <p:cNvPr id="5" name="Straight Connector 4"/>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742950" y="4521999"/>
            <a:ext cx="8420100" cy="864096"/>
          </a:xfrm>
        </p:spPr>
        <p:txBody>
          <a:bodyPr/>
          <a:lstStyle>
            <a:lvl1pPr algn="ctr">
              <a:defRPr sz="3600">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39323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8" name="Picture Placeholder 7"/>
          <p:cNvSpPr>
            <a:spLocks noGrp="1"/>
          </p:cNvSpPr>
          <p:nvPr>
            <p:ph type="pic" sz="quarter" idx="13"/>
          </p:nvPr>
        </p:nvSpPr>
        <p:spPr>
          <a:xfrm>
            <a:off x="2460636" y="1196400"/>
            <a:ext cx="4984728" cy="3240712"/>
          </a:xfrm>
        </p:spPr>
        <p:txBody>
          <a:bodyPr rtlCol="0">
            <a:normAutofit/>
          </a:bodyPr>
          <a:lstStyle/>
          <a:p>
            <a:pPr lvl="0"/>
            <a:r>
              <a:rPr lang="en-US" noProof="0"/>
              <a:t>Click icon to add picture</a:t>
            </a:r>
            <a:endParaRPr lang="en-GB" noProof="0"/>
          </a:p>
        </p:txBody>
      </p:sp>
      <p:sp>
        <p:nvSpPr>
          <p:cNvPr id="7" name="Date Placeholder 3"/>
          <p:cNvSpPr>
            <a:spLocks noGrp="1"/>
          </p:cNvSpPr>
          <p:nvPr>
            <p:ph type="dt" sz="half" idx="14"/>
          </p:nvPr>
        </p:nvSpPr>
        <p:spPr/>
        <p:txBody>
          <a:bodyPr/>
          <a:lstStyle>
            <a:lvl1pPr>
              <a:defRPr/>
            </a:lvl1pPr>
          </a:lstStyle>
          <a:p>
            <a:pPr>
              <a:defRPr/>
            </a:pPr>
            <a:fld id="{A4625123-537D-E741-BE56-D25E2B04354C}" type="datetime3">
              <a:rPr lang="en-GB"/>
              <a:pPr>
                <a:defRPr/>
              </a:pPr>
              <a:t>20 November, 2025</a:t>
            </a:fld>
            <a:endParaRPr lang="en-GB" dirty="0"/>
          </a:p>
        </p:txBody>
      </p:sp>
      <p:sp>
        <p:nvSpPr>
          <p:cNvPr id="9" name="Footer Placeholder 4"/>
          <p:cNvSpPr>
            <a:spLocks noGrp="1"/>
          </p:cNvSpPr>
          <p:nvPr>
            <p:ph type="ftr" sz="quarter" idx="15"/>
          </p:nvPr>
        </p:nvSpPr>
        <p:spPr/>
        <p:txBody>
          <a:bodyPr/>
          <a:lstStyle>
            <a:lvl1pPr>
              <a:defRPr/>
            </a:lvl1pPr>
          </a:lstStyle>
          <a:p>
            <a:pPr>
              <a:defRPr/>
            </a:pPr>
            <a:r>
              <a:rPr lang="en-GB"/>
              <a:t>POWERPOINT PRESENTATION TEMPLATE GREEN</a:t>
            </a:r>
            <a:endParaRPr lang="en-GB" dirty="0"/>
          </a:p>
        </p:txBody>
      </p:sp>
      <p:sp>
        <p:nvSpPr>
          <p:cNvPr id="10" name="Slide Number Placeholder 5"/>
          <p:cNvSpPr>
            <a:spLocks noGrp="1"/>
          </p:cNvSpPr>
          <p:nvPr>
            <p:ph type="sldNum" sz="quarter" idx="16"/>
          </p:nvPr>
        </p:nvSpPr>
        <p:spPr/>
        <p:txBody>
          <a:bodyPr/>
          <a:lstStyle>
            <a:lvl1pPr>
              <a:defRPr/>
            </a:lvl1pPr>
          </a:lstStyle>
          <a:p>
            <a:pPr>
              <a:defRPr/>
            </a:pPr>
            <a:fld id="{9FE7C140-4BC7-DD46-8CA3-C0DD924A0C2A}" type="slidenum">
              <a:rPr lang="en-GB"/>
              <a:pPr>
                <a:defRPr/>
              </a:pPr>
              <a:t>‹#›</a:t>
            </a:fld>
            <a:endParaRPr lang="en-GB" dirty="0"/>
          </a:p>
        </p:txBody>
      </p:sp>
    </p:spTree>
    <p:extLst>
      <p:ext uri="{BB962C8B-B14F-4D97-AF65-F5344CB8AC3E}">
        <p14:creationId xmlns:p14="http://schemas.microsoft.com/office/powerpoint/2010/main" val="427476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cxnSp>
        <p:nvCxnSpPr>
          <p:cNvPr id="5" name="Straight Connector 4"/>
          <p:cNvCxnSpPr>
            <a:stCxn id="8" idx="3"/>
          </p:cNvCxnSpPr>
          <p:nvPr userDrawn="1"/>
        </p:nvCxnSpPr>
        <p:spPr>
          <a:xfrm>
            <a:off x="4627563" y="3176588"/>
            <a:ext cx="649287" cy="0"/>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cxnSp>
        <p:nvCxnSpPr>
          <p:cNvPr id="6" name="Straight Connector 5"/>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7" name="Picture 12"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5276312" y="1917112"/>
            <a:ext cx="2520000" cy="2520000"/>
          </a:xfrm>
          <a:noFill/>
          <a:ln w="12700">
            <a:solidFill>
              <a:srgbClr val="87A529"/>
            </a:solidFill>
            <a:prstDash val="solid"/>
          </a:ln>
        </p:spPr>
        <p:txBody>
          <a:bodyPr lIns="108000" tIns="108000" rIns="108000" bIns="108000"/>
          <a:lstStyle>
            <a:lvl1pPr algn="ctr">
              <a:defRPr sz="3600">
                <a:solidFill>
                  <a:srgbClr val="87A529"/>
                </a:solidFill>
              </a:defRPr>
            </a:lvl1pPr>
          </a:lstStyle>
          <a:p>
            <a:r>
              <a:rPr lang="en-US"/>
              <a:t>Click to edit Master title style</a:t>
            </a:r>
            <a:endParaRPr lang="en-GB" dirty="0"/>
          </a:p>
        </p:txBody>
      </p:sp>
      <p:sp>
        <p:nvSpPr>
          <p:cNvPr id="8" name="Picture Placeholder 7"/>
          <p:cNvSpPr>
            <a:spLocks noGrp="1"/>
          </p:cNvSpPr>
          <p:nvPr>
            <p:ph type="pic" sz="quarter" idx="13"/>
          </p:nvPr>
        </p:nvSpPr>
        <p:spPr>
          <a:xfrm>
            <a:off x="2107960" y="1917112"/>
            <a:ext cx="2520000" cy="2520000"/>
          </a:xfrm>
        </p:spPr>
        <p:txBody>
          <a:bodyPr rtlCol="0">
            <a:normAutofit/>
          </a:bodyPr>
          <a:lstStyle/>
          <a:p>
            <a:pPr lvl="0"/>
            <a:r>
              <a:rPr lang="en-US" noProof="0"/>
              <a:t>Click icon to add picture</a:t>
            </a:r>
            <a:endParaRPr lang="en-GB" noProof="0" dirty="0"/>
          </a:p>
        </p:txBody>
      </p:sp>
      <p:sp>
        <p:nvSpPr>
          <p:cNvPr id="3" name="Subtitle 2"/>
          <p:cNvSpPr>
            <a:spLocks noGrp="1"/>
          </p:cNvSpPr>
          <p:nvPr>
            <p:ph type="subTitle" idx="1"/>
          </p:nvPr>
        </p:nvSpPr>
        <p:spPr>
          <a:xfrm>
            <a:off x="1485900" y="4869160"/>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9" name="Date Placeholder 3"/>
          <p:cNvSpPr>
            <a:spLocks noGrp="1"/>
          </p:cNvSpPr>
          <p:nvPr>
            <p:ph type="dt" sz="half" idx="14"/>
          </p:nvPr>
        </p:nvSpPr>
        <p:spPr/>
        <p:txBody>
          <a:bodyPr/>
          <a:lstStyle>
            <a:lvl1pPr>
              <a:defRPr/>
            </a:lvl1pPr>
          </a:lstStyle>
          <a:p>
            <a:pPr>
              <a:defRPr/>
            </a:pPr>
            <a:fld id="{527BB531-FD53-6A42-8437-AB036AED9633}" type="datetime3">
              <a:rPr lang="en-GB"/>
              <a:pPr>
                <a:defRPr/>
              </a:pPr>
              <a:t>20 November, 2025</a:t>
            </a:fld>
            <a:endParaRPr lang="en-GB"/>
          </a:p>
        </p:txBody>
      </p:sp>
      <p:sp>
        <p:nvSpPr>
          <p:cNvPr id="10" name="Footer Placeholder 4"/>
          <p:cNvSpPr>
            <a:spLocks noGrp="1"/>
          </p:cNvSpPr>
          <p:nvPr>
            <p:ph type="ftr" sz="quarter" idx="15"/>
          </p:nvPr>
        </p:nvSpPr>
        <p:spPr/>
        <p:txBody>
          <a:bodyPr/>
          <a:lstStyle>
            <a:lvl1pPr>
              <a:defRPr/>
            </a:lvl1pPr>
          </a:lstStyle>
          <a:p>
            <a:pPr>
              <a:defRPr/>
            </a:pPr>
            <a:r>
              <a:rPr lang="en-GB"/>
              <a:t>POWERPOINT PRESENTATION TEMPLATE GREEN</a:t>
            </a:r>
          </a:p>
        </p:txBody>
      </p:sp>
      <p:sp>
        <p:nvSpPr>
          <p:cNvPr id="11" name="Slide Number Placeholder 5"/>
          <p:cNvSpPr>
            <a:spLocks noGrp="1"/>
          </p:cNvSpPr>
          <p:nvPr>
            <p:ph type="sldNum" sz="quarter" idx="16"/>
          </p:nvPr>
        </p:nvSpPr>
        <p:spPr/>
        <p:txBody>
          <a:bodyPr/>
          <a:lstStyle>
            <a:lvl1pPr>
              <a:defRPr/>
            </a:lvl1pPr>
          </a:lstStyle>
          <a:p>
            <a:pPr>
              <a:defRPr/>
            </a:pPr>
            <a:fld id="{A4C009A3-AF77-304F-92E2-22002205EFCC}" type="slidenum">
              <a:rPr lang="en-GB"/>
              <a:pPr>
                <a:defRPr/>
              </a:pPr>
              <a:t>‹#›</a:t>
            </a:fld>
            <a:endParaRPr lang="en-GB"/>
          </a:p>
        </p:txBody>
      </p:sp>
    </p:spTree>
    <p:extLst>
      <p:ext uri="{BB962C8B-B14F-4D97-AF65-F5344CB8AC3E}">
        <p14:creationId xmlns:p14="http://schemas.microsoft.com/office/powerpoint/2010/main" val="1785435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5_Title Slide">
    <p:spTree>
      <p:nvGrpSpPr>
        <p:cNvPr id="1" name=""/>
        <p:cNvGrpSpPr/>
        <p:nvPr/>
      </p:nvGrpSpPr>
      <p:grpSpPr>
        <a:xfrm>
          <a:off x="0" y="0"/>
          <a:ext cx="0" cy="0"/>
          <a:chOff x="0" y="0"/>
          <a:chExt cx="0" cy="0"/>
        </a:xfrm>
      </p:grpSpPr>
      <p:cxnSp>
        <p:nvCxnSpPr>
          <p:cNvPr id="4" name="Straight Connector 3"/>
          <p:cNvCxnSpPr/>
          <p:nvPr userDrawn="1"/>
        </p:nvCxnSpPr>
        <p:spPr>
          <a:xfrm flipH="1">
            <a:off x="4632325" y="3425825"/>
            <a:ext cx="476250" cy="0"/>
          </a:xfrm>
          <a:prstGeom prst="line">
            <a:avLst/>
          </a:prstGeom>
          <a:ln w="12700" cmpd="sng">
            <a:solidFill>
              <a:srgbClr val="87A529"/>
            </a:solidFill>
            <a:prstDash val="sysDash"/>
          </a:ln>
        </p:spPr>
        <p:style>
          <a:lnRef idx="1">
            <a:schemeClr val="dk1"/>
          </a:lnRef>
          <a:fillRef idx="0">
            <a:schemeClr val="dk1"/>
          </a:fillRef>
          <a:effectRef idx="0">
            <a:schemeClr val="dk1"/>
          </a:effectRef>
          <a:fontRef idx="minor">
            <a:schemeClr val="tx1"/>
          </a:fontRef>
        </p:style>
      </p:cxnSp>
      <p:cxnSp>
        <p:nvCxnSpPr>
          <p:cNvPr id="5" name="Straight Connector 4"/>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2187575" cy="865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2111789" y="2166556"/>
            <a:ext cx="2520000" cy="2520000"/>
          </a:xfrm>
          <a:solidFill>
            <a:schemeClr val="accent1"/>
          </a:solidFill>
          <a:ln>
            <a:solidFill>
              <a:srgbClr val="87A529"/>
            </a:solidFill>
          </a:ln>
        </p:spPr>
        <p:txBody>
          <a:bodyPr lIns="108000" tIns="108000" rIns="108000" bIns="108000">
            <a:normAutofit/>
          </a:bodyPr>
          <a:lstStyle>
            <a:lvl1pPr algn="ctr">
              <a:defRPr sz="2400">
                <a:solidFill>
                  <a:schemeClr val="bg1"/>
                </a:solidFill>
              </a:defRPr>
            </a:lvl1pPr>
          </a:lstStyle>
          <a:p>
            <a:r>
              <a:rPr lang="en-US"/>
              <a:t>Click to edit Master title style</a:t>
            </a:r>
            <a:endParaRPr lang="en-GB" dirty="0"/>
          </a:p>
        </p:txBody>
      </p:sp>
      <p:sp>
        <p:nvSpPr>
          <p:cNvPr id="3" name="Subtitle 2"/>
          <p:cNvSpPr>
            <a:spLocks noGrp="1"/>
          </p:cNvSpPr>
          <p:nvPr>
            <p:ph type="subTitle" idx="1"/>
          </p:nvPr>
        </p:nvSpPr>
        <p:spPr>
          <a:xfrm>
            <a:off x="5109056" y="2166556"/>
            <a:ext cx="2520000" cy="2520000"/>
          </a:xfrm>
          <a:ln w="12700">
            <a:solidFill>
              <a:srgbClr val="87A529"/>
            </a:solidFill>
          </a:ln>
        </p:spPr>
        <p:txBody>
          <a:bodyPr lIns="108000" tIns="108000" rIns="108000" bIns="108000"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04BD460E-B54D-E546-92EF-4D2902D3E54F}" type="datetime3">
              <a:rPr lang="en-GB"/>
              <a:pPr>
                <a:defRPr/>
              </a:pPr>
              <a:t>20 November, 2025</a:t>
            </a:fld>
            <a:endParaRPr lang="en-GB"/>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781FE47B-26B3-1A40-A83C-170A74EA2250}" type="slidenum">
              <a:rPr lang="en-GB"/>
              <a:pPr>
                <a:defRPr/>
              </a:pPr>
              <a:t>‹#›</a:t>
            </a:fld>
            <a:endParaRPr lang="en-GB"/>
          </a:p>
        </p:txBody>
      </p:sp>
    </p:spTree>
    <p:extLst>
      <p:ext uri="{BB962C8B-B14F-4D97-AF65-F5344CB8AC3E}">
        <p14:creationId xmlns:p14="http://schemas.microsoft.com/office/powerpoint/2010/main" val="3400716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80963"/>
            <a:ext cx="1728788" cy="684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742950" y="2852936"/>
            <a:ext cx="8420100" cy="1362075"/>
          </a:xfrm>
        </p:spPr>
        <p:txBody>
          <a:bodyPr/>
          <a:lstStyle>
            <a:lvl1pPr algn="l">
              <a:defRPr sz="4000" b="1" cap="none"/>
            </a:lvl1pPr>
          </a:lstStyle>
          <a:p>
            <a:r>
              <a:rPr lang="en-US"/>
              <a:t>Click to edit Master title style</a:t>
            </a:r>
            <a:endParaRPr lang="en-GB" dirty="0"/>
          </a:p>
        </p:txBody>
      </p:sp>
      <p:sp>
        <p:nvSpPr>
          <p:cNvPr id="3" name="Text Placeholder 2"/>
          <p:cNvSpPr>
            <a:spLocks noGrp="1"/>
          </p:cNvSpPr>
          <p:nvPr>
            <p:ph type="body" idx="1"/>
          </p:nvPr>
        </p:nvSpPr>
        <p:spPr>
          <a:xfrm>
            <a:off x="742950" y="4509120"/>
            <a:ext cx="8420100" cy="1080120"/>
          </a:xfrm>
        </p:spPr>
        <p:txBody>
          <a:bodyPr anchor="ct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FCDE044D-56C9-D045-AD41-9211A2AB6C0C}" type="datetime3">
              <a:rPr lang="en-GB"/>
              <a:pPr>
                <a:defRPr/>
              </a:pPr>
              <a:t>20 November,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3CCFC4CA-12F0-4A4C-8629-C1CFD830D16C}" type="slidenum">
              <a:rPr lang="en-GB"/>
              <a:pPr>
                <a:defRPr/>
              </a:pPr>
              <a:t>‹#›</a:t>
            </a:fld>
            <a:endParaRPr lang="en-GB" dirty="0"/>
          </a:p>
        </p:txBody>
      </p:sp>
    </p:spTree>
    <p:extLst>
      <p:ext uri="{BB962C8B-B14F-4D97-AF65-F5344CB8AC3E}">
        <p14:creationId xmlns:p14="http://schemas.microsoft.com/office/powerpoint/2010/main" val="1216713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Content Placeholder 2"/>
          <p:cNvSpPr>
            <a:spLocks noGrp="1"/>
          </p:cNvSpPr>
          <p:nvPr>
            <p:ph idx="1"/>
          </p:nvPr>
        </p:nvSpPr>
        <p:spPr>
          <a:xfrm>
            <a:off x="1030724" y="1114426"/>
            <a:ext cx="5054084" cy="5122886"/>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rgbClr val="87A529"/>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endParaRPr lang="en-GB"/>
          </a:p>
        </p:txBody>
      </p:sp>
      <p:sp>
        <p:nvSpPr>
          <p:cNvPr id="7" name="Date Placeholder 3"/>
          <p:cNvSpPr>
            <a:spLocks noGrp="1"/>
          </p:cNvSpPr>
          <p:nvPr>
            <p:ph type="dt" sz="half" idx="14"/>
          </p:nvPr>
        </p:nvSpPr>
        <p:spPr/>
        <p:txBody>
          <a:bodyPr/>
          <a:lstStyle>
            <a:lvl1pPr>
              <a:defRPr/>
            </a:lvl1pPr>
          </a:lstStyle>
          <a:p>
            <a:pPr>
              <a:defRPr/>
            </a:pPr>
            <a:fld id="{1B447C88-C818-9543-9F1E-2A7C341B416F}" type="datetime3">
              <a:rPr lang="en-GB"/>
              <a:pPr>
                <a:defRPr/>
              </a:pPr>
              <a:t>20 November, 2025</a:t>
            </a:fld>
            <a:endParaRPr lang="en-GB"/>
          </a:p>
        </p:txBody>
      </p:sp>
      <p:sp>
        <p:nvSpPr>
          <p:cNvPr id="8" name="Footer Placeholder 4"/>
          <p:cNvSpPr>
            <a:spLocks noGrp="1"/>
          </p:cNvSpPr>
          <p:nvPr>
            <p:ph type="ftr" sz="quarter" idx="15"/>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16"/>
          </p:nvPr>
        </p:nvSpPr>
        <p:spPr/>
        <p:txBody>
          <a:bodyPr/>
          <a:lstStyle>
            <a:lvl1pPr>
              <a:defRPr/>
            </a:lvl1pPr>
          </a:lstStyle>
          <a:p>
            <a:pPr>
              <a:defRPr/>
            </a:pPr>
            <a:fld id="{7963A9D8-66EC-444B-9E6C-54113037B395}" type="slidenum">
              <a:rPr lang="en-GB"/>
              <a:pPr>
                <a:defRPr/>
              </a:pPr>
              <a:t>‹#›</a:t>
            </a:fld>
            <a:endParaRPr lang="en-GB"/>
          </a:p>
        </p:txBody>
      </p:sp>
    </p:spTree>
    <p:extLst>
      <p:ext uri="{BB962C8B-B14F-4D97-AF65-F5344CB8AC3E}">
        <p14:creationId xmlns:p14="http://schemas.microsoft.com/office/powerpoint/2010/main" val="3437626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7" name="Picture 12"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44488" y="44450"/>
            <a:ext cx="1800225" cy="712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25525" y="934120"/>
            <a:ext cx="8485605" cy="755933"/>
          </a:xfrm>
        </p:spPr>
        <p:txBody>
          <a:bodyPr/>
          <a:lstStyle/>
          <a:p>
            <a:r>
              <a:rPr lang="en-US"/>
              <a:t>Click to edit Master title style</a:t>
            </a:r>
            <a:endParaRPr lang="en-GB" dirty="0"/>
          </a:p>
        </p:txBody>
      </p:sp>
      <p:sp>
        <p:nvSpPr>
          <p:cNvPr id="3" name="Content Placeholder 2"/>
          <p:cNvSpPr>
            <a:spLocks noGrp="1"/>
          </p:cNvSpPr>
          <p:nvPr>
            <p:ph idx="1"/>
          </p:nvPr>
        </p:nvSpPr>
        <p:spPr>
          <a:xfrm>
            <a:off x="1030724" y="1771650"/>
            <a:ext cx="5054084"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noFill/>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rgbClr val="87A529"/>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Date Placeholder 3"/>
          <p:cNvSpPr>
            <a:spLocks noGrp="1"/>
          </p:cNvSpPr>
          <p:nvPr>
            <p:ph type="dt" sz="half" idx="14"/>
          </p:nvPr>
        </p:nvSpPr>
        <p:spPr/>
        <p:txBody>
          <a:bodyPr/>
          <a:lstStyle>
            <a:lvl1pPr>
              <a:defRPr/>
            </a:lvl1pPr>
          </a:lstStyle>
          <a:p>
            <a:pPr>
              <a:defRPr/>
            </a:pPr>
            <a:fld id="{B9035336-AB8F-714D-8E4E-F432E240A60F}" type="datetime3">
              <a:rPr lang="en-GB"/>
              <a:pPr>
                <a:defRPr/>
              </a:pPr>
              <a:t>20 November, 2025</a:t>
            </a:fld>
            <a:endParaRPr lang="en-GB"/>
          </a:p>
        </p:txBody>
      </p:sp>
      <p:sp>
        <p:nvSpPr>
          <p:cNvPr id="9" name="Footer Placeholder 4"/>
          <p:cNvSpPr>
            <a:spLocks noGrp="1"/>
          </p:cNvSpPr>
          <p:nvPr>
            <p:ph type="ftr" sz="quarter" idx="15"/>
          </p:nvPr>
        </p:nvSpPr>
        <p:spPr/>
        <p:txBody>
          <a:bodyPr/>
          <a:lstStyle>
            <a:lvl1pPr>
              <a:defRPr/>
            </a:lvl1pPr>
          </a:lstStyle>
          <a:p>
            <a:pPr>
              <a:defRPr/>
            </a:pPr>
            <a:r>
              <a:rPr lang="en-GB"/>
              <a:t>POWERPOINT PRESENTATION TEMPLATE GREEN</a:t>
            </a:r>
          </a:p>
        </p:txBody>
      </p:sp>
      <p:sp>
        <p:nvSpPr>
          <p:cNvPr id="11" name="Slide Number Placeholder 5"/>
          <p:cNvSpPr>
            <a:spLocks noGrp="1"/>
          </p:cNvSpPr>
          <p:nvPr>
            <p:ph type="sldNum" sz="quarter" idx="16"/>
          </p:nvPr>
        </p:nvSpPr>
        <p:spPr/>
        <p:txBody>
          <a:bodyPr/>
          <a:lstStyle>
            <a:lvl1pPr>
              <a:defRPr/>
            </a:lvl1pPr>
          </a:lstStyle>
          <a:p>
            <a:pPr>
              <a:defRPr/>
            </a:pPr>
            <a:fld id="{D8FB0D13-D08B-4549-AC14-0B4B4B9AF600}" type="slidenum">
              <a:rPr lang="en-GB"/>
              <a:pPr>
                <a:defRPr/>
              </a:pPr>
              <a:t>‹#›</a:t>
            </a:fld>
            <a:endParaRPr lang="en-GB"/>
          </a:p>
        </p:txBody>
      </p:sp>
    </p:spTree>
    <p:extLst>
      <p:ext uri="{BB962C8B-B14F-4D97-AF65-F5344CB8AC3E}">
        <p14:creationId xmlns:p14="http://schemas.microsoft.com/office/powerpoint/2010/main" val="2756948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Content Placeholder 2"/>
          <p:cNvSpPr>
            <a:spLocks noGrp="1"/>
          </p:cNvSpPr>
          <p:nvPr>
            <p:ph idx="1"/>
          </p:nvPr>
        </p:nvSpPr>
        <p:spPr>
          <a:xfrm>
            <a:off x="1025525" y="1114426"/>
            <a:ext cx="5079603" cy="5122886"/>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solidFill>
            <a:schemeClr val="accent1"/>
          </a:solidFill>
          <a:ln w="12700">
            <a:solidFill>
              <a:schemeClr val="accent1"/>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chemeClr val="bg1"/>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endParaRPr lang="en-GB"/>
          </a:p>
        </p:txBody>
      </p:sp>
      <p:sp>
        <p:nvSpPr>
          <p:cNvPr id="7" name="Date Placeholder 3"/>
          <p:cNvSpPr>
            <a:spLocks noGrp="1"/>
          </p:cNvSpPr>
          <p:nvPr>
            <p:ph type="dt" sz="half" idx="14"/>
          </p:nvPr>
        </p:nvSpPr>
        <p:spPr/>
        <p:txBody>
          <a:bodyPr/>
          <a:lstStyle>
            <a:lvl1pPr>
              <a:defRPr/>
            </a:lvl1pPr>
          </a:lstStyle>
          <a:p>
            <a:pPr>
              <a:defRPr/>
            </a:pPr>
            <a:fld id="{5122A1A8-B470-1540-864F-AF2C7D81F41B}" type="datetime3">
              <a:rPr lang="en-GB"/>
              <a:pPr>
                <a:defRPr/>
              </a:pPr>
              <a:t>20 November, 2025</a:t>
            </a:fld>
            <a:endParaRPr lang="en-GB"/>
          </a:p>
        </p:txBody>
      </p:sp>
      <p:sp>
        <p:nvSpPr>
          <p:cNvPr id="8" name="Footer Placeholder 4"/>
          <p:cNvSpPr>
            <a:spLocks noGrp="1"/>
          </p:cNvSpPr>
          <p:nvPr>
            <p:ph type="ftr" sz="quarter" idx="15"/>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16"/>
          </p:nvPr>
        </p:nvSpPr>
        <p:spPr/>
        <p:txBody>
          <a:bodyPr/>
          <a:lstStyle>
            <a:lvl1pPr>
              <a:defRPr/>
            </a:lvl1pPr>
          </a:lstStyle>
          <a:p>
            <a:pPr>
              <a:defRPr/>
            </a:pPr>
            <a:fld id="{A409793B-AD38-1A42-AA9D-4E06B7A01CA5}" type="slidenum">
              <a:rPr lang="en-GB"/>
              <a:pPr>
                <a:defRPr/>
              </a:pPr>
              <a:t>‹#›</a:t>
            </a:fld>
            <a:endParaRPr lang="en-GB"/>
          </a:p>
        </p:txBody>
      </p:sp>
    </p:spTree>
    <p:extLst>
      <p:ext uri="{BB962C8B-B14F-4D97-AF65-F5344CB8AC3E}">
        <p14:creationId xmlns:p14="http://schemas.microsoft.com/office/powerpoint/2010/main" val="24287539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7" name="Picture 12"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01600"/>
            <a:ext cx="1584325" cy="6270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25525" y="940088"/>
            <a:ext cx="8485605" cy="760125"/>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5079603"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solidFill>
            <a:schemeClr val="accent1"/>
          </a:solidFill>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chemeClr val="bg1"/>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Date Placeholder 3"/>
          <p:cNvSpPr>
            <a:spLocks noGrp="1"/>
          </p:cNvSpPr>
          <p:nvPr>
            <p:ph type="dt" sz="half" idx="14"/>
          </p:nvPr>
        </p:nvSpPr>
        <p:spPr/>
        <p:txBody>
          <a:bodyPr/>
          <a:lstStyle>
            <a:lvl1pPr>
              <a:defRPr/>
            </a:lvl1pPr>
          </a:lstStyle>
          <a:p>
            <a:pPr>
              <a:defRPr/>
            </a:pPr>
            <a:fld id="{48C42541-E997-4F49-85EF-4CCCF00D0EF9}" type="datetime3">
              <a:rPr lang="en-GB"/>
              <a:pPr>
                <a:defRPr/>
              </a:pPr>
              <a:t>20 November, 2025</a:t>
            </a:fld>
            <a:endParaRPr lang="en-GB"/>
          </a:p>
        </p:txBody>
      </p:sp>
      <p:sp>
        <p:nvSpPr>
          <p:cNvPr id="9" name="Footer Placeholder 4"/>
          <p:cNvSpPr>
            <a:spLocks noGrp="1"/>
          </p:cNvSpPr>
          <p:nvPr>
            <p:ph type="ftr" sz="quarter" idx="15"/>
          </p:nvPr>
        </p:nvSpPr>
        <p:spPr/>
        <p:txBody>
          <a:bodyPr/>
          <a:lstStyle>
            <a:lvl1pPr>
              <a:defRPr/>
            </a:lvl1pPr>
          </a:lstStyle>
          <a:p>
            <a:pPr>
              <a:defRPr/>
            </a:pPr>
            <a:r>
              <a:rPr lang="en-GB"/>
              <a:t>POWERPOINT PRESENTATION TEMPLATE GREEN</a:t>
            </a:r>
          </a:p>
        </p:txBody>
      </p:sp>
      <p:sp>
        <p:nvSpPr>
          <p:cNvPr id="11" name="Slide Number Placeholder 5"/>
          <p:cNvSpPr>
            <a:spLocks noGrp="1"/>
          </p:cNvSpPr>
          <p:nvPr>
            <p:ph type="sldNum" sz="quarter" idx="16"/>
          </p:nvPr>
        </p:nvSpPr>
        <p:spPr/>
        <p:txBody>
          <a:bodyPr/>
          <a:lstStyle>
            <a:lvl1pPr>
              <a:defRPr/>
            </a:lvl1pPr>
          </a:lstStyle>
          <a:p>
            <a:pPr>
              <a:defRPr/>
            </a:pPr>
            <a:fld id="{FC48B3D1-E818-B04E-A1F5-49B7F192273B}" type="slidenum">
              <a:rPr lang="en-GB"/>
              <a:pPr>
                <a:defRPr/>
              </a:pPr>
              <a:t>‹#›</a:t>
            </a:fld>
            <a:endParaRPr lang="en-GB"/>
          </a:p>
        </p:txBody>
      </p:sp>
    </p:spTree>
    <p:extLst>
      <p:ext uri="{BB962C8B-B14F-4D97-AF65-F5344CB8AC3E}">
        <p14:creationId xmlns:p14="http://schemas.microsoft.com/office/powerpoint/2010/main" val="17850928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cxnSp>
        <p:nvCxnSpPr>
          <p:cNvPr id="5" name="Straight Connector 4"/>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12" name="Picture Placeholder 13"/>
          <p:cNvSpPr>
            <a:spLocks noGrp="1"/>
          </p:cNvSpPr>
          <p:nvPr>
            <p:ph type="pic" sz="quarter" idx="17"/>
          </p:nvPr>
        </p:nvSpPr>
        <p:spPr>
          <a:xfrm>
            <a:off x="6753225" y="2060575"/>
            <a:ext cx="2016125" cy="2016125"/>
          </a:xfrm>
        </p:spPr>
        <p:txBody>
          <a:bodyPr/>
          <a:lstStyle>
            <a:lvl1pPr marL="0" indent="0">
              <a:buNone/>
              <a:defRPr/>
            </a:lvl1pPr>
          </a:lstStyle>
          <a:p>
            <a:pPr lvl="0"/>
            <a:r>
              <a:rPr lang="en-US" noProof="0"/>
              <a:t>Click icon to add picture</a:t>
            </a:r>
            <a:endParaRPr lang="en-GB" noProof="0" dirty="0"/>
          </a:p>
        </p:txBody>
      </p:sp>
      <p:sp>
        <p:nvSpPr>
          <p:cNvPr id="3" name="Content Placeholder 2"/>
          <p:cNvSpPr>
            <a:spLocks noGrp="1"/>
          </p:cNvSpPr>
          <p:nvPr>
            <p:ph idx="1"/>
          </p:nvPr>
        </p:nvSpPr>
        <p:spPr>
          <a:xfrm>
            <a:off x="1025525" y="1114426"/>
            <a:ext cx="5079603" cy="5122886"/>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itle 9"/>
          <p:cNvSpPr>
            <a:spLocks noGrp="1"/>
          </p:cNvSpPr>
          <p:nvPr>
            <p:ph type="title"/>
          </p:nvPr>
        </p:nvSpPr>
        <p:spPr/>
        <p:txBody>
          <a:bodyPr/>
          <a:lstStyle/>
          <a:p>
            <a:r>
              <a:rPr lang="en-US"/>
              <a:t>Click to edit Master title style</a:t>
            </a:r>
            <a:endParaRPr lang="en-GB"/>
          </a:p>
        </p:txBody>
      </p:sp>
      <p:sp>
        <p:nvSpPr>
          <p:cNvPr id="7" name="Date Placeholder 3"/>
          <p:cNvSpPr>
            <a:spLocks noGrp="1"/>
          </p:cNvSpPr>
          <p:nvPr>
            <p:ph type="dt" sz="half" idx="18"/>
          </p:nvPr>
        </p:nvSpPr>
        <p:spPr/>
        <p:txBody>
          <a:bodyPr/>
          <a:lstStyle>
            <a:lvl1pPr>
              <a:defRPr/>
            </a:lvl1pPr>
          </a:lstStyle>
          <a:p>
            <a:pPr>
              <a:defRPr/>
            </a:pPr>
            <a:fld id="{59CD75EA-DCC8-9840-917C-FAC56344F17F}" type="datetime3">
              <a:rPr lang="en-GB"/>
              <a:pPr>
                <a:defRPr/>
              </a:pPr>
              <a:t>20 November, 2025</a:t>
            </a:fld>
            <a:endParaRPr lang="en-GB"/>
          </a:p>
        </p:txBody>
      </p:sp>
      <p:sp>
        <p:nvSpPr>
          <p:cNvPr id="8" name="Footer Placeholder 4"/>
          <p:cNvSpPr>
            <a:spLocks noGrp="1"/>
          </p:cNvSpPr>
          <p:nvPr>
            <p:ph type="ftr" sz="quarter" idx="19"/>
          </p:nvPr>
        </p:nvSpPr>
        <p:spPr/>
        <p:txBody>
          <a:bodyPr/>
          <a:lstStyle>
            <a:lvl1pPr>
              <a:defRPr/>
            </a:lvl1pPr>
          </a:lstStyle>
          <a:p>
            <a:pPr>
              <a:defRPr/>
            </a:pPr>
            <a:r>
              <a:rPr lang="en-GB"/>
              <a:t>POWERPOINT PRESENTATION TEMPLATE GREEN</a:t>
            </a:r>
          </a:p>
        </p:txBody>
      </p:sp>
      <p:sp>
        <p:nvSpPr>
          <p:cNvPr id="9" name="Slide Number Placeholder 5"/>
          <p:cNvSpPr>
            <a:spLocks noGrp="1"/>
          </p:cNvSpPr>
          <p:nvPr>
            <p:ph type="sldNum" sz="quarter" idx="20"/>
          </p:nvPr>
        </p:nvSpPr>
        <p:spPr/>
        <p:txBody>
          <a:bodyPr/>
          <a:lstStyle>
            <a:lvl1pPr>
              <a:defRPr/>
            </a:lvl1pPr>
          </a:lstStyle>
          <a:p>
            <a:pPr>
              <a:defRPr/>
            </a:pPr>
            <a:fld id="{9417B891-E3D7-6F45-BE23-3A0F1D2E5D68}" type="slidenum">
              <a:rPr lang="en-GB"/>
              <a:pPr>
                <a:defRPr/>
              </a:pPr>
              <a:t>‹#›</a:t>
            </a:fld>
            <a:endParaRPr lang="en-GB"/>
          </a:p>
        </p:txBody>
      </p:sp>
    </p:spTree>
    <p:extLst>
      <p:ext uri="{BB962C8B-B14F-4D97-AF65-F5344CB8AC3E}">
        <p14:creationId xmlns:p14="http://schemas.microsoft.com/office/powerpoint/2010/main" val="1030107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cxnSp>
        <p:nvCxnSpPr>
          <p:cNvPr id="5" name="Straight Connector 4"/>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7"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1657350" cy="655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 name="Picture Placeholder 13"/>
          <p:cNvSpPr>
            <a:spLocks noGrp="1"/>
          </p:cNvSpPr>
          <p:nvPr>
            <p:ph type="pic" sz="quarter" idx="17"/>
          </p:nvPr>
        </p:nvSpPr>
        <p:spPr>
          <a:xfrm>
            <a:off x="6753225" y="2060575"/>
            <a:ext cx="2016125" cy="2016125"/>
          </a:xfrm>
        </p:spPr>
        <p:txBody>
          <a:bodyPr/>
          <a:lstStyle>
            <a:lvl1pPr marL="0" indent="0">
              <a:buNone/>
              <a:defRPr/>
            </a:lvl1pPr>
          </a:lstStyle>
          <a:p>
            <a:pPr lvl="0"/>
            <a:r>
              <a:rPr lang="en-US" noProof="0"/>
              <a:t>Click icon to add picture</a:t>
            </a:r>
            <a:endParaRPr lang="en-GB" noProof="0" dirty="0"/>
          </a:p>
        </p:txBody>
      </p:sp>
      <p:sp>
        <p:nvSpPr>
          <p:cNvPr id="2" name="Title 1"/>
          <p:cNvSpPr>
            <a:spLocks noGrp="1"/>
          </p:cNvSpPr>
          <p:nvPr>
            <p:ph type="title"/>
          </p:nvPr>
        </p:nvSpPr>
        <p:spPr>
          <a:xfrm>
            <a:off x="1025525" y="940088"/>
            <a:ext cx="8485605" cy="760125"/>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5079603"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Date Placeholder 3"/>
          <p:cNvSpPr>
            <a:spLocks noGrp="1"/>
          </p:cNvSpPr>
          <p:nvPr>
            <p:ph type="dt" sz="half" idx="18"/>
          </p:nvPr>
        </p:nvSpPr>
        <p:spPr/>
        <p:txBody>
          <a:bodyPr/>
          <a:lstStyle>
            <a:lvl1pPr>
              <a:defRPr/>
            </a:lvl1pPr>
          </a:lstStyle>
          <a:p>
            <a:pPr>
              <a:defRPr/>
            </a:pPr>
            <a:fld id="{FB32130F-0913-DF45-95C6-89DBAA63D3E9}" type="datetime3">
              <a:rPr lang="en-GB"/>
              <a:pPr>
                <a:defRPr/>
              </a:pPr>
              <a:t>20 November, 2025</a:t>
            </a:fld>
            <a:endParaRPr lang="en-GB"/>
          </a:p>
        </p:txBody>
      </p:sp>
      <p:sp>
        <p:nvSpPr>
          <p:cNvPr id="9" name="Footer Placeholder 4"/>
          <p:cNvSpPr>
            <a:spLocks noGrp="1"/>
          </p:cNvSpPr>
          <p:nvPr>
            <p:ph type="ftr" sz="quarter" idx="19"/>
          </p:nvPr>
        </p:nvSpPr>
        <p:spPr/>
        <p:txBody>
          <a:bodyPr/>
          <a:lstStyle>
            <a:lvl1pPr>
              <a:defRPr/>
            </a:lvl1pPr>
          </a:lstStyle>
          <a:p>
            <a:pPr>
              <a:defRPr/>
            </a:pPr>
            <a:r>
              <a:rPr lang="en-GB"/>
              <a:t>POWERPOINT PRESENTATION TEMPLATE GREEN</a:t>
            </a:r>
          </a:p>
        </p:txBody>
      </p:sp>
      <p:sp>
        <p:nvSpPr>
          <p:cNvPr id="10" name="Slide Number Placeholder 5"/>
          <p:cNvSpPr>
            <a:spLocks noGrp="1"/>
          </p:cNvSpPr>
          <p:nvPr>
            <p:ph type="sldNum" sz="quarter" idx="20"/>
          </p:nvPr>
        </p:nvSpPr>
        <p:spPr/>
        <p:txBody>
          <a:bodyPr/>
          <a:lstStyle>
            <a:lvl1pPr>
              <a:defRPr/>
            </a:lvl1pPr>
          </a:lstStyle>
          <a:p>
            <a:pPr>
              <a:defRPr/>
            </a:pPr>
            <a:fld id="{F190DA09-FF99-0649-8968-06384E36B96D}" type="slidenum">
              <a:rPr lang="en-GB"/>
              <a:pPr>
                <a:defRPr/>
              </a:pPr>
              <a:t>‹#›</a:t>
            </a:fld>
            <a:endParaRPr lang="en-GB"/>
          </a:p>
        </p:txBody>
      </p:sp>
    </p:spTree>
    <p:extLst>
      <p:ext uri="{BB962C8B-B14F-4D97-AF65-F5344CB8AC3E}">
        <p14:creationId xmlns:p14="http://schemas.microsoft.com/office/powerpoint/2010/main" val="16882678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Content Placeholder 2"/>
          <p:cNvSpPr>
            <a:spLocks noGrp="1"/>
          </p:cNvSpPr>
          <p:nvPr>
            <p:ph sz="half" idx="1"/>
          </p:nvPr>
        </p:nvSpPr>
        <p:spPr>
          <a:xfrm>
            <a:off x="1034088" y="1114426"/>
            <a:ext cx="4062928" cy="5011744"/>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5457056" y="1114426"/>
            <a:ext cx="4048894" cy="5011744"/>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
        <p:nvSpPr>
          <p:cNvPr id="6" name="Date Placeholder 3"/>
          <p:cNvSpPr>
            <a:spLocks noGrp="1"/>
          </p:cNvSpPr>
          <p:nvPr>
            <p:ph type="dt" sz="half" idx="10"/>
          </p:nvPr>
        </p:nvSpPr>
        <p:spPr/>
        <p:txBody>
          <a:bodyPr/>
          <a:lstStyle>
            <a:lvl1pPr>
              <a:defRPr/>
            </a:lvl1pPr>
          </a:lstStyle>
          <a:p>
            <a:pPr>
              <a:defRPr/>
            </a:pPr>
            <a:fld id="{8169D680-5E09-F74D-8047-C1E5DBBD3B29}" type="datetime3">
              <a:rPr lang="en-GB"/>
              <a:pPr>
                <a:defRPr/>
              </a:pPr>
              <a:t>20 November,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66A01427-B512-7248-A4CA-C97BF0071E51}" type="slidenum">
              <a:rPr lang="en-GB"/>
              <a:pPr>
                <a:defRPr/>
              </a:pPr>
              <a:t>‹#›</a:t>
            </a:fld>
            <a:endParaRPr lang="en-GB" dirty="0"/>
          </a:p>
        </p:txBody>
      </p:sp>
    </p:spTree>
    <p:extLst>
      <p:ext uri="{BB962C8B-B14F-4D97-AF65-F5344CB8AC3E}">
        <p14:creationId xmlns:p14="http://schemas.microsoft.com/office/powerpoint/2010/main" val="22723996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00225" cy="712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32163" y="933343"/>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1771650"/>
            <a:ext cx="4062928"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5457056" y="1771650"/>
            <a:ext cx="4048894"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3"/>
          <p:cNvSpPr>
            <a:spLocks noGrp="1"/>
          </p:cNvSpPr>
          <p:nvPr>
            <p:ph type="dt" sz="half" idx="10"/>
          </p:nvPr>
        </p:nvSpPr>
        <p:spPr/>
        <p:txBody>
          <a:bodyPr/>
          <a:lstStyle>
            <a:lvl1pPr>
              <a:defRPr/>
            </a:lvl1pPr>
          </a:lstStyle>
          <a:p>
            <a:pPr>
              <a:defRPr/>
            </a:pPr>
            <a:fld id="{E16A3276-1A0C-D446-AB2F-569EC9556028}" type="datetime3">
              <a:rPr lang="en-GB"/>
              <a:pPr>
                <a:defRPr/>
              </a:pPr>
              <a:t>20 November, 2025</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9" name="Slide Number Placeholder 5"/>
          <p:cNvSpPr>
            <a:spLocks noGrp="1"/>
          </p:cNvSpPr>
          <p:nvPr>
            <p:ph type="sldNum" sz="quarter" idx="12"/>
          </p:nvPr>
        </p:nvSpPr>
        <p:spPr/>
        <p:txBody>
          <a:bodyPr/>
          <a:lstStyle>
            <a:lvl1pPr>
              <a:defRPr/>
            </a:lvl1pPr>
          </a:lstStyle>
          <a:p>
            <a:pPr>
              <a:defRPr/>
            </a:pPr>
            <a:fld id="{19E353AB-A865-4446-87DC-AEDFA62A2921}" type="slidenum">
              <a:rPr lang="en-GB"/>
              <a:pPr>
                <a:defRPr/>
              </a:pPr>
              <a:t>‹#›</a:t>
            </a:fld>
            <a:endParaRPr lang="en-GB" dirty="0"/>
          </a:p>
        </p:txBody>
      </p:sp>
    </p:spTree>
    <p:extLst>
      <p:ext uri="{BB962C8B-B14F-4D97-AF65-F5344CB8AC3E}">
        <p14:creationId xmlns:p14="http://schemas.microsoft.com/office/powerpoint/2010/main" val="14341313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Content Placeholder 2"/>
          <p:cNvSpPr>
            <a:spLocks noGrp="1"/>
          </p:cNvSpPr>
          <p:nvPr>
            <p:ph sz="half" idx="1"/>
          </p:nvPr>
        </p:nvSpPr>
        <p:spPr>
          <a:xfrm>
            <a:off x="1034088" y="1112356"/>
            <a:ext cx="4062928" cy="5013814"/>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Picture Placeholder 10"/>
          <p:cNvSpPr>
            <a:spLocks noGrp="1"/>
          </p:cNvSpPr>
          <p:nvPr>
            <p:ph type="pic" sz="quarter" idx="13"/>
          </p:nvPr>
        </p:nvSpPr>
        <p:spPr>
          <a:xfrm>
            <a:off x="5457825" y="1114426"/>
            <a:ext cx="4049713" cy="5010150"/>
          </a:xfrm>
        </p:spPr>
        <p:txBody>
          <a:bodyPr/>
          <a:lstStyle>
            <a:lvl1pPr marL="0" indent="0">
              <a:buNone/>
              <a:defRPr/>
            </a:lvl1pPr>
          </a:lstStyle>
          <a:p>
            <a:pPr lvl="0"/>
            <a:r>
              <a:rPr lang="en-US" noProof="0"/>
              <a:t>Click icon to add picture</a:t>
            </a:r>
            <a:endParaRPr lang="en-GB" noProof="0" dirty="0"/>
          </a:p>
        </p:txBody>
      </p:sp>
      <p:sp>
        <p:nvSpPr>
          <p:cNvPr id="2" name="Title 1"/>
          <p:cNvSpPr>
            <a:spLocks noGrp="1"/>
          </p:cNvSpPr>
          <p:nvPr>
            <p:ph type="title"/>
          </p:nvPr>
        </p:nvSpPr>
        <p:spPr/>
        <p:txBody>
          <a:bodyPr/>
          <a:lstStyle/>
          <a:p>
            <a:r>
              <a:rPr lang="en-US"/>
              <a:t>Click to edit Master title style</a:t>
            </a:r>
            <a:endParaRPr lang="en-GB"/>
          </a:p>
        </p:txBody>
      </p:sp>
      <p:sp>
        <p:nvSpPr>
          <p:cNvPr id="6" name="Date Placeholder 3"/>
          <p:cNvSpPr>
            <a:spLocks noGrp="1"/>
          </p:cNvSpPr>
          <p:nvPr>
            <p:ph type="dt" sz="half" idx="14"/>
          </p:nvPr>
        </p:nvSpPr>
        <p:spPr/>
        <p:txBody>
          <a:bodyPr/>
          <a:lstStyle>
            <a:lvl1pPr>
              <a:defRPr/>
            </a:lvl1pPr>
          </a:lstStyle>
          <a:p>
            <a:pPr>
              <a:defRPr/>
            </a:pPr>
            <a:fld id="{B77C966C-6B72-5141-B469-5EAA79BF385D}" type="datetime3">
              <a:rPr lang="en-GB"/>
              <a:pPr>
                <a:defRPr/>
              </a:pPr>
              <a:t>20 November, 2025</a:t>
            </a:fld>
            <a:endParaRPr lang="en-GB" dirty="0"/>
          </a:p>
        </p:txBody>
      </p:sp>
      <p:sp>
        <p:nvSpPr>
          <p:cNvPr id="7" name="Footer Placeholder 4"/>
          <p:cNvSpPr>
            <a:spLocks noGrp="1"/>
          </p:cNvSpPr>
          <p:nvPr>
            <p:ph type="ftr" sz="quarter" idx="15"/>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6"/>
          </p:nvPr>
        </p:nvSpPr>
        <p:spPr/>
        <p:txBody>
          <a:bodyPr/>
          <a:lstStyle>
            <a:lvl1pPr>
              <a:defRPr/>
            </a:lvl1pPr>
          </a:lstStyle>
          <a:p>
            <a:pPr>
              <a:defRPr/>
            </a:pPr>
            <a:fld id="{B4072F7F-CAE4-184F-BD3C-1874F5B871D7}" type="slidenum">
              <a:rPr lang="en-GB"/>
              <a:pPr>
                <a:defRPr/>
              </a:pPr>
              <a:t>‹#›</a:t>
            </a:fld>
            <a:endParaRPr lang="en-GB" dirty="0"/>
          </a:p>
        </p:txBody>
      </p:sp>
    </p:spTree>
    <p:extLst>
      <p:ext uri="{BB962C8B-B14F-4D97-AF65-F5344CB8AC3E}">
        <p14:creationId xmlns:p14="http://schemas.microsoft.com/office/powerpoint/2010/main" val="11078856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1657350" cy="655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32163" y="933343"/>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1771650"/>
            <a:ext cx="4062928"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Picture Placeholder 10"/>
          <p:cNvSpPr>
            <a:spLocks noGrp="1"/>
          </p:cNvSpPr>
          <p:nvPr>
            <p:ph type="pic" sz="quarter" idx="13"/>
          </p:nvPr>
        </p:nvSpPr>
        <p:spPr>
          <a:xfrm>
            <a:off x="5457825" y="1773238"/>
            <a:ext cx="4049713" cy="4351337"/>
          </a:xfrm>
        </p:spPr>
        <p:txBody>
          <a:bodyPr/>
          <a:lstStyle>
            <a:lvl1pPr marL="0" indent="0">
              <a:buNone/>
              <a:defRPr/>
            </a:lvl1pPr>
          </a:lstStyle>
          <a:p>
            <a:pPr lvl="0"/>
            <a:r>
              <a:rPr lang="en-US" noProof="0"/>
              <a:t>Click icon to add picture</a:t>
            </a:r>
            <a:endParaRPr lang="en-GB" noProof="0" dirty="0"/>
          </a:p>
        </p:txBody>
      </p:sp>
      <p:sp>
        <p:nvSpPr>
          <p:cNvPr id="7" name="Date Placeholder 3"/>
          <p:cNvSpPr>
            <a:spLocks noGrp="1"/>
          </p:cNvSpPr>
          <p:nvPr>
            <p:ph type="dt" sz="half" idx="14"/>
          </p:nvPr>
        </p:nvSpPr>
        <p:spPr/>
        <p:txBody>
          <a:bodyPr/>
          <a:lstStyle>
            <a:lvl1pPr>
              <a:defRPr/>
            </a:lvl1pPr>
          </a:lstStyle>
          <a:p>
            <a:pPr>
              <a:defRPr/>
            </a:pPr>
            <a:fld id="{8CBBA733-5E18-704D-8A3E-0849B336BAB7}" type="datetime3">
              <a:rPr lang="en-GB"/>
              <a:pPr>
                <a:defRPr/>
              </a:pPr>
              <a:t>20 November, 2025</a:t>
            </a:fld>
            <a:endParaRPr lang="en-GB" dirty="0"/>
          </a:p>
        </p:txBody>
      </p:sp>
      <p:sp>
        <p:nvSpPr>
          <p:cNvPr id="8" name="Footer Placeholder 4"/>
          <p:cNvSpPr>
            <a:spLocks noGrp="1"/>
          </p:cNvSpPr>
          <p:nvPr>
            <p:ph type="ftr" sz="quarter" idx="15"/>
          </p:nvPr>
        </p:nvSpPr>
        <p:spPr/>
        <p:txBody>
          <a:bodyPr/>
          <a:lstStyle>
            <a:lvl1pPr>
              <a:defRPr/>
            </a:lvl1pPr>
          </a:lstStyle>
          <a:p>
            <a:pPr>
              <a:defRPr/>
            </a:pPr>
            <a:r>
              <a:rPr lang="en-GB"/>
              <a:t>POWERPOINT PRESENTATION TEMPLATE GREEN</a:t>
            </a:r>
            <a:endParaRPr lang="en-GB" dirty="0"/>
          </a:p>
        </p:txBody>
      </p:sp>
      <p:sp>
        <p:nvSpPr>
          <p:cNvPr id="9" name="Slide Number Placeholder 5"/>
          <p:cNvSpPr>
            <a:spLocks noGrp="1"/>
          </p:cNvSpPr>
          <p:nvPr>
            <p:ph type="sldNum" sz="quarter" idx="16"/>
          </p:nvPr>
        </p:nvSpPr>
        <p:spPr/>
        <p:txBody>
          <a:bodyPr/>
          <a:lstStyle>
            <a:lvl1pPr>
              <a:defRPr/>
            </a:lvl1pPr>
          </a:lstStyle>
          <a:p>
            <a:pPr>
              <a:defRPr/>
            </a:pPr>
            <a:fld id="{FD331DDB-933F-9844-BB22-08B7C9609136}" type="slidenum">
              <a:rPr lang="en-GB"/>
              <a:pPr>
                <a:defRPr/>
              </a:pPr>
              <a:t>‹#›</a:t>
            </a:fld>
            <a:endParaRPr lang="en-GB" dirty="0"/>
          </a:p>
        </p:txBody>
      </p:sp>
    </p:spTree>
    <p:extLst>
      <p:ext uri="{BB962C8B-B14F-4D97-AF65-F5344CB8AC3E}">
        <p14:creationId xmlns:p14="http://schemas.microsoft.com/office/powerpoint/2010/main" val="5896633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cxnSp>
        <p:nvCxnSpPr>
          <p:cNvPr id="7" name="Straight Connector 6"/>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Text Placeholder 2"/>
          <p:cNvSpPr>
            <a:spLocks noGrp="1"/>
          </p:cNvSpPr>
          <p:nvPr>
            <p:ph type="body" idx="1"/>
          </p:nvPr>
        </p:nvSpPr>
        <p:spPr>
          <a:xfrm>
            <a:off x="1034088" y="1124744"/>
            <a:ext cx="4068137"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34088" y="1916832"/>
            <a:ext cx="4068137" cy="4320480"/>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5448300" y="1124744"/>
            <a:ext cx="4071620"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48300" y="1916832"/>
            <a:ext cx="4071620" cy="4320480"/>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itle 10"/>
          <p:cNvSpPr>
            <a:spLocks noGrp="1"/>
          </p:cNvSpPr>
          <p:nvPr>
            <p:ph type="title"/>
          </p:nvPr>
        </p:nvSpPr>
        <p:spPr/>
        <p:txBody>
          <a:bodyPr/>
          <a:lstStyle/>
          <a:p>
            <a:r>
              <a:rPr lang="en-US"/>
              <a:t>Click to edit Master title style</a:t>
            </a:r>
            <a:endParaRPr lang="en-GB"/>
          </a:p>
        </p:txBody>
      </p:sp>
      <p:sp>
        <p:nvSpPr>
          <p:cNvPr id="8" name="Date Placeholder 3"/>
          <p:cNvSpPr>
            <a:spLocks noGrp="1"/>
          </p:cNvSpPr>
          <p:nvPr>
            <p:ph type="dt" sz="half" idx="10"/>
          </p:nvPr>
        </p:nvSpPr>
        <p:spPr/>
        <p:txBody>
          <a:bodyPr/>
          <a:lstStyle>
            <a:lvl1pPr>
              <a:defRPr/>
            </a:lvl1pPr>
          </a:lstStyle>
          <a:p>
            <a:pPr>
              <a:defRPr/>
            </a:pPr>
            <a:fld id="{3A5441FF-F6A3-EF42-B4DC-77CDBD117C18}" type="datetime3">
              <a:rPr lang="en-GB"/>
              <a:pPr>
                <a:defRPr/>
              </a:pPr>
              <a:t>20 November, 2025</a:t>
            </a:fld>
            <a:endParaRPr lang="en-GB" dirty="0"/>
          </a:p>
        </p:txBody>
      </p:sp>
      <p:sp>
        <p:nvSpPr>
          <p:cNvPr id="9"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10" name="Slide Number Placeholder 5"/>
          <p:cNvSpPr>
            <a:spLocks noGrp="1"/>
          </p:cNvSpPr>
          <p:nvPr>
            <p:ph type="sldNum" sz="quarter" idx="12"/>
          </p:nvPr>
        </p:nvSpPr>
        <p:spPr/>
        <p:txBody>
          <a:bodyPr/>
          <a:lstStyle>
            <a:lvl1pPr>
              <a:defRPr/>
            </a:lvl1pPr>
          </a:lstStyle>
          <a:p>
            <a:pPr>
              <a:defRPr/>
            </a:pPr>
            <a:fld id="{5825D98B-0F68-2E43-BC3B-3280CEDF0E33}" type="slidenum">
              <a:rPr lang="en-GB"/>
              <a:pPr>
                <a:defRPr/>
              </a:pPr>
              <a:t>‹#›</a:t>
            </a:fld>
            <a:endParaRPr lang="en-GB" dirty="0"/>
          </a:p>
        </p:txBody>
      </p:sp>
    </p:spTree>
    <p:extLst>
      <p:ext uri="{BB962C8B-B14F-4D97-AF65-F5344CB8AC3E}">
        <p14:creationId xmlns:p14="http://schemas.microsoft.com/office/powerpoint/2010/main" val="41212550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8"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00225" cy="712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31875" y="934045"/>
            <a:ext cx="8485188" cy="766763"/>
          </a:xfrm>
        </p:spPr>
        <p:txBody>
          <a:bodyPr/>
          <a:lstStyle>
            <a:lvl1pPr>
              <a:defRPr/>
            </a:lvl1pPr>
          </a:lstStyle>
          <a:p>
            <a:r>
              <a:rPr lang="en-US"/>
              <a:t>Click to edit Master title style</a:t>
            </a:r>
            <a:endParaRPr lang="en-GB" dirty="0"/>
          </a:p>
        </p:txBody>
      </p:sp>
      <p:sp>
        <p:nvSpPr>
          <p:cNvPr id="3" name="Text Placeholder 2"/>
          <p:cNvSpPr>
            <a:spLocks noGrp="1"/>
          </p:cNvSpPr>
          <p:nvPr>
            <p:ph type="body" idx="1"/>
          </p:nvPr>
        </p:nvSpPr>
        <p:spPr>
          <a:xfrm>
            <a:off x="1034088" y="1772816"/>
            <a:ext cx="4068137"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34088" y="2492896"/>
            <a:ext cx="4068137" cy="3744416"/>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5448300" y="1772816"/>
            <a:ext cx="4071620"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48300" y="2492896"/>
            <a:ext cx="4071620" cy="3744416"/>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Date Placeholder 3"/>
          <p:cNvSpPr>
            <a:spLocks noGrp="1"/>
          </p:cNvSpPr>
          <p:nvPr>
            <p:ph type="dt" sz="half" idx="10"/>
          </p:nvPr>
        </p:nvSpPr>
        <p:spPr/>
        <p:txBody>
          <a:bodyPr/>
          <a:lstStyle>
            <a:lvl1pPr>
              <a:defRPr/>
            </a:lvl1pPr>
          </a:lstStyle>
          <a:p>
            <a:pPr>
              <a:defRPr/>
            </a:pPr>
            <a:fld id="{4E5EDFE4-4D8A-7846-A0C4-2F016432D8F3}" type="datetime3">
              <a:rPr lang="en-GB"/>
              <a:pPr>
                <a:defRPr/>
              </a:pPr>
              <a:t>20 November, 2025</a:t>
            </a:fld>
            <a:endParaRPr lang="en-GB" dirty="0"/>
          </a:p>
        </p:txBody>
      </p:sp>
      <p:sp>
        <p:nvSpPr>
          <p:cNvPr id="10"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11" name="Slide Number Placeholder 5"/>
          <p:cNvSpPr>
            <a:spLocks noGrp="1"/>
          </p:cNvSpPr>
          <p:nvPr>
            <p:ph type="sldNum" sz="quarter" idx="12"/>
          </p:nvPr>
        </p:nvSpPr>
        <p:spPr/>
        <p:txBody>
          <a:bodyPr/>
          <a:lstStyle>
            <a:lvl1pPr>
              <a:defRPr/>
            </a:lvl1pPr>
          </a:lstStyle>
          <a:p>
            <a:pPr>
              <a:defRPr/>
            </a:pPr>
            <a:fld id="{D5C8BE3B-F668-DB4C-A0F2-E43A7C187F30}" type="slidenum">
              <a:rPr lang="en-GB"/>
              <a:pPr>
                <a:defRPr/>
              </a:pPr>
              <a:t>‹#›</a:t>
            </a:fld>
            <a:endParaRPr lang="en-GB" dirty="0"/>
          </a:p>
        </p:txBody>
      </p:sp>
    </p:spTree>
    <p:extLst>
      <p:ext uri="{BB962C8B-B14F-4D97-AF65-F5344CB8AC3E}">
        <p14:creationId xmlns:p14="http://schemas.microsoft.com/office/powerpoint/2010/main" val="7017190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cxnSp>
        <p:nvCxnSpPr>
          <p:cNvPr id="3" name="Straight Connector 2"/>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7" name="Title 6"/>
          <p:cNvSpPr>
            <a:spLocks noGrp="1"/>
          </p:cNvSpPr>
          <p:nvPr>
            <p:ph type="title"/>
          </p:nvPr>
        </p:nvSpPr>
        <p:spPr/>
        <p:txBody>
          <a:bodyPr/>
          <a:lstStyle/>
          <a:p>
            <a:r>
              <a:rPr lang="en-US"/>
              <a:t>Click to edit Master title style</a:t>
            </a:r>
            <a:endParaRPr lang="en-GB"/>
          </a:p>
        </p:txBody>
      </p:sp>
      <p:sp>
        <p:nvSpPr>
          <p:cNvPr id="4" name="Date Placeholder 3"/>
          <p:cNvSpPr>
            <a:spLocks noGrp="1"/>
          </p:cNvSpPr>
          <p:nvPr>
            <p:ph type="dt" sz="half" idx="10"/>
          </p:nvPr>
        </p:nvSpPr>
        <p:spPr/>
        <p:txBody>
          <a:bodyPr/>
          <a:lstStyle>
            <a:lvl1pPr>
              <a:defRPr/>
            </a:lvl1pPr>
          </a:lstStyle>
          <a:p>
            <a:pPr>
              <a:defRPr/>
            </a:pPr>
            <a:fld id="{609EE141-945D-9B45-B69D-164338EB0C16}" type="datetime3">
              <a:rPr lang="en-GB"/>
              <a:pPr>
                <a:defRPr/>
              </a:pPr>
              <a:t>20 November, 2025</a:t>
            </a:fld>
            <a:endParaRPr lang="en-GB" dirty="0"/>
          </a:p>
        </p:txBody>
      </p:sp>
      <p:sp>
        <p:nvSpPr>
          <p:cNvPr id="5"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6" name="Slide Number Placeholder 5"/>
          <p:cNvSpPr>
            <a:spLocks noGrp="1"/>
          </p:cNvSpPr>
          <p:nvPr>
            <p:ph type="sldNum" sz="quarter" idx="12"/>
          </p:nvPr>
        </p:nvSpPr>
        <p:spPr/>
        <p:txBody>
          <a:bodyPr/>
          <a:lstStyle>
            <a:lvl1pPr>
              <a:defRPr/>
            </a:lvl1pPr>
          </a:lstStyle>
          <a:p>
            <a:pPr>
              <a:defRPr/>
            </a:pPr>
            <a:fld id="{6B2937DF-DC3B-2B40-8064-4D2CB8147FB9}" type="slidenum">
              <a:rPr lang="en-GB"/>
              <a:pPr>
                <a:defRPr/>
              </a:pPr>
              <a:t>‹#›</a:t>
            </a:fld>
            <a:endParaRPr lang="en-GB" dirty="0"/>
          </a:p>
        </p:txBody>
      </p:sp>
    </p:spTree>
    <p:extLst>
      <p:ext uri="{BB962C8B-B14F-4D97-AF65-F5344CB8AC3E}">
        <p14:creationId xmlns:p14="http://schemas.microsoft.com/office/powerpoint/2010/main" val="31603255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4"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1728788" cy="684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31875" y="934045"/>
            <a:ext cx="8485188" cy="766763"/>
          </a:xfrm>
        </p:spPr>
        <p:txBody>
          <a:bodyPr/>
          <a:lstStyle/>
          <a:p>
            <a:r>
              <a:rPr lang="en-US"/>
              <a:t>Click to edit Master title style</a:t>
            </a:r>
            <a:endParaRPr lang="en-GB"/>
          </a:p>
        </p:txBody>
      </p:sp>
      <p:sp>
        <p:nvSpPr>
          <p:cNvPr id="5" name="Date Placeholder 3"/>
          <p:cNvSpPr>
            <a:spLocks noGrp="1"/>
          </p:cNvSpPr>
          <p:nvPr>
            <p:ph type="dt" sz="half" idx="10"/>
          </p:nvPr>
        </p:nvSpPr>
        <p:spPr/>
        <p:txBody>
          <a:bodyPr/>
          <a:lstStyle>
            <a:lvl1pPr>
              <a:defRPr/>
            </a:lvl1pPr>
          </a:lstStyle>
          <a:p>
            <a:pPr>
              <a:defRPr/>
            </a:pPr>
            <a:fld id="{CDF9FF54-C48D-DC49-B8E9-9BFF9633E595}" type="datetime3">
              <a:rPr lang="en-GB"/>
              <a:pPr>
                <a:defRPr/>
              </a:pPr>
              <a:t>20 November, 2025</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7" name="Slide Number Placeholder 5"/>
          <p:cNvSpPr>
            <a:spLocks noGrp="1"/>
          </p:cNvSpPr>
          <p:nvPr>
            <p:ph type="sldNum" sz="quarter" idx="12"/>
          </p:nvPr>
        </p:nvSpPr>
        <p:spPr/>
        <p:txBody>
          <a:bodyPr/>
          <a:lstStyle>
            <a:lvl1pPr>
              <a:defRPr/>
            </a:lvl1pPr>
          </a:lstStyle>
          <a:p>
            <a:pPr>
              <a:defRPr/>
            </a:pPr>
            <a:fld id="{9AEEB4C0-1156-3142-A0E4-36DE16FEE6CC}" type="slidenum">
              <a:rPr lang="en-GB"/>
              <a:pPr>
                <a:defRPr/>
              </a:pPr>
              <a:t>‹#›</a:t>
            </a:fld>
            <a:endParaRPr lang="en-GB" dirty="0"/>
          </a:p>
        </p:txBody>
      </p:sp>
    </p:spTree>
    <p:extLst>
      <p:ext uri="{BB962C8B-B14F-4D97-AF65-F5344CB8AC3E}">
        <p14:creationId xmlns:p14="http://schemas.microsoft.com/office/powerpoint/2010/main" val="30008154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cxnSp>
        <p:nvCxnSpPr>
          <p:cNvPr id="2" name="Straight Connector 1"/>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3" name="Date Placeholder 3"/>
          <p:cNvSpPr>
            <a:spLocks noGrp="1"/>
          </p:cNvSpPr>
          <p:nvPr>
            <p:ph type="dt" sz="half" idx="10"/>
          </p:nvPr>
        </p:nvSpPr>
        <p:spPr/>
        <p:txBody>
          <a:bodyPr/>
          <a:lstStyle>
            <a:lvl1pPr>
              <a:defRPr/>
            </a:lvl1pPr>
          </a:lstStyle>
          <a:p>
            <a:pPr>
              <a:defRPr/>
            </a:pPr>
            <a:fld id="{435386D1-55F4-274E-8E31-C05C80C0997C}" type="datetime3">
              <a:rPr lang="en-GB"/>
              <a:pPr>
                <a:defRPr/>
              </a:pPr>
              <a:t>20 November, 2025</a:t>
            </a:fld>
            <a:endParaRPr lang="en-GB" dirty="0"/>
          </a:p>
        </p:txBody>
      </p:sp>
      <p:sp>
        <p:nvSpPr>
          <p:cNvPr id="4"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5" name="Slide Number Placeholder 5"/>
          <p:cNvSpPr>
            <a:spLocks noGrp="1"/>
          </p:cNvSpPr>
          <p:nvPr>
            <p:ph type="sldNum" sz="quarter" idx="12"/>
          </p:nvPr>
        </p:nvSpPr>
        <p:spPr/>
        <p:txBody>
          <a:bodyPr/>
          <a:lstStyle>
            <a:lvl1pPr>
              <a:defRPr/>
            </a:lvl1pPr>
          </a:lstStyle>
          <a:p>
            <a:pPr>
              <a:defRPr/>
            </a:pPr>
            <a:fld id="{5FC1AFC6-2595-E641-8B02-9202243DB659}" type="slidenum">
              <a:rPr lang="en-GB"/>
              <a:pPr>
                <a:defRPr/>
              </a:pPr>
              <a:t>‹#›</a:t>
            </a:fld>
            <a:endParaRPr lang="en-GB" dirty="0"/>
          </a:p>
        </p:txBody>
      </p:sp>
    </p:spTree>
    <p:extLst>
      <p:ext uri="{BB962C8B-B14F-4D97-AF65-F5344CB8AC3E}">
        <p14:creationId xmlns:p14="http://schemas.microsoft.com/office/powerpoint/2010/main" val="9619129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3"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00225" cy="712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Date Placeholder 3"/>
          <p:cNvSpPr>
            <a:spLocks noGrp="1"/>
          </p:cNvSpPr>
          <p:nvPr>
            <p:ph type="dt" sz="half" idx="10"/>
          </p:nvPr>
        </p:nvSpPr>
        <p:spPr/>
        <p:txBody>
          <a:bodyPr/>
          <a:lstStyle>
            <a:lvl1pPr>
              <a:defRPr/>
            </a:lvl1pPr>
          </a:lstStyle>
          <a:p>
            <a:pPr>
              <a:defRPr/>
            </a:pPr>
            <a:fld id="{185E7F3F-C7CA-C949-BDCC-28B438452C1D}" type="datetime3">
              <a:rPr lang="en-GB"/>
              <a:pPr>
                <a:defRPr/>
              </a:pPr>
              <a:t>20 November, 2025</a:t>
            </a:fld>
            <a:endParaRPr lang="en-GB" dirty="0"/>
          </a:p>
        </p:txBody>
      </p:sp>
      <p:sp>
        <p:nvSpPr>
          <p:cNvPr id="5"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6" name="Slide Number Placeholder 5"/>
          <p:cNvSpPr>
            <a:spLocks noGrp="1"/>
          </p:cNvSpPr>
          <p:nvPr>
            <p:ph type="sldNum" sz="quarter" idx="12"/>
          </p:nvPr>
        </p:nvSpPr>
        <p:spPr/>
        <p:txBody>
          <a:bodyPr/>
          <a:lstStyle>
            <a:lvl1pPr>
              <a:defRPr/>
            </a:lvl1pPr>
          </a:lstStyle>
          <a:p>
            <a:pPr>
              <a:defRPr/>
            </a:pPr>
            <a:fld id="{92E34A02-E4AB-AB4F-8B80-E8ACE1C484D0}" type="slidenum">
              <a:rPr lang="en-GB"/>
              <a:pPr>
                <a:defRPr/>
              </a:pPr>
              <a:t>‹#›</a:t>
            </a:fld>
            <a:endParaRPr lang="en-GB" dirty="0"/>
          </a:p>
        </p:txBody>
      </p:sp>
    </p:spTree>
    <p:extLst>
      <p:ext uri="{BB962C8B-B14F-4D97-AF65-F5344CB8AC3E}">
        <p14:creationId xmlns:p14="http://schemas.microsoft.com/office/powerpoint/2010/main" val="35040175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a:xfrm>
            <a:off x="1025524" y="949359"/>
            <a:ext cx="2824473" cy="689733"/>
          </a:xfrm>
        </p:spPr>
        <p:txBody>
          <a:bodyPr/>
          <a:lstStyle>
            <a:lvl1pPr algn="l">
              <a:defRPr sz="2000" b="1"/>
            </a:lvl1pPr>
          </a:lstStyle>
          <a:p>
            <a:r>
              <a:rPr lang="en-US"/>
              <a:t>Click to edit Master title style</a:t>
            </a:r>
            <a:endParaRPr lang="en-GB" dirty="0"/>
          </a:p>
        </p:txBody>
      </p:sp>
      <p:sp>
        <p:nvSpPr>
          <p:cNvPr id="3" name="Content Placeholder 2"/>
          <p:cNvSpPr>
            <a:spLocks noGrp="1"/>
          </p:cNvSpPr>
          <p:nvPr>
            <p:ph idx="1"/>
          </p:nvPr>
        </p:nvSpPr>
        <p:spPr>
          <a:xfrm>
            <a:off x="3968664" y="949360"/>
            <a:ext cx="5537729" cy="5287952"/>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1025524" y="1669440"/>
            <a:ext cx="2824473" cy="456787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5845DABA-A733-ED44-BAF2-74BAD90DD168}" type="datetime3">
              <a:rPr lang="en-GB"/>
              <a:pPr>
                <a:defRPr/>
              </a:pPr>
              <a:t>20 November,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153C0E16-F279-204C-8F1E-D763784F2CE2}" type="slidenum">
              <a:rPr lang="en-GB"/>
              <a:pPr>
                <a:defRPr/>
              </a:pPr>
              <a:t>‹#›</a:t>
            </a:fld>
            <a:endParaRPr lang="en-GB" dirty="0"/>
          </a:p>
        </p:txBody>
      </p:sp>
    </p:spTree>
    <p:extLst>
      <p:ext uri="{BB962C8B-B14F-4D97-AF65-F5344CB8AC3E}">
        <p14:creationId xmlns:p14="http://schemas.microsoft.com/office/powerpoint/2010/main" val="2828777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00225" cy="712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25524" y="949359"/>
            <a:ext cx="2824473" cy="689733"/>
          </a:xfrm>
        </p:spPr>
        <p:txBody>
          <a:bodyPr/>
          <a:lstStyle>
            <a:lvl1pPr algn="l">
              <a:defRPr sz="2000" b="1"/>
            </a:lvl1pPr>
          </a:lstStyle>
          <a:p>
            <a:r>
              <a:rPr lang="en-US"/>
              <a:t>Click to edit Master title style</a:t>
            </a:r>
            <a:endParaRPr lang="en-GB" dirty="0"/>
          </a:p>
        </p:txBody>
      </p:sp>
      <p:sp>
        <p:nvSpPr>
          <p:cNvPr id="3" name="Content Placeholder 2"/>
          <p:cNvSpPr>
            <a:spLocks noGrp="1"/>
          </p:cNvSpPr>
          <p:nvPr>
            <p:ph idx="1"/>
          </p:nvPr>
        </p:nvSpPr>
        <p:spPr>
          <a:xfrm>
            <a:off x="3968664" y="949360"/>
            <a:ext cx="5537729" cy="5287952"/>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1025524" y="1669440"/>
            <a:ext cx="2824473" cy="456787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fld id="{715A72E8-4729-7444-BC73-110EEAA2260D}" type="datetime3">
              <a:rPr lang="en-GB"/>
              <a:pPr>
                <a:defRPr/>
              </a:pPr>
              <a:t>20 November, 2025</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9" name="Slide Number Placeholder 5"/>
          <p:cNvSpPr>
            <a:spLocks noGrp="1"/>
          </p:cNvSpPr>
          <p:nvPr>
            <p:ph type="sldNum" sz="quarter" idx="12"/>
          </p:nvPr>
        </p:nvSpPr>
        <p:spPr/>
        <p:txBody>
          <a:bodyPr/>
          <a:lstStyle>
            <a:lvl1pPr>
              <a:defRPr/>
            </a:lvl1pPr>
          </a:lstStyle>
          <a:p>
            <a:pPr>
              <a:defRPr/>
            </a:pPr>
            <a:fld id="{8993C102-2AC3-CA4A-8F5C-9BEDD08B54DC}" type="slidenum">
              <a:rPr lang="en-GB"/>
              <a:pPr>
                <a:defRPr/>
              </a:pPr>
              <a:t>‹#›</a:t>
            </a:fld>
            <a:endParaRPr lang="en-GB" dirty="0"/>
          </a:p>
        </p:txBody>
      </p:sp>
    </p:spTree>
    <p:extLst>
      <p:ext uri="{BB962C8B-B14F-4D97-AF65-F5344CB8AC3E}">
        <p14:creationId xmlns:p14="http://schemas.microsoft.com/office/powerpoint/2010/main" val="5584188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a:xfrm>
            <a:off x="1941645" y="4800600"/>
            <a:ext cx="59436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941645" y="936625"/>
            <a:ext cx="5943600" cy="3790949"/>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941645" y="5367338"/>
            <a:ext cx="5943600" cy="804862"/>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C5BD6B6C-6107-6748-9690-0C5DCB979249}" type="datetime3">
              <a:rPr lang="en-GB"/>
              <a:pPr>
                <a:defRPr/>
              </a:pPr>
              <a:t>20 November,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81114FEE-8ACB-AB48-9E72-F40339A1EC0E}" type="slidenum">
              <a:rPr lang="en-GB"/>
              <a:pPr>
                <a:defRPr/>
              </a:pPr>
              <a:t>‹#›</a:t>
            </a:fld>
            <a:endParaRPr lang="en-GB" dirty="0"/>
          </a:p>
        </p:txBody>
      </p:sp>
    </p:spTree>
    <p:extLst>
      <p:ext uri="{BB962C8B-B14F-4D97-AF65-F5344CB8AC3E}">
        <p14:creationId xmlns:p14="http://schemas.microsoft.com/office/powerpoint/2010/main" val="29288167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cxnSp>
        <p:nvCxnSpPr>
          <p:cNvPr id="5" name="Straight Connector 4"/>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6"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73250" cy="741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941645" y="4800600"/>
            <a:ext cx="59436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941645" y="936625"/>
            <a:ext cx="5943600" cy="3790949"/>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941645" y="5367338"/>
            <a:ext cx="5943600" cy="804862"/>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fld id="{9B8B28D9-145B-CE40-BF66-564217847540}" type="datetime3">
              <a:rPr lang="en-GB"/>
              <a:pPr>
                <a:defRPr/>
              </a:pPr>
              <a:t>20 November, 2025</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9" name="Slide Number Placeholder 5"/>
          <p:cNvSpPr>
            <a:spLocks noGrp="1"/>
          </p:cNvSpPr>
          <p:nvPr>
            <p:ph type="sldNum" sz="quarter" idx="12"/>
          </p:nvPr>
        </p:nvSpPr>
        <p:spPr/>
        <p:txBody>
          <a:bodyPr/>
          <a:lstStyle>
            <a:lvl1pPr>
              <a:defRPr/>
            </a:lvl1pPr>
          </a:lstStyle>
          <a:p>
            <a:pPr>
              <a:defRPr/>
            </a:pPr>
            <a:fld id="{7CFD08EE-0A1B-6E44-89A9-50D76CE33D2A}" type="slidenum">
              <a:rPr lang="en-GB"/>
              <a:pPr>
                <a:defRPr/>
              </a:pPr>
              <a:t>‹#›</a:t>
            </a:fld>
            <a:endParaRPr lang="en-GB" dirty="0"/>
          </a:p>
        </p:txBody>
      </p:sp>
    </p:spTree>
    <p:extLst>
      <p:ext uri="{BB962C8B-B14F-4D97-AF65-F5344CB8AC3E}">
        <p14:creationId xmlns:p14="http://schemas.microsoft.com/office/powerpoint/2010/main" val="29096729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1_Title and Vertical Tex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57CC4DF8-4B58-784F-A4DF-275A1FD47115}" type="datetime3">
              <a:rPr lang="en-GB"/>
              <a:pPr>
                <a:defRPr/>
              </a:pPr>
              <a:t>20 November, 2025</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7" name="Slide Number Placeholder 5"/>
          <p:cNvSpPr>
            <a:spLocks noGrp="1"/>
          </p:cNvSpPr>
          <p:nvPr>
            <p:ph type="sldNum" sz="quarter" idx="12"/>
          </p:nvPr>
        </p:nvSpPr>
        <p:spPr/>
        <p:txBody>
          <a:bodyPr/>
          <a:lstStyle>
            <a:lvl1pPr>
              <a:defRPr/>
            </a:lvl1pPr>
          </a:lstStyle>
          <a:p>
            <a:pPr>
              <a:defRPr/>
            </a:pPr>
            <a:fld id="{D5C1FFD0-77F3-3E4D-9850-85A2DA222CF1}" type="slidenum">
              <a:rPr lang="en-GB"/>
              <a:pPr>
                <a:defRPr/>
              </a:pPr>
              <a:t>‹#›</a:t>
            </a:fld>
            <a:endParaRPr lang="en-GB" dirty="0"/>
          </a:p>
        </p:txBody>
      </p:sp>
    </p:spTree>
    <p:extLst>
      <p:ext uri="{BB962C8B-B14F-4D97-AF65-F5344CB8AC3E}">
        <p14:creationId xmlns:p14="http://schemas.microsoft.com/office/powerpoint/2010/main" val="40729570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115888"/>
            <a:ext cx="1728788" cy="684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31875" y="934045"/>
            <a:ext cx="8485188" cy="766763"/>
          </a:xfrm>
        </p:spPr>
        <p:txBody>
          <a:bodyPr/>
          <a:lstStyle/>
          <a:p>
            <a:r>
              <a:rPr lang="en-US"/>
              <a:t>Click to edit Master title style</a:t>
            </a:r>
            <a:endParaRPr lang="en-GB" dirty="0"/>
          </a:p>
        </p:txBody>
      </p:sp>
      <p:sp>
        <p:nvSpPr>
          <p:cNvPr id="3" name="Vertical Text Placeholder 2"/>
          <p:cNvSpPr>
            <a:spLocks noGrp="1"/>
          </p:cNvSpPr>
          <p:nvPr>
            <p:ph type="body" orient="vert" idx="1"/>
          </p:nvPr>
        </p:nvSpPr>
        <p:spPr>
          <a:xfrm>
            <a:off x="1031875" y="1772221"/>
            <a:ext cx="8485188" cy="446509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3"/>
          <p:cNvSpPr>
            <a:spLocks noGrp="1"/>
          </p:cNvSpPr>
          <p:nvPr>
            <p:ph type="dt" sz="half" idx="10"/>
          </p:nvPr>
        </p:nvSpPr>
        <p:spPr/>
        <p:txBody>
          <a:bodyPr/>
          <a:lstStyle>
            <a:lvl1pPr>
              <a:defRPr/>
            </a:lvl1pPr>
          </a:lstStyle>
          <a:p>
            <a:pPr>
              <a:defRPr/>
            </a:pPr>
            <a:fld id="{3DD746FC-89C8-8947-B99E-11FCA650D660}" type="datetime3">
              <a:rPr lang="en-GB"/>
              <a:pPr>
                <a:defRPr/>
              </a:pPr>
              <a:t>20 November,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69B2278C-87C0-7B46-A362-15FBE1085178}" type="slidenum">
              <a:rPr lang="en-GB"/>
              <a:pPr>
                <a:defRPr/>
              </a:pPr>
              <a:t>‹#›</a:t>
            </a:fld>
            <a:endParaRPr lang="en-GB" dirty="0"/>
          </a:p>
        </p:txBody>
      </p:sp>
    </p:spTree>
    <p:extLst>
      <p:ext uri="{BB962C8B-B14F-4D97-AF65-F5344CB8AC3E}">
        <p14:creationId xmlns:p14="http://schemas.microsoft.com/office/powerpoint/2010/main" val="5727465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
        <p:nvSpPr>
          <p:cNvPr id="2" name="Vertical Title 1"/>
          <p:cNvSpPr>
            <a:spLocks noGrp="1"/>
          </p:cNvSpPr>
          <p:nvPr>
            <p:ph type="title" orient="vert"/>
          </p:nvPr>
        </p:nvSpPr>
        <p:spPr>
          <a:xfrm>
            <a:off x="7181850" y="1196752"/>
            <a:ext cx="2228850" cy="492941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025524" y="1196752"/>
            <a:ext cx="5991225" cy="492941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3"/>
          <p:cNvSpPr>
            <a:spLocks noGrp="1"/>
          </p:cNvSpPr>
          <p:nvPr>
            <p:ph type="dt" sz="half" idx="10"/>
          </p:nvPr>
        </p:nvSpPr>
        <p:spPr/>
        <p:txBody>
          <a:bodyPr/>
          <a:lstStyle>
            <a:lvl1pPr>
              <a:defRPr/>
            </a:lvl1pPr>
          </a:lstStyle>
          <a:p>
            <a:pPr>
              <a:defRPr/>
            </a:pPr>
            <a:fld id="{65F62FF4-CB32-924A-B752-B19D91491121}" type="datetime3">
              <a:rPr lang="en-GB"/>
              <a:pPr>
                <a:defRPr/>
              </a:pPr>
              <a:t>20 November, 2025</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7" name="Slide Number Placeholder 5"/>
          <p:cNvSpPr>
            <a:spLocks noGrp="1"/>
          </p:cNvSpPr>
          <p:nvPr>
            <p:ph type="sldNum" sz="quarter" idx="12"/>
          </p:nvPr>
        </p:nvSpPr>
        <p:spPr/>
        <p:txBody>
          <a:bodyPr/>
          <a:lstStyle>
            <a:lvl1pPr>
              <a:defRPr/>
            </a:lvl1pPr>
          </a:lstStyle>
          <a:p>
            <a:pPr>
              <a:defRPr/>
            </a:pPr>
            <a:fld id="{D5BE8AC8-2546-FA4C-962F-2DDF922E55C7}" type="slidenum">
              <a:rPr lang="en-GB"/>
              <a:pPr>
                <a:defRPr/>
              </a:pPr>
              <a:t>‹#›</a:t>
            </a:fld>
            <a:endParaRPr lang="en-GB" dirty="0"/>
          </a:p>
        </p:txBody>
      </p:sp>
    </p:spTree>
    <p:extLst>
      <p:ext uri="{BB962C8B-B14F-4D97-AF65-F5344CB8AC3E}">
        <p14:creationId xmlns:p14="http://schemas.microsoft.com/office/powerpoint/2010/main" val="30674398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1" descr="Uni-Bradford_Faculty Engineering and Informatics_Logo_CMYK_AW.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415925" y="44450"/>
            <a:ext cx="1873250" cy="741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Vertical Title 1"/>
          <p:cNvSpPr>
            <a:spLocks noGrp="1"/>
          </p:cNvSpPr>
          <p:nvPr>
            <p:ph type="title" orient="vert"/>
          </p:nvPr>
        </p:nvSpPr>
        <p:spPr>
          <a:xfrm>
            <a:off x="7181850" y="1196752"/>
            <a:ext cx="2228850" cy="492941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025524" y="1196752"/>
            <a:ext cx="5991225" cy="492941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Date Placeholder 3"/>
          <p:cNvSpPr>
            <a:spLocks noGrp="1"/>
          </p:cNvSpPr>
          <p:nvPr>
            <p:ph type="dt" sz="half" idx="10"/>
          </p:nvPr>
        </p:nvSpPr>
        <p:spPr/>
        <p:txBody>
          <a:bodyPr/>
          <a:lstStyle>
            <a:lvl1pPr>
              <a:defRPr/>
            </a:lvl1pPr>
          </a:lstStyle>
          <a:p>
            <a:pPr>
              <a:defRPr/>
            </a:pPr>
            <a:fld id="{E281EED1-0220-C642-864B-0421ABAEC11B}" type="datetime3">
              <a:rPr lang="en-GB"/>
              <a:pPr>
                <a:defRPr/>
              </a:pPr>
              <a:t>20 November, 2025</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a:t>POWERPOINT PRESENTATION TEMPLATE GREEN</a:t>
            </a:r>
            <a:endParaRPr lang="en-GB" dirty="0"/>
          </a:p>
        </p:txBody>
      </p:sp>
      <p:sp>
        <p:nvSpPr>
          <p:cNvPr id="8" name="Slide Number Placeholder 5"/>
          <p:cNvSpPr>
            <a:spLocks noGrp="1"/>
          </p:cNvSpPr>
          <p:nvPr>
            <p:ph type="sldNum" sz="quarter" idx="12"/>
          </p:nvPr>
        </p:nvSpPr>
        <p:spPr/>
        <p:txBody>
          <a:bodyPr/>
          <a:lstStyle>
            <a:lvl1pPr>
              <a:defRPr/>
            </a:lvl1pPr>
          </a:lstStyle>
          <a:p>
            <a:pPr>
              <a:defRPr/>
            </a:pPr>
            <a:fld id="{64E35F82-2AA4-BD40-8936-9C1C38FBEED5}" type="slidenum">
              <a:rPr lang="en-GB"/>
              <a:pPr>
                <a:defRPr/>
              </a:pPr>
              <a:t>‹#›</a:t>
            </a:fld>
            <a:endParaRPr lang="en-GB" dirty="0"/>
          </a:p>
        </p:txBody>
      </p:sp>
    </p:spTree>
    <p:extLst>
      <p:ext uri="{BB962C8B-B14F-4D97-AF65-F5344CB8AC3E}">
        <p14:creationId xmlns:p14="http://schemas.microsoft.com/office/powerpoint/2010/main" val="10187742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cxnSp>
        <p:nvCxnSpPr>
          <p:cNvPr id="4" name="Straight Connector 3"/>
          <p:cNvCxnSpPr/>
          <p:nvPr userDrawn="1"/>
        </p:nvCxnSpPr>
        <p:spPr>
          <a:xfrm flipV="1">
            <a:off x="381000" y="8207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33788" y="2492375"/>
            <a:ext cx="2638425" cy="528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Content Placeholder 7"/>
          <p:cNvSpPr>
            <a:spLocks noGrp="1"/>
          </p:cNvSpPr>
          <p:nvPr>
            <p:ph sz="quarter" idx="13"/>
          </p:nvPr>
        </p:nvSpPr>
        <p:spPr>
          <a:xfrm>
            <a:off x="1025951" y="5013176"/>
            <a:ext cx="7709488" cy="576263"/>
          </a:xfrm>
        </p:spPr>
        <p:txBody>
          <a:bodyPr/>
          <a:lstStyle>
            <a:lvl1pPr marL="0" indent="0">
              <a:buNone/>
              <a:defRPr sz="10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Click to edit Master text styles</a:t>
            </a:r>
          </a:p>
        </p:txBody>
      </p:sp>
      <p:sp>
        <p:nvSpPr>
          <p:cNvPr id="8" name="Text Placeholder 11"/>
          <p:cNvSpPr>
            <a:spLocks noGrp="1"/>
          </p:cNvSpPr>
          <p:nvPr>
            <p:ph type="body" sz="quarter" idx="14"/>
          </p:nvPr>
        </p:nvSpPr>
        <p:spPr>
          <a:xfrm>
            <a:off x="4305300" y="3429000"/>
            <a:ext cx="1943100" cy="504825"/>
          </a:xfrm>
        </p:spPr>
        <p:txBody>
          <a:bodyPr/>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6" name="Date Placeholder 3"/>
          <p:cNvSpPr>
            <a:spLocks noGrp="1"/>
          </p:cNvSpPr>
          <p:nvPr>
            <p:ph type="dt" sz="half" idx="15"/>
          </p:nvPr>
        </p:nvSpPr>
        <p:spPr/>
        <p:txBody>
          <a:bodyPr/>
          <a:lstStyle>
            <a:lvl1pPr>
              <a:defRPr/>
            </a:lvl1pPr>
          </a:lstStyle>
          <a:p>
            <a:pPr>
              <a:defRPr/>
            </a:pPr>
            <a:fld id="{DB56A427-9C52-914A-9F28-4E7A3B6702C1}" type="datetime3">
              <a:rPr lang="en-GB"/>
              <a:pPr>
                <a:defRPr/>
              </a:pPr>
              <a:t>20 November, 2025</a:t>
            </a:fld>
            <a:endParaRPr lang="en-GB" dirty="0"/>
          </a:p>
        </p:txBody>
      </p:sp>
      <p:sp>
        <p:nvSpPr>
          <p:cNvPr id="9" name="Footer Placeholder 4"/>
          <p:cNvSpPr>
            <a:spLocks noGrp="1"/>
          </p:cNvSpPr>
          <p:nvPr>
            <p:ph type="ftr" sz="quarter" idx="16"/>
          </p:nvPr>
        </p:nvSpPr>
        <p:spPr/>
        <p:txBody>
          <a:bodyPr/>
          <a:lstStyle>
            <a:lvl1pPr>
              <a:defRPr/>
            </a:lvl1pPr>
          </a:lstStyle>
          <a:p>
            <a:pPr>
              <a:defRPr/>
            </a:pPr>
            <a:r>
              <a:rPr lang="en-GB"/>
              <a:t>POWERPOINT PRESENTATION TEMPLATE GREEN</a:t>
            </a:r>
            <a:endParaRPr lang="en-GB" dirty="0"/>
          </a:p>
        </p:txBody>
      </p:sp>
      <p:sp>
        <p:nvSpPr>
          <p:cNvPr id="10" name="Slide Number Placeholder 5"/>
          <p:cNvSpPr>
            <a:spLocks noGrp="1"/>
          </p:cNvSpPr>
          <p:nvPr>
            <p:ph type="sldNum" sz="quarter" idx="17"/>
          </p:nvPr>
        </p:nvSpPr>
        <p:spPr/>
        <p:txBody>
          <a:bodyPr/>
          <a:lstStyle>
            <a:lvl1pPr>
              <a:defRPr/>
            </a:lvl1pPr>
          </a:lstStyle>
          <a:p>
            <a:pPr>
              <a:defRPr/>
            </a:pPr>
            <a:fld id="{807B1150-2EA3-BA46-9C62-F9F06C804961}" type="slidenum">
              <a:rPr lang="en-GB"/>
              <a:pPr>
                <a:defRPr/>
              </a:pPr>
              <a:t>‹#›</a:t>
            </a:fld>
            <a:endParaRPr lang="en-GB" dirty="0"/>
          </a:p>
        </p:txBody>
      </p:sp>
    </p:spTree>
    <p:extLst>
      <p:ext uri="{BB962C8B-B14F-4D97-AF65-F5344CB8AC3E}">
        <p14:creationId xmlns:p14="http://schemas.microsoft.com/office/powerpoint/2010/main" val="26195398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solidFill>
          <a:srgbClr val="FFFFFF"/>
        </a:solidFill>
        <a:effectLst/>
      </p:bgPr>
    </p:bg>
    <p:spTree>
      <p:nvGrpSpPr>
        <p:cNvPr id="1" name="Shape 155"/>
        <p:cNvGrpSpPr/>
        <p:nvPr/>
      </p:nvGrpSpPr>
      <p:grpSpPr>
        <a:xfrm>
          <a:off x="0" y="0"/>
          <a:ext cx="0" cy="0"/>
          <a:chOff x="0" y="0"/>
          <a:chExt cx="0" cy="0"/>
        </a:xfrm>
      </p:grpSpPr>
      <p:sp>
        <p:nvSpPr>
          <p:cNvPr id="156" name="Google Shape;156;p30"/>
          <p:cNvSpPr/>
          <p:nvPr/>
        </p:nvSpPr>
        <p:spPr>
          <a:xfrm>
            <a:off x="-12133" y="-50433"/>
            <a:ext cx="9918025" cy="1358000"/>
          </a:xfrm>
          <a:prstGeom prst="rect">
            <a:avLst/>
          </a:prstGeom>
          <a:solidFill>
            <a:srgbClr val="4CAF50"/>
          </a:solidFill>
          <a:ln>
            <a:noFill/>
          </a:ln>
        </p:spPr>
        <p:txBody>
          <a:bodyPr spcFirstLastPara="1" wrap="square" lIns="99044" tIns="99044" rIns="99044" bIns="99044" anchor="ctr" anchorCtr="0">
            <a:noAutofit/>
          </a:bodyPr>
          <a:lstStyle/>
          <a:p>
            <a:pPr marL="0" lvl="0" indent="0" algn="l" rtl="0">
              <a:spcBef>
                <a:spcPts val="0"/>
              </a:spcBef>
              <a:spcAft>
                <a:spcPts val="0"/>
              </a:spcAft>
              <a:buNone/>
            </a:pPr>
            <a:endParaRPr/>
          </a:p>
        </p:txBody>
      </p:sp>
      <p:sp>
        <p:nvSpPr>
          <p:cNvPr id="157" name="Google Shape;157;p30"/>
          <p:cNvSpPr txBox="1">
            <a:spLocks noGrp="1"/>
          </p:cNvSpPr>
          <p:nvPr>
            <p:ph type="title"/>
          </p:nvPr>
        </p:nvSpPr>
        <p:spPr>
          <a:xfrm>
            <a:off x="337675" y="227760"/>
            <a:ext cx="9230650" cy="7636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8" name="Google Shape;158;p30"/>
          <p:cNvSpPr txBox="1">
            <a:spLocks noGrp="1"/>
          </p:cNvSpPr>
          <p:nvPr>
            <p:ph type="body" idx="1"/>
          </p:nvPr>
        </p:nvSpPr>
        <p:spPr>
          <a:xfrm>
            <a:off x="337675" y="1435033"/>
            <a:ext cx="9230650" cy="4555200"/>
          </a:xfrm>
          <a:prstGeom prst="rect">
            <a:avLst/>
          </a:prstGeom>
        </p:spPr>
        <p:txBody>
          <a:bodyPr spcFirstLastPara="1" wrap="square" lIns="91425" tIns="91425" rIns="91425" bIns="91425" anchor="t" anchorCtr="0">
            <a:noAutofit/>
          </a:bodyPr>
          <a:lstStyle>
            <a:lvl1pPr marL="495285" lvl="0" indent="-412737" rtl="0">
              <a:lnSpc>
                <a:spcPct val="115000"/>
              </a:lnSpc>
              <a:spcBef>
                <a:spcPts val="1083"/>
              </a:spcBef>
              <a:spcAft>
                <a:spcPts val="0"/>
              </a:spcAft>
              <a:buClr>
                <a:srgbClr val="000000"/>
              </a:buClr>
              <a:buSzPts val="2400"/>
              <a:buAutoNum type="arabicPeriod"/>
              <a:defRPr>
                <a:solidFill>
                  <a:srgbClr val="000000"/>
                </a:solidFill>
              </a:defRPr>
            </a:lvl1pPr>
            <a:lvl2pPr marL="990570" lvl="1" indent="-385221" rtl="0">
              <a:lnSpc>
                <a:spcPct val="115000"/>
              </a:lnSpc>
              <a:spcBef>
                <a:spcPts val="1083"/>
              </a:spcBef>
              <a:spcAft>
                <a:spcPts val="0"/>
              </a:spcAft>
              <a:buClr>
                <a:srgbClr val="000000"/>
              </a:buClr>
              <a:buSzPts val="2000"/>
              <a:buAutoNum type="alphaLcPeriod"/>
              <a:defRPr sz="2167">
                <a:solidFill>
                  <a:srgbClr val="000000"/>
                </a:solidFill>
              </a:defRPr>
            </a:lvl2pPr>
            <a:lvl3pPr marL="1485854" lvl="2" indent="-343948" rtl="0">
              <a:spcBef>
                <a:spcPts val="0"/>
              </a:spcBef>
              <a:spcAft>
                <a:spcPts val="0"/>
              </a:spcAft>
              <a:buClr>
                <a:srgbClr val="000000"/>
              </a:buClr>
              <a:buSzPts val="1400"/>
              <a:buAutoNum type="romanLcPeriod"/>
              <a:defRPr>
                <a:solidFill>
                  <a:srgbClr val="000000"/>
                </a:solidFill>
              </a:defRPr>
            </a:lvl3pPr>
            <a:lvl4pPr marL="1981139" lvl="3" indent="-343948" rtl="0">
              <a:spcBef>
                <a:spcPts val="0"/>
              </a:spcBef>
              <a:spcAft>
                <a:spcPts val="0"/>
              </a:spcAft>
              <a:buClr>
                <a:srgbClr val="000000"/>
              </a:buClr>
              <a:buSzPts val="1400"/>
              <a:buAutoNum type="arabicPeriod"/>
              <a:defRPr>
                <a:solidFill>
                  <a:srgbClr val="000000"/>
                </a:solidFill>
              </a:defRPr>
            </a:lvl4pPr>
            <a:lvl5pPr marL="2476424" lvl="4" indent="-343948" rtl="0">
              <a:spcBef>
                <a:spcPts val="1733"/>
              </a:spcBef>
              <a:spcAft>
                <a:spcPts val="0"/>
              </a:spcAft>
              <a:buClr>
                <a:srgbClr val="000000"/>
              </a:buClr>
              <a:buSzPts val="1400"/>
              <a:buAutoNum type="alphaLcPeriod"/>
              <a:defRPr>
                <a:solidFill>
                  <a:srgbClr val="000000"/>
                </a:solidFill>
              </a:defRPr>
            </a:lvl5pPr>
            <a:lvl6pPr marL="2971709" lvl="5" indent="-343948" rtl="0">
              <a:spcBef>
                <a:spcPts val="1733"/>
              </a:spcBef>
              <a:spcAft>
                <a:spcPts val="0"/>
              </a:spcAft>
              <a:buClr>
                <a:srgbClr val="000000"/>
              </a:buClr>
              <a:buSzPts val="1400"/>
              <a:buAutoNum type="romanLcPeriod"/>
              <a:defRPr>
                <a:solidFill>
                  <a:srgbClr val="000000"/>
                </a:solidFill>
              </a:defRPr>
            </a:lvl6pPr>
            <a:lvl7pPr marL="3466993" lvl="6" indent="-343948" rtl="0">
              <a:spcBef>
                <a:spcPts val="1733"/>
              </a:spcBef>
              <a:spcAft>
                <a:spcPts val="0"/>
              </a:spcAft>
              <a:buClr>
                <a:srgbClr val="000000"/>
              </a:buClr>
              <a:buSzPts val="1400"/>
              <a:buAutoNum type="arabicPeriod"/>
              <a:defRPr>
                <a:solidFill>
                  <a:srgbClr val="000000"/>
                </a:solidFill>
              </a:defRPr>
            </a:lvl7pPr>
            <a:lvl8pPr marL="3962278" lvl="7" indent="-343948" rtl="0">
              <a:spcBef>
                <a:spcPts val="1733"/>
              </a:spcBef>
              <a:spcAft>
                <a:spcPts val="0"/>
              </a:spcAft>
              <a:buClr>
                <a:srgbClr val="000000"/>
              </a:buClr>
              <a:buSzPts val="1400"/>
              <a:buAutoNum type="alphaLcPeriod"/>
              <a:defRPr>
                <a:solidFill>
                  <a:srgbClr val="000000"/>
                </a:solidFill>
              </a:defRPr>
            </a:lvl8pPr>
            <a:lvl9pPr marL="4457563" lvl="8" indent="-343948" rtl="0">
              <a:spcBef>
                <a:spcPts val="1733"/>
              </a:spcBef>
              <a:spcAft>
                <a:spcPts val="1733"/>
              </a:spcAft>
              <a:buClr>
                <a:srgbClr val="000000"/>
              </a:buClr>
              <a:buSzPts val="1400"/>
              <a:buAutoNum type="romanLcPeriod"/>
              <a:defRPr>
                <a:solidFill>
                  <a:srgbClr val="000000"/>
                </a:solidFill>
              </a:defRPr>
            </a:lvl9pPr>
          </a:lstStyle>
          <a:p>
            <a:endParaRPr/>
          </a:p>
        </p:txBody>
      </p:sp>
      <p:sp>
        <p:nvSpPr>
          <p:cNvPr id="159" name="Google Shape;159;p30"/>
          <p:cNvSpPr txBox="1">
            <a:spLocks noGrp="1"/>
          </p:cNvSpPr>
          <p:nvPr>
            <p:ph type="sldNum" idx="12"/>
          </p:nvPr>
        </p:nvSpPr>
        <p:spPr>
          <a:xfrm>
            <a:off x="9178496" y="6319223"/>
            <a:ext cx="594425"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184812332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031875" y="44450"/>
            <a:ext cx="8485188" cy="7667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ctr" anchorCtr="0" compatLnSpc="1">
            <a:prstTxWarp prst="textNoShape">
              <a:avLst/>
            </a:prstTxWarp>
          </a:bodyPr>
          <a:lstStyle/>
          <a:p>
            <a:pPr lvl="0"/>
            <a:r>
              <a:rPr lang="en-US"/>
              <a:t>Click to edit Master title style</a:t>
            </a:r>
            <a:endParaRPr lang="en-GB"/>
          </a:p>
        </p:txBody>
      </p:sp>
      <p:sp>
        <p:nvSpPr>
          <p:cNvPr id="1027" name="Text Placeholder 2"/>
          <p:cNvSpPr>
            <a:spLocks noGrp="1"/>
          </p:cNvSpPr>
          <p:nvPr>
            <p:ph type="body" idx="1"/>
          </p:nvPr>
        </p:nvSpPr>
        <p:spPr bwMode="auto">
          <a:xfrm>
            <a:off x="1031875" y="1114425"/>
            <a:ext cx="8485188" cy="51228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Rectangle 9"/>
          <p:cNvSpPr/>
          <p:nvPr/>
        </p:nvSpPr>
        <p:spPr bwMode="auto">
          <a:xfrm>
            <a:off x="387350" y="6340475"/>
            <a:ext cx="496888" cy="358775"/>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fontAlgn="auto">
              <a:spcBef>
                <a:spcPts val="0"/>
              </a:spcBef>
              <a:spcAft>
                <a:spcPts val="0"/>
              </a:spcAft>
              <a:defRPr/>
            </a:pPr>
            <a:endParaRPr lang="en-GB" sz="1050" b="1" dirty="0">
              <a:solidFill>
                <a:schemeClr val="bg1"/>
              </a:solidFill>
              <a:latin typeface="Lucida Sans" panose="020B0602030504020204" pitchFamily="34" charset="0"/>
              <a:cs typeface="Lucida Sans"/>
            </a:endParaRPr>
          </a:p>
        </p:txBody>
      </p:sp>
      <p:sp>
        <p:nvSpPr>
          <p:cNvPr id="8" name="Rectangle 7"/>
          <p:cNvSpPr/>
          <p:nvPr/>
        </p:nvSpPr>
        <p:spPr bwMode="auto">
          <a:xfrm>
            <a:off x="2505075" y="6340475"/>
            <a:ext cx="7011988" cy="358775"/>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050">
              <a:latin typeface="Lucida Sans" panose="020B0602030504020204" pitchFamily="34" charset="0"/>
              <a:cs typeface="Lucida Sans"/>
            </a:endParaRPr>
          </a:p>
        </p:txBody>
      </p:sp>
      <p:sp>
        <p:nvSpPr>
          <p:cNvPr id="9" name="Rectangle 8"/>
          <p:cNvSpPr/>
          <p:nvPr userDrawn="1"/>
        </p:nvSpPr>
        <p:spPr bwMode="auto">
          <a:xfrm>
            <a:off x="904875" y="6340475"/>
            <a:ext cx="1598613" cy="35877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fontAlgn="auto">
              <a:spcBef>
                <a:spcPts val="0"/>
              </a:spcBef>
              <a:spcAft>
                <a:spcPts val="0"/>
              </a:spcAft>
              <a:defRPr/>
            </a:pPr>
            <a:endParaRPr lang="en-GB" sz="1050" b="1">
              <a:latin typeface="Lucida Sans" panose="020B0602030504020204" pitchFamily="34" charset="0"/>
              <a:cs typeface="Lucida Sans"/>
            </a:endParaRPr>
          </a:p>
        </p:txBody>
      </p:sp>
      <p:sp>
        <p:nvSpPr>
          <p:cNvPr id="4" name="Date Placeholder 3"/>
          <p:cNvSpPr>
            <a:spLocks noGrp="1"/>
          </p:cNvSpPr>
          <p:nvPr>
            <p:ph type="dt" sz="half" idx="2"/>
          </p:nvPr>
        </p:nvSpPr>
        <p:spPr>
          <a:xfrm>
            <a:off x="1031875" y="6337300"/>
            <a:ext cx="1473200" cy="365125"/>
          </a:xfrm>
          <a:prstGeom prst="rect">
            <a:avLst/>
          </a:prstGeom>
        </p:spPr>
        <p:txBody>
          <a:bodyPr vert="horz" lIns="0" tIns="0" rIns="91440" bIns="0" rtlCol="0" anchor="ctr"/>
          <a:lstStyle>
            <a:lvl1pPr algn="l" fontAlgn="auto">
              <a:spcBef>
                <a:spcPts val="0"/>
              </a:spcBef>
              <a:spcAft>
                <a:spcPts val="0"/>
              </a:spcAft>
              <a:defRPr sz="1200">
                <a:solidFill>
                  <a:schemeClr val="bg1"/>
                </a:solidFill>
                <a:latin typeface="Lucida Sans Unicode" panose="020B0602030504020204" pitchFamily="34" charset="0"/>
                <a:ea typeface="+mn-ea"/>
                <a:cs typeface="Lucida Sans Unicode" panose="020B0602030504020204" pitchFamily="34" charset="0"/>
              </a:defRPr>
            </a:lvl1pPr>
          </a:lstStyle>
          <a:p>
            <a:pPr>
              <a:defRPr/>
            </a:pPr>
            <a:fld id="{56516A83-91EE-AB41-A586-9B58DDBC6DE5}" type="datetime3">
              <a:rPr lang="en-GB"/>
              <a:pPr>
                <a:defRPr/>
              </a:pPr>
              <a:t>20 November, 2025</a:t>
            </a:fld>
            <a:endParaRPr lang="en-GB" dirty="0"/>
          </a:p>
        </p:txBody>
      </p:sp>
      <p:sp>
        <p:nvSpPr>
          <p:cNvPr id="5" name="Footer Placeholder 4"/>
          <p:cNvSpPr>
            <a:spLocks noGrp="1"/>
          </p:cNvSpPr>
          <p:nvPr>
            <p:ph type="ftr" sz="quarter" idx="3"/>
          </p:nvPr>
        </p:nvSpPr>
        <p:spPr>
          <a:xfrm>
            <a:off x="2505075" y="6337300"/>
            <a:ext cx="7005638" cy="365125"/>
          </a:xfrm>
          <a:prstGeom prst="rect">
            <a:avLst/>
          </a:prstGeom>
        </p:spPr>
        <p:txBody>
          <a:bodyPr vert="horz" lIns="108000" tIns="0" rIns="108000" bIns="0" rtlCol="0" anchor="ctr"/>
          <a:lstStyle>
            <a:lvl1pPr algn="ctr" fontAlgn="auto">
              <a:spcBef>
                <a:spcPts val="0"/>
              </a:spcBef>
              <a:spcAft>
                <a:spcPts val="0"/>
              </a:spcAft>
              <a:defRPr sz="1200">
                <a:solidFill>
                  <a:schemeClr val="tx1"/>
                </a:solidFill>
                <a:latin typeface="Georgia" panose="02040502050405020303" pitchFamily="18" charset="0"/>
                <a:ea typeface="+mn-ea"/>
                <a:cs typeface="+mn-cs"/>
              </a:defRPr>
            </a:lvl1pPr>
          </a:lstStyle>
          <a:p>
            <a:pPr>
              <a:defRPr/>
            </a:pPr>
            <a:r>
              <a:rPr lang="en-GB"/>
              <a:t>POWERPOINT PRESENTATION TEMPLATE GREEN</a:t>
            </a:r>
          </a:p>
        </p:txBody>
      </p:sp>
      <p:sp>
        <p:nvSpPr>
          <p:cNvPr id="6" name="Slide Number Placeholder 5"/>
          <p:cNvSpPr>
            <a:spLocks noGrp="1"/>
          </p:cNvSpPr>
          <p:nvPr>
            <p:ph type="sldNum" sz="quarter" idx="4"/>
          </p:nvPr>
        </p:nvSpPr>
        <p:spPr>
          <a:xfrm>
            <a:off x="377825" y="6337300"/>
            <a:ext cx="514350" cy="365125"/>
          </a:xfrm>
          <a:prstGeom prst="rect">
            <a:avLst/>
          </a:prstGeom>
        </p:spPr>
        <p:txBody>
          <a:bodyPr vert="horz" lIns="0" tIns="0" rIns="0" bIns="0" rtlCol="0" anchor="ctr"/>
          <a:lstStyle>
            <a:lvl1pPr algn="ctr" fontAlgn="auto">
              <a:spcBef>
                <a:spcPts val="0"/>
              </a:spcBef>
              <a:spcAft>
                <a:spcPts val="0"/>
              </a:spcAft>
              <a:defRPr sz="1200">
                <a:solidFill>
                  <a:schemeClr val="bg1"/>
                </a:solidFill>
                <a:latin typeface="Lucida Sans Unicode" panose="020B0602030504020204" pitchFamily="34" charset="0"/>
                <a:ea typeface="+mn-ea"/>
                <a:cs typeface="Lucida Sans Unicode" panose="020B0602030504020204" pitchFamily="34" charset="0"/>
              </a:defRPr>
            </a:lvl1pPr>
          </a:lstStyle>
          <a:p>
            <a:pPr>
              <a:defRPr/>
            </a:pPr>
            <a:fld id="{B3990C44-6740-6B49-8695-A99901BF4C49}" type="slidenum">
              <a:rPr lang="en-GB"/>
              <a:pPr>
                <a:defRPr/>
              </a:pPr>
              <a:t>‹#›</a:t>
            </a:fld>
            <a:endParaRPr lang="en-GB" dirty="0"/>
          </a:p>
        </p:txBody>
      </p:sp>
    </p:spTree>
  </p:cSld>
  <p:clrMap bg1="lt1" tx1="dk1" bg2="lt2" tx2="dk2" accent1="accent1" accent2="accent2" accent3="accent3" accent4="accent4" accent5="accent5" accent6="accent6" hlink="hlink" folHlink="folHlink"/>
  <p:sldLayoutIdLst>
    <p:sldLayoutId id="2147484529" r:id="rId1"/>
    <p:sldLayoutId id="2147484530" r:id="rId2"/>
    <p:sldLayoutId id="2147484531" r:id="rId3"/>
    <p:sldLayoutId id="2147484532" r:id="rId4"/>
    <p:sldLayoutId id="2147484533" r:id="rId5"/>
    <p:sldLayoutId id="2147484534" r:id="rId6"/>
    <p:sldLayoutId id="2147484535" r:id="rId7"/>
    <p:sldLayoutId id="2147484536" r:id="rId8"/>
    <p:sldLayoutId id="2147484537" r:id="rId9"/>
    <p:sldLayoutId id="2147484538" r:id="rId10"/>
    <p:sldLayoutId id="2147484539" r:id="rId11"/>
    <p:sldLayoutId id="2147484540" r:id="rId12"/>
    <p:sldLayoutId id="2147484541" r:id="rId13"/>
    <p:sldLayoutId id="2147484542" r:id="rId14"/>
    <p:sldLayoutId id="2147484543" r:id="rId15"/>
    <p:sldLayoutId id="2147484544" r:id="rId16"/>
    <p:sldLayoutId id="2147484545" r:id="rId17"/>
    <p:sldLayoutId id="2147484546" r:id="rId18"/>
    <p:sldLayoutId id="2147484547" r:id="rId19"/>
    <p:sldLayoutId id="2147484548" r:id="rId20"/>
    <p:sldLayoutId id="2147484549" r:id="rId21"/>
    <p:sldLayoutId id="2147484550" r:id="rId22"/>
    <p:sldLayoutId id="2147484551" r:id="rId23"/>
    <p:sldLayoutId id="2147484552" r:id="rId24"/>
    <p:sldLayoutId id="2147484553" r:id="rId25"/>
    <p:sldLayoutId id="2147484554" r:id="rId26"/>
    <p:sldLayoutId id="2147484555" r:id="rId27"/>
    <p:sldLayoutId id="2147484556" r:id="rId28"/>
    <p:sldLayoutId id="2147484557" r:id="rId29"/>
    <p:sldLayoutId id="2147484558" r:id="rId30"/>
    <p:sldLayoutId id="2147484559" r:id="rId31"/>
    <p:sldLayoutId id="2147484560" r:id="rId32"/>
    <p:sldLayoutId id="2147484561" r:id="rId33"/>
    <p:sldLayoutId id="2147484562" r:id="rId34"/>
    <p:sldLayoutId id="2147484564" r:id="rId35"/>
  </p:sldLayoutIdLst>
  <p:hf hdr="0"/>
  <p:txStyles>
    <p:titleStyle>
      <a:lvl1pPr algn="l" rtl="0" eaLnBrk="1" fontAlgn="base" hangingPunct="1">
        <a:spcBef>
          <a:spcPct val="0"/>
        </a:spcBef>
        <a:spcAft>
          <a:spcPct val="0"/>
        </a:spcAft>
        <a:defRPr sz="3600" b="1" kern="1200">
          <a:solidFill>
            <a:srgbClr val="87A529"/>
          </a:solidFill>
          <a:latin typeface="Georgia" panose="02040502050405020303" pitchFamily="18" charset="0"/>
          <a:ea typeface="ＭＳ Ｐゴシック" charset="0"/>
          <a:cs typeface="ＭＳ Ｐゴシック" charset="0"/>
        </a:defRPr>
      </a:lvl1pPr>
      <a:lvl2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2pPr>
      <a:lvl3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3pPr>
      <a:lvl4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4pPr>
      <a:lvl5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5pPr>
      <a:lvl6pPr marL="4572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6pPr>
      <a:lvl7pPr marL="9144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7pPr>
      <a:lvl8pPr marL="13716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8pPr>
      <a:lvl9pPr marL="18288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9pPr>
    </p:titleStyle>
    <p:bodyStyle>
      <a:lvl1pPr marL="342900" indent="-342900" algn="l" rtl="0" eaLnBrk="1" fontAlgn="base" hangingPunct="1">
        <a:spcBef>
          <a:spcPct val="20000"/>
        </a:spcBef>
        <a:spcAft>
          <a:spcPct val="0"/>
        </a:spcAft>
        <a:buFont typeface="Arial" charset="0"/>
        <a:buChar char="•"/>
        <a:defRPr sz="2400" kern="1200">
          <a:solidFill>
            <a:schemeClr val="tx1"/>
          </a:solidFill>
          <a:latin typeface="Lucida Sans Unicode" panose="020B0602030504020204" pitchFamily="34" charset="0"/>
          <a:ea typeface="ＭＳ Ｐゴシック" charset="0"/>
          <a:cs typeface="Lucida Sans Unicode" panose="020B0602030504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Lucida Sans Unicode" panose="020B0602030504020204" pitchFamily="34" charset="0"/>
          <a:ea typeface="ＭＳ Ｐゴシック" charset="0"/>
          <a:cs typeface="Lucida Sans Unicode" panose="020B0602030504020204" pitchFamily="34" charset="0"/>
        </a:defRPr>
      </a:lvl2pPr>
      <a:lvl3pPr marL="1143000" indent="-228600" algn="l" rtl="0" eaLnBrk="1" fontAlgn="base" hangingPunct="1">
        <a:spcBef>
          <a:spcPct val="20000"/>
        </a:spcBef>
        <a:spcAft>
          <a:spcPct val="0"/>
        </a:spcAft>
        <a:buFont typeface="Arial" charset="0"/>
        <a:buChar char="•"/>
        <a:defRPr kern="1200">
          <a:solidFill>
            <a:schemeClr val="tx1"/>
          </a:solidFill>
          <a:latin typeface="Lucida Sans Unicode" panose="020B0602030504020204" pitchFamily="34" charset="0"/>
          <a:ea typeface="ＭＳ Ｐゴシック" charset="0"/>
          <a:cs typeface="Lucida Sans Unicode" panose="020B0602030504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Lucida Sans Unicode" panose="020B0602030504020204" pitchFamily="34" charset="0"/>
          <a:ea typeface="ＭＳ Ｐゴシック" charset="0"/>
          <a:cs typeface="Lucida Sans Unicode" panose="020B0602030504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Lucida Sans Unicode" panose="020B0602030504020204" pitchFamily="34" charset="0"/>
          <a:ea typeface="ＭＳ Ｐゴシック" charset="0"/>
          <a:cs typeface="Lucida Sans Unicode" panose="020B0602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5.xml"/><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3" Type="http://schemas.openxmlformats.org/officeDocument/2006/relationships/hyperlink" Target="http://www.nngroup.com/people/jakob-nielsen/" TargetMode="External"/><Relationship Id="rId2" Type="http://schemas.openxmlformats.org/officeDocument/2006/relationships/hyperlink" Target="http://www.useit.com/jakob/useengbook.html" TargetMode="Externa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edutechwiki.unige.ch/en/Usability_and_user_experience_surveys" TargetMode="Externa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r0A6IW2TFFI" TargetMode="External"/><Relationship Id="rId2" Type="http://schemas.openxmlformats.org/officeDocument/2006/relationships/hyperlink" Target="https://www.youtube.com/watch?v=0YL0xoSmyZI" TargetMode="Externa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2" Type="http://schemas.openxmlformats.org/officeDocument/2006/relationships/hyperlink" Target="http://www.nngroup.com/articles/how-many-test-users/" TargetMode="External"/><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3" Type="http://schemas.openxmlformats.org/officeDocument/2006/relationships/hyperlink" Target="https://developer.android.com/studio/test/test-in-android-studio" TargetMode="External"/><Relationship Id="rId2" Type="http://schemas.openxmlformats.org/officeDocument/2006/relationships/hyperlink" Target="https://www.vogella.com/tutorials/AndroidTestingEspresso/article.html" TargetMode="External"/><Relationship Id="rId1" Type="http://schemas.openxmlformats.org/officeDocument/2006/relationships/slideLayout" Target="../slideLayouts/slideLayout35.xml"/><Relationship Id="rId4" Type="http://schemas.openxmlformats.org/officeDocument/2006/relationships/hyperlink" Target="https://www.youtube.com/watch?v=11KmP8W5mQc"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50"/>
          <p:cNvSpPr>
            <a:spLocks noGrp="1" noChangeArrowheads="1"/>
          </p:cNvSpPr>
          <p:nvPr>
            <p:ph type="title"/>
          </p:nvPr>
        </p:nvSpPr>
        <p:spPr>
          <a:xfrm>
            <a:off x="416496" y="1312895"/>
            <a:ext cx="9230650" cy="763600"/>
          </a:xfrm>
        </p:spPr>
        <p:txBody>
          <a:bodyPr anchor="ctr">
            <a:normAutofit fontScale="90000"/>
          </a:bodyPr>
          <a:lstStyle/>
          <a:p>
            <a:pPr algn="ctr"/>
            <a:r>
              <a:rPr lang="en-GB" altLang="en-US" sz="3600" dirty="0">
                <a:solidFill>
                  <a:schemeClr val="bg1"/>
                </a:solidFill>
                <a:latin typeface="Georgia" panose="02040502050405020303" pitchFamily="18" charset="0"/>
              </a:rPr>
              <a:t>Mobile Application Development (COS7025-B)</a:t>
            </a:r>
            <a:br>
              <a:rPr lang="en-GB" altLang="en-US" sz="3600" dirty="0">
                <a:solidFill>
                  <a:schemeClr val="bg1"/>
                </a:solidFill>
                <a:latin typeface="Georgia" panose="02040502050405020303" pitchFamily="18" charset="0"/>
              </a:rPr>
            </a:br>
            <a:br>
              <a:rPr lang="en-GB" altLang="en-US" sz="1300" dirty="0">
                <a:solidFill>
                  <a:srgbClr val="003399"/>
                </a:solidFill>
                <a:latin typeface="Georgia" panose="02040502050405020303" pitchFamily="18" charset="0"/>
              </a:rPr>
            </a:br>
            <a:br>
              <a:rPr lang="en-GB" altLang="en-US" sz="900" dirty="0">
                <a:solidFill>
                  <a:srgbClr val="003399"/>
                </a:solidFill>
              </a:rPr>
            </a:br>
            <a:r>
              <a:rPr lang="en-GB" altLang="en-US" sz="3600" dirty="0">
                <a:solidFill>
                  <a:srgbClr val="003399"/>
                </a:solidFill>
                <a:latin typeface="Georgia" panose="02040502050405020303" pitchFamily="18" charset="0"/>
              </a:rPr>
              <a:t> </a:t>
            </a:r>
            <a:br>
              <a:rPr lang="en-GB" altLang="en-US" sz="900" dirty="0">
                <a:solidFill>
                  <a:srgbClr val="003399"/>
                </a:solidFill>
                <a:latin typeface="Georgia" panose="02040502050405020303" pitchFamily="18" charset="0"/>
              </a:rPr>
            </a:br>
            <a:r>
              <a:rPr lang="en-GB" altLang="en-US" sz="3600" b="1" dirty="0">
                <a:solidFill>
                  <a:srgbClr val="0070C0"/>
                </a:solidFill>
                <a:latin typeface="Georgia" charset="0"/>
                <a:ea typeface="MS PGothic" charset="-128"/>
                <a:cs typeface="ＭＳ Ｐゴシック" charset="-128"/>
              </a:rPr>
              <a:t>Designing Mobile Apps using Android</a:t>
            </a:r>
            <a:br>
              <a:rPr lang="en-GB" altLang="en-US" sz="3600" b="1" dirty="0">
                <a:solidFill>
                  <a:srgbClr val="0070C0"/>
                </a:solidFill>
                <a:latin typeface="Georgia" charset="0"/>
                <a:ea typeface="MS PGothic" charset="-128"/>
                <a:cs typeface="ＭＳ Ｐゴシック" charset="-128"/>
              </a:rPr>
            </a:br>
            <a:r>
              <a:rPr lang="en-GB" altLang="en-US" sz="3600" b="1" dirty="0">
                <a:solidFill>
                  <a:srgbClr val="0070C0"/>
                </a:solidFill>
              </a:rPr>
              <a:t>Mobile Application Testing</a:t>
            </a:r>
            <a:endParaRPr lang="es-ES" altLang="en-US" sz="3600" dirty="0">
              <a:solidFill>
                <a:srgbClr val="0081BE"/>
              </a:solidFill>
              <a:latin typeface="Georgia" panose="02040502050405020303" pitchFamily="18" charset="0"/>
            </a:endParaRPr>
          </a:p>
        </p:txBody>
      </p:sp>
      <p:sp>
        <p:nvSpPr>
          <p:cNvPr id="6" name="Slide Number Placeholder 5"/>
          <p:cNvSpPr>
            <a:spLocks noGrp="1"/>
          </p:cNvSpPr>
          <p:nvPr>
            <p:ph type="sldNum" idx="12"/>
          </p:nvPr>
        </p:nvSpPr>
        <p:spPr/>
        <p:txBody>
          <a:bodyPr/>
          <a:lstStyle/>
          <a:p>
            <a:pPr>
              <a:defRPr/>
            </a:pPr>
            <a:fld id="{71B4BE5D-D4C9-A14A-A707-5B27380E2328}" type="slidenum">
              <a:rPr lang="en-GB" smtClean="0"/>
              <a:pPr>
                <a:defRPr/>
              </a:pPr>
              <a:t>1</a:t>
            </a:fld>
            <a:endParaRPr lang="en-GB" dirty="0"/>
          </a:p>
        </p:txBody>
      </p:sp>
      <p:sp>
        <p:nvSpPr>
          <p:cNvPr id="4" name="Date Placeholder 3"/>
          <p:cNvSpPr>
            <a:spLocks noGrp="1"/>
          </p:cNvSpPr>
          <p:nvPr>
            <p:ph type="dt" sz="quarter" idx="4294967295"/>
          </p:nvPr>
        </p:nvSpPr>
        <p:spPr>
          <a:xfrm>
            <a:off x="0" y="6337300"/>
            <a:ext cx="1473200" cy="365125"/>
          </a:xfrm>
        </p:spPr>
        <p:txBody>
          <a:bodyPr/>
          <a:lstStyle/>
          <a:p>
            <a:pPr>
              <a:defRPr/>
            </a:pPr>
            <a:fld id="{03F7D35D-8950-BF46-B66A-37F1FDD14F3C}" type="datetime3">
              <a:rPr lang="en-GB"/>
              <a:pPr>
                <a:defRPr/>
              </a:pPr>
              <a:t>20 November, 2025</a:t>
            </a:fld>
            <a:endParaRPr lang="en-GB" dirty="0"/>
          </a:p>
        </p:txBody>
      </p:sp>
      <p:sp>
        <p:nvSpPr>
          <p:cNvPr id="5" name="Footer Placeholder 4"/>
          <p:cNvSpPr>
            <a:spLocks noGrp="1"/>
          </p:cNvSpPr>
          <p:nvPr>
            <p:ph type="ftr" sz="quarter" idx="4294967295"/>
          </p:nvPr>
        </p:nvSpPr>
        <p:spPr>
          <a:xfrm>
            <a:off x="2900363" y="6337300"/>
            <a:ext cx="7005637" cy="365125"/>
          </a:xfrm>
        </p:spPr>
        <p:txBody>
          <a:bodyPr/>
          <a:lstStyle/>
          <a:p>
            <a:pPr>
              <a:defRPr/>
            </a:pPr>
            <a:r>
              <a:rPr lang="en-GB"/>
              <a:t>POWERPOINT PRESENTATION TEMPLATE GREEN</a:t>
            </a:r>
            <a:endParaRPr lang="en-GB" dirty="0"/>
          </a:p>
        </p:txBody>
      </p:sp>
      <p:sp>
        <p:nvSpPr>
          <p:cNvPr id="10" name="Rectangle 168"/>
          <p:cNvSpPr>
            <a:spLocks noChangeArrowheads="1"/>
          </p:cNvSpPr>
          <p:nvPr/>
        </p:nvSpPr>
        <p:spPr bwMode="auto">
          <a:xfrm>
            <a:off x="2385307" y="3633138"/>
            <a:ext cx="496855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s-UY" altLang="en-US" sz="2000" b="1" dirty="0">
                <a:solidFill>
                  <a:schemeClr val="tx1"/>
                </a:solidFill>
              </a:rPr>
              <a:t>Karim Hammoud Sadik</a:t>
            </a:r>
          </a:p>
          <a:p>
            <a:endParaRPr lang="es-UY" altLang="en-US" sz="2000" b="1" dirty="0">
              <a:solidFill>
                <a:schemeClr val="tx1"/>
              </a:solidFill>
            </a:endParaRPr>
          </a:p>
          <a:p>
            <a:r>
              <a:rPr lang="es-UY" altLang="en-US" sz="2000" b="1" dirty="0" err="1">
                <a:solidFill>
                  <a:schemeClr val="tx1"/>
                </a:solidFill>
              </a:rPr>
              <a:t>Lecture</a:t>
            </a:r>
            <a:r>
              <a:rPr lang="es-UY" altLang="en-US" sz="2000" b="1" dirty="0">
                <a:solidFill>
                  <a:schemeClr val="tx1"/>
                </a:solidFill>
              </a:rPr>
              <a:t> #10</a:t>
            </a:r>
            <a:endParaRPr lang="es-ES" altLang="en-US" sz="2000" b="1" dirty="0">
              <a:solidFill>
                <a:schemeClr val="tx1"/>
              </a:solidFill>
            </a:endParaRPr>
          </a:p>
        </p:txBody>
      </p:sp>
      <p:pic>
        <p:nvPicPr>
          <p:cNvPr id="11" name="object 3"/>
          <p:cNvPicPr/>
          <p:nvPr/>
        </p:nvPicPr>
        <p:blipFill>
          <a:blip r:embed="rId2" cstate="print"/>
          <a:stretch>
            <a:fillRect/>
          </a:stretch>
        </p:blipFill>
        <p:spPr>
          <a:xfrm>
            <a:off x="632520" y="4607870"/>
            <a:ext cx="960698" cy="1540889"/>
          </a:xfrm>
          <a:prstGeom prst="rect">
            <a:avLst/>
          </a:prstGeom>
        </p:spPr>
      </p:pic>
      <p:pic>
        <p:nvPicPr>
          <p:cNvPr id="12" name="object 5"/>
          <p:cNvPicPr/>
          <p:nvPr/>
        </p:nvPicPr>
        <p:blipFill>
          <a:blip r:embed="rId3" cstate="print"/>
          <a:stretch>
            <a:fillRect/>
          </a:stretch>
        </p:blipFill>
        <p:spPr>
          <a:xfrm>
            <a:off x="5385048" y="4869160"/>
            <a:ext cx="1103818" cy="1101508"/>
          </a:xfrm>
          <a:prstGeom prst="rect">
            <a:avLst/>
          </a:prstGeom>
        </p:spPr>
      </p:pic>
      <p:sp>
        <p:nvSpPr>
          <p:cNvPr id="13" name="object 2"/>
          <p:cNvSpPr txBox="1">
            <a:spLocks/>
          </p:cNvSpPr>
          <p:nvPr/>
        </p:nvSpPr>
        <p:spPr bwMode="auto">
          <a:xfrm>
            <a:off x="5121609" y="6042039"/>
            <a:ext cx="162525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700" rIns="0" bIns="0" numCol="1" rtlCol="0" anchor="b" anchorCtr="0" compatLnSpc="1">
            <a:prstTxWarp prst="textNoShape">
              <a:avLst/>
            </a:prstTxWarp>
            <a:spAutoFit/>
          </a:bodyPr>
          <a:lstStyle>
            <a:lvl1pPr algn="ctr" rtl="0" fontAlgn="base">
              <a:spcBef>
                <a:spcPct val="0"/>
              </a:spcBef>
              <a:spcAft>
                <a:spcPct val="0"/>
              </a:spcAft>
              <a:defRPr sz="60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marL="12700">
              <a:spcBef>
                <a:spcPts val="100"/>
              </a:spcBef>
            </a:pPr>
            <a:r>
              <a:rPr lang="en-GB" sz="1600" b="1" dirty="0">
                <a:solidFill>
                  <a:srgbClr val="7030A0"/>
                </a:solidFill>
              </a:rPr>
              <a:t>Android</a:t>
            </a:r>
            <a:r>
              <a:rPr lang="en-GB" sz="1600" b="1" spc="-155" dirty="0">
                <a:solidFill>
                  <a:srgbClr val="7030A0"/>
                </a:solidFill>
              </a:rPr>
              <a:t> </a:t>
            </a:r>
            <a:r>
              <a:rPr lang="en-GB" sz="1600" b="1" dirty="0">
                <a:solidFill>
                  <a:srgbClr val="7030A0"/>
                </a:solidFill>
              </a:rPr>
              <a:t>Studio</a:t>
            </a:r>
            <a:endParaRPr lang="en-GB" sz="1600" b="1" spc="-100" dirty="0">
              <a:solidFill>
                <a:srgbClr val="7030A0"/>
              </a:solidFill>
            </a:endParaRPr>
          </a:p>
        </p:txBody>
      </p:sp>
      <p:pic>
        <p:nvPicPr>
          <p:cNvPr id="14" name="Picture 13"/>
          <p:cNvPicPr>
            <a:picLocks noChangeAspect="1"/>
          </p:cNvPicPr>
          <p:nvPr/>
        </p:nvPicPr>
        <p:blipFill>
          <a:blip r:embed="rId4"/>
          <a:stretch>
            <a:fillRect/>
          </a:stretch>
        </p:blipFill>
        <p:spPr>
          <a:xfrm rot="1901369">
            <a:off x="2770480" y="4707233"/>
            <a:ext cx="803112" cy="1496807"/>
          </a:xfrm>
          <a:prstGeom prst="rect">
            <a:avLst/>
          </a:prstGeom>
        </p:spPr>
      </p:pic>
      <p:pic>
        <p:nvPicPr>
          <p:cNvPr id="15" name="Picture 2" descr="Android framework details"/>
          <p:cNvPicPr>
            <a:picLocks noChangeAspect="1" noChangeArrowheads="1"/>
          </p:cNvPicPr>
          <p:nvPr/>
        </p:nvPicPr>
        <p:blipFill>
          <a:blip r:embed="rId5" cstate="email">
            <a:extLst>
              <a:ext uri="{28A0092B-C50C-407E-A947-70E740481C1C}">
                <a14:useLocalDpi xmlns:a14="http://schemas.microsoft.com/office/drawing/2010/main" val="0"/>
              </a:ext>
            </a:extLst>
          </a:blip>
          <a:srcRect l="21053" r="41013"/>
          <a:stretch>
            <a:fillRect/>
          </a:stretch>
        </p:blipFill>
        <p:spPr bwMode="auto">
          <a:xfrm>
            <a:off x="7751333" y="3987613"/>
            <a:ext cx="1394740" cy="2374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51D6B-2A66-2DDB-DC1B-FFB1B892E71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6DCD68-9EB3-C0EF-A18E-D8B3AB4661C5}"/>
              </a:ext>
            </a:extLst>
          </p:cNvPr>
          <p:cNvSpPr>
            <a:spLocks noGrp="1"/>
          </p:cNvSpPr>
          <p:nvPr>
            <p:ph type="sldNum" idx="12"/>
          </p:nvPr>
        </p:nvSpPr>
        <p:spPr/>
        <p:txBody>
          <a:bodyPr/>
          <a:lstStyle/>
          <a:p>
            <a:pPr algn="r"/>
            <a:fld id="{00000000-1234-1234-1234-123412341234}" type="slidenum">
              <a:rPr lang="en" smtClean="0"/>
              <a:pPr algn="r"/>
              <a:t>2</a:t>
            </a:fld>
            <a:endParaRPr lang="en"/>
          </a:p>
        </p:txBody>
      </p:sp>
      <p:sp>
        <p:nvSpPr>
          <p:cNvPr id="3" name="Title 2">
            <a:extLst>
              <a:ext uri="{FF2B5EF4-FFF2-40B4-BE49-F238E27FC236}">
                <a16:creationId xmlns:a16="http://schemas.microsoft.com/office/drawing/2014/main" id="{A46FE3B1-9F4F-DC03-91DD-51887A968008}"/>
              </a:ext>
            </a:extLst>
          </p:cNvPr>
          <p:cNvSpPr>
            <a:spLocks noGrp="1"/>
          </p:cNvSpPr>
          <p:nvPr>
            <p:ph type="title"/>
          </p:nvPr>
        </p:nvSpPr>
        <p:spPr/>
        <p:txBody>
          <a:bodyPr/>
          <a:lstStyle/>
          <a:p>
            <a:r>
              <a:rPr lang="en-GB" dirty="0"/>
              <a:t>Content</a:t>
            </a:r>
          </a:p>
        </p:txBody>
      </p:sp>
      <p:sp>
        <p:nvSpPr>
          <p:cNvPr id="6" name="Content Placeholder 2">
            <a:extLst>
              <a:ext uri="{FF2B5EF4-FFF2-40B4-BE49-F238E27FC236}">
                <a16:creationId xmlns:a16="http://schemas.microsoft.com/office/drawing/2014/main" id="{7A97FD68-3AE5-A304-9EBD-A8CFD1171E0E}"/>
              </a:ext>
            </a:extLst>
          </p:cNvPr>
          <p:cNvSpPr txBox="1">
            <a:spLocks/>
          </p:cNvSpPr>
          <p:nvPr/>
        </p:nvSpPr>
        <p:spPr bwMode="auto">
          <a:xfrm>
            <a:off x="-159568" y="1367936"/>
            <a:ext cx="9932489" cy="41221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marL="0" indent="0">
              <a:buFont typeface="Arial" charset="0"/>
              <a:buNone/>
            </a:pPr>
            <a:endParaRPr lang="en-GB" altLang="en-US" sz="800" dirty="0">
              <a:latin typeface="Lucida Sans Unicode" charset="0"/>
              <a:ea typeface="MS PGothic" charset="-128"/>
              <a:cs typeface="Lucida Sans Unicode" charset="0"/>
            </a:endParaRPr>
          </a:p>
          <a:p>
            <a:pPr lvl="1">
              <a:buFont typeface="Arial" charset="0"/>
              <a:buChar char="–"/>
              <a:defRPr/>
            </a:pPr>
            <a:r>
              <a:rPr lang="en-GB" altLang="en-US" sz="2400" dirty="0">
                <a:latin typeface="Georgia" panose="02040502050405020303" pitchFamily="18" charset="0"/>
                <a:ea typeface="MS PGothic" charset="-128"/>
                <a:cs typeface="Lucida Sans Unicode" charset="0"/>
              </a:rPr>
              <a:t>Understood the usefulness and purpose of mobile application testing</a:t>
            </a:r>
          </a:p>
          <a:p>
            <a:pPr lvl="1">
              <a:buFont typeface="Arial" charset="0"/>
              <a:buChar char="–"/>
              <a:defRPr/>
            </a:pPr>
            <a:r>
              <a:rPr lang="en-GB" altLang="en-US" sz="2400" dirty="0">
                <a:latin typeface="Georgia" panose="02040502050405020303" pitchFamily="18" charset="0"/>
                <a:ea typeface="MS PGothic" charset="-128"/>
                <a:cs typeface="Lucida Sans Unicode" charset="0"/>
              </a:rPr>
              <a:t>Discussed the types of mobile application testing </a:t>
            </a:r>
          </a:p>
          <a:p>
            <a:pPr lvl="1">
              <a:buFont typeface="Arial" charset="0"/>
              <a:buChar char="–"/>
              <a:defRPr/>
            </a:pPr>
            <a:r>
              <a:rPr lang="en-GB" altLang="en-US" sz="2400" dirty="0">
                <a:latin typeface="Georgia" panose="02040502050405020303" pitchFamily="18" charset="0"/>
                <a:ea typeface="MS PGothic" charset="-128"/>
                <a:cs typeface="Lucida Sans Unicode" charset="0"/>
              </a:rPr>
              <a:t>Applied Usability testing metrics on an example application</a:t>
            </a:r>
          </a:p>
        </p:txBody>
      </p:sp>
    </p:spTree>
    <p:extLst>
      <p:ext uri="{BB962C8B-B14F-4D97-AF65-F5344CB8AC3E}">
        <p14:creationId xmlns:p14="http://schemas.microsoft.com/office/powerpoint/2010/main" val="171752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73C03-C55B-E541-55DF-8A78ECB3AB1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616AB1-AE9E-CA9B-404A-C0293A558458}"/>
              </a:ext>
            </a:extLst>
          </p:cNvPr>
          <p:cNvSpPr>
            <a:spLocks noGrp="1"/>
          </p:cNvSpPr>
          <p:nvPr>
            <p:ph type="sldNum" idx="12"/>
          </p:nvPr>
        </p:nvSpPr>
        <p:spPr/>
        <p:txBody>
          <a:bodyPr/>
          <a:lstStyle/>
          <a:p>
            <a:pPr algn="r"/>
            <a:fld id="{00000000-1234-1234-1234-123412341234}" type="slidenum">
              <a:rPr lang="en" smtClean="0"/>
              <a:pPr algn="r"/>
              <a:t>3</a:t>
            </a:fld>
            <a:endParaRPr lang="en"/>
          </a:p>
        </p:txBody>
      </p:sp>
      <p:sp>
        <p:nvSpPr>
          <p:cNvPr id="3" name="Title 2">
            <a:extLst>
              <a:ext uri="{FF2B5EF4-FFF2-40B4-BE49-F238E27FC236}">
                <a16:creationId xmlns:a16="http://schemas.microsoft.com/office/drawing/2014/main" id="{27B4FC94-2E2B-1F47-69E5-9826D7E4E347}"/>
              </a:ext>
            </a:extLst>
          </p:cNvPr>
          <p:cNvSpPr>
            <a:spLocks noGrp="1"/>
          </p:cNvSpPr>
          <p:nvPr>
            <p:ph type="title"/>
          </p:nvPr>
        </p:nvSpPr>
        <p:spPr>
          <a:xfrm>
            <a:off x="337675" y="13977"/>
            <a:ext cx="9230650" cy="763600"/>
          </a:xfrm>
        </p:spPr>
        <p:txBody>
          <a:bodyPr/>
          <a:lstStyle/>
          <a:p>
            <a:pPr algn="ctr"/>
            <a:r>
              <a:rPr lang="en-US" altLang="en-US" sz="3600" b="1" dirty="0">
                <a:solidFill>
                  <a:schemeClr val="bg1"/>
                </a:solidFill>
                <a:latin typeface="Georgia" panose="02040502050405020303" pitchFamily="18" charset="0"/>
              </a:rPr>
              <a:t>Discussion: Why (mobile app) testing is important? </a:t>
            </a:r>
            <a:endParaRPr lang="en-GB" sz="3600" b="1" dirty="0">
              <a:solidFill>
                <a:schemeClr val="bg1"/>
              </a:solidFill>
              <a:latin typeface="Georgia" panose="02040502050405020303" pitchFamily="18" charset="0"/>
            </a:endParaRPr>
          </a:p>
        </p:txBody>
      </p:sp>
      <p:sp>
        <p:nvSpPr>
          <p:cNvPr id="7" name="Rectangle 6">
            <a:extLst>
              <a:ext uri="{FF2B5EF4-FFF2-40B4-BE49-F238E27FC236}">
                <a16:creationId xmlns:a16="http://schemas.microsoft.com/office/drawing/2014/main" id="{ED3E64D2-D7D4-4E38-C030-3750BD45E05F}"/>
              </a:ext>
            </a:extLst>
          </p:cNvPr>
          <p:cNvSpPr>
            <a:spLocks noChangeArrowheads="1"/>
          </p:cNvSpPr>
          <p:nvPr/>
        </p:nvSpPr>
        <p:spPr bwMode="auto">
          <a:xfrm>
            <a:off x="67783" y="1421010"/>
            <a:ext cx="990163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US" altLang="en-US" sz="1800" dirty="0"/>
              <a:t>“Mobile users are fussy and impatient. They determine within seconds whether they like a mobile site or app. If it is too complicated or too slow, they will move on and possibly post a negative review in the app store.” </a:t>
            </a:r>
            <a:r>
              <a:rPr lang="en-US" altLang="en-US" sz="1800" dirty="0" err="1"/>
              <a:t>Rameen</a:t>
            </a:r>
            <a:r>
              <a:rPr lang="en-US" altLang="en-US" sz="1800" dirty="0"/>
              <a:t> Taheri , Adobe Systems</a:t>
            </a:r>
            <a:endParaRPr lang="en-US" altLang="en-US" sz="1800" dirty="0">
              <a:solidFill>
                <a:srgbClr val="323232"/>
              </a:solidFill>
            </a:endParaRPr>
          </a:p>
        </p:txBody>
      </p:sp>
      <p:sp>
        <p:nvSpPr>
          <p:cNvPr id="8" name="Rectangle 7">
            <a:extLst>
              <a:ext uri="{FF2B5EF4-FFF2-40B4-BE49-F238E27FC236}">
                <a16:creationId xmlns:a16="http://schemas.microsoft.com/office/drawing/2014/main" id="{19CBB0E6-AF66-A419-9FA6-9FCDAB67514D}"/>
              </a:ext>
            </a:extLst>
          </p:cNvPr>
          <p:cNvSpPr>
            <a:spLocks noChangeArrowheads="1"/>
          </p:cNvSpPr>
          <p:nvPr/>
        </p:nvSpPr>
        <p:spPr bwMode="auto">
          <a:xfrm>
            <a:off x="67783" y="2614433"/>
            <a:ext cx="997069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US" altLang="en-US" sz="1800" dirty="0"/>
              <a:t>Forbes contributor Tom </a:t>
            </a:r>
            <a:r>
              <a:rPr lang="en-US" altLang="en-US" sz="1800" dirty="0" err="1"/>
              <a:t>Taulli</a:t>
            </a:r>
            <a:r>
              <a:rPr lang="en-US" altLang="en-US" sz="1800" dirty="0"/>
              <a:t> notes that  “in today’s landscape, it’s not just about having a “cool” application; users are more likely to abandon a program if it has functionality problems, no matter how promising it seems.”</a:t>
            </a:r>
          </a:p>
        </p:txBody>
      </p:sp>
      <p:sp>
        <p:nvSpPr>
          <p:cNvPr id="9" name="Rectangle 8">
            <a:extLst>
              <a:ext uri="{FF2B5EF4-FFF2-40B4-BE49-F238E27FC236}">
                <a16:creationId xmlns:a16="http://schemas.microsoft.com/office/drawing/2014/main" id="{E44BCF10-055F-A17A-71BB-90DEC5FDEF4D}"/>
              </a:ext>
            </a:extLst>
          </p:cNvPr>
          <p:cNvSpPr>
            <a:spLocks noChangeArrowheads="1"/>
          </p:cNvSpPr>
          <p:nvPr/>
        </p:nvSpPr>
        <p:spPr bwMode="auto">
          <a:xfrm>
            <a:off x="180139" y="3854594"/>
            <a:ext cx="954572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US" altLang="en-US" sz="1800" dirty="0"/>
              <a:t>“About half of the poor reviews on app stores are based on issues like crashes, network performance and battery drain,” Jay Srinivasan, application development expert.</a:t>
            </a:r>
          </a:p>
        </p:txBody>
      </p:sp>
      <p:sp>
        <p:nvSpPr>
          <p:cNvPr id="10" name="Rectangle 9">
            <a:extLst>
              <a:ext uri="{FF2B5EF4-FFF2-40B4-BE49-F238E27FC236}">
                <a16:creationId xmlns:a16="http://schemas.microsoft.com/office/drawing/2014/main" id="{5BDA8038-0AFF-68C1-5EE2-24FEACA6CF74}"/>
              </a:ext>
            </a:extLst>
          </p:cNvPr>
          <p:cNvSpPr>
            <a:spLocks noChangeArrowheads="1"/>
          </p:cNvSpPr>
          <p:nvPr/>
        </p:nvSpPr>
        <p:spPr bwMode="auto">
          <a:xfrm>
            <a:off x="180139" y="5023350"/>
            <a:ext cx="988997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US" altLang="en-US" sz="1800" dirty="0"/>
              <a:t>“The harsh reality is that the diversity and choice that make mobile products and services so attractive can just as easily trip up companies if they do not carefully apply quality assurance and testing to applications right from the early stages of deployment.” Fernando Alvarez, </a:t>
            </a:r>
            <a:r>
              <a:rPr lang="en-US" altLang="en-US" sz="1800" dirty="0" err="1"/>
              <a:t>Capgemini</a:t>
            </a:r>
            <a:endParaRPr lang="en-US" altLang="en-US" sz="1800" dirty="0"/>
          </a:p>
        </p:txBody>
      </p:sp>
    </p:spTree>
    <p:extLst>
      <p:ext uri="{BB962C8B-B14F-4D97-AF65-F5344CB8AC3E}">
        <p14:creationId xmlns:p14="http://schemas.microsoft.com/office/powerpoint/2010/main" val="1072739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40522-EC62-7CB5-CBBB-7651E99E4AA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EB97F9-065C-54C7-131B-62218F9961C0}"/>
              </a:ext>
            </a:extLst>
          </p:cNvPr>
          <p:cNvSpPr>
            <a:spLocks noGrp="1"/>
          </p:cNvSpPr>
          <p:nvPr>
            <p:ph type="sldNum" idx="12"/>
          </p:nvPr>
        </p:nvSpPr>
        <p:spPr/>
        <p:txBody>
          <a:bodyPr/>
          <a:lstStyle/>
          <a:p>
            <a:pPr algn="r"/>
            <a:fld id="{00000000-1234-1234-1234-123412341234}" type="slidenum">
              <a:rPr lang="en" smtClean="0"/>
              <a:pPr algn="r"/>
              <a:t>4</a:t>
            </a:fld>
            <a:endParaRPr lang="en"/>
          </a:p>
        </p:txBody>
      </p:sp>
      <p:sp>
        <p:nvSpPr>
          <p:cNvPr id="3" name="Title 2">
            <a:extLst>
              <a:ext uri="{FF2B5EF4-FFF2-40B4-BE49-F238E27FC236}">
                <a16:creationId xmlns:a16="http://schemas.microsoft.com/office/drawing/2014/main" id="{DB3697A0-6192-A2C0-5222-DA6899485FC1}"/>
              </a:ext>
            </a:extLst>
          </p:cNvPr>
          <p:cNvSpPr>
            <a:spLocks noGrp="1"/>
          </p:cNvSpPr>
          <p:nvPr>
            <p:ph type="title"/>
          </p:nvPr>
        </p:nvSpPr>
        <p:spPr/>
        <p:txBody>
          <a:bodyPr/>
          <a:lstStyle/>
          <a:p>
            <a:r>
              <a:rPr lang="en-US" altLang="en-US" sz="3600" b="1" dirty="0">
                <a:solidFill>
                  <a:schemeClr val="bg1"/>
                </a:solidFill>
                <a:latin typeface="Georgia" panose="02040502050405020303" pitchFamily="18" charset="0"/>
              </a:rPr>
              <a:t>The cost of defects</a:t>
            </a:r>
            <a:endParaRPr lang="en-GB" dirty="0">
              <a:solidFill>
                <a:schemeClr val="bg1"/>
              </a:solidFill>
            </a:endParaRPr>
          </a:p>
        </p:txBody>
      </p:sp>
      <p:pic>
        <p:nvPicPr>
          <p:cNvPr id="8" name="Content Placeholder 6">
            <a:extLst>
              <a:ext uri="{FF2B5EF4-FFF2-40B4-BE49-F238E27FC236}">
                <a16:creationId xmlns:a16="http://schemas.microsoft.com/office/drawing/2014/main" id="{92BA11DA-D42F-61B7-1E79-6360BFEEA9D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t="12926"/>
          <a:stretch>
            <a:fillRect/>
          </a:stretch>
        </p:blipFill>
        <p:spPr bwMode="auto">
          <a:xfrm>
            <a:off x="2081212" y="1412776"/>
            <a:ext cx="6137775" cy="33500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pic>
      <p:sp>
        <p:nvSpPr>
          <p:cNvPr id="9" name="Rectangle 7">
            <a:extLst>
              <a:ext uri="{FF2B5EF4-FFF2-40B4-BE49-F238E27FC236}">
                <a16:creationId xmlns:a16="http://schemas.microsoft.com/office/drawing/2014/main" id="{D7EADDFC-B55B-9C72-71D2-6BEB3EEE5DC7}"/>
              </a:ext>
            </a:extLst>
          </p:cNvPr>
          <p:cNvSpPr>
            <a:spLocks noChangeArrowheads="1"/>
          </p:cNvSpPr>
          <p:nvPr/>
        </p:nvSpPr>
        <p:spPr bwMode="auto">
          <a:xfrm>
            <a:off x="133079" y="5092382"/>
            <a:ext cx="9772921"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US" altLang="en-US" sz="1600" dirty="0"/>
              <a:t>The later a defect is found in the product development, the more costly it is to fix . This is a concept first established in 1975 with the publication of Frederick Brooks’ “Mythical Man Month” and proven many times since through various studies.</a:t>
            </a:r>
            <a:br>
              <a:rPr lang="en-US" altLang="en-US" sz="1600" dirty="0"/>
            </a:br>
            <a:endParaRPr lang="en-US" altLang="en-US" sz="1400" dirty="0"/>
          </a:p>
          <a:p>
            <a:pPr>
              <a:spcBef>
                <a:spcPct val="0"/>
              </a:spcBef>
              <a:buFontTx/>
              <a:buNone/>
            </a:pPr>
            <a:r>
              <a:rPr lang="en-US" altLang="en-US" sz="1200" i="1" dirty="0">
                <a:solidFill>
                  <a:srgbClr val="000000"/>
                </a:solidFill>
              </a:rPr>
              <a:t>(Image source: </a:t>
            </a:r>
            <a:r>
              <a:rPr lang="en-US" altLang="en-US" sz="1200" i="1" dirty="0" err="1">
                <a:solidFill>
                  <a:srgbClr val="000000"/>
                </a:solidFill>
              </a:rPr>
              <a:t>embeddedinsights</a:t>
            </a:r>
            <a:r>
              <a:rPr lang="en-US" altLang="en-US" sz="1200" i="1" dirty="0">
                <a:solidFill>
                  <a:srgbClr val="000000"/>
                </a:solidFill>
              </a:rPr>
              <a:t>)</a:t>
            </a:r>
          </a:p>
          <a:p>
            <a:pPr>
              <a:spcBef>
                <a:spcPct val="0"/>
              </a:spcBef>
              <a:buFontTx/>
              <a:buNone/>
            </a:pPr>
            <a:endParaRPr lang="en-US" altLang="en-US" sz="1800" dirty="0">
              <a:latin typeface="Calibri" panose="020F0502020204030204" pitchFamily="34" charset="0"/>
            </a:endParaRPr>
          </a:p>
        </p:txBody>
      </p:sp>
    </p:spTree>
    <p:extLst>
      <p:ext uri="{BB962C8B-B14F-4D97-AF65-F5344CB8AC3E}">
        <p14:creationId xmlns:p14="http://schemas.microsoft.com/office/powerpoint/2010/main" val="3857696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950A9-F917-0FCD-D6E7-59CEB412109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44A3B9-82D2-C08E-AF7C-5E7201C80ADE}"/>
              </a:ext>
            </a:extLst>
          </p:cNvPr>
          <p:cNvSpPr>
            <a:spLocks noGrp="1"/>
          </p:cNvSpPr>
          <p:nvPr>
            <p:ph type="sldNum" idx="12"/>
          </p:nvPr>
        </p:nvSpPr>
        <p:spPr/>
        <p:txBody>
          <a:bodyPr/>
          <a:lstStyle/>
          <a:p>
            <a:pPr algn="r"/>
            <a:fld id="{00000000-1234-1234-1234-123412341234}" type="slidenum">
              <a:rPr lang="en" smtClean="0"/>
              <a:pPr algn="r"/>
              <a:t>5</a:t>
            </a:fld>
            <a:endParaRPr lang="en"/>
          </a:p>
        </p:txBody>
      </p:sp>
      <p:sp>
        <p:nvSpPr>
          <p:cNvPr id="3" name="Title 2">
            <a:extLst>
              <a:ext uri="{FF2B5EF4-FFF2-40B4-BE49-F238E27FC236}">
                <a16:creationId xmlns:a16="http://schemas.microsoft.com/office/drawing/2014/main" id="{7A9E9B23-FD74-2B8B-72FC-1C909E7E3E6F}"/>
              </a:ext>
            </a:extLst>
          </p:cNvPr>
          <p:cNvSpPr>
            <a:spLocks noGrp="1"/>
          </p:cNvSpPr>
          <p:nvPr>
            <p:ph type="title"/>
          </p:nvPr>
        </p:nvSpPr>
        <p:spPr/>
        <p:txBody>
          <a:bodyPr/>
          <a:lstStyle/>
          <a:p>
            <a:r>
              <a:rPr lang="en-US" altLang="en-US" sz="3600" b="1" dirty="0">
                <a:solidFill>
                  <a:schemeClr val="bg1"/>
                </a:solidFill>
                <a:latin typeface="Georgia" panose="02040502050405020303" pitchFamily="18" charset="0"/>
              </a:rPr>
              <a:t>Types of Mobile Application Testing</a:t>
            </a:r>
            <a:endParaRPr lang="en-GB" dirty="0">
              <a:solidFill>
                <a:schemeClr val="bg1"/>
              </a:solidFill>
            </a:endParaRPr>
          </a:p>
        </p:txBody>
      </p:sp>
      <p:sp>
        <p:nvSpPr>
          <p:cNvPr id="2" name="Content Placeholder 2">
            <a:extLst>
              <a:ext uri="{FF2B5EF4-FFF2-40B4-BE49-F238E27FC236}">
                <a16:creationId xmlns:a16="http://schemas.microsoft.com/office/drawing/2014/main" id="{F1F87849-26A0-C93E-308C-68EF10A18940}"/>
              </a:ext>
            </a:extLst>
          </p:cNvPr>
          <p:cNvSpPr txBox="1">
            <a:spLocks/>
          </p:cNvSpPr>
          <p:nvPr/>
        </p:nvSpPr>
        <p:spPr bwMode="auto">
          <a:xfrm>
            <a:off x="0" y="1196752"/>
            <a:ext cx="9110202" cy="3803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rmAutofit lnSpcReduction="10000"/>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a:buFont typeface="Arial" charset="0"/>
              <a:buChar char="•"/>
              <a:defRPr/>
            </a:pPr>
            <a:r>
              <a:rPr lang="en-US" altLang="en-US" sz="1900" b="1" dirty="0">
                <a:latin typeface="Georgia" panose="02040502050405020303" pitchFamily="18" charset="0"/>
                <a:ea typeface="MS PGothic" charset="-128"/>
                <a:cs typeface="Lucida Sans Unicode" charset="0"/>
              </a:rPr>
              <a:t>Usability Testing </a:t>
            </a:r>
          </a:p>
          <a:p>
            <a:pPr lvl="1">
              <a:buFont typeface="Arial" charset="0"/>
              <a:buChar char="–"/>
              <a:defRPr/>
            </a:pPr>
            <a:r>
              <a:rPr lang="en-US" sz="1600" dirty="0">
                <a:latin typeface="Georgia" panose="02040502050405020303" pitchFamily="18" charset="0"/>
              </a:rPr>
              <a:t>Assessing how easy user interfaces are to use. </a:t>
            </a:r>
          </a:p>
          <a:p>
            <a:pPr lvl="1">
              <a:buFont typeface="Arial" charset="0"/>
              <a:buChar char="–"/>
              <a:defRPr/>
            </a:pPr>
            <a:r>
              <a:rPr lang="en-US" sz="1600" dirty="0">
                <a:latin typeface="Georgia" panose="02040502050405020303" pitchFamily="18" charset="0"/>
              </a:rPr>
              <a:t>Carried out by testers in conjunction with participants (real users)</a:t>
            </a:r>
          </a:p>
          <a:p>
            <a:pPr marL="342900" lvl="1" indent="-342900">
              <a:buFont typeface="Arial" charset="0"/>
              <a:buChar char="•"/>
              <a:defRPr/>
            </a:pPr>
            <a:r>
              <a:rPr lang="en-US" altLang="en-US" sz="1800" b="1" dirty="0">
                <a:latin typeface="Georgia" panose="02040502050405020303" pitchFamily="18" charset="0"/>
                <a:ea typeface="MS PGothic" charset="-128"/>
                <a:cs typeface="Lucida Sans Unicode" charset="0"/>
              </a:rPr>
              <a:t>Unit Testing </a:t>
            </a:r>
          </a:p>
          <a:p>
            <a:pPr marL="742950" lvl="2" indent="-342900">
              <a:buFont typeface="Arial" charset="0"/>
              <a:buChar char="•"/>
              <a:defRPr/>
            </a:pPr>
            <a:r>
              <a:rPr lang="en-US" sz="1600" dirty="0">
                <a:latin typeface="Georgia" panose="02040502050405020303" pitchFamily="18" charset="0"/>
              </a:rPr>
              <a:t>Testing smallest testable parts of an application, units. </a:t>
            </a:r>
          </a:p>
          <a:p>
            <a:pPr marL="742950" lvl="2" indent="-342900">
              <a:buFont typeface="Arial" charset="0"/>
              <a:buChar char="•"/>
              <a:defRPr/>
            </a:pPr>
            <a:r>
              <a:rPr lang="en-US" sz="1600" dirty="0">
                <a:latin typeface="Georgia" panose="02040502050405020303" pitchFamily="18" charset="0"/>
              </a:rPr>
              <a:t>Carried out by developers.</a:t>
            </a:r>
          </a:p>
          <a:p>
            <a:pPr marL="400050" lvl="2" indent="0">
              <a:buFont typeface="Arial" charset="0"/>
              <a:buNone/>
              <a:defRPr/>
            </a:pPr>
            <a:r>
              <a:rPr lang="en-US" sz="1000" dirty="0">
                <a:latin typeface="Georgia" panose="02040502050405020303" pitchFamily="18" charset="0"/>
              </a:rPr>
              <a:t> </a:t>
            </a:r>
          </a:p>
          <a:p>
            <a:pPr>
              <a:buFont typeface="Arial" charset="0"/>
              <a:buChar char="•"/>
              <a:defRPr/>
            </a:pPr>
            <a:r>
              <a:rPr lang="en-US" altLang="en-US" sz="1800" b="1" dirty="0">
                <a:latin typeface="Georgia" panose="02040502050405020303" pitchFamily="18" charset="0"/>
                <a:ea typeface="MS PGothic" charset="-128"/>
                <a:cs typeface="Lucida Sans Unicode" charset="0"/>
              </a:rPr>
              <a:t>Functionality Testing</a:t>
            </a:r>
          </a:p>
          <a:p>
            <a:pPr lvl="1">
              <a:buFont typeface="Arial" charset="0"/>
              <a:buChar char="–"/>
              <a:defRPr/>
            </a:pPr>
            <a:r>
              <a:rPr lang="en-US" altLang="en-US" sz="1600" dirty="0">
                <a:latin typeface="Georgia" panose="02040502050405020303" pitchFamily="18" charset="0"/>
                <a:ea typeface="MS PGothic" charset="-128"/>
                <a:cs typeface="Lucida Sans Unicode" charset="0"/>
              </a:rPr>
              <a:t>Testing against the business requirement. </a:t>
            </a:r>
          </a:p>
          <a:p>
            <a:pPr lvl="1">
              <a:buFont typeface="Arial" charset="0"/>
              <a:buChar char="–"/>
              <a:defRPr/>
            </a:pPr>
            <a:r>
              <a:rPr lang="en-US" altLang="en-US" sz="1600" dirty="0">
                <a:latin typeface="Georgia" panose="02040502050405020303" pitchFamily="18" charset="0"/>
                <a:ea typeface="MS PGothic" charset="-128"/>
                <a:cs typeface="Lucida Sans Unicode" charset="0"/>
              </a:rPr>
              <a:t>Carried out by functional testers/developers. </a:t>
            </a:r>
            <a:endParaRPr lang="en-US" altLang="en-US" sz="1600" dirty="0">
              <a:solidFill>
                <a:srgbClr val="00B050"/>
              </a:solidFill>
              <a:latin typeface="Georgia" panose="02040502050405020303" pitchFamily="18" charset="0"/>
              <a:ea typeface="MS PGothic" charset="-128"/>
              <a:cs typeface="Lucida Sans Unicode" charset="0"/>
            </a:endParaRPr>
          </a:p>
        </p:txBody>
      </p:sp>
      <p:sp>
        <p:nvSpPr>
          <p:cNvPr id="5" name="Content Placeholder 2">
            <a:extLst>
              <a:ext uri="{FF2B5EF4-FFF2-40B4-BE49-F238E27FC236}">
                <a16:creationId xmlns:a16="http://schemas.microsoft.com/office/drawing/2014/main" id="{B0F94252-A04B-E997-6F2A-8E20264650CC}"/>
              </a:ext>
            </a:extLst>
          </p:cNvPr>
          <p:cNvSpPr txBox="1">
            <a:spLocks/>
          </p:cNvSpPr>
          <p:nvPr/>
        </p:nvSpPr>
        <p:spPr bwMode="auto">
          <a:xfrm>
            <a:off x="133079" y="4797152"/>
            <a:ext cx="9872202" cy="283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800" b="1" dirty="0">
                <a:latin typeface="Georgia" panose="02040502050405020303" pitchFamily="18" charset="0"/>
              </a:rPr>
              <a:t>System/Integration Testing</a:t>
            </a:r>
          </a:p>
          <a:p>
            <a:pPr lvl="1"/>
            <a:r>
              <a:rPr lang="en-US" altLang="en-US" sz="1600" dirty="0">
                <a:latin typeface="Georgia" panose="02040502050405020303" pitchFamily="18" charset="0"/>
              </a:rPr>
              <a:t>Verifying that all related systems maintain data integrity and can operate in coordination with other systems in the same environment.</a:t>
            </a:r>
          </a:p>
          <a:p>
            <a:pPr lvl="1"/>
            <a:endParaRPr lang="en-US" altLang="en-US" sz="900" dirty="0">
              <a:latin typeface="Georgia" panose="02040502050405020303" pitchFamily="18" charset="0"/>
            </a:endParaRPr>
          </a:p>
          <a:p>
            <a:r>
              <a:rPr lang="en-US" altLang="en-US" sz="1800" b="1" dirty="0">
                <a:latin typeface="Georgia" panose="02040502050405020303" pitchFamily="18" charset="0"/>
              </a:rPr>
              <a:t>Load (Performance) testing </a:t>
            </a:r>
          </a:p>
          <a:p>
            <a:pPr lvl="1"/>
            <a:r>
              <a:rPr lang="en-US" altLang="en-US" sz="1600" dirty="0">
                <a:latin typeface="Georgia" panose="02040502050405020303" pitchFamily="18" charset="0"/>
              </a:rPr>
              <a:t>To discover what causes your specific performance problems (primarily involves four pieces of hardware, CPU, GPU, memory, and battery; they all have constraints)</a:t>
            </a:r>
          </a:p>
        </p:txBody>
      </p:sp>
    </p:spTree>
    <p:extLst>
      <p:ext uri="{BB962C8B-B14F-4D97-AF65-F5344CB8AC3E}">
        <p14:creationId xmlns:p14="http://schemas.microsoft.com/office/powerpoint/2010/main" val="1645391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FD748-870C-E4F3-9BCA-0317F5398F4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062A7B-458C-0128-49C7-00D80B706E7D}"/>
              </a:ext>
            </a:extLst>
          </p:cNvPr>
          <p:cNvSpPr>
            <a:spLocks noGrp="1"/>
          </p:cNvSpPr>
          <p:nvPr>
            <p:ph type="sldNum" idx="12"/>
          </p:nvPr>
        </p:nvSpPr>
        <p:spPr/>
        <p:txBody>
          <a:bodyPr/>
          <a:lstStyle/>
          <a:p>
            <a:pPr algn="r"/>
            <a:fld id="{00000000-1234-1234-1234-123412341234}" type="slidenum">
              <a:rPr lang="en" smtClean="0"/>
              <a:pPr algn="r"/>
              <a:t>6</a:t>
            </a:fld>
            <a:endParaRPr lang="en"/>
          </a:p>
        </p:txBody>
      </p:sp>
      <p:sp>
        <p:nvSpPr>
          <p:cNvPr id="9" name="Title 8">
            <a:extLst>
              <a:ext uri="{FF2B5EF4-FFF2-40B4-BE49-F238E27FC236}">
                <a16:creationId xmlns:a16="http://schemas.microsoft.com/office/drawing/2014/main" id="{EF5EB702-8247-FE2E-52FB-27207419E951}"/>
              </a:ext>
            </a:extLst>
          </p:cNvPr>
          <p:cNvSpPr>
            <a:spLocks noGrp="1"/>
          </p:cNvSpPr>
          <p:nvPr>
            <p:ph type="title"/>
          </p:nvPr>
        </p:nvSpPr>
        <p:spPr/>
        <p:txBody>
          <a:bodyPr/>
          <a:lstStyle/>
          <a:p>
            <a:r>
              <a:rPr lang="en-US" altLang="en-US" sz="3600" b="1" dirty="0">
                <a:solidFill>
                  <a:schemeClr val="bg1"/>
                </a:solidFill>
                <a:latin typeface="Georgia" panose="02040502050405020303" pitchFamily="18" charset="0"/>
              </a:rPr>
              <a:t>Types of Mobile Application Testing</a:t>
            </a:r>
            <a:endParaRPr lang="en-GB" dirty="0">
              <a:solidFill>
                <a:schemeClr val="bg1"/>
              </a:solidFill>
            </a:endParaRPr>
          </a:p>
        </p:txBody>
      </p:sp>
      <p:sp>
        <p:nvSpPr>
          <p:cNvPr id="10" name="Title 1">
            <a:extLst>
              <a:ext uri="{FF2B5EF4-FFF2-40B4-BE49-F238E27FC236}">
                <a16:creationId xmlns:a16="http://schemas.microsoft.com/office/drawing/2014/main" id="{03D2B2AF-FAF8-C831-FB93-165E8DB504F5}"/>
              </a:ext>
            </a:extLst>
          </p:cNvPr>
          <p:cNvSpPr txBox="1">
            <a:spLocks/>
          </p:cNvSpPr>
          <p:nvPr/>
        </p:nvSpPr>
        <p:spPr bwMode="auto">
          <a:xfrm>
            <a:off x="116446" y="1279798"/>
            <a:ext cx="10663167"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r>
              <a:rPr lang="en-GB" altLang="en-US" sz="3200" b="1" dirty="0">
                <a:latin typeface="Georgia" panose="02040502050405020303" pitchFamily="18" charset="0"/>
              </a:rPr>
              <a:t>Usability Testing</a:t>
            </a:r>
          </a:p>
        </p:txBody>
      </p:sp>
      <p:sp>
        <p:nvSpPr>
          <p:cNvPr id="11" name="Content Placeholder 2">
            <a:extLst>
              <a:ext uri="{FF2B5EF4-FFF2-40B4-BE49-F238E27FC236}">
                <a16:creationId xmlns:a16="http://schemas.microsoft.com/office/drawing/2014/main" id="{CF57B717-7694-64B9-21A7-7D0EF657B448}"/>
              </a:ext>
            </a:extLst>
          </p:cNvPr>
          <p:cNvSpPr txBox="1">
            <a:spLocks/>
          </p:cNvSpPr>
          <p:nvPr/>
        </p:nvSpPr>
        <p:spPr bwMode="auto">
          <a:xfrm>
            <a:off x="198839" y="2060848"/>
            <a:ext cx="9571309" cy="4465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rm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a:buFont typeface="Arial" charset="0"/>
              <a:buChar char="•"/>
              <a:defRPr/>
            </a:pPr>
            <a:r>
              <a:rPr lang="en-US" dirty="0">
                <a:latin typeface="Georgia" panose="02040502050405020303" pitchFamily="18" charset="0"/>
              </a:rPr>
              <a:t>Usability is a </a:t>
            </a:r>
            <a:r>
              <a:rPr lang="en-US" b="1" dirty="0">
                <a:latin typeface="Georgia" panose="02040502050405020303" pitchFamily="18" charset="0"/>
              </a:rPr>
              <a:t>quality attribute </a:t>
            </a:r>
            <a:r>
              <a:rPr lang="en-US" dirty="0">
                <a:latin typeface="Georgia" panose="02040502050405020303" pitchFamily="18" charset="0"/>
              </a:rPr>
              <a:t>that assesses how easy user interfaces are to use. </a:t>
            </a:r>
          </a:p>
          <a:p>
            <a:pPr marL="0" indent="0">
              <a:buFont typeface="Arial" charset="0"/>
              <a:buNone/>
              <a:defRPr/>
            </a:pPr>
            <a:endParaRPr lang="en-US" sz="1200" dirty="0"/>
          </a:p>
          <a:p>
            <a:pPr>
              <a:buFont typeface="Arial" charset="0"/>
              <a:buChar char="•"/>
              <a:defRPr/>
            </a:pPr>
            <a:r>
              <a:rPr lang="en-US" dirty="0">
                <a:latin typeface="Georgia" panose="02040502050405020303" pitchFamily="18" charset="0"/>
              </a:rPr>
              <a:t>The word "usability" also refers to methods for improving ease-of-use during the design process</a:t>
            </a:r>
            <a:endParaRPr lang="en-US" sz="1800" dirty="0"/>
          </a:p>
          <a:p>
            <a:pPr marL="0" indent="0">
              <a:buFont typeface="Arial" charset="0"/>
              <a:buNone/>
              <a:defRPr/>
            </a:pPr>
            <a:r>
              <a:rPr lang="en-US" sz="1800" dirty="0"/>
              <a:t>(Nielsen, J. (1993) </a:t>
            </a:r>
            <a:r>
              <a:rPr lang="en-US" sz="1800" dirty="0">
                <a:hlinkClick r:id="rId2"/>
              </a:rPr>
              <a:t>Usability Engineering</a:t>
            </a:r>
            <a:r>
              <a:rPr lang="en-US" sz="1800" dirty="0"/>
              <a:t>. Academic Press. Chapter 2.2, p. 26. )</a:t>
            </a:r>
          </a:p>
          <a:p>
            <a:pPr marL="0" indent="0">
              <a:buFont typeface="Arial" charset="0"/>
              <a:buNone/>
              <a:defRPr/>
            </a:pPr>
            <a:br>
              <a:rPr lang="en-US" sz="1800" dirty="0"/>
            </a:br>
            <a:r>
              <a:rPr lang="en-US" sz="1800" dirty="0"/>
              <a:t>Jakob Nielsen is a well-known name in usability testing– his website: </a:t>
            </a:r>
            <a:r>
              <a:rPr lang="en-US" sz="1800" dirty="0">
                <a:hlinkClick r:id="rId3"/>
              </a:rPr>
              <a:t>http://www.nngroup.com/people/jakob-nielsen/</a:t>
            </a:r>
            <a:r>
              <a:rPr lang="en-US" sz="1800" dirty="0"/>
              <a:t> (Bookmark this!)</a:t>
            </a:r>
          </a:p>
          <a:p>
            <a:pPr>
              <a:buFont typeface="Arial" charset="0"/>
              <a:buChar char="•"/>
              <a:defRPr/>
            </a:pPr>
            <a:endParaRPr lang="en-GB" altLang="en-US" dirty="0">
              <a:latin typeface="Lucida Sans Unicode" charset="0"/>
              <a:ea typeface="MS PGothic" charset="-128"/>
              <a:cs typeface="Lucida Sans Unicode" charset="0"/>
            </a:endParaRPr>
          </a:p>
        </p:txBody>
      </p:sp>
    </p:spTree>
    <p:extLst>
      <p:ext uri="{BB962C8B-B14F-4D97-AF65-F5344CB8AC3E}">
        <p14:creationId xmlns:p14="http://schemas.microsoft.com/office/powerpoint/2010/main" val="2832842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F76E3-317E-DE48-91C4-758AD071E89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EF2A62A-D8A3-3939-EE4B-5A4A54357720}"/>
              </a:ext>
            </a:extLst>
          </p:cNvPr>
          <p:cNvSpPr>
            <a:spLocks noGrp="1"/>
          </p:cNvSpPr>
          <p:nvPr>
            <p:ph type="sldNum" idx="12"/>
          </p:nvPr>
        </p:nvSpPr>
        <p:spPr/>
        <p:txBody>
          <a:bodyPr/>
          <a:lstStyle/>
          <a:p>
            <a:pPr algn="r"/>
            <a:fld id="{00000000-1234-1234-1234-123412341234}" type="slidenum">
              <a:rPr lang="en" smtClean="0"/>
              <a:pPr algn="r"/>
              <a:t>7</a:t>
            </a:fld>
            <a:endParaRPr lang="en"/>
          </a:p>
        </p:txBody>
      </p:sp>
      <p:sp>
        <p:nvSpPr>
          <p:cNvPr id="10" name="Title 8">
            <a:extLst>
              <a:ext uri="{FF2B5EF4-FFF2-40B4-BE49-F238E27FC236}">
                <a16:creationId xmlns:a16="http://schemas.microsoft.com/office/drawing/2014/main" id="{8CC8E0EA-7319-61A8-AACF-1C2C9818F3D4}"/>
              </a:ext>
            </a:extLst>
          </p:cNvPr>
          <p:cNvSpPr>
            <a:spLocks noGrp="1"/>
          </p:cNvSpPr>
          <p:nvPr>
            <p:ph type="title"/>
          </p:nvPr>
        </p:nvSpPr>
        <p:spPr>
          <a:xfrm>
            <a:off x="337675" y="227760"/>
            <a:ext cx="9230650" cy="763600"/>
          </a:xfrm>
        </p:spPr>
        <p:txBody>
          <a:bodyPr/>
          <a:lstStyle/>
          <a:p>
            <a:r>
              <a:rPr lang="en-US" altLang="en-US" sz="3600" b="1" dirty="0">
                <a:solidFill>
                  <a:schemeClr val="bg1"/>
                </a:solidFill>
                <a:latin typeface="Georgia" panose="02040502050405020303" pitchFamily="18" charset="0"/>
              </a:rPr>
              <a:t>Types of Mobile Application Testing</a:t>
            </a:r>
            <a:endParaRPr lang="en-GB" dirty="0">
              <a:solidFill>
                <a:schemeClr val="bg1"/>
              </a:solidFill>
            </a:endParaRPr>
          </a:p>
        </p:txBody>
      </p:sp>
      <p:sp>
        <p:nvSpPr>
          <p:cNvPr id="11" name="Content Placeholder 2">
            <a:extLst>
              <a:ext uri="{FF2B5EF4-FFF2-40B4-BE49-F238E27FC236}">
                <a16:creationId xmlns:a16="http://schemas.microsoft.com/office/drawing/2014/main" id="{A8FB4506-43AF-A05A-E8F3-3DE162686941}"/>
              </a:ext>
            </a:extLst>
          </p:cNvPr>
          <p:cNvSpPr txBox="1">
            <a:spLocks/>
          </p:cNvSpPr>
          <p:nvPr/>
        </p:nvSpPr>
        <p:spPr bwMode="auto">
          <a:xfrm>
            <a:off x="-133079" y="1853585"/>
            <a:ext cx="9906000" cy="4465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rmAutofit lnSpcReduction="10000"/>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a:buFont typeface="Arial" charset="0"/>
              <a:buChar char="•"/>
              <a:defRPr/>
            </a:pPr>
            <a:r>
              <a:rPr lang="en-GB" altLang="en-US" sz="2800" dirty="0">
                <a:latin typeface="Georgia" panose="02040502050405020303" pitchFamily="18" charset="0"/>
                <a:ea typeface="MS PGothic" charset="-128"/>
                <a:cs typeface="Lucida Sans Unicode" charset="0"/>
              </a:rPr>
              <a:t>Usability testing is combination of the following:</a:t>
            </a:r>
          </a:p>
          <a:p>
            <a:pPr lvl="1">
              <a:buFont typeface="Arial" charset="0"/>
              <a:buChar char="–"/>
              <a:defRPr/>
            </a:pPr>
            <a:r>
              <a:rPr lang="en-GB" altLang="en-US" sz="2200" dirty="0">
                <a:latin typeface="Georgia" panose="02040502050405020303" pitchFamily="18" charset="0"/>
                <a:ea typeface="MS PGothic" charset="-128"/>
                <a:cs typeface="Lucida Sans Unicode" charset="0"/>
              </a:rPr>
              <a:t>Intuitive Design: the user should put almost zero efforts to understand the architecture and navigation of the system</a:t>
            </a:r>
          </a:p>
          <a:p>
            <a:pPr lvl="1">
              <a:buFont typeface="Arial" charset="0"/>
              <a:buChar char="–"/>
              <a:defRPr/>
            </a:pPr>
            <a:r>
              <a:rPr lang="en-GB" altLang="en-US" sz="2200" dirty="0">
                <a:latin typeface="Georgia" panose="02040502050405020303" pitchFamily="18" charset="0"/>
                <a:ea typeface="MS PGothic" charset="-128"/>
                <a:cs typeface="Lucida Sans Unicode" charset="0"/>
              </a:rPr>
              <a:t>Ease of learning – how fast a new user to the system can do basic tasks</a:t>
            </a:r>
          </a:p>
          <a:p>
            <a:pPr lvl="1">
              <a:buFont typeface="Arial" charset="0"/>
              <a:buChar char="–"/>
              <a:defRPr/>
            </a:pPr>
            <a:r>
              <a:rPr lang="en-GB" altLang="en-US" sz="2200" dirty="0">
                <a:latin typeface="Georgia" panose="02040502050405020303" pitchFamily="18" charset="0"/>
                <a:ea typeface="MS PGothic" charset="-128"/>
                <a:cs typeface="Lucida Sans Unicode" charset="0"/>
              </a:rPr>
              <a:t>Efficiency of use – how fast an experienced user can complete tasks</a:t>
            </a:r>
          </a:p>
          <a:p>
            <a:pPr lvl="1">
              <a:buFont typeface="Arial" charset="0"/>
              <a:buChar char="–"/>
              <a:defRPr/>
            </a:pPr>
            <a:r>
              <a:rPr lang="en-GB" altLang="en-US" sz="2200" dirty="0">
                <a:latin typeface="Georgia" panose="02040502050405020303" pitchFamily="18" charset="0"/>
                <a:ea typeface="MS PGothic" charset="-128"/>
                <a:cs typeface="Lucida Sans Unicode" charset="0"/>
              </a:rPr>
              <a:t>Memorability – the user should be remembering the system usage to use the system effectively in the future</a:t>
            </a:r>
          </a:p>
          <a:p>
            <a:pPr lvl="1">
              <a:buFont typeface="Arial" charset="0"/>
              <a:buChar char="–"/>
              <a:defRPr/>
            </a:pPr>
            <a:r>
              <a:rPr lang="en-GB" altLang="en-US" sz="2200" dirty="0">
                <a:latin typeface="Georgia" panose="02040502050405020303" pitchFamily="18" charset="0"/>
                <a:ea typeface="MS PGothic" charset="-128"/>
                <a:cs typeface="Lucida Sans Unicode" charset="0"/>
              </a:rPr>
              <a:t>Error frequency and severity – it deals with the frequency of user errors while using the system and they correct those errors. </a:t>
            </a:r>
          </a:p>
          <a:p>
            <a:pPr>
              <a:buFont typeface="Arial" charset="0"/>
              <a:buChar char="•"/>
              <a:defRPr/>
            </a:pPr>
            <a:endParaRPr lang="en-US" dirty="0"/>
          </a:p>
          <a:p>
            <a:pPr>
              <a:buFont typeface="Arial" charset="0"/>
              <a:buChar char="•"/>
              <a:defRPr/>
            </a:pPr>
            <a:endParaRPr lang="en-GB" altLang="en-US" dirty="0">
              <a:latin typeface="Lucida Sans Unicode" charset="0"/>
              <a:ea typeface="MS PGothic" charset="-128"/>
              <a:cs typeface="Lucida Sans Unicode" charset="0"/>
            </a:endParaRPr>
          </a:p>
        </p:txBody>
      </p:sp>
      <p:sp>
        <p:nvSpPr>
          <p:cNvPr id="12" name="Title 1">
            <a:extLst>
              <a:ext uri="{FF2B5EF4-FFF2-40B4-BE49-F238E27FC236}">
                <a16:creationId xmlns:a16="http://schemas.microsoft.com/office/drawing/2014/main" id="{27C270D7-5FEE-F0E0-BD5D-60119154C903}"/>
              </a:ext>
            </a:extLst>
          </p:cNvPr>
          <p:cNvSpPr txBox="1">
            <a:spLocks/>
          </p:cNvSpPr>
          <p:nvPr/>
        </p:nvSpPr>
        <p:spPr bwMode="auto">
          <a:xfrm>
            <a:off x="0" y="1206648"/>
            <a:ext cx="9345612" cy="7810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Autofit/>
          </a:bodyPr>
          <a:lstStyle>
            <a:lvl1pPr lvl="0" algn="l" rtl="0" eaLnBrk="1" fontAlgn="base" hangingPunct="1">
              <a:spcBef>
                <a:spcPts val="0"/>
              </a:spcBef>
              <a:spcAft>
                <a:spcPts val="0"/>
              </a:spcAft>
              <a:buClr>
                <a:srgbClr val="FAFAFA"/>
              </a:buClr>
              <a:buSzPts val="3600"/>
              <a:buNone/>
              <a:defRPr sz="3600" b="1" kern="1200">
                <a:solidFill>
                  <a:srgbClr val="FAFAFA"/>
                </a:solidFill>
                <a:latin typeface="Georgia" panose="02040502050405020303" pitchFamily="18" charset="0"/>
                <a:ea typeface="ＭＳ Ｐゴシック" charset="0"/>
                <a:cs typeface="ＭＳ Ｐゴシック" charset="0"/>
              </a:defRPr>
            </a:lvl1pPr>
            <a:lvl2pPr lvl="1"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2pPr>
            <a:lvl3pPr lvl="2"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3pPr>
            <a:lvl4pPr lvl="3"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4pPr>
            <a:lvl5pPr lvl="4"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5pPr>
            <a:lvl6pPr marL="457200" lvl="5"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6pPr>
            <a:lvl7pPr marL="914400" lvl="6"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7pPr>
            <a:lvl8pPr marL="1371600" lvl="7"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8pPr>
            <a:lvl9pPr marL="1828800" lvl="8"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9pPr>
          </a:lstStyle>
          <a:p>
            <a:r>
              <a:rPr lang="en-US" altLang="en-US" sz="3200" dirty="0">
                <a:solidFill>
                  <a:schemeClr val="tx1"/>
                </a:solidFill>
              </a:rPr>
              <a:t>[Neilson’s] Five Attributes of Usability</a:t>
            </a:r>
          </a:p>
        </p:txBody>
      </p:sp>
    </p:spTree>
    <p:extLst>
      <p:ext uri="{BB962C8B-B14F-4D97-AF65-F5344CB8AC3E}">
        <p14:creationId xmlns:p14="http://schemas.microsoft.com/office/powerpoint/2010/main" val="1114993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FDBF2-23D5-684E-F732-27E27514B37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45F06B-2AAB-CD39-3D40-413E34A39B61}"/>
              </a:ext>
            </a:extLst>
          </p:cNvPr>
          <p:cNvSpPr>
            <a:spLocks noGrp="1"/>
          </p:cNvSpPr>
          <p:nvPr>
            <p:ph type="sldNum" idx="12"/>
          </p:nvPr>
        </p:nvSpPr>
        <p:spPr/>
        <p:txBody>
          <a:bodyPr/>
          <a:lstStyle/>
          <a:p>
            <a:pPr algn="r"/>
            <a:fld id="{00000000-1234-1234-1234-123412341234}" type="slidenum">
              <a:rPr lang="en" smtClean="0"/>
              <a:pPr algn="r"/>
              <a:t>8</a:t>
            </a:fld>
            <a:endParaRPr lang="en"/>
          </a:p>
        </p:txBody>
      </p:sp>
      <p:sp>
        <p:nvSpPr>
          <p:cNvPr id="9" name="Title 8">
            <a:extLst>
              <a:ext uri="{FF2B5EF4-FFF2-40B4-BE49-F238E27FC236}">
                <a16:creationId xmlns:a16="http://schemas.microsoft.com/office/drawing/2014/main" id="{894E188C-D98F-7F7D-1185-39F6CE4B9127}"/>
              </a:ext>
            </a:extLst>
          </p:cNvPr>
          <p:cNvSpPr>
            <a:spLocks noGrp="1"/>
          </p:cNvSpPr>
          <p:nvPr>
            <p:ph type="title"/>
          </p:nvPr>
        </p:nvSpPr>
        <p:spPr>
          <a:xfrm>
            <a:off x="337675" y="227760"/>
            <a:ext cx="9230650" cy="763600"/>
          </a:xfrm>
        </p:spPr>
        <p:txBody>
          <a:bodyPr/>
          <a:lstStyle/>
          <a:p>
            <a:r>
              <a:rPr lang="en-US" altLang="en-US" sz="3600" b="1" dirty="0">
                <a:solidFill>
                  <a:schemeClr val="bg1"/>
                </a:solidFill>
                <a:latin typeface="Georgia" panose="02040502050405020303" pitchFamily="18" charset="0"/>
              </a:rPr>
              <a:t>Types of Mobile Application Testing</a:t>
            </a:r>
            <a:endParaRPr lang="en-GB" dirty="0">
              <a:solidFill>
                <a:schemeClr val="bg1"/>
              </a:solidFill>
            </a:endParaRPr>
          </a:p>
        </p:txBody>
      </p:sp>
      <p:sp>
        <p:nvSpPr>
          <p:cNvPr id="10" name="Title 1">
            <a:extLst>
              <a:ext uri="{FF2B5EF4-FFF2-40B4-BE49-F238E27FC236}">
                <a16:creationId xmlns:a16="http://schemas.microsoft.com/office/drawing/2014/main" id="{91D011CA-8651-A21D-FF3E-BF72609BE970}"/>
              </a:ext>
            </a:extLst>
          </p:cNvPr>
          <p:cNvSpPr txBox="1">
            <a:spLocks/>
          </p:cNvSpPr>
          <p:nvPr/>
        </p:nvSpPr>
        <p:spPr bwMode="auto">
          <a:xfrm>
            <a:off x="128464" y="1350928"/>
            <a:ext cx="8485188" cy="7810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Autofit/>
          </a:bodyPr>
          <a:lstStyle>
            <a:lvl1pPr lvl="0" algn="l" rtl="0" eaLnBrk="1" fontAlgn="base" hangingPunct="1">
              <a:spcBef>
                <a:spcPts val="0"/>
              </a:spcBef>
              <a:spcAft>
                <a:spcPts val="0"/>
              </a:spcAft>
              <a:buClr>
                <a:srgbClr val="FAFAFA"/>
              </a:buClr>
              <a:buSzPts val="3600"/>
              <a:buNone/>
              <a:defRPr sz="3600" b="1" kern="1200">
                <a:solidFill>
                  <a:srgbClr val="FAFAFA"/>
                </a:solidFill>
                <a:latin typeface="Georgia" panose="02040502050405020303" pitchFamily="18" charset="0"/>
                <a:ea typeface="ＭＳ Ｐゴシック" charset="0"/>
                <a:cs typeface="ＭＳ Ｐゴシック" charset="0"/>
              </a:defRPr>
            </a:lvl1pPr>
            <a:lvl2pPr lvl="1"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2pPr>
            <a:lvl3pPr lvl="2"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3pPr>
            <a:lvl4pPr lvl="3"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4pPr>
            <a:lvl5pPr lvl="4"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5pPr>
            <a:lvl6pPr marL="457200" lvl="5"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6pPr>
            <a:lvl7pPr marL="914400" lvl="6"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7pPr>
            <a:lvl8pPr marL="1371600" lvl="7"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8pPr>
            <a:lvl9pPr marL="1828800" lvl="8"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9pPr>
          </a:lstStyle>
          <a:p>
            <a:r>
              <a:rPr lang="en-GB" altLang="en-US" sz="2800" dirty="0">
                <a:solidFill>
                  <a:schemeClr val="tx1"/>
                </a:solidFill>
              </a:rPr>
              <a:t>Usability Testing Steps [</a:t>
            </a:r>
            <a:r>
              <a:rPr lang="en-US" altLang="en-US" sz="2800" dirty="0">
                <a:solidFill>
                  <a:schemeClr val="tx1"/>
                </a:solidFill>
              </a:rPr>
              <a:t>Nielsen, 1993]</a:t>
            </a:r>
            <a:endParaRPr lang="en-GB" altLang="en-US" sz="2800" dirty="0">
              <a:solidFill>
                <a:schemeClr val="tx1"/>
              </a:solidFill>
            </a:endParaRPr>
          </a:p>
        </p:txBody>
      </p:sp>
      <p:sp>
        <p:nvSpPr>
          <p:cNvPr id="11" name="Content Placeholder 2">
            <a:extLst>
              <a:ext uri="{FF2B5EF4-FFF2-40B4-BE49-F238E27FC236}">
                <a16:creationId xmlns:a16="http://schemas.microsoft.com/office/drawing/2014/main" id="{00BF0750-FE05-C69B-3A7C-6DC75AF04758}"/>
              </a:ext>
            </a:extLst>
          </p:cNvPr>
          <p:cNvSpPr txBox="1">
            <a:spLocks/>
          </p:cNvSpPr>
          <p:nvPr/>
        </p:nvSpPr>
        <p:spPr bwMode="auto">
          <a:xfrm>
            <a:off x="337675" y="2491547"/>
            <a:ext cx="8485188" cy="23542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marL="457200" indent="-457200">
              <a:buFont typeface="+mj-lt"/>
              <a:buAutoNum type="arabicPeriod"/>
              <a:defRPr/>
            </a:pPr>
            <a:r>
              <a:rPr lang="en-GB" dirty="0">
                <a:latin typeface="Georgia" panose="02040502050405020303" pitchFamily="18" charset="0"/>
              </a:rPr>
              <a:t>Define scope</a:t>
            </a:r>
            <a:r>
              <a:rPr lang="en-GB" dirty="0">
                <a:latin typeface="Georgia" panose="02040502050405020303" pitchFamily="18" charset="0"/>
                <a:ea typeface="MS PGothic" charset="-128"/>
                <a:cs typeface="Lucida Sans Unicode" charset="0"/>
              </a:rPr>
              <a:t> &amp; </a:t>
            </a:r>
            <a:r>
              <a:rPr lang="en-GB" dirty="0">
                <a:latin typeface="Georgia" panose="02040502050405020303" pitchFamily="18" charset="0"/>
              </a:rPr>
              <a:t>purpose of testing</a:t>
            </a:r>
          </a:p>
          <a:p>
            <a:pPr marL="457200" indent="-457200">
              <a:buFont typeface="+mj-lt"/>
              <a:buAutoNum type="arabicPeriod"/>
              <a:defRPr/>
            </a:pPr>
            <a:r>
              <a:rPr lang="en-GB" altLang="en-US" dirty="0">
                <a:latin typeface="Georgia" panose="02040502050405020303" pitchFamily="18" charset="0"/>
                <a:ea typeface="MS PGothic" charset="-128"/>
                <a:cs typeface="Lucida Sans Unicode" charset="0"/>
              </a:rPr>
              <a:t>Decide on scenarios for testing</a:t>
            </a:r>
          </a:p>
          <a:p>
            <a:pPr marL="457200" indent="-457200">
              <a:buFont typeface="+mj-lt"/>
              <a:buAutoNum type="arabicPeriod"/>
              <a:defRPr/>
            </a:pPr>
            <a:r>
              <a:rPr lang="en-GB" altLang="en-US" dirty="0">
                <a:latin typeface="Georgia" panose="02040502050405020303" pitchFamily="18" charset="0"/>
                <a:ea typeface="MS PGothic" charset="-128"/>
                <a:cs typeface="Lucida Sans Unicode" charset="0"/>
              </a:rPr>
              <a:t>Decide on test/usability metrics</a:t>
            </a:r>
          </a:p>
          <a:p>
            <a:pPr marL="457200" indent="-457200">
              <a:buFont typeface="+mj-lt"/>
              <a:buAutoNum type="arabicPeriod"/>
              <a:defRPr/>
            </a:pPr>
            <a:r>
              <a:rPr lang="en-GB" altLang="en-US" dirty="0">
                <a:latin typeface="Georgia" panose="02040502050405020303" pitchFamily="18" charset="0"/>
                <a:ea typeface="MS PGothic" charset="-128"/>
                <a:cs typeface="Lucida Sans Unicode" charset="0"/>
              </a:rPr>
              <a:t>Recruit Participants</a:t>
            </a:r>
          </a:p>
          <a:p>
            <a:pPr marL="457200" indent="-457200">
              <a:buFont typeface="+mj-lt"/>
              <a:buAutoNum type="arabicPeriod"/>
              <a:defRPr/>
            </a:pPr>
            <a:r>
              <a:rPr lang="en-GB" altLang="en-US" dirty="0">
                <a:latin typeface="Georgia" panose="02040502050405020303" pitchFamily="18" charset="0"/>
                <a:ea typeface="MS PGothic" charset="-128"/>
                <a:cs typeface="Lucida Sans Unicode" charset="0"/>
              </a:rPr>
              <a:t>Run Test</a:t>
            </a:r>
          </a:p>
          <a:p>
            <a:pPr>
              <a:buFont typeface="Arial" charset="0"/>
              <a:buChar char="•"/>
              <a:defRPr/>
            </a:pPr>
            <a:endParaRPr lang="en-GB" altLang="en-US" dirty="0">
              <a:latin typeface="Lucida Sans Unicode" charset="0"/>
              <a:ea typeface="MS PGothic" charset="-128"/>
              <a:cs typeface="Lucida Sans Unicode" charset="0"/>
            </a:endParaRPr>
          </a:p>
          <a:p>
            <a:pPr>
              <a:buFont typeface="Arial" charset="0"/>
              <a:buChar char="•"/>
              <a:defRPr/>
            </a:pPr>
            <a:endParaRPr lang="en-GB" altLang="en-US" dirty="0">
              <a:latin typeface="Lucida Sans Unicode" charset="0"/>
              <a:ea typeface="MS PGothic" charset="-128"/>
              <a:cs typeface="Lucida Sans Unicode" charset="0"/>
            </a:endParaRPr>
          </a:p>
        </p:txBody>
      </p:sp>
    </p:spTree>
    <p:extLst>
      <p:ext uri="{BB962C8B-B14F-4D97-AF65-F5344CB8AC3E}">
        <p14:creationId xmlns:p14="http://schemas.microsoft.com/office/powerpoint/2010/main" val="1687638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11">
                                            <p:txEl>
                                              <p:pRg st="0" end="0"/>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71F20-2EC6-5464-358A-EEF398E6199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51C2D94-2DE1-F0D5-2E73-A5D62EBE6630}"/>
              </a:ext>
            </a:extLst>
          </p:cNvPr>
          <p:cNvSpPr>
            <a:spLocks noGrp="1"/>
          </p:cNvSpPr>
          <p:nvPr>
            <p:ph type="sldNum" idx="12"/>
          </p:nvPr>
        </p:nvSpPr>
        <p:spPr/>
        <p:txBody>
          <a:bodyPr/>
          <a:lstStyle/>
          <a:p>
            <a:pPr algn="r"/>
            <a:fld id="{00000000-1234-1234-1234-123412341234}" type="slidenum">
              <a:rPr lang="en" smtClean="0"/>
              <a:pPr algn="r"/>
              <a:t>9</a:t>
            </a:fld>
            <a:endParaRPr lang="en"/>
          </a:p>
        </p:txBody>
      </p:sp>
      <p:sp>
        <p:nvSpPr>
          <p:cNvPr id="3" name="Title 2">
            <a:extLst>
              <a:ext uri="{FF2B5EF4-FFF2-40B4-BE49-F238E27FC236}">
                <a16:creationId xmlns:a16="http://schemas.microsoft.com/office/drawing/2014/main" id="{FE103E49-AD3A-EB07-53CA-AB3408D04B40}"/>
              </a:ext>
            </a:extLst>
          </p:cNvPr>
          <p:cNvSpPr>
            <a:spLocks noGrp="1"/>
          </p:cNvSpPr>
          <p:nvPr>
            <p:ph type="title"/>
          </p:nvPr>
        </p:nvSpPr>
        <p:spPr/>
        <p:txBody>
          <a:bodyPr/>
          <a:lstStyle/>
          <a:p>
            <a:r>
              <a:rPr lang="en-GB" altLang="en-US" sz="3600" b="1" dirty="0">
                <a:solidFill>
                  <a:schemeClr val="bg1"/>
                </a:solidFill>
                <a:latin typeface="Georgia" panose="02040502050405020303" pitchFamily="18" charset="0"/>
              </a:rPr>
              <a:t>Usability Testing Steps [</a:t>
            </a:r>
            <a:r>
              <a:rPr lang="en-US" altLang="en-US" sz="3600" b="1" dirty="0">
                <a:solidFill>
                  <a:schemeClr val="bg1"/>
                </a:solidFill>
                <a:latin typeface="Georgia" panose="02040502050405020303" pitchFamily="18" charset="0"/>
              </a:rPr>
              <a:t>Nielsen, 1993]</a:t>
            </a:r>
            <a:endParaRPr lang="en-GB" dirty="0">
              <a:solidFill>
                <a:schemeClr val="bg1"/>
              </a:solidFill>
            </a:endParaRPr>
          </a:p>
        </p:txBody>
      </p:sp>
      <p:sp>
        <p:nvSpPr>
          <p:cNvPr id="8" name="Title 1">
            <a:extLst>
              <a:ext uri="{FF2B5EF4-FFF2-40B4-BE49-F238E27FC236}">
                <a16:creationId xmlns:a16="http://schemas.microsoft.com/office/drawing/2014/main" id="{AE2FAB5C-6A7E-5FC6-AFF9-3426E30656FC}"/>
              </a:ext>
            </a:extLst>
          </p:cNvPr>
          <p:cNvSpPr txBox="1">
            <a:spLocks/>
          </p:cNvSpPr>
          <p:nvPr/>
        </p:nvSpPr>
        <p:spPr bwMode="auto">
          <a:xfrm>
            <a:off x="29276" y="1163147"/>
            <a:ext cx="9803066"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r>
              <a:rPr lang="en-GB" altLang="en-US" sz="2800" b="1" dirty="0">
                <a:latin typeface="Georgia" panose="02040502050405020303" pitchFamily="18" charset="0"/>
              </a:rPr>
              <a:t>Steps 1. Defining Scope and Purpose</a:t>
            </a:r>
          </a:p>
        </p:txBody>
      </p:sp>
      <p:sp>
        <p:nvSpPr>
          <p:cNvPr id="9" name="Content Placeholder 2">
            <a:extLst>
              <a:ext uri="{FF2B5EF4-FFF2-40B4-BE49-F238E27FC236}">
                <a16:creationId xmlns:a16="http://schemas.microsoft.com/office/drawing/2014/main" id="{85F41378-3DA8-8CB9-D420-08152BD7D482}"/>
              </a:ext>
            </a:extLst>
          </p:cNvPr>
          <p:cNvSpPr txBox="1">
            <a:spLocks/>
          </p:cNvSpPr>
          <p:nvPr/>
        </p:nvSpPr>
        <p:spPr bwMode="auto">
          <a:xfrm>
            <a:off x="155420" y="1898890"/>
            <a:ext cx="9721304" cy="46264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rmAutofit fontScale="77500" lnSpcReduction="20000"/>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marL="0" indent="0">
              <a:buFont typeface="Arial" charset="0"/>
              <a:buNone/>
              <a:defRPr/>
            </a:pPr>
            <a:r>
              <a:rPr lang="en-GB" sz="2600" b="1" dirty="0"/>
              <a:t>Scope: I</a:t>
            </a:r>
            <a:r>
              <a:rPr lang="en-GB" sz="2600" dirty="0"/>
              <a:t>ndicate what you are testing? Specify how much of the app the test will cover (e.g. the prototype as of a specific date; the navigation; navigation and content).</a:t>
            </a:r>
            <a:r>
              <a:rPr lang="en-GB" altLang="en-US" sz="2600" dirty="0">
                <a:latin typeface="Lucida Sans Unicode" charset="0"/>
                <a:ea typeface="MS PGothic" charset="-128"/>
                <a:cs typeface="Lucida Sans Unicode" charset="0"/>
              </a:rPr>
              <a:t> </a:t>
            </a:r>
          </a:p>
          <a:p>
            <a:pPr marL="0" indent="0">
              <a:buFont typeface="Arial" charset="0"/>
              <a:buNone/>
              <a:defRPr/>
            </a:pPr>
            <a:r>
              <a:rPr lang="en-GB" b="1" dirty="0"/>
              <a:t>Purpose: </a:t>
            </a:r>
            <a:r>
              <a:rPr lang="en-GB" dirty="0"/>
              <a:t>Identify the concerns, questions, and goals for this test. </a:t>
            </a:r>
          </a:p>
          <a:p>
            <a:pPr marL="0" indent="0">
              <a:buFont typeface="Arial" charset="0"/>
              <a:buNone/>
              <a:defRPr/>
            </a:pPr>
            <a:r>
              <a:rPr lang="en-GB" dirty="0"/>
              <a:t>These can be quite broad; for example:</a:t>
            </a:r>
          </a:p>
          <a:p>
            <a:pPr marL="0" indent="0">
              <a:buFont typeface="Arial" charset="0"/>
              <a:buNone/>
              <a:defRPr/>
            </a:pPr>
            <a:br>
              <a:rPr lang="en-GB" dirty="0"/>
            </a:br>
            <a:r>
              <a:rPr lang="en-GB" dirty="0"/>
              <a:t>"Can users navigate to important information from the prototype's home page?" </a:t>
            </a:r>
          </a:p>
          <a:p>
            <a:pPr marL="0" indent="0">
              <a:buFont typeface="Arial" charset="0"/>
              <a:buNone/>
              <a:defRPr/>
            </a:pPr>
            <a:r>
              <a:rPr lang="en-GB" dirty="0"/>
              <a:t>“How usable is certain version of the system?”</a:t>
            </a:r>
          </a:p>
          <a:p>
            <a:pPr marL="0" indent="0">
              <a:buFont typeface="Arial" charset="0"/>
              <a:buNone/>
              <a:defRPr/>
            </a:pPr>
            <a:r>
              <a:rPr lang="en-GB" dirty="0"/>
              <a:t>They can be quite specific; for example,</a:t>
            </a:r>
          </a:p>
          <a:p>
            <a:pPr marL="0" indent="0">
              <a:buFont typeface="Arial" charset="0"/>
              <a:buNone/>
              <a:defRPr/>
            </a:pPr>
            <a:r>
              <a:rPr lang="en-GB" sz="1400" dirty="0"/>
              <a:t> </a:t>
            </a:r>
          </a:p>
          <a:p>
            <a:pPr marL="0" indent="0">
              <a:buFont typeface="Arial" charset="0"/>
              <a:buNone/>
              <a:defRPr/>
            </a:pPr>
            <a:r>
              <a:rPr lang="en-GB" dirty="0"/>
              <a:t>"Will users easily find the search box in its present location?" </a:t>
            </a:r>
            <a:br>
              <a:rPr lang="en-GB" dirty="0"/>
            </a:br>
            <a:r>
              <a:rPr lang="en-GB" dirty="0"/>
              <a:t>Your concerns should drive the scenarios you choose for the usability test.</a:t>
            </a:r>
            <a:endParaRPr lang="en-GB" altLang="en-US" dirty="0">
              <a:latin typeface="Lucida Sans Unicode" charset="0"/>
              <a:ea typeface="MS PGothic" charset="-128"/>
              <a:cs typeface="Lucida Sans Unicode" charset="0"/>
            </a:endParaRPr>
          </a:p>
          <a:p>
            <a:pPr>
              <a:buFont typeface="Arial" charset="0"/>
              <a:buChar char="•"/>
              <a:defRPr/>
            </a:pPr>
            <a:endParaRPr lang="en-GB" altLang="en-US" dirty="0">
              <a:latin typeface="Lucida Sans Unicode" charset="0"/>
              <a:ea typeface="MS PGothic" charset="-128"/>
              <a:cs typeface="Lucida Sans Unicode" charset="0"/>
            </a:endParaRPr>
          </a:p>
        </p:txBody>
      </p:sp>
    </p:spTree>
    <p:extLst>
      <p:ext uri="{BB962C8B-B14F-4D97-AF65-F5344CB8AC3E}">
        <p14:creationId xmlns:p14="http://schemas.microsoft.com/office/powerpoint/2010/main" val="3379533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57D57-6B18-1A4D-2F38-BFD7301FD0F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05607F2-8403-01E4-9201-FABD83A5321B}"/>
              </a:ext>
            </a:extLst>
          </p:cNvPr>
          <p:cNvSpPr>
            <a:spLocks noGrp="1"/>
          </p:cNvSpPr>
          <p:nvPr>
            <p:ph type="sldNum" idx="12"/>
          </p:nvPr>
        </p:nvSpPr>
        <p:spPr/>
        <p:txBody>
          <a:bodyPr/>
          <a:lstStyle/>
          <a:p>
            <a:pPr algn="r"/>
            <a:fld id="{00000000-1234-1234-1234-123412341234}" type="slidenum">
              <a:rPr lang="en" smtClean="0"/>
              <a:pPr algn="r"/>
              <a:t>10</a:t>
            </a:fld>
            <a:endParaRPr lang="en"/>
          </a:p>
        </p:txBody>
      </p:sp>
      <p:sp>
        <p:nvSpPr>
          <p:cNvPr id="9" name="Title 2">
            <a:extLst>
              <a:ext uri="{FF2B5EF4-FFF2-40B4-BE49-F238E27FC236}">
                <a16:creationId xmlns:a16="http://schemas.microsoft.com/office/drawing/2014/main" id="{9F356072-8F3A-BF72-8CA7-4100CE673DED}"/>
              </a:ext>
            </a:extLst>
          </p:cNvPr>
          <p:cNvSpPr>
            <a:spLocks noGrp="1"/>
          </p:cNvSpPr>
          <p:nvPr>
            <p:ph type="title"/>
          </p:nvPr>
        </p:nvSpPr>
        <p:spPr>
          <a:xfrm>
            <a:off x="337675" y="227760"/>
            <a:ext cx="9230650" cy="763600"/>
          </a:xfrm>
        </p:spPr>
        <p:txBody>
          <a:bodyPr/>
          <a:lstStyle/>
          <a:p>
            <a:r>
              <a:rPr lang="en-GB" altLang="en-US" sz="3600" b="1" dirty="0">
                <a:solidFill>
                  <a:schemeClr val="bg1"/>
                </a:solidFill>
                <a:latin typeface="Georgia" panose="02040502050405020303" pitchFamily="18" charset="0"/>
              </a:rPr>
              <a:t>Usability Testing Steps [</a:t>
            </a:r>
            <a:r>
              <a:rPr lang="en-US" altLang="en-US" sz="3600" b="1" dirty="0">
                <a:solidFill>
                  <a:schemeClr val="bg1"/>
                </a:solidFill>
                <a:latin typeface="Georgia" panose="02040502050405020303" pitchFamily="18" charset="0"/>
              </a:rPr>
              <a:t>Nielsen, 1993]</a:t>
            </a:r>
            <a:endParaRPr lang="en-GB" dirty="0">
              <a:solidFill>
                <a:schemeClr val="bg1"/>
              </a:solidFill>
            </a:endParaRPr>
          </a:p>
        </p:txBody>
      </p:sp>
      <p:sp>
        <p:nvSpPr>
          <p:cNvPr id="10" name="Title 1">
            <a:extLst>
              <a:ext uri="{FF2B5EF4-FFF2-40B4-BE49-F238E27FC236}">
                <a16:creationId xmlns:a16="http://schemas.microsoft.com/office/drawing/2014/main" id="{E28550A8-C63D-088B-C4F1-BB8A1F6238F1}"/>
              </a:ext>
            </a:extLst>
          </p:cNvPr>
          <p:cNvSpPr txBox="1">
            <a:spLocks/>
          </p:cNvSpPr>
          <p:nvPr/>
        </p:nvSpPr>
        <p:spPr bwMode="auto">
          <a:xfrm>
            <a:off x="26234" y="1208770"/>
            <a:ext cx="9256713" cy="7810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Autofit/>
          </a:bodyPr>
          <a:lstStyle>
            <a:lvl1pPr lvl="0" algn="l" rtl="0" eaLnBrk="1" fontAlgn="base" hangingPunct="1">
              <a:spcBef>
                <a:spcPts val="0"/>
              </a:spcBef>
              <a:spcAft>
                <a:spcPts val="0"/>
              </a:spcAft>
              <a:buClr>
                <a:srgbClr val="FAFAFA"/>
              </a:buClr>
              <a:buSzPts val="3600"/>
              <a:buNone/>
              <a:defRPr sz="3600" b="1" kern="1200">
                <a:solidFill>
                  <a:srgbClr val="FAFAFA"/>
                </a:solidFill>
                <a:latin typeface="Georgia" panose="02040502050405020303" pitchFamily="18" charset="0"/>
                <a:ea typeface="ＭＳ Ｐゴシック" charset="0"/>
                <a:cs typeface="ＭＳ Ｐゴシック" charset="0"/>
              </a:defRPr>
            </a:lvl1pPr>
            <a:lvl2pPr lvl="1"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2pPr>
            <a:lvl3pPr lvl="2"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3pPr>
            <a:lvl4pPr lvl="3"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4pPr>
            <a:lvl5pPr lvl="4"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5pPr>
            <a:lvl6pPr marL="457200" lvl="5"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6pPr>
            <a:lvl7pPr marL="914400" lvl="6"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7pPr>
            <a:lvl8pPr marL="1371600" lvl="7"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8pPr>
            <a:lvl9pPr marL="1828800" lvl="8"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9pPr>
          </a:lstStyle>
          <a:p>
            <a:r>
              <a:rPr lang="en-US" altLang="en-US" sz="2800" dirty="0">
                <a:solidFill>
                  <a:schemeClr val="tx1"/>
                </a:solidFill>
              </a:rPr>
              <a:t>Step 2. Decide on Scenarios for Testing</a:t>
            </a:r>
          </a:p>
        </p:txBody>
      </p:sp>
      <p:sp>
        <p:nvSpPr>
          <p:cNvPr id="11" name="Content Placeholder 2">
            <a:extLst>
              <a:ext uri="{FF2B5EF4-FFF2-40B4-BE49-F238E27FC236}">
                <a16:creationId xmlns:a16="http://schemas.microsoft.com/office/drawing/2014/main" id="{126456A9-4244-D7CF-B02F-0B7D1F15043C}"/>
              </a:ext>
            </a:extLst>
          </p:cNvPr>
          <p:cNvSpPr txBox="1">
            <a:spLocks/>
          </p:cNvSpPr>
          <p:nvPr/>
        </p:nvSpPr>
        <p:spPr bwMode="auto">
          <a:xfrm>
            <a:off x="288247" y="1988840"/>
            <a:ext cx="9484673" cy="4465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a:lnSpc>
                <a:spcPct val="90000"/>
              </a:lnSpc>
            </a:pPr>
            <a:r>
              <a:rPr lang="en-US" altLang="en-US" b="1" dirty="0">
                <a:latin typeface="Georgia" panose="02040502050405020303" pitchFamily="18" charset="0"/>
              </a:rPr>
              <a:t>Two Types of scenarios are generally possible. </a:t>
            </a:r>
          </a:p>
          <a:p>
            <a:pPr>
              <a:lnSpc>
                <a:spcPct val="90000"/>
              </a:lnSpc>
            </a:pPr>
            <a:r>
              <a:rPr lang="en-US" altLang="en-US" b="1" dirty="0">
                <a:latin typeface="Georgia" panose="02040502050405020303" pitchFamily="18" charset="0"/>
              </a:rPr>
              <a:t>First, Goal- or Task-Based Scenarios </a:t>
            </a:r>
            <a:r>
              <a:rPr lang="en-US" altLang="en-US" dirty="0">
                <a:latin typeface="Georgia" panose="02040502050405020303" pitchFamily="18" charset="0"/>
              </a:rPr>
              <a:t>state only what the user wants to do.  Do not include any information on how the user would complete the scenario. </a:t>
            </a:r>
          </a:p>
          <a:p>
            <a:pPr>
              <a:lnSpc>
                <a:spcPct val="90000"/>
              </a:lnSpc>
            </a:pPr>
            <a:endParaRPr lang="en-US" altLang="en-US" b="1" i="1" dirty="0">
              <a:latin typeface="Georgia" panose="02040502050405020303" pitchFamily="18" charset="0"/>
            </a:endParaRPr>
          </a:p>
          <a:p>
            <a:pPr lvl="1">
              <a:lnSpc>
                <a:spcPct val="90000"/>
              </a:lnSpc>
            </a:pPr>
            <a:r>
              <a:rPr lang="en-US" altLang="en-US" sz="2000" b="1" i="1" dirty="0">
                <a:latin typeface="Georgia" panose="02040502050405020303" pitchFamily="18" charset="0"/>
              </a:rPr>
              <a:t>An Example: </a:t>
            </a:r>
            <a:r>
              <a:rPr lang="en-US" altLang="en-US" sz="2000" dirty="0">
                <a:latin typeface="Georgia" panose="02040502050405020303" pitchFamily="18" charset="0"/>
              </a:rPr>
              <a:t>For the </a:t>
            </a:r>
            <a:r>
              <a:rPr lang="en-US" altLang="en-US" sz="2000" i="1" u="sng" dirty="0">
                <a:latin typeface="Georgia" panose="02040502050405020303" pitchFamily="18" charset="0"/>
              </a:rPr>
              <a:t>coursework </a:t>
            </a:r>
            <a:r>
              <a:rPr lang="en-US" altLang="en-US" sz="2000" dirty="0">
                <a:latin typeface="Georgia" panose="02040502050405020303" pitchFamily="18" charset="0"/>
              </a:rPr>
              <a:t>mobile app, set a task for a busy person (admin) to do three different things, for example, adding a new record, remove user, and remove a record.</a:t>
            </a:r>
          </a:p>
          <a:p>
            <a:pPr marL="82548" indent="0">
              <a:lnSpc>
                <a:spcPct val="90000"/>
              </a:lnSpc>
              <a:buNone/>
            </a:pPr>
            <a:endParaRPr lang="en-US" altLang="en-US" dirty="0"/>
          </a:p>
        </p:txBody>
      </p:sp>
    </p:spTree>
    <p:extLst>
      <p:ext uri="{BB962C8B-B14F-4D97-AF65-F5344CB8AC3E}">
        <p14:creationId xmlns:p14="http://schemas.microsoft.com/office/powerpoint/2010/main" val="1002595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B0969-AE1D-AB53-8C26-EE2FDCBBA3D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2F45EC7-F586-7413-C3A2-EC1E852966B6}"/>
              </a:ext>
            </a:extLst>
          </p:cNvPr>
          <p:cNvSpPr>
            <a:spLocks noGrp="1"/>
          </p:cNvSpPr>
          <p:nvPr>
            <p:ph type="sldNum" idx="12"/>
          </p:nvPr>
        </p:nvSpPr>
        <p:spPr/>
        <p:txBody>
          <a:bodyPr/>
          <a:lstStyle/>
          <a:p>
            <a:pPr algn="r"/>
            <a:fld id="{00000000-1234-1234-1234-123412341234}" type="slidenum">
              <a:rPr lang="en" smtClean="0"/>
              <a:pPr algn="r"/>
              <a:t>11</a:t>
            </a:fld>
            <a:endParaRPr lang="en"/>
          </a:p>
        </p:txBody>
      </p:sp>
      <p:sp>
        <p:nvSpPr>
          <p:cNvPr id="9" name="Title 2">
            <a:extLst>
              <a:ext uri="{FF2B5EF4-FFF2-40B4-BE49-F238E27FC236}">
                <a16:creationId xmlns:a16="http://schemas.microsoft.com/office/drawing/2014/main" id="{F2416821-612E-B9DF-C0F8-659815EBE761}"/>
              </a:ext>
            </a:extLst>
          </p:cNvPr>
          <p:cNvSpPr>
            <a:spLocks noGrp="1"/>
          </p:cNvSpPr>
          <p:nvPr>
            <p:ph type="title"/>
          </p:nvPr>
        </p:nvSpPr>
        <p:spPr>
          <a:xfrm>
            <a:off x="337675" y="227760"/>
            <a:ext cx="9230650" cy="763600"/>
          </a:xfrm>
        </p:spPr>
        <p:txBody>
          <a:bodyPr/>
          <a:lstStyle/>
          <a:p>
            <a:r>
              <a:rPr lang="en-GB" altLang="en-US" sz="3600" b="1" dirty="0">
                <a:solidFill>
                  <a:schemeClr val="bg1"/>
                </a:solidFill>
                <a:latin typeface="Georgia" panose="02040502050405020303" pitchFamily="18" charset="0"/>
              </a:rPr>
              <a:t>Usability Testing Steps [</a:t>
            </a:r>
            <a:r>
              <a:rPr lang="en-US" altLang="en-US" sz="3600" b="1" dirty="0">
                <a:solidFill>
                  <a:schemeClr val="bg1"/>
                </a:solidFill>
                <a:latin typeface="Georgia" panose="02040502050405020303" pitchFamily="18" charset="0"/>
              </a:rPr>
              <a:t>Nielsen, 1993]</a:t>
            </a:r>
            <a:endParaRPr lang="en-GB" dirty="0">
              <a:solidFill>
                <a:schemeClr val="bg1"/>
              </a:solidFill>
            </a:endParaRPr>
          </a:p>
        </p:txBody>
      </p:sp>
      <p:sp>
        <p:nvSpPr>
          <p:cNvPr id="10" name="Title 1">
            <a:extLst>
              <a:ext uri="{FF2B5EF4-FFF2-40B4-BE49-F238E27FC236}">
                <a16:creationId xmlns:a16="http://schemas.microsoft.com/office/drawing/2014/main" id="{0B313CDA-80D1-030A-2DF3-E23972AC866C}"/>
              </a:ext>
            </a:extLst>
          </p:cNvPr>
          <p:cNvSpPr txBox="1">
            <a:spLocks/>
          </p:cNvSpPr>
          <p:nvPr/>
        </p:nvSpPr>
        <p:spPr bwMode="auto">
          <a:xfrm>
            <a:off x="37227" y="1196752"/>
            <a:ext cx="9245906"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r>
              <a:rPr lang="en-US" altLang="en-US" sz="2800" b="1" dirty="0">
                <a:latin typeface="Georgia" panose="02040502050405020303" pitchFamily="18" charset="0"/>
              </a:rPr>
              <a:t>Scenarios for Testing</a:t>
            </a:r>
          </a:p>
        </p:txBody>
      </p:sp>
      <p:sp>
        <p:nvSpPr>
          <p:cNvPr id="11" name="Content Placeholder 2">
            <a:extLst>
              <a:ext uri="{FF2B5EF4-FFF2-40B4-BE49-F238E27FC236}">
                <a16:creationId xmlns:a16="http://schemas.microsoft.com/office/drawing/2014/main" id="{92075074-BD9E-EE4E-8F8F-71E9D66500D6}"/>
              </a:ext>
            </a:extLst>
          </p:cNvPr>
          <p:cNvSpPr txBox="1">
            <a:spLocks/>
          </p:cNvSpPr>
          <p:nvPr/>
        </p:nvSpPr>
        <p:spPr bwMode="auto">
          <a:xfrm>
            <a:off x="37227" y="1869001"/>
            <a:ext cx="9895210" cy="4465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r>
              <a:rPr lang="en-US" altLang="en-US" b="1" dirty="0">
                <a:latin typeface="Georgia" panose="02040502050405020303" pitchFamily="18" charset="0"/>
              </a:rPr>
              <a:t>Second, Full scale Task Scenarios  </a:t>
            </a:r>
            <a:r>
              <a:rPr lang="en-US" altLang="en-US" dirty="0">
                <a:latin typeface="Georgia" panose="02040502050405020303" pitchFamily="18" charset="0"/>
              </a:rPr>
              <a:t>include the steps to accomplish the task. A full-scale scenario can report all the steps that a specific user currently takes to accomplish the task </a:t>
            </a:r>
          </a:p>
          <a:p>
            <a:pPr>
              <a:buFont typeface="Arial" panose="020B0604020202020204" pitchFamily="34" charset="0"/>
              <a:buNone/>
            </a:pPr>
            <a:endParaRPr lang="en-US" altLang="en-US" dirty="0">
              <a:latin typeface="Georgia" panose="02040502050405020303" pitchFamily="18" charset="0"/>
            </a:endParaRPr>
          </a:p>
          <a:p>
            <a:pPr lvl="1"/>
            <a:r>
              <a:rPr lang="en-US" altLang="en-US" sz="2000" b="1" i="1" dirty="0">
                <a:latin typeface="Georgia" panose="02040502050405020303" pitchFamily="18" charset="0"/>
              </a:rPr>
              <a:t>An Example: </a:t>
            </a:r>
            <a:r>
              <a:rPr lang="en-US" altLang="en-US" sz="2000" dirty="0">
                <a:latin typeface="Georgia" panose="02040502050405020303" pitchFamily="18" charset="0"/>
              </a:rPr>
              <a:t>For the </a:t>
            </a:r>
            <a:r>
              <a:rPr lang="en-US" altLang="en-US" sz="2000" i="1" u="sng" dirty="0">
                <a:latin typeface="Georgia" panose="02040502050405020303" pitchFamily="18" charset="0"/>
              </a:rPr>
              <a:t>coursework  </a:t>
            </a:r>
            <a:r>
              <a:rPr lang="en-US" altLang="en-US" sz="2000" dirty="0">
                <a:latin typeface="Georgia" panose="02040502050405020303" pitchFamily="18" charset="0"/>
              </a:rPr>
              <a:t>mobile app, a full-scale scenario may include steps such as: (1) Login using your account (2) click on “Add a record” or the “+” symbol from the Toolbar (3) If you are on a tablet device</a:t>
            </a:r>
            <a:r>
              <a:rPr lang="is-IS" altLang="en-US" sz="2000" dirty="0">
                <a:latin typeface="Georgia" panose="02040502050405020303" pitchFamily="18" charset="0"/>
              </a:rPr>
              <a:t>…do ...this ...otherwise..do ..this.. (4)...</a:t>
            </a:r>
            <a:endParaRPr lang="en-US" altLang="en-US" dirty="0"/>
          </a:p>
        </p:txBody>
      </p:sp>
    </p:spTree>
    <p:extLst>
      <p:ext uri="{BB962C8B-B14F-4D97-AF65-F5344CB8AC3E}">
        <p14:creationId xmlns:p14="http://schemas.microsoft.com/office/powerpoint/2010/main" val="262141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74707-5735-BD47-C2A8-DB1ADC92010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66DFC1-F998-2817-BE39-CD6E9A5E90B7}"/>
              </a:ext>
            </a:extLst>
          </p:cNvPr>
          <p:cNvSpPr>
            <a:spLocks noGrp="1"/>
          </p:cNvSpPr>
          <p:nvPr>
            <p:ph type="sldNum" idx="12"/>
          </p:nvPr>
        </p:nvSpPr>
        <p:spPr/>
        <p:txBody>
          <a:bodyPr/>
          <a:lstStyle/>
          <a:p>
            <a:pPr algn="r"/>
            <a:fld id="{00000000-1234-1234-1234-123412341234}" type="slidenum">
              <a:rPr lang="en" smtClean="0"/>
              <a:pPr algn="r"/>
              <a:t>12</a:t>
            </a:fld>
            <a:endParaRPr lang="en"/>
          </a:p>
        </p:txBody>
      </p:sp>
      <p:sp>
        <p:nvSpPr>
          <p:cNvPr id="9" name="Title 2">
            <a:extLst>
              <a:ext uri="{FF2B5EF4-FFF2-40B4-BE49-F238E27FC236}">
                <a16:creationId xmlns:a16="http://schemas.microsoft.com/office/drawing/2014/main" id="{02E9A59D-9F7E-30C8-5D11-CE167D9BC19C}"/>
              </a:ext>
            </a:extLst>
          </p:cNvPr>
          <p:cNvSpPr txBox="1">
            <a:spLocks/>
          </p:cNvSpPr>
          <p:nvPr/>
        </p:nvSpPr>
        <p:spPr bwMode="auto">
          <a:xfrm>
            <a:off x="490075" y="380160"/>
            <a:ext cx="9230650" cy="763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Autofit/>
          </a:bodyPr>
          <a:lstStyle>
            <a:lvl1pPr lvl="0" algn="l" rtl="0" eaLnBrk="1" fontAlgn="base" hangingPunct="1">
              <a:spcBef>
                <a:spcPts val="0"/>
              </a:spcBef>
              <a:spcAft>
                <a:spcPts val="0"/>
              </a:spcAft>
              <a:buClr>
                <a:srgbClr val="FAFAFA"/>
              </a:buClr>
              <a:buSzPts val="3600"/>
              <a:buNone/>
              <a:defRPr sz="3600" b="1" kern="1200">
                <a:solidFill>
                  <a:srgbClr val="FAFAFA"/>
                </a:solidFill>
                <a:latin typeface="Georgia" panose="02040502050405020303" pitchFamily="18" charset="0"/>
                <a:ea typeface="ＭＳ Ｐゴシック" charset="0"/>
                <a:cs typeface="ＭＳ Ｐゴシック" charset="0"/>
              </a:defRPr>
            </a:lvl1pPr>
            <a:lvl2pPr lvl="1"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2pPr>
            <a:lvl3pPr lvl="2"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3pPr>
            <a:lvl4pPr lvl="3"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4pPr>
            <a:lvl5pPr lvl="4"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5pPr>
            <a:lvl6pPr marL="457200" lvl="5"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6pPr>
            <a:lvl7pPr marL="914400" lvl="6"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7pPr>
            <a:lvl8pPr marL="1371600" lvl="7"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8pPr>
            <a:lvl9pPr marL="1828800" lvl="8"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9pPr>
          </a:lstStyle>
          <a:p>
            <a:r>
              <a:rPr lang="en-GB" altLang="en-US" dirty="0">
                <a:solidFill>
                  <a:schemeClr val="bg1"/>
                </a:solidFill>
              </a:rPr>
              <a:t>Usability Testing Steps [</a:t>
            </a:r>
            <a:r>
              <a:rPr lang="en-US" altLang="en-US" dirty="0">
                <a:solidFill>
                  <a:schemeClr val="bg1"/>
                </a:solidFill>
              </a:rPr>
              <a:t>Nielsen, 1993]</a:t>
            </a:r>
            <a:endParaRPr lang="en-GB" dirty="0">
              <a:solidFill>
                <a:schemeClr val="bg1"/>
              </a:solidFill>
            </a:endParaRPr>
          </a:p>
        </p:txBody>
      </p:sp>
      <p:sp>
        <p:nvSpPr>
          <p:cNvPr id="10" name="Title 1">
            <a:extLst>
              <a:ext uri="{FF2B5EF4-FFF2-40B4-BE49-F238E27FC236}">
                <a16:creationId xmlns:a16="http://schemas.microsoft.com/office/drawing/2014/main" id="{78B4405E-6E75-5A35-4C06-1602D1567F98}"/>
              </a:ext>
            </a:extLst>
          </p:cNvPr>
          <p:cNvSpPr txBox="1">
            <a:spLocks/>
          </p:cNvSpPr>
          <p:nvPr/>
        </p:nvSpPr>
        <p:spPr bwMode="auto">
          <a:xfrm>
            <a:off x="199315" y="1115159"/>
            <a:ext cx="889687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r>
              <a:rPr lang="en-GB" altLang="en-US" sz="2800" b="1" dirty="0">
                <a:latin typeface="Georgia" panose="02040502050405020303" pitchFamily="18" charset="0"/>
              </a:rPr>
              <a:t>Step 3. Decide on Usability Metrics</a:t>
            </a:r>
          </a:p>
        </p:txBody>
      </p:sp>
      <p:sp>
        <p:nvSpPr>
          <p:cNvPr id="11" name="Content Placeholder 2">
            <a:extLst>
              <a:ext uri="{FF2B5EF4-FFF2-40B4-BE49-F238E27FC236}">
                <a16:creationId xmlns:a16="http://schemas.microsoft.com/office/drawing/2014/main" id="{4297E018-5DE5-8FC2-297B-A302E60330FD}"/>
              </a:ext>
            </a:extLst>
          </p:cNvPr>
          <p:cNvSpPr txBox="1">
            <a:spLocks/>
          </p:cNvSpPr>
          <p:nvPr/>
        </p:nvSpPr>
        <p:spPr bwMode="auto">
          <a:xfrm>
            <a:off x="185275" y="2112257"/>
            <a:ext cx="9587646" cy="4465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r>
              <a:rPr lang="en-GB" altLang="en-US" dirty="0">
                <a:latin typeface="Georgia" panose="02040502050405020303" pitchFamily="18" charset="0"/>
              </a:rPr>
              <a:t>Think of yourself as a developer of an app. How do you prove and document that it is usable in a scenario/task or for achieving some goal(s)?</a:t>
            </a:r>
          </a:p>
          <a:p>
            <a:r>
              <a:rPr lang="en-GB" altLang="en-US" dirty="0">
                <a:latin typeface="Georgia" panose="02040502050405020303" pitchFamily="18" charset="0"/>
              </a:rPr>
              <a:t>You can ask questions to your participants!</a:t>
            </a:r>
          </a:p>
          <a:p>
            <a:r>
              <a:rPr lang="en-GB" altLang="en-US" dirty="0">
                <a:latin typeface="Georgia" panose="02040502050405020303" pitchFamily="18" charset="0"/>
              </a:rPr>
              <a:t>Questionaries are a standard techniques for usability evaluation. Few widely used options are available that are well-tried and tested. </a:t>
            </a:r>
          </a:p>
          <a:p>
            <a:r>
              <a:rPr lang="en-GB" altLang="en-US" dirty="0">
                <a:latin typeface="Georgia" panose="02040502050405020303" pitchFamily="18" charset="0"/>
              </a:rPr>
              <a:t>See the table in the next slide</a:t>
            </a:r>
          </a:p>
        </p:txBody>
      </p:sp>
    </p:spTree>
    <p:extLst>
      <p:ext uri="{BB962C8B-B14F-4D97-AF65-F5344CB8AC3E}">
        <p14:creationId xmlns:p14="http://schemas.microsoft.com/office/powerpoint/2010/main" val="3708502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A1714-6866-6284-ED90-16E89B7C98C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822C577-FAA8-EBA4-7CEA-7613DC506C91}"/>
              </a:ext>
            </a:extLst>
          </p:cNvPr>
          <p:cNvSpPr>
            <a:spLocks noGrp="1"/>
          </p:cNvSpPr>
          <p:nvPr>
            <p:ph type="sldNum" idx="12"/>
          </p:nvPr>
        </p:nvSpPr>
        <p:spPr/>
        <p:txBody>
          <a:bodyPr/>
          <a:lstStyle/>
          <a:p>
            <a:pPr algn="r"/>
            <a:fld id="{00000000-1234-1234-1234-123412341234}" type="slidenum">
              <a:rPr lang="en" smtClean="0"/>
              <a:pPr algn="r"/>
              <a:t>13</a:t>
            </a:fld>
            <a:endParaRPr lang="en"/>
          </a:p>
        </p:txBody>
      </p:sp>
      <p:sp>
        <p:nvSpPr>
          <p:cNvPr id="3" name="Title 2">
            <a:extLst>
              <a:ext uri="{FF2B5EF4-FFF2-40B4-BE49-F238E27FC236}">
                <a16:creationId xmlns:a16="http://schemas.microsoft.com/office/drawing/2014/main" id="{964DCDFD-67DA-F770-D81E-9D0D9EFD62C1}"/>
              </a:ext>
            </a:extLst>
          </p:cNvPr>
          <p:cNvSpPr>
            <a:spLocks noGrp="1"/>
          </p:cNvSpPr>
          <p:nvPr>
            <p:ph type="title"/>
          </p:nvPr>
        </p:nvSpPr>
        <p:spPr>
          <a:xfrm>
            <a:off x="128464" y="332656"/>
            <a:ext cx="9230650" cy="763600"/>
          </a:xfrm>
        </p:spPr>
        <p:txBody>
          <a:bodyPr/>
          <a:lstStyle/>
          <a:p>
            <a:r>
              <a:rPr lang="en-GB" altLang="en-US" b="1" dirty="0">
                <a:solidFill>
                  <a:schemeClr val="bg1"/>
                </a:solidFill>
                <a:latin typeface="Georgia" panose="02040502050405020303" pitchFamily="18" charset="0"/>
              </a:rPr>
              <a:t>Usability Metrics</a:t>
            </a:r>
            <a:endParaRPr lang="en-GB" dirty="0">
              <a:solidFill>
                <a:schemeClr val="bg1"/>
              </a:solidFill>
            </a:endParaRPr>
          </a:p>
        </p:txBody>
      </p:sp>
      <p:sp>
        <p:nvSpPr>
          <p:cNvPr id="11" name="Rectangle 10">
            <a:extLst>
              <a:ext uri="{FF2B5EF4-FFF2-40B4-BE49-F238E27FC236}">
                <a16:creationId xmlns:a16="http://schemas.microsoft.com/office/drawing/2014/main" id="{2DE1C1C9-A14C-E185-B9C8-EBD7FF3CD986}"/>
              </a:ext>
            </a:extLst>
          </p:cNvPr>
          <p:cNvSpPr>
            <a:spLocks noChangeArrowheads="1"/>
          </p:cNvSpPr>
          <p:nvPr/>
        </p:nvSpPr>
        <p:spPr bwMode="auto">
          <a:xfrm>
            <a:off x="323879" y="6075143"/>
            <a:ext cx="915182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GB" altLang="en-US" sz="1200" dirty="0"/>
              <a:t>Hosted by University of Geneva @ </a:t>
            </a:r>
            <a:r>
              <a:rPr lang="en-GB" altLang="en-US" sz="1200" dirty="0">
                <a:hlinkClick r:id="rId2"/>
              </a:rPr>
              <a:t>http://edutechwiki.unige.ch/en/Usability_and_user_experience_surveys</a:t>
            </a:r>
            <a:r>
              <a:rPr lang="en-GB" altLang="en-US" sz="1200" dirty="0"/>
              <a:t> </a:t>
            </a:r>
          </a:p>
        </p:txBody>
      </p:sp>
      <p:pic>
        <p:nvPicPr>
          <p:cNvPr id="13" name="Picture 12">
            <a:extLst>
              <a:ext uri="{FF2B5EF4-FFF2-40B4-BE49-F238E27FC236}">
                <a16:creationId xmlns:a16="http://schemas.microsoft.com/office/drawing/2014/main" id="{480F9094-C3F3-E692-8A76-A2F3ECAE100B}"/>
              </a:ext>
            </a:extLst>
          </p:cNvPr>
          <p:cNvPicPr>
            <a:picLocks noChangeAspect="1"/>
          </p:cNvPicPr>
          <p:nvPr/>
        </p:nvPicPr>
        <p:blipFill>
          <a:blip r:embed="rId3"/>
          <a:stretch>
            <a:fillRect/>
          </a:stretch>
        </p:blipFill>
        <p:spPr>
          <a:xfrm>
            <a:off x="1040052" y="1426583"/>
            <a:ext cx="7825896" cy="4386792"/>
          </a:xfrm>
          <a:prstGeom prst="rect">
            <a:avLst/>
          </a:prstGeom>
        </p:spPr>
      </p:pic>
    </p:spTree>
    <p:extLst>
      <p:ext uri="{BB962C8B-B14F-4D97-AF65-F5344CB8AC3E}">
        <p14:creationId xmlns:p14="http://schemas.microsoft.com/office/powerpoint/2010/main" val="241161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36DBB-1D42-2E9B-03C6-EC2B3BC4DF1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7DD8974-F29B-F7D4-6C94-372DCE0C55B1}"/>
              </a:ext>
            </a:extLst>
          </p:cNvPr>
          <p:cNvSpPr>
            <a:spLocks noGrp="1"/>
          </p:cNvSpPr>
          <p:nvPr>
            <p:ph type="sldNum" idx="12"/>
          </p:nvPr>
        </p:nvSpPr>
        <p:spPr/>
        <p:txBody>
          <a:bodyPr/>
          <a:lstStyle/>
          <a:p>
            <a:pPr algn="r"/>
            <a:fld id="{00000000-1234-1234-1234-123412341234}" type="slidenum">
              <a:rPr lang="en" smtClean="0"/>
              <a:pPr algn="r"/>
              <a:t>14</a:t>
            </a:fld>
            <a:endParaRPr lang="en"/>
          </a:p>
        </p:txBody>
      </p:sp>
      <p:sp>
        <p:nvSpPr>
          <p:cNvPr id="3" name="Title 2">
            <a:extLst>
              <a:ext uri="{FF2B5EF4-FFF2-40B4-BE49-F238E27FC236}">
                <a16:creationId xmlns:a16="http://schemas.microsoft.com/office/drawing/2014/main" id="{A792CC15-F0C8-08B2-2012-50A57286D3E8}"/>
              </a:ext>
            </a:extLst>
          </p:cNvPr>
          <p:cNvSpPr>
            <a:spLocks noGrp="1"/>
          </p:cNvSpPr>
          <p:nvPr>
            <p:ph type="title"/>
          </p:nvPr>
        </p:nvSpPr>
        <p:spPr/>
        <p:txBody>
          <a:bodyPr/>
          <a:lstStyle/>
          <a:p>
            <a:r>
              <a:rPr lang="en-US" altLang="en-US" sz="3600" b="1" dirty="0">
                <a:solidFill>
                  <a:schemeClr val="bg1"/>
                </a:solidFill>
                <a:latin typeface="Georgia" panose="02040502050405020303" pitchFamily="18" charset="0"/>
              </a:rPr>
              <a:t>Usability Testing – Industry </a:t>
            </a:r>
            <a:endParaRPr lang="en-GB" dirty="0">
              <a:solidFill>
                <a:schemeClr val="bg1"/>
              </a:solidFill>
            </a:endParaRPr>
          </a:p>
        </p:txBody>
      </p:sp>
      <p:sp>
        <p:nvSpPr>
          <p:cNvPr id="9" name="Content Placeholder 2">
            <a:extLst>
              <a:ext uri="{FF2B5EF4-FFF2-40B4-BE49-F238E27FC236}">
                <a16:creationId xmlns:a16="http://schemas.microsoft.com/office/drawing/2014/main" id="{C5F83B54-2187-CCC1-5829-F5C52AD5F40E}"/>
              </a:ext>
            </a:extLst>
          </p:cNvPr>
          <p:cNvSpPr txBox="1">
            <a:spLocks/>
          </p:cNvSpPr>
          <p:nvPr/>
        </p:nvSpPr>
        <p:spPr bwMode="auto">
          <a:xfrm>
            <a:off x="0" y="1414258"/>
            <a:ext cx="9993560" cy="4465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r>
              <a:rPr lang="en-US" altLang="en-US" dirty="0">
                <a:latin typeface="Georgia" panose="02040502050405020303" pitchFamily="18" charset="0"/>
              </a:rPr>
              <a:t>The demands of evaluating usability of systems within an industrial context which means that no cost-effective or practical efforts to perform analysis and selection of suitable metrics. </a:t>
            </a:r>
          </a:p>
          <a:p>
            <a:r>
              <a:rPr lang="en-US" altLang="en-US" dirty="0">
                <a:latin typeface="Georgia" panose="02040502050405020303" pitchFamily="18" charset="0"/>
              </a:rPr>
              <a:t>All that is needed as a general indication of the overall level of usability of a system compared to its competitors or its predecessors</a:t>
            </a:r>
          </a:p>
          <a:p>
            <a:r>
              <a:rPr lang="en-US" altLang="en-US" dirty="0">
                <a:latin typeface="Georgia" panose="02040502050405020303" pitchFamily="18" charset="0"/>
              </a:rPr>
              <a:t>Equally, when selecting metrics, it is often required to have measures which do not require vast effort and expense to collect and </a:t>
            </a:r>
            <a:r>
              <a:rPr lang="en-US" altLang="en-US" dirty="0" err="1">
                <a:latin typeface="Georgia" panose="02040502050405020303" pitchFamily="18" charset="0"/>
              </a:rPr>
              <a:t>analyse</a:t>
            </a:r>
            <a:r>
              <a:rPr lang="en-US" altLang="en-US" dirty="0">
                <a:latin typeface="Georgia" panose="02040502050405020303" pitchFamily="18" charset="0"/>
              </a:rPr>
              <a:t> data. </a:t>
            </a:r>
          </a:p>
          <a:p>
            <a:r>
              <a:rPr lang="en-US" altLang="en-US" dirty="0">
                <a:latin typeface="Georgia" panose="02040502050405020303" pitchFamily="18" charset="0"/>
              </a:rPr>
              <a:t>“A pragmatic approach”</a:t>
            </a:r>
          </a:p>
        </p:txBody>
      </p:sp>
      <p:sp>
        <p:nvSpPr>
          <p:cNvPr id="10" name="Rectangle 6">
            <a:extLst>
              <a:ext uri="{FF2B5EF4-FFF2-40B4-BE49-F238E27FC236}">
                <a16:creationId xmlns:a16="http://schemas.microsoft.com/office/drawing/2014/main" id="{4399006D-12ED-05BA-FD96-E6747B515D99}"/>
              </a:ext>
            </a:extLst>
          </p:cNvPr>
          <p:cNvSpPr>
            <a:spLocks noChangeArrowheads="1"/>
          </p:cNvSpPr>
          <p:nvPr/>
        </p:nvSpPr>
        <p:spPr bwMode="auto">
          <a:xfrm>
            <a:off x="293043" y="6026338"/>
            <a:ext cx="99935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US" altLang="en-US" sz="1400" dirty="0">
                <a:latin typeface="Calibri" panose="020F0502020204030204" pitchFamily="34" charset="0"/>
              </a:rPr>
              <a:t>Brooke, J. (1996). SUS-A quick and dirty usability scale. </a:t>
            </a:r>
            <a:r>
              <a:rPr lang="en-US" altLang="en-US" sz="1400" i="1" dirty="0">
                <a:latin typeface="Calibri" panose="020F0502020204030204" pitchFamily="34" charset="0"/>
              </a:rPr>
              <a:t>Usability evaluation in industry</a:t>
            </a:r>
            <a:r>
              <a:rPr lang="en-US" altLang="en-US" sz="1400" dirty="0">
                <a:latin typeface="Calibri" panose="020F0502020204030204" pitchFamily="34" charset="0"/>
              </a:rPr>
              <a:t>, </a:t>
            </a:r>
            <a:r>
              <a:rPr lang="en-US" altLang="en-US" sz="1400" i="1" dirty="0">
                <a:latin typeface="Calibri" panose="020F0502020204030204" pitchFamily="34" charset="0"/>
              </a:rPr>
              <a:t>189</a:t>
            </a:r>
            <a:r>
              <a:rPr lang="en-US" altLang="en-US" sz="1400" dirty="0">
                <a:latin typeface="Calibri" panose="020F0502020204030204" pitchFamily="34" charset="0"/>
              </a:rPr>
              <a:t>(194), 4-7.</a:t>
            </a:r>
          </a:p>
        </p:txBody>
      </p:sp>
    </p:spTree>
    <p:extLst>
      <p:ext uri="{BB962C8B-B14F-4D97-AF65-F5344CB8AC3E}">
        <p14:creationId xmlns:p14="http://schemas.microsoft.com/office/powerpoint/2010/main" val="2651533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6498B-D798-F356-C3C3-531D9BFE88C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931CD7-FD95-BAB7-F197-E262A4837F8C}"/>
              </a:ext>
            </a:extLst>
          </p:cNvPr>
          <p:cNvSpPr>
            <a:spLocks noGrp="1"/>
          </p:cNvSpPr>
          <p:nvPr>
            <p:ph type="sldNum" idx="12"/>
          </p:nvPr>
        </p:nvSpPr>
        <p:spPr/>
        <p:txBody>
          <a:bodyPr/>
          <a:lstStyle/>
          <a:p>
            <a:pPr algn="r"/>
            <a:fld id="{00000000-1234-1234-1234-123412341234}" type="slidenum">
              <a:rPr lang="en" smtClean="0"/>
              <a:pPr algn="r"/>
              <a:t>15</a:t>
            </a:fld>
            <a:endParaRPr lang="en"/>
          </a:p>
        </p:txBody>
      </p:sp>
      <p:sp>
        <p:nvSpPr>
          <p:cNvPr id="3" name="Title 2">
            <a:extLst>
              <a:ext uri="{FF2B5EF4-FFF2-40B4-BE49-F238E27FC236}">
                <a16:creationId xmlns:a16="http://schemas.microsoft.com/office/drawing/2014/main" id="{131958D4-E8CF-21D6-7468-C5E28ABF1D25}"/>
              </a:ext>
            </a:extLst>
          </p:cNvPr>
          <p:cNvSpPr>
            <a:spLocks noGrp="1"/>
          </p:cNvSpPr>
          <p:nvPr>
            <p:ph type="title"/>
          </p:nvPr>
        </p:nvSpPr>
        <p:spPr/>
        <p:txBody>
          <a:bodyPr/>
          <a:lstStyle/>
          <a:p>
            <a:r>
              <a:rPr lang="en-GB" altLang="en-US" sz="3600" b="1" dirty="0">
                <a:solidFill>
                  <a:schemeClr val="bg1"/>
                </a:solidFill>
                <a:latin typeface="Georgia" panose="02040502050405020303" pitchFamily="18" charset="0"/>
              </a:rPr>
              <a:t>Industry – Few examples</a:t>
            </a:r>
            <a:endParaRPr lang="en-GB" dirty="0">
              <a:solidFill>
                <a:schemeClr val="bg1"/>
              </a:solidFill>
            </a:endParaRPr>
          </a:p>
        </p:txBody>
      </p:sp>
      <p:sp>
        <p:nvSpPr>
          <p:cNvPr id="7" name="Content Placeholder 2">
            <a:extLst>
              <a:ext uri="{FF2B5EF4-FFF2-40B4-BE49-F238E27FC236}">
                <a16:creationId xmlns:a16="http://schemas.microsoft.com/office/drawing/2014/main" id="{8058E180-EF2B-541D-7886-28B0E6E776CB}"/>
              </a:ext>
            </a:extLst>
          </p:cNvPr>
          <p:cNvSpPr txBox="1">
            <a:spLocks/>
          </p:cNvSpPr>
          <p:nvPr/>
        </p:nvSpPr>
        <p:spPr bwMode="auto">
          <a:xfrm>
            <a:off x="100805" y="1253409"/>
            <a:ext cx="9467519" cy="19647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r>
              <a:rPr lang="en-GB" altLang="en-US" dirty="0"/>
              <a:t>Guerrilla Testing with Usability Café – </a:t>
            </a:r>
          </a:p>
          <a:p>
            <a:pPr lvl="1"/>
            <a:r>
              <a:rPr lang="en-GB" altLang="en-US" sz="2000" dirty="0">
                <a:hlinkClick r:id="rId2"/>
              </a:rPr>
              <a:t>https://www.youtube.com/watch?v=0YL0xoSmyZI</a:t>
            </a:r>
            <a:endParaRPr lang="en-GB" altLang="en-US" sz="2000" dirty="0"/>
          </a:p>
          <a:p>
            <a:r>
              <a:rPr lang="en-GB" altLang="en-US" dirty="0"/>
              <a:t>Usability by Jackob Neilsen</a:t>
            </a:r>
          </a:p>
          <a:p>
            <a:pPr lvl="1"/>
            <a:r>
              <a:rPr lang="en-GB" altLang="en-US" sz="2000" dirty="0">
                <a:hlinkClick r:id="rId3"/>
              </a:rPr>
              <a:t>https://www.youtube.com/watch?v=r0A6IW2TFFI</a:t>
            </a:r>
            <a:endParaRPr lang="en-GB" altLang="en-US" sz="2000" dirty="0"/>
          </a:p>
        </p:txBody>
      </p:sp>
      <p:sp>
        <p:nvSpPr>
          <p:cNvPr id="8" name="Content Placeholder 2">
            <a:extLst>
              <a:ext uri="{FF2B5EF4-FFF2-40B4-BE49-F238E27FC236}">
                <a16:creationId xmlns:a16="http://schemas.microsoft.com/office/drawing/2014/main" id="{3D81F0BF-7E66-7175-FF3E-0EB652526CC2}"/>
              </a:ext>
            </a:extLst>
          </p:cNvPr>
          <p:cNvSpPr txBox="1">
            <a:spLocks/>
          </p:cNvSpPr>
          <p:nvPr/>
        </p:nvSpPr>
        <p:spPr bwMode="auto">
          <a:xfrm>
            <a:off x="305780" y="4155609"/>
            <a:ext cx="8485188"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000" dirty="0"/>
              <a:t>You just watched a </a:t>
            </a:r>
            <a:r>
              <a:rPr lang="en-US" altLang="en-US" sz="2000" dirty="0" err="1"/>
              <a:t>youtube</a:t>
            </a:r>
            <a:r>
              <a:rPr lang="en-US" altLang="en-US" sz="2000" dirty="0"/>
              <a:t> video of a usability testing carried out in Guerilla format. </a:t>
            </a:r>
          </a:p>
          <a:p>
            <a:r>
              <a:rPr lang="en-US" altLang="en-US" sz="2000" dirty="0"/>
              <a:t>Reflect on:</a:t>
            </a:r>
          </a:p>
          <a:p>
            <a:pPr lvl="1"/>
            <a:r>
              <a:rPr lang="en-US" altLang="en-US" sz="1800" dirty="0"/>
              <a:t>Top 3 ideas that you liked about this way of testing?</a:t>
            </a:r>
          </a:p>
          <a:p>
            <a:pPr lvl="1"/>
            <a:r>
              <a:rPr lang="en-US" altLang="en-US" sz="1800" dirty="0"/>
              <a:t>Were there any aspect which you were not sure about?</a:t>
            </a:r>
          </a:p>
          <a:p>
            <a:pPr lvl="1"/>
            <a:r>
              <a:rPr lang="en-US" altLang="en-US" sz="1800" dirty="0"/>
              <a:t>Can you see yourself using such testing technique?</a:t>
            </a:r>
          </a:p>
        </p:txBody>
      </p:sp>
      <p:sp>
        <p:nvSpPr>
          <p:cNvPr id="9" name="Title 1">
            <a:extLst>
              <a:ext uri="{FF2B5EF4-FFF2-40B4-BE49-F238E27FC236}">
                <a16:creationId xmlns:a16="http://schemas.microsoft.com/office/drawing/2014/main" id="{8A21B0B9-D397-9C12-A2AA-6CBDA816BD34}"/>
              </a:ext>
            </a:extLst>
          </p:cNvPr>
          <p:cNvSpPr txBox="1">
            <a:spLocks/>
          </p:cNvSpPr>
          <p:nvPr/>
        </p:nvSpPr>
        <p:spPr bwMode="auto">
          <a:xfrm>
            <a:off x="100806" y="3480178"/>
            <a:ext cx="8485188" cy="7810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Autofit/>
          </a:bodyPr>
          <a:lstStyle>
            <a:lvl1pPr lvl="0" algn="l" rtl="0" eaLnBrk="1" fontAlgn="base" hangingPunct="1">
              <a:spcBef>
                <a:spcPts val="0"/>
              </a:spcBef>
              <a:spcAft>
                <a:spcPts val="0"/>
              </a:spcAft>
              <a:buClr>
                <a:srgbClr val="FAFAFA"/>
              </a:buClr>
              <a:buSzPts val="3600"/>
              <a:buNone/>
              <a:defRPr sz="3600" b="1" kern="1200">
                <a:solidFill>
                  <a:srgbClr val="FAFAFA"/>
                </a:solidFill>
                <a:latin typeface="Georgia" panose="02040502050405020303" pitchFamily="18" charset="0"/>
                <a:ea typeface="ＭＳ Ｐゴシック" charset="0"/>
                <a:cs typeface="ＭＳ Ｐゴシック" charset="0"/>
              </a:defRPr>
            </a:lvl1pPr>
            <a:lvl2pPr lvl="1"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2pPr>
            <a:lvl3pPr lvl="2"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3pPr>
            <a:lvl4pPr lvl="3"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4pPr>
            <a:lvl5pPr lvl="4" algn="l" rtl="0" eaLnBrk="1" fontAlgn="base" hangingPunct="1">
              <a:spcBef>
                <a:spcPts val="0"/>
              </a:spcBef>
              <a:spcAft>
                <a:spcPts val="0"/>
              </a:spcAft>
              <a:buSzPts val="2800"/>
              <a:buNone/>
              <a:defRPr sz="3600" b="1">
                <a:solidFill>
                  <a:srgbClr val="87A529"/>
                </a:solidFill>
                <a:latin typeface="Georgia" charset="0"/>
                <a:ea typeface="ＭＳ Ｐゴシック" charset="0"/>
                <a:cs typeface="ＭＳ Ｐゴシック" charset="0"/>
              </a:defRPr>
            </a:lvl5pPr>
            <a:lvl6pPr marL="457200" lvl="5"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6pPr>
            <a:lvl7pPr marL="914400" lvl="6"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7pPr>
            <a:lvl8pPr marL="1371600" lvl="7"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8pPr>
            <a:lvl9pPr marL="1828800" lvl="8" algn="l" rtl="0" eaLnBrk="1" fontAlgn="base" hangingPunct="1">
              <a:spcBef>
                <a:spcPts val="0"/>
              </a:spcBef>
              <a:spcAft>
                <a:spcPts val="0"/>
              </a:spcAft>
              <a:buSzPts val="2800"/>
              <a:buNone/>
              <a:defRPr sz="4000" b="1">
                <a:solidFill>
                  <a:srgbClr val="693B68"/>
                </a:solidFill>
                <a:latin typeface="Georgia" charset="0"/>
                <a:ea typeface="ＭＳ Ｐゴシック" charset="0"/>
                <a:cs typeface="ＭＳ Ｐゴシック" charset="0"/>
              </a:defRPr>
            </a:lvl9pPr>
          </a:lstStyle>
          <a:p>
            <a:r>
              <a:rPr lang="en-US" altLang="en-US" sz="2800" dirty="0">
                <a:solidFill>
                  <a:schemeClr val="tx1"/>
                </a:solidFill>
              </a:rPr>
              <a:t>Reflect and Discuss</a:t>
            </a:r>
          </a:p>
        </p:txBody>
      </p:sp>
    </p:spTree>
    <p:extLst>
      <p:ext uri="{BB962C8B-B14F-4D97-AF65-F5344CB8AC3E}">
        <p14:creationId xmlns:p14="http://schemas.microsoft.com/office/powerpoint/2010/main" val="34443709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C6821-43F4-FD2F-DCB3-BBC7AA38776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27C2574-EAA1-9D98-FE1B-92D0540E734A}"/>
              </a:ext>
            </a:extLst>
          </p:cNvPr>
          <p:cNvSpPr>
            <a:spLocks noGrp="1"/>
          </p:cNvSpPr>
          <p:nvPr>
            <p:ph type="sldNum" idx="12"/>
          </p:nvPr>
        </p:nvSpPr>
        <p:spPr/>
        <p:txBody>
          <a:bodyPr/>
          <a:lstStyle/>
          <a:p>
            <a:pPr algn="r"/>
            <a:fld id="{00000000-1234-1234-1234-123412341234}" type="slidenum">
              <a:rPr lang="en" smtClean="0"/>
              <a:pPr algn="r"/>
              <a:t>16</a:t>
            </a:fld>
            <a:endParaRPr lang="en"/>
          </a:p>
        </p:txBody>
      </p:sp>
      <p:sp>
        <p:nvSpPr>
          <p:cNvPr id="8" name="Title 7">
            <a:extLst>
              <a:ext uri="{FF2B5EF4-FFF2-40B4-BE49-F238E27FC236}">
                <a16:creationId xmlns:a16="http://schemas.microsoft.com/office/drawing/2014/main" id="{0FBC038E-15D3-7D8C-2BDF-D22E9C2BACC6}"/>
              </a:ext>
            </a:extLst>
          </p:cNvPr>
          <p:cNvSpPr>
            <a:spLocks noGrp="1"/>
          </p:cNvSpPr>
          <p:nvPr>
            <p:ph type="title"/>
          </p:nvPr>
        </p:nvSpPr>
        <p:spPr/>
        <p:txBody>
          <a:bodyPr/>
          <a:lstStyle/>
          <a:p>
            <a:r>
              <a:rPr lang="en-US" altLang="en-US" sz="3600" b="1" dirty="0">
                <a:solidFill>
                  <a:schemeClr val="bg1"/>
                </a:solidFill>
                <a:latin typeface="Georgia" panose="02040502050405020303" pitchFamily="18" charset="0"/>
              </a:rPr>
              <a:t>Usability Testing – Industry </a:t>
            </a:r>
            <a:endParaRPr lang="en-GB" dirty="0">
              <a:solidFill>
                <a:schemeClr val="bg1"/>
              </a:solidFill>
            </a:endParaRPr>
          </a:p>
        </p:txBody>
      </p:sp>
      <p:sp>
        <p:nvSpPr>
          <p:cNvPr id="9" name="Rectangle 3">
            <a:extLst>
              <a:ext uri="{FF2B5EF4-FFF2-40B4-BE49-F238E27FC236}">
                <a16:creationId xmlns:a16="http://schemas.microsoft.com/office/drawing/2014/main" id="{F3F527E9-C436-F748-23E5-58154BDED242}"/>
              </a:ext>
            </a:extLst>
          </p:cNvPr>
          <p:cNvSpPr>
            <a:spLocks noChangeArrowheads="1"/>
          </p:cNvSpPr>
          <p:nvPr/>
        </p:nvSpPr>
        <p:spPr bwMode="auto">
          <a:xfrm>
            <a:off x="106214" y="1480722"/>
            <a:ext cx="8967787" cy="40626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24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1pPr>
            <a:lvl2pPr marL="742950" indent="-285750">
              <a:spcBef>
                <a:spcPct val="20000"/>
              </a:spcBef>
              <a:buFont typeface="Arial" panose="020B0604020202020204" pitchFamily="34" charset="0"/>
              <a:buChar char="–"/>
              <a:defRPr sz="20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2pPr>
            <a:lvl3pPr marL="1143000" indent="-228600">
              <a:spcBef>
                <a:spcPct val="20000"/>
              </a:spcBef>
              <a:buFont typeface="Arial" panose="020B0604020202020204" pitchFamily="34" charset="0"/>
              <a:buChar char="•"/>
              <a:defRPr>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3pPr>
            <a:lvl4pPr marL="16002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4pPr>
            <a:lvl5pPr marL="2057400" indent="-228600">
              <a:spcBef>
                <a:spcPct val="20000"/>
              </a:spcBef>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Lucida Sans Unicode" panose="020B0602030504020204" pitchFamily="34" charset="0"/>
                <a:ea typeface="MS PGothic" panose="020B0600070205080204" pitchFamily="34" charset="-128"/>
                <a:cs typeface="Lucida Sans Unicode" panose="020B0602030504020204" pitchFamily="34" charset="0"/>
              </a:defRPr>
            </a:lvl9pPr>
          </a:lstStyle>
          <a:p>
            <a:pPr>
              <a:spcBef>
                <a:spcPct val="0"/>
              </a:spcBef>
              <a:buFontTx/>
              <a:buNone/>
            </a:pPr>
            <a:r>
              <a:rPr lang="en-US" altLang="en-US" sz="2800" dirty="0"/>
              <a:t>The SUS (System Usability Scale) is a 10-item questionnaire with 5 response options.</a:t>
            </a:r>
            <a:r>
              <a:rPr lang="en-US" altLang="en-US" sz="3200" dirty="0"/>
              <a:t> </a:t>
            </a:r>
            <a:br>
              <a:rPr lang="en-US" altLang="en-US" sz="3200" dirty="0"/>
            </a:br>
            <a:endParaRPr lang="en-US" altLang="en-US" sz="3200" dirty="0"/>
          </a:p>
          <a:p>
            <a:pPr>
              <a:spcBef>
                <a:spcPct val="0"/>
              </a:spcBef>
              <a:buFontTx/>
              <a:buAutoNum type="arabicPeriod"/>
            </a:pPr>
            <a:r>
              <a:rPr lang="en-US" altLang="en-US" sz="1400" dirty="0">
                <a:solidFill>
                  <a:srgbClr val="333333"/>
                </a:solidFill>
                <a:latin typeface="Arial" panose="020B0604020202020204" pitchFamily="34" charset="0"/>
              </a:rPr>
              <a:t> I think that I would like to use this system frequently.</a:t>
            </a:r>
          </a:p>
          <a:p>
            <a:pPr>
              <a:spcBef>
                <a:spcPct val="0"/>
              </a:spcBef>
              <a:buFontTx/>
              <a:buAutoNum type="arabicPeriod" startAt="2"/>
            </a:pPr>
            <a:r>
              <a:rPr lang="en-US" altLang="en-US" sz="1400" dirty="0">
                <a:solidFill>
                  <a:srgbClr val="333333"/>
                </a:solidFill>
                <a:latin typeface="Arial" panose="020B0604020202020204" pitchFamily="34" charset="0"/>
              </a:rPr>
              <a:t> I found the system unnecessarily complex.</a:t>
            </a:r>
          </a:p>
          <a:p>
            <a:pPr>
              <a:spcBef>
                <a:spcPct val="0"/>
              </a:spcBef>
              <a:buFontTx/>
              <a:buAutoNum type="arabicPeriod" startAt="3"/>
            </a:pPr>
            <a:r>
              <a:rPr lang="en-US" altLang="en-US" sz="1400" dirty="0">
                <a:solidFill>
                  <a:srgbClr val="333333"/>
                </a:solidFill>
                <a:latin typeface="Arial" panose="020B0604020202020204" pitchFamily="34" charset="0"/>
              </a:rPr>
              <a:t> I thought the system was easy to use.</a:t>
            </a:r>
          </a:p>
          <a:p>
            <a:pPr>
              <a:spcBef>
                <a:spcPct val="0"/>
              </a:spcBef>
              <a:buFontTx/>
              <a:buAutoNum type="arabicPeriod" startAt="4"/>
            </a:pPr>
            <a:r>
              <a:rPr lang="en-US" altLang="en-US" sz="1400" dirty="0">
                <a:solidFill>
                  <a:srgbClr val="333333"/>
                </a:solidFill>
                <a:latin typeface="Arial" panose="020B0604020202020204" pitchFamily="34" charset="0"/>
              </a:rPr>
              <a:t> I think that I would need the support of a technical person to be able to use this system.</a:t>
            </a:r>
          </a:p>
          <a:p>
            <a:pPr>
              <a:spcBef>
                <a:spcPct val="0"/>
              </a:spcBef>
              <a:buFontTx/>
              <a:buAutoNum type="arabicPeriod" startAt="5"/>
            </a:pPr>
            <a:r>
              <a:rPr lang="en-US" altLang="en-US" sz="1400" dirty="0">
                <a:solidFill>
                  <a:srgbClr val="333333"/>
                </a:solidFill>
                <a:latin typeface="Arial" panose="020B0604020202020204" pitchFamily="34" charset="0"/>
              </a:rPr>
              <a:t> I found the various functions in this system were well integrated.</a:t>
            </a:r>
          </a:p>
          <a:p>
            <a:pPr>
              <a:spcBef>
                <a:spcPct val="0"/>
              </a:spcBef>
              <a:buFontTx/>
              <a:buAutoNum type="arabicPeriod" startAt="6"/>
            </a:pPr>
            <a:r>
              <a:rPr lang="en-US" altLang="en-US" sz="1400" dirty="0">
                <a:solidFill>
                  <a:srgbClr val="333333"/>
                </a:solidFill>
                <a:latin typeface="Arial" panose="020B0604020202020204" pitchFamily="34" charset="0"/>
              </a:rPr>
              <a:t> I thought there was too much inconsistency in this system.</a:t>
            </a:r>
          </a:p>
          <a:p>
            <a:pPr>
              <a:spcBef>
                <a:spcPct val="0"/>
              </a:spcBef>
              <a:buFontTx/>
              <a:buAutoNum type="arabicPeriod" startAt="7"/>
            </a:pPr>
            <a:r>
              <a:rPr lang="en-US" altLang="en-US" sz="1400" dirty="0">
                <a:solidFill>
                  <a:srgbClr val="333333"/>
                </a:solidFill>
                <a:latin typeface="Arial" panose="020B0604020202020204" pitchFamily="34" charset="0"/>
              </a:rPr>
              <a:t> I would imagine that most people would learn to use this system very quickly.</a:t>
            </a:r>
          </a:p>
          <a:p>
            <a:pPr>
              <a:spcBef>
                <a:spcPct val="0"/>
              </a:spcBef>
              <a:buFontTx/>
              <a:buAutoNum type="arabicPeriod" startAt="8"/>
            </a:pPr>
            <a:r>
              <a:rPr lang="en-US" altLang="en-US" sz="1400" dirty="0">
                <a:solidFill>
                  <a:srgbClr val="333333"/>
                </a:solidFill>
                <a:latin typeface="Arial" panose="020B0604020202020204" pitchFamily="34" charset="0"/>
              </a:rPr>
              <a:t> I found the system very cumbersome to use.</a:t>
            </a:r>
          </a:p>
          <a:p>
            <a:pPr>
              <a:spcBef>
                <a:spcPct val="0"/>
              </a:spcBef>
              <a:buFontTx/>
              <a:buAutoNum type="arabicPeriod" startAt="9"/>
            </a:pPr>
            <a:r>
              <a:rPr lang="en-US" altLang="en-US" sz="1400" dirty="0">
                <a:solidFill>
                  <a:srgbClr val="333333"/>
                </a:solidFill>
                <a:latin typeface="Arial" panose="020B0604020202020204" pitchFamily="34" charset="0"/>
              </a:rPr>
              <a:t> I felt very confident using the system.</a:t>
            </a:r>
          </a:p>
          <a:p>
            <a:pPr>
              <a:spcBef>
                <a:spcPct val="0"/>
              </a:spcBef>
              <a:buFontTx/>
              <a:buAutoNum type="arabicPeriod" startAt="10"/>
            </a:pPr>
            <a:r>
              <a:rPr lang="en-US" altLang="en-US" sz="1400" dirty="0">
                <a:solidFill>
                  <a:srgbClr val="333333"/>
                </a:solidFill>
                <a:latin typeface="Arial" panose="020B0604020202020204" pitchFamily="34" charset="0"/>
              </a:rPr>
              <a:t> I needed to learn a lot of things before I could get going with this system.</a:t>
            </a:r>
          </a:p>
          <a:p>
            <a:pPr>
              <a:spcBef>
                <a:spcPct val="0"/>
              </a:spcBef>
              <a:buFontTx/>
              <a:buNone/>
            </a:pPr>
            <a:br>
              <a:rPr lang="en-US" altLang="en-US" sz="800" dirty="0">
                <a:latin typeface="Calibri" panose="020F0502020204030204" pitchFamily="34" charset="0"/>
              </a:rPr>
            </a:br>
            <a:r>
              <a:rPr lang="en-US" altLang="en-US" sz="1800" dirty="0">
                <a:latin typeface="Calibri" panose="020F0502020204030204" pitchFamily="34" charset="0"/>
              </a:rPr>
              <a:t>The SUS uses the following response format:</a:t>
            </a:r>
            <a:endParaRPr lang="en-US" altLang="en-US" sz="5700" dirty="0">
              <a:latin typeface="Calibri" panose="020F0502020204030204" pitchFamily="34" charset="0"/>
            </a:endParaRPr>
          </a:p>
        </p:txBody>
      </p:sp>
      <p:pic>
        <p:nvPicPr>
          <p:cNvPr id="10" name="Picture 4" descr="http://www.measuringu.com/images/sus-responses.png">
            <a:extLst>
              <a:ext uri="{FF2B5EF4-FFF2-40B4-BE49-F238E27FC236}">
                <a16:creationId xmlns:a16="http://schemas.microsoft.com/office/drawing/2014/main" id="{3873454F-2C77-DEC7-8CF5-9DB4AB53573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601072" y="5445224"/>
            <a:ext cx="37592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6720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D6C24-E99B-2670-1B4E-81F657A8F83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D02314-1D92-9BDB-71D9-E76BF4B83333}"/>
              </a:ext>
            </a:extLst>
          </p:cNvPr>
          <p:cNvSpPr>
            <a:spLocks noGrp="1"/>
          </p:cNvSpPr>
          <p:nvPr>
            <p:ph type="sldNum" idx="12"/>
          </p:nvPr>
        </p:nvSpPr>
        <p:spPr/>
        <p:txBody>
          <a:bodyPr/>
          <a:lstStyle/>
          <a:p>
            <a:pPr algn="r"/>
            <a:fld id="{00000000-1234-1234-1234-123412341234}" type="slidenum">
              <a:rPr lang="en" smtClean="0"/>
              <a:pPr algn="r"/>
              <a:t>17</a:t>
            </a:fld>
            <a:endParaRPr lang="en"/>
          </a:p>
        </p:txBody>
      </p:sp>
      <p:sp>
        <p:nvSpPr>
          <p:cNvPr id="9" name="Title 8">
            <a:extLst>
              <a:ext uri="{FF2B5EF4-FFF2-40B4-BE49-F238E27FC236}">
                <a16:creationId xmlns:a16="http://schemas.microsoft.com/office/drawing/2014/main" id="{80B13F6E-D32D-592F-9339-D5BF8D6855C6}"/>
              </a:ext>
            </a:extLst>
          </p:cNvPr>
          <p:cNvSpPr>
            <a:spLocks noGrp="1"/>
          </p:cNvSpPr>
          <p:nvPr>
            <p:ph type="title"/>
          </p:nvPr>
        </p:nvSpPr>
        <p:spPr/>
        <p:txBody>
          <a:bodyPr/>
          <a:lstStyle/>
          <a:p>
            <a:r>
              <a:rPr lang="en-US" altLang="en-US" sz="3600" b="1" dirty="0">
                <a:solidFill>
                  <a:schemeClr val="bg1"/>
                </a:solidFill>
                <a:latin typeface="Georgia" panose="02040502050405020303" pitchFamily="18" charset="0"/>
              </a:rPr>
              <a:t>System Usability Scale - SUS</a:t>
            </a:r>
            <a:endParaRPr lang="en-GB" dirty="0">
              <a:solidFill>
                <a:schemeClr val="bg1"/>
              </a:solidFill>
            </a:endParaRPr>
          </a:p>
        </p:txBody>
      </p:sp>
      <p:sp>
        <p:nvSpPr>
          <p:cNvPr id="10" name="Title 1">
            <a:extLst>
              <a:ext uri="{FF2B5EF4-FFF2-40B4-BE49-F238E27FC236}">
                <a16:creationId xmlns:a16="http://schemas.microsoft.com/office/drawing/2014/main" id="{3A936388-4A73-66D6-73E1-FB75E3622B4A}"/>
              </a:ext>
            </a:extLst>
          </p:cNvPr>
          <p:cNvSpPr txBox="1">
            <a:spLocks/>
          </p:cNvSpPr>
          <p:nvPr/>
        </p:nvSpPr>
        <p:spPr bwMode="auto">
          <a:xfrm>
            <a:off x="521248" y="1104661"/>
            <a:ext cx="8485188"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r>
              <a:rPr lang="en-US" altLang="en-US" sz="2800" b="1" dirty="0"/>
              <a:t>Scoring SUS</a:t>
            </a:r>
          </a:p>
        </p:txBody>
      </p:sp>
      <p:sp>
        <p:nvSpPr>
          <p:cNvPr id="11" name="Content Placeholder 2">
            <a:extLst>
              <a:ext uri="{FF2B5EF4-FFF2-40B4-BE49-F238E27FC236}">
                <a16:creationId xmlns:a16="http://schemas.microsoft.com/office/drawing/2014/main" id="{E284DCE7-5DCB-D27E-E02F-6621760A966E}"/>
              </a:ext>
            </a:extLst>
          </p:cNvPr>
          <p:cNvSpPr txBox="1">
            <a:spLocks/>
          </p:cNvSpPr>
          <p:nvPr/>
        </p:nvSpPr>
        <p:spPr bwMode="auto">
          <a:xfrm>
            <a:off x="128464" y="1836483"/>
            <a:ext cx="5976664" cy="4460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rmAutofit fontScale="85000" lnSpcReduction="20000"/>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a:buFont typeface="Arial" charset="0"/>
              <a:buChar char="•"/>
              <a:defRPr/>
            </a:pPr>
            <a:r>
              <a:rPr lang="en-US" dirty="0">
                <a:latin typeface="Georgia" panose="02040502050405020303" pitchFamily="18" charset="0"/>
              </a:rPr>
              <a:t>To calculate the SUS score, first sum the score contributions from each item. Each item's score contribution will range </a:t>
            </a:r>
            <a:r>
              <a:rPr lang="en-US" u="sng" dirty="0">
                <a:latin typeface="Georgia" panose="02040502050405020303" pitchFamily="18" charset="0"/>
              </a:rPr>
              <a:t>from 0 to 4</a:t>
            </a:r>
            <a:r>
              <a:rPr lang="en-US" dirty="0">
                <a:latin typeface="Georgia" panose="02040502050405020303" pitchFamily="18" charset="0"/>
              </a:rPr>
              <a:t>.</a:t>
            </a:r>
            <a:endParaRPr lang="en-US" sz="1300" dirty="0">
              <a:latin typeface="Georgia" panose="02040502050405020303" pitchFamily="18" charset="0"/>
            </a:endParaRPr>
          </a:p>
          <a:p>
            <a:pPr marL="0" indent="0">
              <a:buFont typeface="Arial" charset="0"/>
              <a:buNone/>
              <a:defRPr/>
            </a:pPr>
            <a:endParaRPr lang="en-US" sz="1300" dirty="0">
              <a:latin typeface="Georgia" panose="02040502050405020303" pitchFamily="18" charset="0"/>
            </a:endParaRPr>
          </a:p>
          <a:p>
            <a:pPr marL="0" indent="0">
              <a:buFont typeface="Arial" charset="0"/>
              <a:buNone/>
              <a:defRPr/>
            </a:pPr>
            <a:r>
              <a:rPr lang="en-US" sz="2000" dirty="0">
                <a:latin typeface="Georgia" panose="02040502050405020303" pitchFamily="18" charset="0"/>
              </a:rPr>
              <a:t>1. For items 1,3,5,7,and 9 the score contribution is the </a:t>
            </a:r>
            <a:r>
              <a:rPr lang="en-US" sz="2000" u="sng" dirty="0">
                <a:latin typeface="Georgia" panose="02040502050405020303" pitchFamily="18" charset="0"/>
              </a:rPr>
              <a:t>scale position minus 1</a:t>
            </a:r>
            <a:r>
              <a:rPr lang="en-US" sz="2000" dirty="0">
                <a:latin typeface="Georgia" panose="02040502050405020303" pitchFamily="18" charset="0"/>
              </a:rPr>
              <a:t>. </a:t>
            </a:r>
          </a:p>
          <a:p>
            <a:pPr marL="0" indent="0">
              <a:buFont typeface="Arial" charset="0"/>
              <a:buNone/>
              <a:defRPr/>
            </a:pPr>
            <a:r>
              <a:rPr lang="en-US" sz="2000" dirty="0">
                <a:latin typeface="Georgia" panose="02040502050405020303" pitchFamily="18" charset="0"/>
              </a:rPr>
              <a:t>2. For items 2,4,6,8 and 10, the contribution is </a:t>
            </a:r>
            <a:r>
              <a:rPr lang="en-US" sz="2000" u="sng" dirty="0">
                <a:latin typeface="Georgia" panose="02040502050405020303" pitchFamily="18" charset="0"/>
              </a:rPr>
              <a:t>5 minus the scale position</a:t>
            </a:r>
            <a:r>
              <a:rPr lang="en-US" sz="2000" dirty="0">
                <a:latin typeface="Georgia" panose="02040502050405020303" pitchFamily="18" charset="0"/>
              </a:rPr>
              <a:t>. </a:t>
            </a:r>
          </a:p>
          <a:p>
            <a:pPr marL="0" indent="0">
              <a:buFont typeface="Arial" charset="0"/>
              <a:buNone/>
              <a:defRPr/>
            </a:pPr>
            <a:r>
              <a:rPr lang="en-US" sz="2000" dirty="0">
                <a:latin typeface="Georgia" panose="02040502050405020303" pitchFamily="18" charset="0"/>
              </a:rPr>
              <a:t>3. Multiply the sum of the scores by 2.5 to obtain the overall value of SUS. </a:t>
            </a:r>
          </a:p>
          <a:p>
            <a:pPr marL="0" indent="0">
              <a:buFont typeface="Arial" charset="0"/>
              <a:buNone/>
              <a:defRPr/>
            </a:pPr>
            <a:endParaRPr lang="en-US" dirty="0"/>
          </a:p>
          <a:p>
            <a:pPr marL="0" indent="0">
              <a:buFont typeface="Arial" charset="0"/>
              <a:buNone/>
              <a:defRPr/>
            </a:pPr>
            <a:r>
              <a:rPr lang="en-US" sz="2600" dirty="0">
                <a:latin typeface="Georgia" panose="02040502050405020303" pitchFamily="18" charset="0"/>
              </a:rPr>
              <a:t>    SUS scores have a range of 0 to 100.</a:t>
            </a:r>
          </a:p>
        </p:txBody>
      </p:sp>
      <p:pic>
        <p:nvPicPr>
          <p:cNvPr id="12" name="Picture 2" descr="System Usability Scale - an overview | ScienceDirect Topics">
            <a:extLst>
              <a:ext uri="{FF2B5EF4-FFF2-40B4-BE49-F238E27FC236}">
                <a16:creationId xmlns:a16="http://schemas.microsoft.com/office/drawing/2014/main" id="{ACFB3A26-426E-AE84-1803-9BD915A023CF}"/>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248138" y="1988840"/>
            <a:ext cx="3332222" cy="408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9363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845EF-2B36-2EEC-54B0-1D2434A7C7C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198255-1B75-37F6-091B-00AAFDE4062E}"/>
              </a:ext>
            </a:extLst>
          </p:cNvPr>
          <p:cNvSpPr>
            <a:spLocks noGrp="1"/>
          </p:cNvSpPr>
          <p:nvPr>
            <p:ph type="sldNum" idx="12"/>
          </p:nvPr>
        </p:nvSpPr>
        <p:spPr/>
        <p:txBody>
          <a:bodyPr/>
          <a:lstStyle/>
          <a:p>
            <a:pPr algn="r"/>
            <a:fld id="{00000000-1234-1234-1234-123412341234}" type="slidenum">
              <a:rPr lang="en" smtClean="0"/>
              <a:pPr algn="r"/>
              <a:t>18</a:t>
            </a:fld>
            <a:endParaRPr lang="en"/>
          </a:p>
        </p:txBody>
      </p:sp>
      <p:sp>
        <p:nvSpPr>
          <p:cNvPr id="8" name="Title 7">
            <a:extLst>
              <a:ext uri="{FF2B5EF4-FFF2-40B4-BE49-F238E27FC236}">
                <a16:creationId xmlns:a16="http://schemas.microsoft.com/office/drawing/2014/main" id="{B8E6E3D5-1890-72D8-CAC2-181BC58851EB}"/>
              </a:ext>
            </a:extLst>
          </p:cNvPr>
          <p:cNvSpPr>
            <a:spLocks noGrp="1"/>
          </p:cNvSpPr>
          <p:nvPr>
            <p:ph type="title"/>
          </p:nvPr>
        </p:nvSpPr>
        <p:spPr/>
        <p:txBody>
          <a:bodyPr/>
          <a:lstStyle/>
          <a:p>
            <a:r>
              <a:rPr lang="en-GB" altLang="en-US" sz="3600" b="1" dirty="0">
                <a:solidFill>
                  <a:schemeClr val="bg1"/>
                </a:solidFill>
                <a:latin typeface="Georgia" panose="02040502050405020303" pitchFamily="18" charset="0"/>
              </a:rPr>
              <a:t>Usability Testing Steps</a:t>
            </a:r>
            <a:endParaRPr lang="en-GB" dirty="0">
              <a:solidFill>
                <a:schemeClr val="bg1"/>
              </a:solidFill>
            </a:endParaRPr>
          </a:p>
        </p:txBody>
      </p:sp>
      <p:sp>
        <p:nvSpPr>
          <p:cNvPr id="9" name="Title 1">
            <a:extLst>
              <a:ext uri="{FF2B5EF4-FFF2-40B4-BE49-F238E27FC236}">
                <a16:creationId xmlns:a16="http://schemas.microsoft.com/office/drawing/2014/main" id="{52077BE3-9B3F-7277-86AE-A07B1F643FF1}"/>
              </a:ext>
            </a:extLst>
          </p:cNvPr>
          <p:cNvSpPr txBox="1">
            <a:spLocks/>
          </p:cNvSpPr>
          <p:nvPr/>
        </p:nvSpPr>
        <p:spPr bwMode="auto">
          <a:xfrm>
            <a:off x="-5612" y="1173927"/>
            <a:ext cx="9267087"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r>
              <a:rPr lang="en-US" altLang="en-US" sz="3200" b="1" dirty="0">
                <a:latin typeface="Georgia" panose="02040502050405020303" pitchFamily="18" charset="0"/>
              </a:rPr>
              <a:t>Step 4. Recruitment of Participants</a:t>
            </a:r>
          </a:p>
        </p:txBody>
      </p:sp>
      <p:sp>
        <p:nvSpPr>
          <p:cNvPr id="10" name="Content Placeholder 2">
            <a:extLst>
              <a:ext uri="{FF2B5EF4-FFF2-40B4-BE49-F238E27FC236}">
                <a16:creationId xmlns:a16="http://schemas.microsoft.com/office/drawing/2014/main" id="{9D5C10A4-6A13-8C84-A448-75D759C12658}"/>
              </a:ext>
            </a:extLst>
          </p:cNvPr>
          <p:cNvSpPr txBox="1">
            <a:spLocks/>
          </p:cNvSpPr>
          <p:nvPr/>
        </p:nvSpPr>
        <p:spPr bwMode="auto">
          <a:xfrm>
            <a:off x="190284" y="2060848"/>
            <a:ext cx="9715715" cy="4465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rmAutofit fontScale="77500" lnSpcReduction="20000"/>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r>
              <a:rPr lang="en-US" altLang="en-US" sz="3000" b="1"/>
              <a:t>Who?</a:t>
            </a:r>
          </a:p>
          <a:p>
            <a:pPr lvl="1"/>
            <a:r>
              <a:rPr lang="en-US" altLang="en-US" sz="2600"/>
              <a:t>It is </a:t>
            </a:r>
            <a:r>
              <a:rPr lang="en-US" altLang="en-US" sz="2600" b="1"/>
              <a:t>vital</a:t>
            </a:r>
            <a:r>
              <a:rPr lang="en-US" altLang="en-US" sz="2600"/>
              <a:t> to recruit participants who are similar to your app users for your usability testing.  </a:t>
            </a:r>
          </a:p>
          <a:p>
            <a:pPr lvl="1"/>
            <a:r>
              <a:rPr lang="en-US" altLang="en-US" sz="2600"/>
              <a:t>Use of Roles: stereotyping the user types. For example, based on demography, age group? Gender?</a:t>
            </a:r>
          </a:p>
          <a:p>
            <a:r>
              <a:rPr lang="en-US" altLang="en-US" sz="3000" b="1"/>
              <a:t>How many? </a:t>
            </a:r>
          </a:p>
          <a:p>
            <a:pPr lvl="1"/>
            <a:r>
              <a:rPr lang="en-US" altLang="en-US" sz="2600">
                <a:hlinkClick r:id="rId2"/>
              </a:rPr>
              <a:t>Nielson: http://www.nngroup.com/articles/how-many-test-users/</a:t>
            </a:r>
            <a:r>
              <a:rPr lang="en-US" altLang="en-US" sz="2600"/>
              <a:t> </a:t>
            </a:r>
          </a:p>
          <a:p>
            <a:pPr lvl="1"/>
            <a:r>
              <a:rPr lang="en-US" altLang="en-US" sz="2600" b="1"/>
              <a:t>Usability Tests</a:t>
            </a:r>
            <a:r>
              <a:rPr lang="en-US" altLang="en-US" sz="2600"/>
              <a:t>: </a:t>
            </a:r>
            <a:r>
              <a:rPr lang="en-US" altLang="en-US" sz="2600" b="1"/>
              <a:t>5 users</a:t>
            </a:r>
            <a:r>
              <a:rPr lang="en-US" altLang="en-US" sz="2600"/>
              <a:t> lets you find almost as many usability problems as you'd find using many more test participants. [advisory]</a:t>
            </a:r>
          </a:p>
          <a:p>
            <a:pPr lvl="1"/>
            <a:endParaRPr lang="en-US" altLang="en-US"/>
          </a:p>
          <a:p>
            <a:endParaRPr lang="en-US" altLang="en-US" dirty="0"/>
          </a:p>
        </p:txBody>
      </p:sp>
    </p:spTree>
    <p:extLst>
      <p:ext uri="{BB962C8B-B14F-4D97-AF65-F5344CB8AC3E}">
        <p14:creationId xmlns:p14="http://schemas.microsoft.com/office/powerpoint/2010/main" val="4092525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0ED17-0A4D-BC28-07A0-302BD1157DD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40DD40-7902-CF12-8E1A-592D72B582E7}"/>
              </a:ext>
            </a:extLst>
          </p:cNvPr>
          <p:cNvSpPr>
            <a:spLocks noGrp="1"/>
          </p:cNvSpPr>
          <p:nvPr>
            <p:ph type="sldNum" idx="12"/>
          </p:nvPr>
        </p:nvSpPr>
        <p:spPr/>
        <p:txBody>
          <a:bodyPr/>
          <a:lstStyle/>
          <a:p>
            <a:pPr algn="r"/>
            <a:fld id="{00000000-1234-1234-1234-123412341234}" type="slidenum">
              <a:rPr lang="en" smtClean="0"/>
              <a:pPr algn="r"/>
              <a:t>19</a:t>
            </a:fld>
            <a:endParaRPr lang="en"/>
          </a:p>
        </p:txBody>
      </p:sp>
      <p:sp>
        <p:nvSpPr>
          <p:cNvPr id="10" name="Title 7">
            <a:extLst>
              <a:ext uri="{FF2B5EF4-FFF2-40B4-BE49-F238E27FC236}">
                <a16:creationId xmlns:a16="http://schemas.microsoft.com/office/drawing/2014/main" id="{55413ED7-680B-A427-A841-9040AD2407D4}"/>
              </a:ext>
            </a:extLst>
          </p:cNvPr>
          <p:cNvSpPr>
            <a:spLocks noGrp="1"/>
          </p:cNvSpPr>
          <p:nvPr>
            <p:ph type="title"/>
          </p:nvPr>
        </p:nvSpPr>
        <p:spPr>
          <a:xfrm>
            <a:off x="337675" y="227760"/>
            <a:ext cx="9230650" cy="763600"/>
          </a:xfrm>
        </p:spPr>
        <p:txBody>
          <a:bodyPr/>
          <a:lstStyle/>
          <a:p>
            <a:r>
              <a:rPr lang="en-GB" altLang="en-US" sz="3600" b="1" dirty="0">
                <a:solidFill>
                  <a:schemeClr val="bg1"/>
                </a:solidFill>
                <a:latin typeface="Georgia" panose="02040502050405020303" pitchFamily="18" charset="0"/>
              </a:rPr>
              <a:t>Usability Testing Steps</a:t>
            </a:r>
            <a:endParaRPr lang="en-GB" dirty="0">
              <a:solidFill>
                <a:schemeClr val="bg1"/>
              </a:solidFill>
            </a:endParaRPr>
          </a:p>
        </p:txBody>
      </p:sp>
      <p:sp>
        <p:nvSpPr>
          <p:cNvPr id="11" name="Title 1">
            <a:extLst>
              <a:ext uri="{FF2B5EF4-FFF2-40B4-BE49-F238E27FC236}">
                <a16:creationId xmlns:a16="http://schemas.microsoft.com/office/drawing/2014/main" id="{36FE65C5-9070-9F57-3A33-3DA35B328938}"/>
              </a:ext>
            </a:extLst>
          </p:cNvPr>
          <p:cNvSpPr txBox="1">
            <a:spLocks/>
          </p:cNvSpPr>
          <p:nvPr/>
        </p:nvSpPr>
        <p:spPr bwMode="auto">
          <a:xfrm>
            <a:off x="0" y="1243720"/>
            <a:ext cx="10281574"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r>
              <a:rPr lang="en-US" altLang="en-US" sz="2800" b="1" dirty="0">
                <a:latin typeface="Georgia" panose="02040502050405020303" pitchFamily="18" charset="0"/>
              </a:rPr>
              <a:t>Step 5. Run Test. Have a protocol – for uniformity</a:t>
            </a:r>
          </a:p>
        </p:txBody>
      </p:sp>
      <p:sp>
        <p:nvSpPr>
          <p:cNvPr id="12" name="Content Placeholder 2">
            <a:extLst>
              <a:ext uri="{FF2B5EF4-FFF2-40B4-BE49-F238E27FC236}">
                <a16:creationId xmlns:a16="http://schemas.microsoft.com/office/drawing/2014/main" id="{C51336FA-E984-6306-B76B-2A94D4896FC2}"/>
              </a:ext>
            </a:extLst>
          </p:cNvPr>
          <p:cNvSpPr txBox="1">
            <a:spLocks/>
          </p:cNvSpPr>
          <p:nvPr/>
        </p:nvSpPr>
        <p:spPr bwMode="auto">
          <a:xfrm>
            <a:off x="107504" y="1927789"/>
            <a:ext cx="9665417" cy="430952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rm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marL="0" indent="0">
              <a:buFont typeface="Arial" charset="0"/>
              <a:buNone/>
              <a:defRPr/>
            </a:pPr>
            <a:r>
              <a:rPr lang="en-US" sz="2800" dirty="0">
                <a:latin typeface="Georgia" panose="02040502050405020303" pitchFamily="18" charset="0"/>
              </a:rPr>
              <a:t>An example: </a:t>
            </a:r>
          </a:p>
          <a:p>
            <a:pPr>
              <a:buFont typeface="Arial" charset="0"/>
              <a:buChar char="•"/>
              <a:defRPr/>
            </a:pPr>
            <a:r>
              <a:rPr lang="en-US" sz="2000" dirty="0"/>
              <a:t>The facilitator will welcome the participant and explain the test session, ask the participant to sign the release form, and ask any pre-test or demographic questions.</a:t>
            </a:r>
          </a:p>
          <a:p>
            <a:pPr>
              <a:buFont typeface="Arial" charset="0"/>
              <a:buChar char="•"/>
              <a:defRPr/>
            </a:pPr>
            <a:r>
              <a:rPr lang="en-US" sz="2000" dirty="0"/>
              <a:t>The facilitator explains thinking aloud and asks if the participant has any additional questions. The facilitator explains where to start.</a:t>
            </a:r>
          </a:p>
          <a:p>
            <a:pPr>
              <a:buFont typeface="Arial" charset="0"/>
              <a:buChar char="•"/>
              <a:defRPr/>
            </a:pPr>
            <a:r>
              <a:rPr lang="en-US" sz="2000" dirty="0"/>
              <a:t>The participant reads the task scenario aloud and begins working on the scenario while they think aloud.</a:t>
            </a:r>
          </a:p>
        </p:txBody>
      </p:sp>
    </p:spTree>
    <p:extLst>
      <p:ext uri="{BB962C8B-B14F-4D97-AF65-F5344CB8AC3E}">
        <p14:creationId xmlns:p14="http://schemas.microsoft.com/office/powerpoint/2010/main" val="3594879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BC421-471B-7C1D-717D-E3334C22CB9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65CBEC-2CA6-38BF-C2B6-09461C8A435F}"/>
              </a:ext>
            </a:extLst>
          </p:cNvPr>
          <p:cNvSpPr>
            <a:spLocks noGrp="1"/>
          </p:cNvSpPr>
          <p:nvPr>
            <p:ph type="sldNum" idx="12"/>
          </p:nvPr>
        </p:nvSpPr>
        <p:spPr/>
        <p:txBody>
          <a:bodyPr/>
          <a:lstStyle/>
          <a:p>
            <a:pPr algn="r"/>
            <a:fld id="{00000000-1234-1234-1234-123412341234}" type="slidenum">
              <a:rPr lang="en" smtClean="0"/>
              <a:pPr algn="r"/>
              <a:t>20</a:t>
            </a:fld>
            <a:endParaRPr lang="en"/>
          </a:p>
        </p:txBody>
      </p:sp>
      <p:sp>
        <p:nvSpPr>
          <p:cNvPr id="11" name="Title 7">
            <a:extLst>
              <a:ext uri="{FF2B5EF4-FFF2-40B4-BE49-F238E27FC236}">
                <a16:creationId xmlns:a16="http://schemas.microsoft.com/office/drawing/2014/main" id="{CC1D8AE0-79A2-A0B1-C1B9-06A9B1970239}"/>
              </a:ext>
            </a:extLst>
          </p:cNvPr>
          <p:cNvSpPr>
            <a:spLocks noGrp="1"/>
          </p:cNvSpPr>
          <p:nvPr>
            <p:ph type="title"/>
          </p:nvPr>
        </p:nvSpPr>
        <p:spPr>
          <a:xfrm>
            <a:off x="337675" y="227760"/>
            <a:ext cx="9230650" cy="763600"/>
          </a:xfrm>
        </p:spPr>
        <p:txBody>
          <a:bodyPr/>
          <a:lstStyle/>
          <a:p>
            <a:r>
              <a:rPr lang="en-GB" altLang="en-US" sz="3600" b="1" dirty="0">
                <a:solidFill>
                  <a:schemeClr val="bg1"/>
                </a:solidFill>
                <a:latin typeface="Georgia" panose="02040502050405020303" pitchFamily="18" charset="0"/>
              </a:rPr>
              <a:t>Usability Testing Steps</a:t>
            </a:r>
            <a:endParaRPr lang="en-GB" dirty="0">
              <a:solidFill>
                <a:schemeClr val="bg1"/>
              </a:solidFill>
            </a:endParaRPr>
          </a:p>
        </p:txBody>
      </p:sp>
      <p:sp>
        <p:nvSpPr>
          <p:cNvPr id="12" name="Title 1">
            <a:extLst>
              <a:ext uri="{FF2B5EF4-FFF2-40B4-BE49-F238E27FC236}">
                <a16:creationId xmlns:a16="http://schemas.microsoft.com/office/drawing/2014/main" id="{165FEF16-616F-6678-7393-36D94043717E}"/>
              </a:ext>
            </a:extLst>
          </p:cNvPr>
          <p:cNvSpPr txBox="1">
            <a:spLocks/>
          </p:cNvSpPr>
          <p:nvPr/>
        </p:nvSpPr>
        <p:spPr bwMode="auto">
          <a:xfrm>
            <a:off x="0" y="1200910"/>
            <a:ext cx="10423136"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r>
              <a:rPr lang="en-US" altLang="en-US" sz="2800" b="1" dirty="0">
                <a:latin typeface="Georgia" panose="02040502050405020303" pitchFamily="18" charset="0"/>
              </a:rPr>
              <a:t>Step 5. Run Test. Have a protocol – for uniformity</a:t>
            </a:r>
          </a:p>
        </p:txBody>
      </p:sp>
      <p:sp>
        <p:nvSpPr>
          <p:cNvPr id="13" name="Content Placeholder 2">
            <a:extLst>
              <a:ext uri="{FF2B5EF4-FFF2-40B4-BE49-F238E27FC236}">
                <a16:creationId xmlns:a16="http://schemas.microsoft.com/office/drawing/2014/main" id="{C285D930-0A4E-19E5-BD72-66D66EF124A2}"/>
              </a:ext>
            </a:extLst>
          </p:cNvPr>
          <p:cNvSpPr txBox="1">
            <a:spLocks/>
          </p:cNvSpPr>
          <p:nvPr/>
        </p:nvSpPr>
        <p:spPr bwMode="auto">
          <a:xfrm>
            <a:off x="104529" y="1927789"/>
            <a:ext cx="9798496" cy="47024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rmAutofit fontScale="92500" lnSpcReduction="10000"/>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a:buFont typeface="Arial" charset="0"/>
              <a:buChar char="•"/>
              <a:defRPr/>
            </a:pPr>
            <a:r>
              <a:rPr lang="en-US" dirty="0"/>
              <a:t>The note-takers take notes of the participant’s behaviors, comments, errors and completion (success or failure) on each task.</a:t>
            </a:r>
          </a:p>
          <a:p>
            <a:pPr>
              <a:buFont typeface="Arial" charset="0"/>
              <a:buChar char="•"/>
              <a:defRPr/>
            </a:pPr>
            <a:endParaRPr lang="en-US" sz="1700" dirty="0"/>
          </a:p>
          <a:p>
            <a:pPr>
              <a:buFont typeface="Arial" charset="0"/>
              <a:buChar char="•"/>
              <a:defRPr/>
            </a:pPr>
            <a:r>
              <a:rPr lang="en-US" dirty="0"/>
              <a:t>The session continues until all task scenarios are completed or time agreed has passed.</a:t>
            </a:r>
          </a:p>
          <a:p>
            <a:pPr>
              <a:buFont typeface="Arial" charset="0"/>
              <a:buChar char="•"/>
              <a:defRPr/>
            </a:pPr>
            <a:endParaRPr lang="en-US" sz="1700" dirty="0"/>
          </a:p>
          <a:p>
            <a:pPr>
              <a:buFont typeface="Arial" charset="0"/>
              <a:buChar char="•"/>
              <a:defRPr/>
            </a:pPr>
            <a:r>
              <a:rPr lang="en-US" dirty="0"/>
              <a:t>The facilitator either asks the end-of session subjective questions or sends them to an online survey, thanks the participant, gives the participant the agreed-on incentive, and escorts them from the testing environment.</a:t>
            </a:r>
          </a:p>
        </p:txBody>
      </p:sp>
    </p:spTree>
    <p:extLst>
      <p:ext uri="{BB962C8B-B14F-4D97-AF65-F5344CB8AC3E}">
        <p14:creationId xmlns:p14="http://schemas.microsoft.com/office/powerpoint/2010/main" val="226156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57A7C-1E6F-60DF-2471-563C93749DD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8CABC0-4264-0D47-8C48-E9B3E5C507DE}"/>
              </a:ext>
            </a:extLst>
          </p:cNvPr>
          <p:cNvSpPr>
            <a:spLocks noGrp="1"/>
          </p:cNvSpPr>
          <p:nvPr>
            <p:ph type="sldNum" idx="12"/>
          </p:nvPr>
        </p:nvSpPr>
        <p:spPr/>
        <p:txBody>
          <a:bodyPr/>
          <a:lstStyle/>
          <a:p>
            <a:pPr algn="r"/>
            <a:fld id="{00000000-1234-1234-1234-123412341234}" type="slidenum">
              <a:rPr lang="en" smtClean="0"/>
              <a:pPr algn="r"/>
              <a:t>21</a:t>
            </a:fld>
            <a:endParaRPr lang="en"/>
          </a:p>
        </p:txBody>
      </p:sp>
      <p:sp>
        <p:nvSpPr>
          <p:cNvPr id="3" name="Title 2">
            <a:extLst>
              <a:ext uri="{FF2B5EF4-FFF2-40B4-BE49-F238E27FC236}">
                <a16:creationId xmlns:a16="http://schemas.microsoft.com/office/drawing/2014/main" id="{71AD3E6D-21C6-040D-DC5D-0FD840580FAB}"/>
              </a:ext>
            </a:extLst>
          </p:cNvPr>
          <p:cNvSpPr>
            <a:spLocks noGrp="1"/>
          </p:cNvSpPr>
          <p:nvPr>
            <p:ph type="title"/>
          </p:nvPr>
        </p:nvSpPr>
        <p:spPr/>
        <p:txBody>
          <a:bodyPr/>
          <a:lstStyle/>
          <a:p>
            <a:r>
              <a:rPr lang="en-US" altLang="en-US" sz="3600" b="1" dirty="0">
                <a:latin typeface="Georgia" panose="02040502050405020303" pitchFamily="18" charset="0"/>
              </a:rPr>
              <a:t>Types of Testing</a:t>
            </a:r>
            <a:endParaRPr lang="en-GB" dirty="0">
              <a:solidFill>
                <a:schemeClr val="bg1"/>
              </a:solidFill>
            </a:endParaRPr>
          </a:p>
        </p:txBody>
      </p:sp>
      <p:sp>
        <p:nvSpPr>
          <p:cNvPr id="10" name="Content Placeholder 2">
            <a:extLst>
              <a:ext uri="{FF2B5EF4-FFF2-40B4-BE49-F238E27FC236}">
                <a16:creationId xmlns:a16="http://schemas.microsoft.com/office/drawing/2014/main" id="{3C18D1F1-A70D-77C8-3526-C617E700F903}"/>
              </a:ext>
            </a:extLst>
          </p:cNvPr>
          <p:cNvSpPr txBox="1">
            <a:spLocks/>
          </p:cNvSpPr>
          <p:nvPr/>
        </p:nvSpPr>
        <p:spPr bwMode="auto">
          <a:xfrm>
            <a:off x="171852" y="1375630"/>
            <a:ext cx="8485188" cy="4465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r>
              <a:rPr lang="en-US" altLang="en-US" sz="2800" b="1">
                <a:latin typeface="Georgia" panose="02040502050405020303" pitchFamily="18" charset="0"/>
              </a:rPr>
              <a:t>Usability Testing</a:t>
            </a:r>
          </a:p>
          <a:p>
            <a:r>
              <a:rPr lang="en-US" altLang="en-US" sz="2800" b="1">
                <a:latin typeface="Georgia" panose="02040502050405020303" pitchFamily="18" charset="0"/>
              </a:rPr>
              <a:t>Functionality Testing</a:t>
            </a:r>
          </a:p>
          <a:p>
            <a:r>
              <a:rPr lang="en-US" altLang="en-US" sz="2800" b="1">
                <a:latin typeface="Georgia" panose="02040502050405020303" pitchFamily="18" charset="0"/>
              </a:rPr>
              <a:t>Unit Testing </a:t>
            </a:r>
          </a:p>
          <a:p>
            <a:r>
              <a:rPr lang="en-US" altLang="en-US" sz="2800" b="1">
                <a:latin typeface="Georgia" panose="02040502050405020303" pitchFamily="18" charset="0"/>
              </a:rPr>
              <a:t>System/Integration Testing</a:t>
            </a:r>
            <a:endParaRPr lang="en-US" altLang="en-US" sz="2800" b="1" dirty="0">
              <a:latin typeface="Georgia" panose="02040502050405020303" pitchFamily="18" charset="0"/>
            </a:endParaRPr>
          </a:p>
        </p:txBody>
      </p:sp>
    </p:spTree>
    <p:extLst>
      <p:ext uri="{BB962C8B-B14F-4D97-AF65-F5344CB8AC3E}">
        <p14:creationId xmlns:p14="http://schemas.microsoft.com/office/powerpoint/2010/main" val="17981190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65DEB-2243-4B77-3843-4A640AF21FD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B2BC67A-6107-1234-CDF2-A7D3F6B60AF5}"/>
              </a:ext>
            </a:extLst>
          </p:cNvPr>
          <p:cNvSpPr>
            <a:spLocks noGrp="1"/>
          </p:cNvSpPr>
          <p:nvPr>
            <p:ph type="sldNum" idx="12"/>
          </p:nvPr>
        </p:nvSpPr>
        <p:spPr/>
        <p:txBody>
          <a:bodyPr/>
          <a:lstStyle/>
          <a:p>
            <a:pPr algn="r"/>
            <a:fld id="{00000000-1234-1234-1234-123412341234}" type="slidenum">
              <a:rPr lang="en" smtClean="0"/>
              <a:pPr algn="r"/>
              <a:t>22</a:t>
            </a:fld>
            <a:endParaRPr lang="en"/>
          </a:p>
        </p:txBody>
      </p:sp>
      <p:sp>
        <p:nvSpPr>
          <p:cNvPr id="9" name="Title 2">
            <a:extLst>
              <a:ext uri="{FF2B5EF4-FFF2-40B4-BE49-F238E27FC236}">
                <a16:creationId xmlns:a16="http://schemas.microsoft.com/office/drawing/2014/main" id="{0E14921B-031B-0E46-14C5-FFB32C825C34}"/>
              </a:ext>
            </a:extLst>
          </p:cNvPr>
          <p:cNvSpPr>
            <a:spLocks noGrp="1"/>
          </p:cNvSpPr>
          <p:nvPr>
            <p:ph type="title"/>
          </p:nvPr>
        </p:nvSpPr>
        <p:spPr>
          <a:xfrm>
            <a:off x="337675" y="227760"/>
            <a:ext cx="9230650" cy="763600"/>
          </a:xfrm>
        </p:spPr>
        <p:txBody>
          <a:bodyPr/>
          <a:lstStyle/>
          <a:p>
            <a:r>
              <a:rPr lang="en-US" altLang="en-US" sz="3600" b="1" dirty="0">
                <a:latin typeface="Georgia" panose="02040502050405020303" pitchFamily="18" charset="0"/>
              </a:rPr>
              <a:t>Types of Testing</a:t>
            </a:r>
            <a:endParaRPr lang="en-GB" dirty="0">
              <a:solidFill>
                <a:schemeClr val="bg1"/>
              </a:solidFill>
            </a:endParaRPr>
          </a:p>
        </p:txBody>
      </p:sp>
      <p:sp>
        <p:nvSpPr>
          <p:cNvPr id="10" name="Title 1">
            <a:extLst>
              <a:ext uri="{FF2B5EF4-FFF2-40B4-BE49-F238E27FC236}">
                <a16:creationId xmlns:a16="http://schemas.microsoft.com/office/drawing/2014/main" id="{E9235D1F-4442-A171-6888-69721DCD7290}"/>
              </a:ext>
            </a:extLst>
          </p:cNvPr>
          <p:cNvSpPr txBox="1">
            <a:spLocks/>
          </p:cNvSpPr>
          <p:nvPr/>
        </p:nvSpPr>
        <p:spPr bwMode="auto">
          <a:xfrm>
            <a:off x="68533" y="1196752"/>
            <a:ext cx="9262234"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r>
              <a:rPr lang="en-US" altLang="en-US" sz="2800" b="1" dirty="0">
                <a:latin typeface="Georgia" panose="02040502050405020303" pitchFamily="18" charset="0"/>
              </a:rPr>
              <a:t>Functionality Testing</a:t>
            </a:r>
          </a:p>
        </p:txBody>
      </p:sp>
      <p:sp>
        <p:nvSpPr>
          <p:cNvPr id="11" name="Content Placeholder 2">
            <a:extLst>
              <a:ext uri="{FF2B5EF4-FFF2-40B4-BE49-F238E27FC236}">
                <a16:creationId xmlns:a16="http://schemas.microsoft.com/office/drawing/2014/main" id="{73540AFB-4124-B660-8AA6-B63D461E61B0}"/>
              </a:ext>
            </a:extLst>
          </p:cNvPr>
          <p:cNvSpPr txBox="1">
            <a:spLocks/>
          </p:cNvSpPr>
          <p:nvPr/>
        </p:nvSpPr>
        <p:spPr bwMode="auto">
          <a:xfrm>
            <a:off x="68533" y="1853585"/>
            <a:ext cx="9704388" cy="4465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Autofit/>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algn="just">
              <a:buFont typeface="Arial" panose="020B0604020202020204" pitchFamily="34" charset="0"/>
              <a:buChar char="•"/>
            </a:pPr>
            <a:r>
              <a:rPr lang="en-US" altLang="en-US" sz="2000" dirty="0">
                <a:latin typeface="Georgia" panose="02040502050405020303" pitchFamily="18" charset="0"/>
              </a:rPr>
              <a:t>Testing an application against the business requirement is called “functional testing”. In Simple words testing all the specifications given by the client is functional testing.</a:t>
            </a:r>
          </a:p>
          <a:p>
            <a:pPr marL="0" indent="0" algn="just">
              <a:buFont typeface="Arial" charset="0"/>
              <a:buNone/>
            </a:pPr>
            <a:r>
              <a:rPr lang="en-US" altLang="en-US" sz="2800" dirty="0">
                <a:latin typeface="Georgia" panose="02040502050405020303" pitchFamily="18" charset="0"/>
              </a:rPr>
              <a:t> </a:t>
            </a:r>
          </a:p>
          <a:p>
            <a:pPr algn="just">
              <a:buFont typeface="Arial" panose="020B0604020202020204" pitchFamily="34" charset="0"/>
              <a:buChar char="•"/>
            </a:pPr>
            <a:r>
              <a:rPr lang="en-US" altLang="en-US" sz="2000" dirty="0">
                <a:latin typeface="Georgia" panose="02040502050405020303" pitchFamily="18" charset="0"/>
              </a:rPr>
              <a:t>There are generally little differences between how functional testing is done for traditional software and the mobile applications.</a:t>
            </a:r>
          </a:p>
          <a:p>
            <a:pPr lvl="1" algn="just"/>
            <a:r>
              <a:rPr lang="en-US" altLang="en-US" sz="2000" dirty="0"/>
              <a:t>Hence, same methodologies can be applied. One example is provided in next few slides</a:t>
            </a:r>
          </a:p>
        </p:txBody>
      </p:sp>
    </p:spTree>
    <p:extLst>
      <p:ext uri="{BB962C8B-B14F-4D97-AF65-F5344CB8AC3E}">
        <p14:creationId xmlns:p14="http://schemas.microsoft.com/office/powerpoint/2010/main" val="7922915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47334-05ED-C883-BD86-01D1BAD107C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F944732-66DC-1045-FBFF-40DC2CD2D651}"/>
              </a:ext>
            </a:extLst>
          </p:cNvPr>
          <p:cNvSpPr>
            <a:spLocks noGrp="1"/>
          </p:cNvSpPr>
          <p:nvPr>
            <p:ph type="sldNum" idx="12"/>
          </p:nvPr>
        </p:nvSpPr>
        <p:spPr/>
        <p:txBody>
          <a:bodyPr/>
          <a:lstStyle/>
          <a:p>
            <a:pPr algn="r"/>
            <a:fld id="{00000000-1234-1234-1234-123412341234}" type="slidenum">
              <a:rPr lang="en" smtClean="0"/>
              <a:pPr algn="r"/>
              <a:t>23</a:t>
            </a:fld>
            <a:endParaRPr lang="en"/>
          </a:p>
        </p:txBody>
      </p:sp>
      <p:sp>
        <p:nvSpPr>
          <p:cNvPr id="8" name="Title 7">
            <a:extLst>
              <a:ext uri="{FF2B5EF4-FFF2-40B4-BE49-F238E27FC236}">
                <a16:creationId xmlns:a16="http://schemas.microsoft.com/office/drawing/2014/main" id="{814E8630-B903-B44A-FE49-86A3811447F7}"/>
              </a:ext>
            </a:extLst>
          </p:cNvPr>
          <p:cNvSpPr>
            <a:spLocks noGrp="1"/>
          </p:cNvSpPr>
          <p:nvPr>
            <p:ph type="title"/>
          </p:nvPr>
        </p:nvSpPr>
        <p:spPr>
          <a:xfrm>
            <a:off x="204596" y="260648"/>
            <a:ext cx="9568325" cy="763600"/>
          </a:xfrm>
        </p:spPr>
        <p:txBody>
          <a:bodyPr/>
          <a:lstStyle/>
          <a:p>
            <a:r>
              <a:rPr lang="en-US" altLang="en-US" sz="3600" b="1" dirty="0">
                <a:latin typeface="Georgia" panose="02040502050405020303" pitchFamily="18" charset="0"/>
              </a:rPr>
              <a:t>Functional Requirements – An example</a:t>
            </a:r>
            <a:endParaRPr lang="en-GB" dirty="0"/>
          </a:p>
        </p:txBody>
      </p:sp>
      <p:pic>
        <p:nvPicPr>
          <p:cNvPr id="10" name="Picture 9">
            <a:extLst>
              <a:ext uri="{FF2B5EF4-FFF2-40B4-BE49-F238E27FC236}">
                <a16:creationId xmlns:a16="http://schemas.microsoft.com/office/drawing/2014/main" id="{9DB05881-C31B-A13C-B2C6-E4035D086381}"/>
              </a:ext>
            </a:extLst>
          </p:cNvPr>
          <p:cNvPicPr>
            <a:picLocks noChangeAspect="1"/>
          </p:cNvPicPr>
          <p:nvPr/>
        </p:nvPicPr>
        <p:blipFill>
          <a:blip r:embed="rId2"/>
          <a:stretch>
            <a:fillRect/>
          </a:stretch>
        </p:blipFill>
        <p:spPr>
          <a:xfrm>
            <a:off x="96147" y="1567310"/>
            <a:ext cx="9568325" cy="4381970"/>
          </a:xfrm>
          <a:prstGeom prst="rect">
            <a:avLst/>
          </a:prstGeom>
        </p:spPr>
      </p:pic>
    </p:spTree>
    <p:extLst>
      <p:ext uri="{BB962C8B-B14F-4D97-AF65-F5344CB8AC3E}">
        <p14:creationId xmlns:p14="http://schemas.microsoft.com/office/powerpoint/2010/main" val="3970519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7F480-9331-588F-8394-EB63D90032E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38D7DD8-4545-934C-24E2-E3CC6E302D02}"/>
              </a:ext>
            </a:extLst>
          </p:cNvPr>
          <p:cNvSpPr>
            <a:spLocks noGrp="1"/>
          </p:cNvSpPr>
          <p:nvPr>
            <p:ph type="sldNum" idx="12"/>
          </p:nvPr>
        </p:nvSpPr>
        <p:spPr/>
        <p:txBody>
          <a:bodyPr/>
          <a:lstStyle/>
          <a:p>
            <a:pPr algn="r"/>
            <a:fld id="{00000000-1234-1234-1234-123412341234}" type="slidenum">
              <a:rPr lang="en" smtClean="0"/>
              <a:pPr algn="r"/>
              <a:t>24</a:t>
            </a:fld>
            <a:endParaRPr lang="en"/>
          </a:p>
        </p:txBody>
      </p:sp>
      <p:sp>
        <p:nvSpPr>
          <p:cNvPr id="11" name="Title 1">
            <a:extLst>
              <a:ext uri="{FF2B5EF4-FFF2-40B4-BE49-F238E27FC236}">
                <a16:creationId xmlns:a16="http://schemas.microsoft.com/office/drawing/2014/main" id="{4BED7D83-BE2D-8167-736C-A6DADC3F7FA8}"/>
              </a:ext>
            </a:extLst>
          </p:cNvPr>
          <p:cNvSpPr>
            <a:spLocks noGrp="1"/>
          </p:cNvSpPr>
          <p:nvPr>
            <p:ph type="title"/>
          </p:nvPr>
        </p:nvSpPr>
        <p:spPr>
          <a:xfrm>
            <a:off x="200472" y="-8539"/>
            <a:ext cx="9091860" cy="781050"/>
          </a:xfrm>
        </p:spPr>
        <p:txBody>
          <a:bodyPr/>
          <a:lstStyle/>
          <a:p>
            <a:pPr algn="ctr"/>
            <a:r>
              <a:rPr lang="en-US" altLang="en-US" sz="3200" b="1" dirty="0">
                <a:latin typeface="Georgia" panose="02040502050405020303" pitchFamily="18" charset="0"/>
              </a:rPr>
              <a:t>Functional Requirements Testing – Manual Testing using scenarios/criteria</a:t>
            </a:r>
          </a:p>
        </p:txBody>
      </p:sp>
      <p:graphicFrame>
        <p:nvGraphicFramePr>
          <p:cNvPr id="12" name="Content Placeholder 6">
            <a:extLst>
              <a:ext uri="{FF2B5EF4-FFF2-40B4-BE49-F238E27FC236}">
                <a16:creationId xmlns:a16="http://schemas.microsoft.com/office/drawing/2014/main" id="{72BBC149-3569-EBAA-870C-2BFA9D733022}"/>
              </a:ext>
            </a:extLst>
          </p:cNvPr>
          <p:cNvGraphicFramePr>
            <a:graphicFrameLocks/>
          </p:cNvGraphicFramePr>
          <p:nvPr>
            <p:extLst>
              <p:ext uri="{D42A27DB-BD31-4B8C-83A1-F6EECF244321}">
                <p14:modId xmlns:p14="http://schemas.microsoft.com/office/powerpoint/2010/main" val="350468636"/>
              </p:ext>
            </p:extLst>
          </p:nvPr>
        </p:nvGraphicFramePr>
        <p:xfrm>
          <a:off x="1763688" y="3914219"/>
          <a:ext cx="6388100" cy="2079624"/>
        </p:xfrm>
        <a:graphic>
          <a:graphicData uri="http://schemas.openxmlformats.org/drawingml/2006/table">
            <a:tbl>
              <a:tblPr firstRow="1" firstCol="1" bandRow="1"/>
              <a:tblGrid>
                <a:gridCol w="1978660">
                  <a:extLst>
                    <a:ext uri="{9D8B030D-6E8A-4147-A177-3AD203B41FA5}">
                      <a16:colId xmlns:a16="http://schemas.microsoft.com/office/drawing/2014/main" val="20000"/>
                    </a:ext>
                  </a:extLst>
                </a:gridCol>
                <a:gridCol w="4409440">
                  <a:extLst>
                    <a:ext uri="{9D8B030D-6E8A-4147-A177-3AD203B41FA5}">
                      <a16:colId xmlns:a16="http://schemas.microsoft.com/office/drawing/2014/main" val="20001"/>
                    </a:ext>
                  </a:extLst>
                </a:gridCol>
              </a:tblGrid>
              <a:tr h="297089">
                <a:tc>
                  <a:txBody>
                    <a:bodyPr/>
                    <a:lstStyle/>
                    <a:p>
                      <a:pPr algn="just">
                        <a:lnSpc>
                          <a:spcPct val="150000"/>
                        </a:lnSpc>
                        <a:spcAft>
                          <a:spcPts val="0"/>
                        </a:spcAft>
                      </a:pPr>
                      <a:r>
                        <a:rPr lang="en-US" sz="1300" b="1">
                          <a:effectLst/>
                          <a:latin typeface="Times New Roman" charset="0"/>
                          <a:ea typeface="宋体" charset="0"/>
                          <a:cs typeface="Times New Roman" charset="0"/>
                        </a:rPr>
                        <a:t>Test Reference</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D5BC"/>
                    </a:solidFill>
                  </a:tcPr>
                </a:tc>
                <a:tc>
                  <a:txBody>
                    <a:bodyPr/>
                    <a:lstStyle/>
                    <a:p>
                      <a:pPr algn="just">
                        <a:lnSpc>
                          <a:spcPct val="150000"/>
                        </a:lnSpc>
                        <a:spcAft>
                          <a:spcPts val="0"/>
                        </a:spcAft>
                      </a:pPr>
                      <a:r>
                        <a:rPr lang="en-US" sz="1300">
                          <a:effectLst/>
                          <a:latin typeface="Times New Roman" charset="0"/>
                          <a:ea typeface="宋体" charset="0"/>
                          <a:cs typeface="Times New Roman" charset="0"/>
                        </a:rPr>
                        <a:t>FTS01</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97089">
                <a:tc>
                  <a:txBody>
                    <a:bodyPr/>
                    <a:lstStyle/>
                    <a:p>
                      <a:pPr algn="just">
                        <a:lnSpc>
                          <a:spcPct val="150000"/>
                        </a:lnSpc>
                        <a:spcAft>
                          <a:spcPts val="0"/>
                        </a:spcAft>
                      </a:pPr>
                      <a:r>
                        <a:rPr lang="en-US" sz="1300" b="1">
                          <a:effectLst/>
                          <a:latin typeface="Times New Roman" charset="0"/>
                          <a:ea typeface="宋体" charset="0"/>
                          <a:cs typeface="Times New Roman" charset="0"/>
                        </a:rPr>
                        <a:t>Tested Requirement</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D5BC"/>
                    </a:solidFill>
                  </a:tcPr>
                </a:tc>
                <a:tc>
                  <a:txBody>
                    <a:bodyPr/>
                    <a:lstStyle/>
                    <a:p>
                      <a:pPr algn="just">
                        <a:lnSpc>
                          <a:spcPct val="150000"/>
                        </a:lnSpc>
                        <a:spcAft>
                          <a:spcPts val="0"/>
                        </a:spcAft>
                      </a:pPr>
                      <a:r>
                        <a:rPr lang="en-US" sz="1300">
                          <a:effectLst/>
                          <a:latin typeface="Times New Roman" charset="0"/>
                          <a:ea typeface="宋体" charset="0"/>
                          <a:cs typeface="Times New Roman" charset="0"/>
                        </a:rPr>
                        <a:t>FR01</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7089">
                <a:tc>
                  <a:txBody>
                    <a:bodyPr/>
                    <a:lstStyle/>
                    <a:p>
                      <a:pPr algn="just">
                        <a:lnSpc>
                          <a:spcPct val="150000"/>
                        </a:lnSpc>
                        <a:spcAft>
                          <a:spcPts val="0"/>
                        </a:spcAft>
                      </a:pPr>
                      <a:r>
                        <a:rPr lang="en-US" sz="1300" b="1">
                          <a:effectLst/>
                          <a:latin typeface="Times New Roman" charset="0"/>
                          <a:ea typeface="宋体" charset="0"/>
                          <a:cs typeface="Times New Roman" charset="0"/>
                        </a:rPr>
                        <a:t>Test Content</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D5BC"/>
                    </a:solidFill>
                  </a:tcPr>
                </a:tc>
                <a:tc>
                  <a:txBody>
                    <a:bodyPr/>
                    <a:lstStyle/>
                    <a:p>
                      <a:pPr algn="just">
                        <a:lnSpc>
                          <a:spcPct val="150000"/>
                        </a:lnSpc>
                        <a:spcAft>
                          <a:spcPts val="0"/>
                        </a:spcAft>
                      </a:pPr>
                      <a:r>
                        <a:rPr lang="en-US" sz="1300">
                          <a:effectLst/>
                          <a:latin typeface="Times New Roman" charset="0"/>
                          <a:ea typeface="宋体" charset="0"/>
                          <a:cs typeface="Times New Roman" charset="0"/>
                        </a:rPr>
                        <a:t>Checks if the user is able to register</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7089">
                <a:tc>
                  <a:txBody>
                    <a:bodyPr/>
                    <a:lstStyle/>
                    <a:p>
                      <a:pPr algn="just">
                        <a:lnSpc>
                          <a:spcPct val="150000"/>
                        </a:lnSpc>
                        <a:spcAft>
                          <a:spcPts val="0"/>
                        </a:spcAft>
                      </a:pPr>
                      <a:r>
                        <a:rPr lang="en-US" sz="1300" b="1">
                          <a:effectLst/>
                          <a:latin typeface="Times New Roman" charset="0"/>
                          <a:ea typeface="宋体" charset="0"/>
                          <a:cs typeface="Times New Roman" charset="0"/>
                        </a:rPr>
                        <a:t> Input</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D5BC"/>
                    </a:solidFill>
                  </a:tcPr>
                </a:tc>
                <a:tc>
                  <a:txBody>
                    <a:bodyPr/>
                    <a:lstStyle/>
                    <a:p>
                      <a:pPr algn="just">
                        <a:lnSpc>
                          <a:spcPct val="150000"/>
                        </a:lnSpc>
                        <a:spcAft>
                          <a:spcPts val="0"/>
                        </a:spcAft>
                      </a:pPr>
                      <a:r>
                        <a:rPr lang="en-US" sz="1300">
                          <a:effectLst/>
                          <a:latin typeface="Times New Roman" charset="0"/>
                          <a:ea typeface="宋体" charset="0"/>
                          <a:cs typeface="Times New Roman" charset="0"/>
                        </a:rPr>
                        <a:t>The user have to complete the form in the registration screen.</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179">
                <a:tc>
                  <a:txBody>
                    <a:bodyPr/>
                    <a:lstStyle/>
                    <a:p>
                      <a:pPr algn="just">
                        <a:lnSpc>
                          <a:spcPct val="150000"/>
                        </a:lnSpc>
                        <a:spcAft>
                          <a:spcPts val="0"/>
                        </a:spcAft>
                      </a:pPr>
                      <a:r>
                        <a:rPr lang="en-US" sz="1300" b="1">
                          <a:effectLst/>
                          <a:latin typeface="Times New Roman" charset="0"/>
                          <a:ea typeface="宋体" charset="0"/>
                          <a:cs typeface="Times New Roman" charset="0"/>
                        </a:rPr>
                        <a:t>Pass Criteria</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D5BC"/>
                    </a:solidFill>
                  </a:tcPr>
                </a:tc>
                <a:tc>
                  <a:txBody>
                    <a:bodyPr/>
                    <a:lstStyle/>
                    <a:p>
                      <a:pPr algn="just">
                        <a:lnSpc>
                          <a:spcPct val="150000"/>
                        </a:lnSpc>
                        <a:spcAft>
                          <a:spcPts val="0"/>
                        </a:spcAft>
                      </a:pPr>
                      <a:r>
                        <a:rPr lang="en-US" sz="1300">
                          <a:effectLst/>
                          <a:latin typeface="Times New Roman" charset="0"/>
                          <a:ea typeface="宋体" charset="0"/>
                          <a:cs typeface="Times New Roman" charset="0"/>
                        </a:rPr>
                        <a:t>Once the user is successfully registered, the user will be directed to the home page.</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7089">
                <a:tc>
                  <a:txBody>
                    <a:bodyPr/>
                    <a:lstStyle/>
                    <a:p>
                      <a:pPr algn="just">
                        <a:lnSpc>
                          <a:spcPct val="150000"/>
                        </a:lnSpc>
                        <a:spcAft>
                          <a:spcPts val="0"/>
                        </a:spcAft>
                      </a:pPr>
                      <a:r>
                        <a:rPr lang="en-US" sz="1300" b="1" dirty="0">
                          <a:effectLst/>
                          <a:latin typeface="Times New Roman" charset="0"/>
                          <a:ea typeface="宋体" charset="0"/>
                          <a:cs typeface="Times New Roman" charset="0"/>
                        </a:rPr>
                        <a:t>Result</a:t>
                      </a:r>
                      <a:endParaRPr lang="en-US" sz="1300" dirty="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D5BC"/>
                    </a:solidFill>
                  </a:tcPr>
                </a:tc>
                <a:tc>
                  <a:txBody>
                    <a:bodyPr/>
                    <a:lstStyle/>
                    <a:p>
                      <a:pPr algn="just">
                        <a:lnSpc>
                          <a:spcPct val="150000"/>
                        </a:lnSpc>
                        <a:spcAft>
                          <a:spcPts val="0"/>
                        </a:spcAft>
                      </a:pPr>
                      <a:r>
                        <a:rPr lang="en-US" sz="1300" b="1" dirty="0">
                          <a:solidFill>
                            <a:srgbClr val="3A6331"/>
                          </a:solidFill>
                          <a:effectLst/>
                          <a:latin typeface="Times New Roman" charset="0"/>
                          <a:ea typeface="宋体" charset="0"/>
                          <a:cs typeface="Times New Roman" charset="0"/>
                        </a:rPr>
                        <a:t>PASS</a:t>
                      </a:r>
                      <a:endParaRPr lang="en-US" sz="1300" dirty="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13" name="Table 12">
            <a:extLst>
              <a:ext uri="{FF2B5EF4-FFF2-40B4-BE49-F238E27FC236}">
                <a16:creationId xmlns:a16="http://schemas.microsoft.com/office/drawing/2014/main" id="{2026A000-A7A0-D05F-477D-10939D5E54C4}"/>
              </a:ext>
            </a:extLst>
          </p:cNvPr>
          <p:cNvGraphicFramePr>
            <a:graphicFrameLocks noGrp="1"/>
          </p:cNvGraphicFramePr>
          <p:nvPr>
            <p:extLst>
              <p:ext uri="{D42A27DB-BD31-4B8C-83A1-F6EECF244321}">
                <p14:modId xmlns:p14="http://schemas.microsoft.com/office/powerpoint/2010/main" val="688895598"/>
              </p:ext>
            </p:extLst>
          </p:nvPr>
        </p:nvGraphicFramePr>
        <p:xfrm>
          <a:off x="1763688" y="1553369"/>
          <a:ext cx="6388100" cy="2081212"/>
        </p:xfrm>
        <a:graphic>
          <a:graphicData uri="http://schemas.openxmlformats.org/drawingml/2006/table">
            <a:tbl>
              <a:tblPr firstRow="1" firstCol="1" bandRow="1"/>
              <a:tblGrid>
                <a:gridCol w="1978660">
                  <a:extLst>
                    <a:ext uri="{9D8B030D-6E8A-4147-A177-3AD203B41FA5}">
                      <a16:colId xmlns:a16="http://schemas.microsoft.com/office/drawing/2014/main" val="20000"/>
                    </a:ext>
                  </a:extLst>
                </a:gridCol>
                <a:gridCol w="4409440">
                  <a:extLst>
                    <a:ext uri="{9D8B030D-6E8A-4147-A177-3AD203B41FA5}">
                      <a16:colId xmlns:a16="http://schemas.microsoft.com/office/drawing/2014/main" val="20001"/>
                    </a:ext>
                  </a:extLst>
                </a:gridCol>
              </a:tblGrid>
              <a:tr h="297316">
                <a:tc>
                  <a:txBody>
                    <a:bodyPr/>
                    <a:lstStyle/>
                    <a:p>
                      <a:pPr algn="just">
                        <a:lnSpc>
                          <a:spcPct val="150000"/>
                        </a:lnSpc>
                        <a:spcAft>
                          <a:spcPts val="0"/>
                        </a:spcAft>
                      </a:pPr>
                      <a:r>
                        <a:rPr lang="en-US" sz="1300" b="1" dirty="0">
                          <a:effectLst/>
                          <a:latin typeface="Times New Roman" charset="0"/>
                          <a:ea typeface="宋体" charset="0"/>
                          <a:cs typeface="Times New Roman" charset="0"/>
                        </a:rPr>
                        <a:t>Test Reference</a:t>
                      </a:r>
                      <a:endParaRPr lang="en-US" sz="1300" dirty="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D5BC"/>
                    </a:solidFill>
                  </a:tcPr>
                </a:tc>
                <a:tc>
                  <a:txBody>
                    <a:bodyPr/>
                    <a:lstStyle/>
                    <a:p>
                      <a:pPr algn="just">
                        <a:lnSpc>
                          <a:spcPct val="150000"/>
                        </a:lnSpc>
                        <a:spcAft>
                          <a:spcPts val="0"/>
                        </a:spcAft>
                      </a:pPr>
                      <a:r>
                        <a:rPr lang="en-US" sz="1300">
                          <a:effectLst/>
                          <a:latin typeface="Times New Roman" charset="0"/>
                          <a:ea typeface="宋体" charset="0"/>
                          <a:cs typeface="Times New Roman" charset="0"/>
                        </a:rPr>
                        <a:t>FTS02</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97316">
                <a:tc>
                  <a:txBody>
                    <a:bodyPr/>
                    <a:lstStyle/>
                    <a:p>
                      <a:pPr algn="just">
                        <a:lnSpc>
                          <a:spcPct val="150000"/>
                        </a:lnSpc>
                        <a:spcAft>
                          <a:spcPts val="0"/>
                        </a:spcAft>
                      </a:pPr>
                      <a:r>
                        <a:rPr lang="en-US" sz="1300" b="1">
                          <a:effectLst/>
                          <a:latin typeface="Times New Roman" charset="0"/>
                          <a:ea typeface="宋体" charset="0"/>
                          <a:cs typeface="Times New Roman" charset="0"/>
                        </a:rPr>
                        <a:t>Tested Requirement</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D5BC"/>
                    </a:solidFill>
                  </a:tcPr>
                </a:tc>
                <a:tc>
                  <a:txBody>
                    <a:bodyPr/>
                    <a:lstStyle/>
                    <a:p>
                      <a:pPr algn="just">
                        <a:lnSpc>
                          <a:spcPct val="150000"/>
                        </a:lnSpc>
                        <a:spcAft>
                          <a:spcPts val="0"/>
                        </a:spcAft>
                      </a:pPr>
                      <a:r>
                        <a:rPr lang="en-US" sz="1300">
                          <a:effectLst/>
                          <a:latin typeface="Times New Roman" charset="0"/>
                          <a:ea typeface="宋体" charset="0"/>
                          <a:cs typeface="Times New Roman" charset="0"/>
                        </a:rPr>
                        <a:t>FR02</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7316">
                <a:tc>
                  <a:txBody>
                    <a:bodyPr/>
                    <a:lstStyle/>
                    <a:p>
                      <a:pPr algn="just">
                        <a:lnSpc>
                          <a:spcPct val="150000"/>
                        </a:lnSpc>
                        <a:spcAft>
                          <a:spcPts val="0"/>
                        </a:spcAft>
                      </a:pPr>
                      <a:r>
                        <a:rPr lang="en-US" sz="1300" b="1">
                          <a:effectLst/>
                          <a:latin typeface="Times New Roman" charset="0"/>
                          <a:ea typeface="宋体" charset="0"/>
                          <a:cs typeface="Times New Roman" charset="0"/>
                        </a:rPr>
                        <a:t>Test Content</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D5BC"/>
                    </a:solidFill>
                  </a:tcPr>
                </a:tc>
                <a:tc>
                  <a:txBody>
                    <a:bodyPr/>
                    <a:lstStyle/>
                    <a:p>
                      <a:pPr algn="just">
                        <a:lnSpc>
                          <a:spcPct val="150000"/>
                        </a:lnSpc>
                        <a:spcAft>
                          <a:spcPts val="0"/>
                        </a:spcAft>
                      </a:pPr>
                      <a:r>
                        <a:rPr lang="en-US" sz="1300">
                          <a:effectLst/>
                          <a:latin typeface="Times New Roman" charset="0"/>
                          <a:ea typeface="宋体" charset="0"/>
                          <a:cs typeface="Times New Roman" charset="0"/>
                        </a:rPr>
                        <a:t>Checks if the user is able to login</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7316">
                <a:tc>
                  <a:txBody>
                    <a:bodyPr/>
                    <a:lstStyle/>
                    <a:p>
                      <a:pPr algn="just">
                        <a:lnSpc>
                          <a:spcPct val="150000"/>
                        </a:lnSpc>
                        <a:spcAft>
                          <a:spcPts val="0"/>
                        </a:spcAft>
                      </a:pPr>
                      <a:r>
                        <a:rPr lang="en-US" sz="1300" b="1">
                          <a:effectLst/>
                          <a:latin typeface="Times New Roman" charset="0"/>
                          <a:ea typeface="宋体" charset="0"/>
                          <a:cs typeface="Times New Roman" charset="0"/>
                        </a:rPr>
                        <a:t> Input</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D5BC"/>
                    </a:solidFill>
                  </a:tcPr>
                </a:tc>
                <a:tc>
                  <a:txBody>
                    <a:bodyPr/>
                    <a:lstStyle/>
                    <a:p>
                      <a:pPr algn="just">
                        <a:lnSpc>
                          <a:spcPct val="150000"/>
                        </a:lnSpc>
                        <a:spcAft>
                          <a:spcPts val="0"/>
                        </a:spcAft>
                      </a:pPr>
                      <a:r>
                        <a:rPr lang="en-US" sz="1300">
                          <a:effectLst/>
                          <a:latin typeface="Times New Roman" charset="0"/>
                          <a:ea typeface="宋体" charset="0"/>
                          <a:cs typeface="Times New Roman" charset="0"/>
                        </a:rPr>
                        <a:t>The user have to complete the form in the login screen.</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632">
                <a:tc>
                  <a:txBody>
                    <a:bodyPr/>
                    <a:lstStyle/>
                    <a:p>
                      <a:pPr algn="just">
                        <a:lnSpc>
                          <a:spcPct val="150000"/>
                        </a:lnSpc>
                        <a:spcAft>
                          <a:spcPts val="0"/>
                        </a:spcAft>
                      </a:pPr>
                      <a:r>
                        <a:rPr lang="en-US" sz="1300" b="1">
                          <a:effectLst/>
                          <a:latin typeface="Times New Roman" charset="0"/>
                          <a:ea typeface="宋体" charset="0"/>
                          <a:cs typeface="Times New Roman" charset="0"/>
                        </a:rPr>
                        <a:t>Pass Criteria</a:t>
                      </a:r>
                      <a:endParaRPr lang="en-US" sz="130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D5BC"/>
                    </a:solidFill>
                  </a:tcPr>
                </a:tc>
                <a:tc>
                  <a:txBody>
                    <a:bodyPr/>
                    <a:lstStyle/>
                    <a:p>
                      <a:pPr algn="just">
                        <a:lnSpc>
                          <a:spcPct val="150000"/>
                        </a:lnSpc>
                        <a:spcAft>
                          <a:spcPts val="0"/>
                        </a:spcAft>
                      </a:pPr>
                      <a:r>
                        <a:rPr lang="en-US" sz="1300" dirty="0">
                          <a:effectLst/>
                          <a:latin typeface="Times New Roman" charset="0"/>
                          <a:ea typeface="宋体" charset="0"/>
                          <a:cs typeface="Times New Roman" charset="0"/>
                        </a:rPr>
                        <a:t>Once the user is successfully logged in using the registered login credentials, the user will be directed to the home page.</a:t>
                      </a:r>
                      <a:endParaRPr lang="en-US" sz="1300" dirty="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7316">
                <a:tc>
                  <a:txBody>
                    <a:bodyPr/>
                    <a:lstStyle/>
                    <a:p>
                      <a:pPr algn="just">
                        <a:lnSpc>
                          <a:spcPct val="150000"/>
                        </a:lnSpc>
                        <a:spcAft>
                          <a:spcPts val="0"/>
                        </a:spcAft>
                      </a:pPr>
                      <a:r>
                        <a:rPr lang="en-US" sz="1300" b="1" dirty="0">
                          <a:effectLst/>
                          <a:latin typeface="Times New Roman" charset="0"/>
                          <a:ea typeface="宋体" charset="0"/>
                          <a:cs typeface="Times New Roman" charset="0"/>
                        </a:rPr>
                        <a:t>Result</a:t>
                      </a:r>
                      <a:endParaRPr lang="en-US" sz="1300" dirty="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D5BC"/>
                    </a:solidFill>
                  </a:tcPr>
                </a:tc>
                <a:tc>
                  <a:txBody>
                    <a:bodyPr/>
                    <a:lstStyle/>
                    <a:p>
                      <a:pPr algn="just">
                        <a:lnSpc>
                          <a:spcPct val="150000"/>
                        </a:lnSpc>
                        <a:spcAft>
                          <a:spcPts val="0"/>
                        </a:spcAft>
                      </a:pPr>
                      <a:r>
                        <a:rPr lang="en-US" sz="1300" b="1" dirty="0">
                          <a:solidFill>
                            <a:srgbClr val="3A6331"/>
                          </a:solidFill>
                          <a:effectLst/>
                          <a:latin typeface="Times New Roman" charset="0"/>
                          <a:ea typeface="宋体" charset="0"/>
                          <a:cs typeface="Times New Roman" charset="0"/>
                        </a:rPr>
                        <a:t>PASS</a:t>
                      </a:r>
                      <a:endParaRPr lang="en-US" sz="1300" dirty="0">
                        <a:effectLst/>
                        <a:latin typeface="Times New Roman" charset="0"/>
                        <a:ea typeface="宋体" charset="0"/>
                        <a:cs typeface="Arial"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093591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D0BCD-5133-E386-FF75-F7B9683917B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FF6707C-E09A-85A2-DB4F-A42BDB76A91C}"/>
              </a:ext>
            </a:extLst>
          </p:cNvPr>
          <p:cNvSpPr>
            <a:spLocks noGrp="1"/>
          </p:cNvSpPr>
          <p:nvPr>
            <p:ph type="sldNum" idx="12"/>
          </p:nvPr>
        </p:nvSpPr>
        <p:spPr/>
        <p:txBody>
          <a:bodyPr/>
          <a:lstStyle/>
          <a:p>
            <a:pPr algn="r"/>
            <a:fld id="{00000000-1234-1234-1234-123412341234}" type="slidenum">
              <a:rPr lang="en" smtClean="0"/>
              <a:pPr algn="r"/>
              <a:t>25</a:t>
            </a:fld>
            <a:endParaRPr lang="en"/>
          </a:p>
        </p:txBody>
      </p:sp>
      <p:sp>
        <p:nvSpPr>
          <p:cNvPr id="3" name="Title 2">
            <a:extLst>
              <a:ext uri="{FF2B5EF4-FFF2-40B4-BE49-F238E27FC236}">
                <a16:creationId xmlns:a16="http://schemas.microsoft.com/office/drawing/2014/main" id="{0C7A02BA-12F0-A3CB-7B45-9B0868FFFDF0}"/>
              </a:ext>
            </a:extLst>
          </p:cNvPr>
          <p:cNvSpPr>
            <a:spLocks noGrp="1"/>
          </p:cNvSpPr>
          <p:nvPr>
            <p:ph type="title"/>
          </p:nvPr>
        </p:nvSpPr>
        <p:spPr/>
        <p:txBody>
          <a:bodyPr/>
          <a:lstStyle/>
          <a:p>
            <a:r>
              <a:rPr lang="en-US" altLang="en-US" sz="3600" b="1" dirty="0">
                <a:latin typeface="Georgia" panose="02040502050405020303" pitchFamily="18" charset="0"/>
              </a:rPr>
              <a:t>Types of Testing</a:t>
            </a:r>
            <a:endParaRPr lang="en-GB" dirty="0">
              <a:solidFill>
                <a:schemeClr val="bg1"/>
              </a:solidFill>
            </a:endParaRPr>
          </a:p>
        </p:txBody>
      </p:sp>
      <p:sp>
        <p:nvSpPr>
          <p:cNvPr id="7" name="Title 1">
            <a:extLst>
              <a:ext uri="{FF2B5EF4-FFF2-40B4-BE49-F238E27FC236}">
                <a16:creationId xmlns:a16="http://schemas.microsoft.com/office/drawing/2014/main" id="{6D44E1BA-C965-89DC-BA12-DB1C7A2037E2}"/>
              </a:ext>
            </a:extLst>
          </p:cNvPr>
          <p:cNvSpPr txBox="1">
            <a:spLocks/>
          </p:cNvSpPr>
          <p:nvPr/>
        </p:nvSpPr>
        <p:spPr bwMode="auto">
          <a:xfrm>
            <a:off x="33186" y="1329940"/>
            <a:ext cx="9423116"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r>
              <a:rPr lang="en-US" altLang="en-US" sz="2800" b="1" dirty="0">
                <a:latin typeface="Georgia" panose="02040502050405020303" pitchFamily="18" charset="0"/>
              </a:rPr>
              <a:t>Unit Testing</a:t>
            </a:r>
          </a:p>
        </p:txBody>
      </p:sp>
      <p:sp>
        <p:nvSpPr>
          <p:cNvPr id="8" name="Content Placeholder 2">
            <a:extLst>
              <a:ext uri="{FF2B5EF4-FFF2-40B4-BE49-F238E27FC236}">
                <a16:creationId xmlns:a16="http://schemas.microsoft.com/office/drawing/2014/main" id="{601083A4-870A-9DBD-7250-7E9B84CF8007}"/>
              </a:ext>
            </a:extLst>
          </p:cNvPr>
          <p:cNvSpPr txBox="1">
            <a:spLocks/>
          </p:cNvSpPr>
          <p:nvPr/>
        </p:nvSpPr>
        <p:spPr bwMode="auto">
          <a:xfrm>
            <a:off x="10006" y="2110990"/>
            <a:ext cx="9906000" cy="42082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spcFirstLastPara="1" vert="horz" wrap="square" lIns="91425" tIns="91425" rIns="91425" bIns="91425" numCol="1" anchor="t" anchorCtr="0" compatLnSpc="1">
            <a:prstTxWarp prst="textNoShape">
              <a:avLst/>
            </a:prstTxWarp>
            <a:normAutofit fontScale="92500" lnSpcReduction="20000"/>
          </a:bodyPr>
          <a:lstStyle>
            <a:lvl1pPr marL="495285" lvl="0" indent="-412737" algn="l" rtl="0" eaLnBrk="1" fontAlgn="base" hangingPunct="1">
              <a:lnSpc>
                <a:spcPct val="115000"/>
              </a:lnSpc>
              <a:spcBef>
                <a:spcPts val="1083"/>
              </a:spcBef>
              <a:spcAft>
                <a:spcPts val="0"/>
              </a:spcAft>
              <a:buClr>
                <a:srgbClr val="000000"/>
              </a:buClr>
              <a:buSzPts val="2400"/>
              <a:buFont typeface="Arial" charset="0"/>
              <a:buAutoNum type="arabicPeriod"/>
              <a:defRPr sz="2400" kern="1200">
                <a:solidFill>
                  <a:srgbClr val="000000"/>
                </a:solidFill>
                <a:latin typeface="Lucida Sans Unicode" panose="020B0602030504020204" pitchFamily="34" charset="0"/>
                <a:ea typeface="ＭＳ Ｐゴシック" charset="0"/>
                <a:cs typeface="Lucida Sans Unicode" panose="020B0602030504020204" pitchFamily="34" charset="0"/>
              </a:defRPr>
            </a:lvl1pPr>
            <a:lvl2pPr marL="990570" lvl="1" indent="-385221" algn="l" rtl="0" eaLnBrk="1" fontAlgn="base" hangingPunct="1">
              <a:lnSpc>
                <a:spcPct val="115000"/>
              </a:lnSpc>
              <a:spcBef>
                <a:spcPts val="1083"/>
              </a:spcBef>
              <a:spcAft>
                <a:spcPts val="0"/>
              </a:spcAft>
              <a:buClr>
                <a:srgbClr val="000000"/>
              </a:buClr>
              <a:buSzPts val="2000"/>
              <a:buFont typeface="Arial" charset="0"/>
              <a:buAutoNum type="alphaLcPeriod"/>
              <a:defRPr sz="2167" kern="1200">
                <a:solidFill>
                  <a:srgbClr val="000000"/>
                </a:solidFill>
                <a:latin typeface="Lucida Sans Unicode" panose="020B0602030504020204" pitchFamily="34" charset="0"/>
                <a:ea typeface="ＭＳ Ｐゴシック" charset="0"/>
                <a:cs typeface="Lucida Sans Unicode" panose="020B0602030504020204" pitchFamily="34" charset="0"/>
              </a:defRPr>
            </a:lvl2pPr>
            <a:lvl3pPr marL="1485854" lvl="2" indent="-343948" algn="l" rtl="0" eaLnBrk="1" fontAlgn="base" hangingPunct="1">
              <a:spcBef>
                <a:spcPts val="0"/>
              </a:spcBef>
              <a:spcAft>
                <a:spcPts val="0"/>
              </a:spcAft>
              <a:buClr>
                <a:srgbClr val="000000"/>
              </a:buClr>
              <a:buSzPts val="1400"/>
              <a:buFont typeface="Arial" charset="0"/>
              <a:buAutoNum type="romanLcPeriod"/>
              <a:defRPr kern="1200">
                <a:solidFill>
                  <a:srgbClr val="000000"/>
                </a:solidFill>
                <a:latin typeface="Lucida Sans Unicode" panose="020B0602030504020204" pitchFamily="34" charset="0"/>
                <a:ea typeface="ＭＳ Ｐゴシック" charset="0"/>
                <a:cs typeface="Lucida Sans Unicode" panose="020B0602030504020204" pitchFamily="34" charset="0"/>
              </a:defRPr>
            </a:lvl3pPr>
            <a:lvl4pPr marL="1981139" lvl="3" indent="-343948" algn="l" rtl="0" eaLnBrk="1" fontAlgn="base" hangingPunct="1">
              <a:spcBef>
                <a:spcPts val="0"/>
              </a:spcBef>
              <a:spcAft>
                <a:spcPts val="0"/>
              </a:spcAft>
              <a:buClr>
                <a:srgbClr val="000000"/>
              </a:buClr>
              <a:buSzPts val="1400"/>
              <a:buFont typeface="Arial" charset="0"/>
              <a:buAutoNum type="arabi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4pPr>
            <a:lvl5pPr marL="2476424" lvl="4" indent="-343948" algn="l" rtl="0" eaLnBrk="1" fontAlgn="base" hangingPunct="1">
              <a:spcBef>
                <a:spcPts val="1733"/>
              </a:spcBef>
              <a:spcAft>
                <a:spcPts val="0"/>
              </a:spcAft>
              <a:buClr>
                <a:srgbClr val="000000"/>
              </a:buClr>
              <a:buSzPts val="1400"/>
              <a:buFont typeface="Arial" charset="0"/>
              <a:buAutoNum type="alphaLcPeriod"/>
              <a:defRPr sz="1600" kern="1200">
                <a:solidFill>
                  <a:srgbClr val="000000"/>
                </a:solidFill>
                <a:latin typeface="Lucida Sans Unicode" panose="020B0602030504020204" pitchFamily="34" charset="0"/>
                <a:ea typeface="ＭＳ Ｐゴシック" charset="0"/>
                <a:cs typeface="Lucida Sans Unicode" panose="020B0602030504020204" pitchFamily="34" charset="0"/>
              </a:defRPr>
            </a:lvl5pPr>
            <a:lvl6pPr marL="2971709" lvl="5" indent="-343948" algn="l" defTabSz="914400" rtl="0" eaLnBrk="1" latinLnBrk="0" hangingPunct="1">
              <a:spcBef>
                <a:spcPts val="1733"/>
              </a:spcBef>
              <a:spcAft>
                <a:spcPts val="0"/>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6pPr>
            <a:lvl7pPr marL="3466993" lvl="6" indent="-343948" algn="l" defTabSz="914400" rtl="0" eaLnBrk="1" latinLnBrk="0" hangingPunct="1">
              <a:spcBef>
                <a:spcPts val="1733"/>
              </a:spcBef>
              <a:spcAft>
                <a:spcPts val="0"/>
              </a:spcAft>
              <a:buClr>
                <a:srgbClr val="000000"/>
              </a:buClr>
              <a:buSzPts val="1400"/>
              <a:buFont typeface="Arial" panose="020B0604020202020204" pitchFamily="34" charset="0"/>
              <a:buAutoNum type="arabicPeriod"/>
              <a:defRPr sz="2000" kern="1200">
                <a:solidFill>
                  <a:srgbClr val="000000"/>
                </a:solidFill>
                <a:latin typeface="+mn-lt"/>
                <a:ea typeface="+mn-ea"/>
                <a:cs typeface="+mn-cs"/>
              </a:defRPr>
            </a:lvl7pPr>
            <a:lvl8pPr marL="3962278" lvl="7" indent="-343948" algn="l" defTabSz="914400" rtl="0" eaLnBrk="1" latinLnBrk="0" hangingPunct="1">
              <a:spcBef>
                <a:spcPts val="1733"/>
              </a:spcBef>
              <a:spcAft>
                <a:spcPts val="0"/>
              </a:spcAft>
              <a:buClr>
                <a:srgbClr val="000000"/>
              </a:buClr>
              <a:buSzPts val="1400"/>
              <a:buFont typeface="Arial" panose="020B0604020202020204" pitchFamily="34" charset="0"/>
              <a:buAutoNum type="alphaLcPeriod"/>
              <a:defRPr sz="2000" kern="1200">
                <a:solidFill>
                  <a:srgbClr val="000000"/>
                </a:solidFill>
                <a:latin typeface="+mn-lt"/>
                <a:ea typeface="+mn-ea"/>
                <a:cs typeface="+mn-cs"/>
              </a:defRPr>
            </a:lvl8pPr>
            <a:lvl9pPr marL="4457563" lvl="8" indent="-343948" algn="l" defTabSz="914400" rtl="0" eaLnBrk="1" latinLnBrk="0" hangingPunct="1">
              <a:spcBef>
                <a:spcPts val="1733"/>
              </a:spcBef>
              <a:spcAft>
                <a:spcPts val="1733"/>
              </a:spcAft>
              <a:buClr>
                <a:srgbClr val="000000"/>
              </a:buClr>
              <a:buSzPts val="1400"/>
              <a:buFont typeface="Arial" panose="020B0604020202020204" pitchFamily="34" charset="0"/>
              <a:buAutoNum type="romanLcPeriod"/>
              <a:defRPr sz="2000" kern="1200">
                <a:solidFill>
                  <a:srgbClr val="000000"/>
                </a:solidFill>
                <a:latin typeface="+mn-lt"/>
                <a:ea typeface="+mn-ea"/>
                <a:cs typeface="+mn-cs"/>
              </a:defRPr>
            </a:lvl9pPr>
          </a:lstStyle>
          <a:p>
            <a:pPr>
              <a:buFont typeface="Arial" charset="0"/>
              <a:buChar char="•"/>
              <a:defRPr/>
            </a:pPr>
            <a:r>
              <a:rPr lang="en-US" sz="2200" b="1" dirty="0">
                <a:latin typeface="Georgia" panose="02040502050405020303" pitchFamily="18" charset="0"/>
              </a:rPr>
              <a:t>Unit testing</a:t>
            </a:r>
            <a:r>
              <a:rPr lang="en-US" sz="2200" dirty="0">
                <a:latin typeface="Georgia" panose="02040502050405020303" pitchFamily="18" charset="0"/>
              </a:rPr>
              <a:t> is a software development process in which the smallest testable parts of an application, called units, are individually and independently inspected for proper operation. </a:t>
            </a:r>
          </a:p>
          <a:p>
            <a:pPr>
              <a:buFont typeface="Arial" charset="0"/>
              <a:buChar char="•"/>
              <a:defRPr/>
            </a:pPr>
            <a:r>
              <a:rPr lang="en-US" sz="2200" b="1" dirty="0">
                <a:latin typeface="Georgia" panose="02040502050405020303" pitchFamily="18" charset="0"/>
              </a:rPr>
              <a:t>Unit testing</a:t>
            </a:r>
            <a:r>
              <a:rPr lang="en-US" sz="2200" dirty="0">
                <a:latin typeface="Georgia" panose="02040502050405020303" pitchFamily="18" charset="0"/>
              </a:rPr>
              <a:t> is often automated, but it can also be done manually.</a:t>
            </a:r>
          </a:p>
          <a:p>
            <a:pPr>
              <a:buFont typeface="Arial" charset="0"/>
              <a:buChar char="•"/>
              <a:defRPr/>
            </a:pPr>
            <a:r>
              <a:rPr lang="en-US" sz="2200" b="1" dirty="0">
                <a:latin typeface="Georgia" panose="02040502050405020303" pitchFamily="18" charset="0"/>
              </a:rPr>
              <a:t>Who does Unit Testing? </a:t>
            </a:r>
            <a:r>
              <a:rPr lang="en-US" sz="2200" dirty="0">
                <a:latin typeface="Georgia" panose="02040502050405020303" pitchFamily="18" charset="0"/>
              </a:rPr>
              <a:t>:  Developers</a:t>
            </a:r>
          </a:p>
          <a:p>
            <a:pPr>
              <a:buFont typeface="Arial" charset="0"/>
              <a:buChar char="•"/>
              <a:defRPr/>
            </a:pPr>
            <a:r>
              <a:rPr lang="en-US" sz="2200" b="1" dirty="0">
                <a:latin typeface="Georgia" panose="02040502050405020303" pitchFamily="18" charset="0"/>
              </a:rPr>
              <a:t>Benefits: </a:t>
            </a:r>
            <a:r>
              <a:rPr lang="en-US" sz="2200" dirty="0">
                <a:latin typeface="Georgia" panose="02040502050405020303" pitchFamily="18" charset="0"/>
              </a:rPr>
              <a:t> </a:t>
            </a:r>
          </a:p>
          <a:p>
            <a:pPr lvl="1">
              <a:buFont typeface="Arial" charset="0"/>
              <a:buChar char="–"/>
              <a:defRPr/>
            </a:pPr>
            <a:r>
              <a:rPr lang="en-US" sz="2200" dirty="0">
                <a:latin typeface="Georgia" panose="02040502050405020303" pitchFamily="18" charset="0"/>
              </a:rPr>
              <a:t>Issues are found at early stage. </a:t>
            </a:r>
          </a:p>
          <a:p>
            <a:pPr lvl="1">
              <a:buFont typeface="Arial" charset="0"/>
              <a:buChar char="–"/>
              <a:defRPr/>
            </a:pPr>
            <a:r>
              <a:rPr lang="en-US" sz="2200" dirty="0">
                <a:latin typeface="Georgia" panose="02040502050405020303" pitchFamily="18" charset="0"/>
              </a:rPr>
              <a:t>Reduction in cost of bug fixes and overall development.</a:t>
            </a:r>
          </a:p>
          <a:p>
            <a:pPr lvl="1">
              <a:buFont typeface="Arial" charset="0"/>
              <a:buChar char="–"/>
              <a:defRPr/>
            </a:pPr>
            <a:r>
              <a:rPr lang="en-US" sz="2200" dirty="0">
                <a:latin typeface="Georgia" panose="02040502050405020303" pitchFamily="18" charset="0"/>
              </a:rPr>
              <a:t>Unit testing helps in simplifying the debugging process. If suppose a test fails then only latest changes made in code needs to be debugged.</a:t>
            </a:r>
          </a:p>
        </p:txBody>
      </p:sp>
    </p:spTree>
    <p:extLst>
      <p:ext uri="{BB962C8B-B14F-4D97-AF65-F5344CB8AC3E}">
        <p14:creationId xmlns:p14="http://schemas.microsoft.com/office/powerpoint/2010/main" val="16460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9C8B98-40FC-B4B4-BDAB-9B292BF983CD}"/>
              </a:ext>
            </a:extLst>
          </p:cNvPr>
          <p:cNvSpPr>
            <a:spLocks noGrp="1"/>
          </p:cNvSpPr>
          <p:nvPr>
            <p:ph type="sldNum" idx="12"/>
          </p:nvPr>
        </p:nvSpPr>
        <p:spPr/>
        <p:txBody>
          <a:bodyPr/>
          <a:lstStyle/>
          <a:p>
            <a:pPr algn="r"/>
            <a:fld id="{00000000-1234-1234-1234-123412341234}" type="slidenum">
              <a:rPr lang="en" smtClean="0"/>
              <a:pPr algn="r"/>
              <a:t>26</a:t>
            </a:fld>
            <a:endParaRPr lang="en"/>
          </a:p>
        </p:txBody>
      </p:sp>
      <p:sp>
        <p:nvSpPr>
          <p:cNvPr id="5" name="Title 2">
            <a:extLst>
              <a:ext uri="{FF2B5EF4-FFF2-40B4-BE49-F238E27FC236}">
                <a16:creationId xmlns:a16="http://schemas.microsoft.com/office/drawing/2014/main" id="{C6809D3A-8624-AD13-9426-461F0EA4A2A5}"/>
              </a:ext>
            </a:extLst>
          </p:cNvPr>
          <p:cNvSpPr>
            <a:spLocks noGrp="1"/>
          </p:cNvSpPr>
          <p:nvPr>
            <p:ph type="title"/>
          </p:nvPr>
        </p:nvSpPr>
        <p:spPr>
          <a:xfrm>
            <a:off x="337675" y="227760"/>
            <a:ext cx="9230650" cy="763600"/>
          </a:xfrm>
        </p:spPr>
        <p:txBody>
          <a:bodyPr/>
          <a:lstStyle/>
          <a:p>
            <a:r>
              <a:rPr lang="en-US" altLang="en-US" sz="3600" b="1" dirty="0">
                <a:latin typeface="Georgia" panose="02040502050405020303" pitchFamily="18" charset="0"/>
              </a:rPr>
              <a:t>Types of Testing</a:t>
            </a:r>
            <a:endParaRPr lang="en-GB" dirty="0">
              <a:solidFill>
                <a:schemeClr val="bg1"/>
              </a:solidFill>
            </a:endParaRPr>
          </a:p>
        </p:txBody>
      </p:sp>
      <p:sp>
        <p:nvSpPr>
          <p:cNvPr id="6" name="Title 1">
            <a:extLst>
              <a:ext uri="{FF2B5EF4-FFF2-40B4-BE49-F238E27FC236}">
                <a16:creationId xmlns:a16="http://schemas.microsoft.com/office/drawing/2014/main" id="{7424297F-ABD5-F74E-8C2C-D5FEA27FCA84}"/>
              </a:ext>
            </a:extLst>
          </p:cNvPr>
          <p:cNvSpPr txBox="1">
            <a:spLocks/>
          </p:cNvSpPr>
          <p:nvPr/>
        </p:nvSpPr>
        <p:spPr bwMode="auto">
          <a:xfrm>
            <a:off x="0" y="1284636"/>
            <a:ext cx="9252010" cy="49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algn="l"/>
            <a:r>
              <a:rPr lang="en-US" altLang="en-US" sz="2800" b="1" dirty="0">
                <a:latin typeface="Georgia" panose="02040502050405020303" pitchFamily="18" charset="0"/>
              </a:rPr>
              <a:t>Unit Testing</a:t>
            </a:r>
          </a:p>
        </p:txBody>
      </p:sp>
      <p:pic>
        <p:nvPicPr>
          <p:cNvPr id="7" name="Content Placeholder 7">
            <a:extLst>
              <a:ext uri="{FF2B5EF4-FFF2-40B4-BE49-F238E27FC236}">
                <a16:creationId xmlns:a16="http://schemas.microsoft.com/office/drawing/2014/main" id="{04259F2C-3389-0F59-C9CF-655DA3B5610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352600" y="1916832"/>
            <a:ext cx="7488832" cy="16561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pic>
      <p:sp>
        <p:nvSpPr>
          <p:cNvPr id="8" name="Rectangle 7">
            <a:extLst>
              <a:ext uri="{FF2B5EF4-FFF2-40B4-BE49-F238E27FC236}">
                <a16:creationId xmlns:a16="http://schemas.microsoft.com/office/drawing/2014/main" id="{042C4A78-9061-26FA-72A6-3F15091BF635}"/>
              </a:ext>
            </a:extLst>
          </p:cNvPr>
          <p:cNvSpPr/>
          <p:nvPr/>
        </p:nvSpPr>
        <p:spPr>
          <a:xfrm>
            <a:off x="83077" y="3628321"/>
            <a:ext cx="9822923" cy="2831544"/>
          </a:xfrm>
          <a:prstGeom prst="rect">
            <a:avLst/>
          </a:prstGeom>
        </p:spPr>
        <p:txBody>
          <a:bodyPr wrap="square">
            <a:spAutoFit/>
          </a:bodyPr>
          <a:lstStyle/>
          <a:p>
            <a:r>
              <a:rPr lang="en-GB" sz="2000" dirty="0">
                <a:latin typeface="DM Sans"/>
              </a:rPr>
              <a:t>Unit tests are automated tests written to ensure that a particular piece of code, often a method or a class, behaves as expected. In Android, unit tests can be run locally on the Java Virtual Machine (JVM) without the need for an emulator or physical device, making them fast and efficient.</a:t>
            </a:r>
          </a:p>
          <a:p>
            <a:endParaRPr lang="en-GB" dirty="0">
              <a:latin typeface="DM Sans"/>
            </a:endParaRPr>
          </a:p>
          <a:p>
            <a:r>
              <a:rPr lang="en-GB" sz="2000" dirty="0">
                <a:latin typeface="DM Sans"/>
              </a:rPr>
              <a:t>Android unit tests are typically written using JUnit, a popular testing framework for Java. </a:t>
            </a:r>
            <a:r>
              <a:rPr lang="en-GB" sz="2000" dirty="0" err="1">
                <a:latin typeface="DM Sans"/>
              </a:rPr>
              <a:t>Mockito</a:t>
            </a:r>
            <a:r>
              <a:rPr lang="en-GB" sz="2000" dirty="0">
                <a:latin typeface="DM Sans"/>
              </a:rPr>
              <a:t>, a mocking framework, is often used in conjunction with JUnit to create mock objects and define their behaviour. These tools together provide a robust environment for writing and running unit tests.</a:t>
            </a:r>
            <a:endParaRPr lang="en-GB" sz="2000" b="0" i="0" dirty="0">
              <a:effectLst/>
              <a:latin typeface="DM Sans"/>
            </a:endParaRPr>
          </a:p>
        </p:txBody>
      </p:sp>
    </p:spTree>
    <p:extLst>
      <p:ext uri="{BB962C8B-B14F-4D97-AF65-F5344CB8AC3E}">
        <p14:creationId xmlns:p14="http://schemas.microsoft.com/office/powerpoint/2010/main" val="12414700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946FE-FF38-947F-95C2-1CF94FE88DC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4A4F80E-76A6-9456-6B5F-3ED7326C2EB0}"/>
              </a:ext>
            </a:extLst>
          </p:cNvPr>
          <p:cNvSpPr>
            <a:spLocks noGrp="1"/>
          </p:cNvSpPr>
          <p:nvPr>
            <p:ph type="sldNum" idx="12"/>
          </p:nvPr>
        </p:nvSpPr>
        <p:spPr/>
        <p:txBody>
          <a:bodyPr/>
          <a:lstStyle/>
          <a:p>
            <a:pPr algn="r"/>
            <a:fld id="{00000000-1234-1234-1234-123412341234}" type="slidenum">
              <a:rPr lang="en" smtClean="0"/>
              <a:pPr algn="r"/>
              <a:t>27</a:t>
            </a:fld>
            <a:endParaRPr lang="en"/>
          </a:p>
        </p:txBody>
      </p:sp>
      <p:sp>
        <p:nvSpPr>
          <p:cNvPr id="3" name="Title 2">
            <a:extLst>
              <a:ext uri="{FF2B5EF4-FFF2-40B4-BE49-F238E27FC236}">
                <a16:creationId xmlns:a16="http://schemas.microsoft.com/office/drawing/2014/main" id="{768B4B75-916C-CF9F-4730-EA4A14A84110}"/>
              </a:ext>
            </a:extLst>
          </p:cNvPr>
          <p:cNvSpPr>
            <a:spLocks noGrp="1"/>
          </p:cNvSpPr>
          <p:nvPr>
            <p:ph type="title"/>
          </p:nvPr>
        </p:nvSpPr>
        <p:spPr/>
        <p:txBody>
          <a:bodyPr/>
          <a:lstStyle/>
          <a:p>
            <a:r>
              <a:rPr lang="en-US" altLang="en-US" sz="3600" b="1" dirty="0">
                <a:latin typeface="Georgia" panose="02040502050405020303" pitchFamily="18" charset="0"/>
              </a:rPr>
              <a:t>Types of Testing</a:t>
            </a:r>
            <a:endParaRPr lang="en-GB" dirty="0"/>
          </a:p>
        </p:txBody>
      </p:sp>
      <p:sp>
        <p:nvSpPr>
          <p:cNvPr id="6" name="TextBox 5">
            <a:extLst>
              <a:ext uri="{FF2B5EF4-FFF2-40B4-BE49-F238E27FC236}">
                <a16:creationId xmlns:a16="http://schemas.microsoft.com/office/drawing/2014/main" id="{8F50CB71-8620-6F87-D389-742489CD4F15}"/>
              </a:ext>
            </a:extLst>
          </p:cNvPr>
          <p:cNvSpPr txBox="1"/>
          <p:nvPr/>
        </p:nvSpPr>
        <p:spPr>
          <a:xfrm>
            <a:off x="197767" y="1423033"/>
            <a:ext cx="9252520" cy="4431983"/>
          </a:xfrm>
          <a:prstGeom prst="rect">
            <a:avLst/>
          </a:prstGeom>
          <a:noFill/>
        </p:spPr>
        <p:txBody>
          <a:bodyPr wrap="square" rtlCol="0">
            <a:spAutoFit/>
          </a:bodyPr>
          <a:lstStyle/>
          <a:p>
            <a:r>
              <a:rPr lang="en-GB" sz="2400" dirty="0"/>
              <a:t>To see how to preform testing in Android Studio click on the link below </a:t>
            </a:r>
          </a:p>
          <a:p>
            <a:endParaRPr lang="en-GB" sz="2400" dirty="0"/>
          </a:p>
          <a:p>
            <a:endParaRPr lang="en-GB" sz="2400" dirty="0"/>
          </a:p>
          <a:p>
            <a:endParaRPr lang="en-GB" sz="2400" dirty="0"/>
          </a:p>
          <a:p>
            <a:r>
              <a:rPr lang="en-GB" sz="2400" dirty="0"/>
              <a:t>To see how Android testing with Espresso Framework can be done, click on the link below</a:t>
            </a:r>
          </a:p>
          <a:p>
            <a:r>
              <a:rPr lang="en-GB" dirty="0"/>
              <a:t> </a:t>
            </a:r>
          </a:p>
          <a:p>
            <a:endParaRPr lang="en-GB" dirty="0"/>
          </a:p>
          <a:p>
            <a:endParaRPr lang="en-GB" dirty="0"/>
          </a:p>
          <a:p>
            <a:endParaRPr lang="en-GB" dirty="0"/>
          </a:p>
          <a:p>
            <a:endParaRPr lang="en-GB" dirty="0"/>
          </a:p>
          <a:p>
            <a:r>
              <a:rPr lang="en-GB" sz="2400" dirty="0"/>
              <a:t>To see how to do Mobile App performance testing using APPTIM</a:t>
            </a:r>
          </a:p>
        </p:txBody>
      </p:sp>
      <p:sp>
        <p:nvSpPr>
          <p:cNvPr id="7" name="Rectangle 6">
            <a:extLst>
              <a:ext uri="{FF2B5EF4-FFF2-40B4-BE49-F238E27FC236}">
                <a16:creationId xmlns:a16="http://schemas.microsoft.com/office/drawing/2014/main" id="{A4F483D1-00AB-FA29-6978-6BEFFDE29189}"/>
              </a:ext>
            </a:extLst>
          </p:cNvPr>
          <p:cNvSpPr/>
          <p:nvPr/>
        </p:nvSpPr>
        <p:spPr>
          <a:xfrm>
            <a:off x="752387" y="4030426"/>
            <a:ext cx="7776864" cy="369332"/>
          </a:xfrm>
          <a:prstGeom prst="rect">
            <a:avLst/>
          </a:prstGeom>
        </p:spPr>
        <p:txBody>
          <a:bodyPr wrap="square">
            <a:spAutoFit/>
          </a:bodyPr>
          <a:lstStyle/>
          <a:p>
            <a:r>
              <a:rPr lang="en-GB" dirty="0">
                <a:hlinkClick r:id="rId2"/>
              </a:rPr>
              <a:t>Android user interface testing with Espresso - Tutorial (vogella.com)</a:t>
            </a:r>
            <a:endParaRPr lang="en-GB" dirty="0"/>
          </a:p>
        </p:txBody>
      </p:sp>
      <p:sp>
        <p:nvSpPr>
          <p:cNvPr id="8" name="Rectangle 7">
            <a:extLst>
              <a:ext uri="{FF2B5EF4-FFF2-40B4-BE49-F238E27FC236}">
                <a16:creationId xmlns:a16="http://schemas.microsoft.com/office/drawing/2014/main" id="{890C8FDC-4706-112F-8C8A-051ABDC88FE1}"/>
              </a:ext>
            </a:extLst>
          </p:cNvPr>
          <p:cNvSpPr/>
          <p:nvPr/>
        </p:nvSpPr>
        <p:spPr>
          <a:xfrm>
            <a:off x="1187624" y="2204864"/>
            <a:ext cx="7272807" cy="369332"/>
          </a:xfrm>
          <a:prstGeom prst="rect">
            <a:avLst/>
          </a:prstGeom>
        </p:spPr>
        <p:txBody>
          <a:bodyPr wrap="square">
            <a:spAutoFit/>
          </a:bodyPr>
          <a:lstStyle/>
          <a:p>
            <a:r>
              <a:rPr lang="en-GB" dirty="0">
                <a:hlinkClick r:id="rId3"/>
              </a:rPr>
              <a:t>https://developer.android.com/studio/test/test-in-android-studio</a:t>
            </a:r>
            <a:endParaRPr lang="en-GB" dirty="0"/>
          </a:p>
        </p:txBody>
      </p:sp>
      <p:sp>
        <p:nvSpPr>
          <p:cNvPr id="9" name="Rectangle 8">
            <a:extLst>
              <a:ext uri="{FF2B5EF4-FFF2-40B4-BE49-F238E27FC236}">
                <a16:creationId xmlns:a16="http://schemas.microsoft.com/office/drawing/2014/main" id="{D4823E65-22BD-DDD0-E647-058E5D6DABB3}"/>
              </a:ext>
            </a:extLst>
          </p:cNvPr>
          <p:cNvSpPr/>
          <p:nvPr/>
        </p:nvSpPr>
        <p:spPr>
          <a:xfrm>
            <a:off x="1907704" y="5682736"/>
            <a:ext cx="6336704" cy="369332"/>
          </a:xfrm>
          <a:prstGeom prst="rect">
            <a:avLst/>
          </a:prstGeom>
        </p:spPr>
        <p:txBody>
          <a:bodyPr wrap="square">
            <a:spAutoFit/>
          </a:bodyPr>
          <a:lstStyle/>
          <a:p>
            <a:r>
              <a:rPr lang="en-GB" dirty="0">
                <a:hlinkClick r:id="rId4"/>
              </a:rPr>
              <a:t>https://www.youtube.com/watch?v=11KmP8W5mQc</a:t>
            </a:r>
            <a:endParaRPr lang="en-GB" dirty="0"/>
          </a:p>
        </p:txBody>
      </p:sp>
    </p:spTree>
    <p:extLst>
      <p:ext uri="{BB962C8B-B14F-4D97-AF65-F5344CB8AC3E}">
        <p14:creationId xmlns:p14="http://schemas.microsoft.com/office/powerpoint/2010/main" val="11328374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3038-D98C-FE90-BB5E-B564EA211A1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AD18EFD-5B1A-BD7D-E1D3-14C684B171A8}"/>
              </a:ext>
            </a:extLst>
          </p:cNvPr>
          <p:cNvSpPr>
            <a:spLocks noGrp="1"/>
          </p:cNvSpPr>
          <p:nvPr>
            <p:ph type="sldNum" idx="12"/>
          </p:nvPr>
        </p:nvSpPr>
        <p:spPr/>
        <p:txBody>
          <a:bodyPr/>
          <a:lstStyle/>
          <a:p>
            <a:pPr algn="r"/>
            <a:fld id="{00000000-1234-1234-1234-123412341234}" type="slidenum">
              <a:rPr lang="en" smtClean="0"/>
              <a:pPr algn="r"/>
              <a:t>28</a:t>
            </a:fld>
            <a:endParaRPr lang="en"/>
          </a:p>
        </p:txBody>
      </p:sp>
      <p:sp>
        <p:nvSpPr>
          <p:cNvPr id="5" name="Rectangle 2">
            <a:extLst>
              <a:ext uri="{FF2B5EF4-FFF2-40B4-BE49-F238E27FC236}">
                <a16:creationId xmlns:a16="http://schemas.microsoft.com/office/drawing/2014/main" id="{EACEA05E-34F1-DF59-FEB4-DCBB342D5FF4}"/>
              </a:ext>
            </a:extLst>
          </p:cNvPr>
          <p:cNvSpPr>
            <a:spLocks noGrp="1" noChangeArrowheads="1"/>
          </p:cNvSpPr>
          <p:nvPr>
            <p:ph type="title"/>
          </p:nvPr>
        </p:nvSpPr>
        <p:spPr>
          <a:xfrm>
            <a:off x="560512" y="2924944"/>
            <a:ext cx="8229600" cy="490067"/>
          </a:xfrm>
        </p:spPr>
        <p:txBody>
          <a:bodyPr>
            <a:normAutofit fontScale="90000"/>
          </a:bodyPr>
          <a:lstStyle/>
          <a:p>
            <a:pPr algn="ctr"/>
            <a:r>
              <a:rPr lang="en-US" altLang="en-US" sz="3600" dirty="0">
                <a:solidFill>
                  <a:schemeClr val="tx1"/>
                </a:solidFill>
                <a:latin typeface="Georgia" panose="02040502050405020303" pitchFamily="18" charset="0"/>
              </a:rPr>
              <a:t>Any Questions?</a:t>
            </a:r>
          </a:p>
        </p:txBody>
      </p:sp>
    </p:spTree>
    <p:extLst>
      <p:ext uri="{BB962C8B-B14F-4D97-AF65-F5344CB8AC3E}">
        <p14:creationId xmlns:p14="http://schemas.microsoft.com/office/powerpoint/2010/main" val="3288140620"/>
      </p:ext>
    </p:extLst>
  </p:cSld>
  <p:clrMapOvr>
    <a:masterClrMapping/>
  </p:clrMapOvr>
</p:sld>
</file>

<file path=ppt/theme/theme1.xml><?xml version="1.0" encoding="utf-8"?>
<a:theme xmlns:a="http://schemas.openxmlformats.org/drawingml/2006/main" name="Bradford PPT_final_A">
  <a:themeElements>
    <a:clrScheme name="UOB Green">
      <a:dk1>
        <a:sysClr val="windowText" lastClr="000000"/>
      </a:dk1>
      <a:lt1>
        <a:sysClr val="window" lastClr="FFFFFF"/>
      </a:lt1>
      <a:dk2>
        <a:srgbClr val="005359"/>
      </a:dk2>
      <a:lt2>
        <a:srgbClr val="FFFFFF"/>
      </a:lt2>
      <a:accent1>
        <a:srgbClr val="87A529"/>
      </a:accent1>
      <a:accent2>
        <a:srgbClr val="009EB2"/>
      </a:accent2>
      <a:accent3>
        <a:srgbClr val="395E14"/>
      </a:accent3>
      <a:accent4>
        <a:srgbClr val="E6E7E8"/>
      </a:accent4>
      <a:accent5>
        <a:srgbClr val="C0E064"/>
      </a:accent5>
      <a:accent6>
        <a:srgbClr val="005359"/>
      </a:accent6>
      <a:hlink>
        <a:srgbClr val="009EB2"/>
      </a:hlink>
      <a:folHlink>
        <a:srgbClr val="87A52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0081BE"/>
          </a:solidFill>
        </a:ln>
        <a:effectLst/>
      </a:spPr>
      <a:bodyPr anchor="ctr"/>
      <a:lstStyle>
        <a:defPPr algn="ctr">
          <a:defRPr dirty="0">
            <a:latin typeface="Lucida Sans"/>
            <a:cs typeface="Lucida Sans"/>
          </a:defRPr>
        </a:defPPr>
      </a:lstStyle>
      <a:style>
        <a:lnRef idx="1">
          <a:schemeClr val="accent1"/>
        </a:lnRef>
        <a:fillRef idx="3">
          <a:schemeClr val="accent1"/>
        </a:fillRef>
        <a:effectRef idx="2">
          <a:schemeClr val="accent1"/>
        </a:effectRef>
        <a:fontRef idx="minor">
          <a:schemeClr val="lt1"/>
        </a:fontRef>
      </a:style>
    </a:spDef>
    <a:lnDef>
      <a:spPr>
        <a:ln w="12700">
          <a:solidFill>
            <a:srgbClr val="87A529"/>
          </a:solidFill>
          <a:prstDash val="sysDash"/>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dirty="0" smtClean="0">
            <a:latin typeface="Lucida Sans Unicode" panose="020B0602030504020204" pitchFamily="34" charset="0"/>
            <a:cs typeface="Lucida Sans Unicode" panose="020B0602030504020204"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uob-green-faculty-or-directorate-guide</Template>
  <TotalTime>556</TotalTime>
  <Words>2372</Words>
  <Application>Microsoft Office PowerPoint</Application>
  <PresentationFormat>A4 Paper (210x297 mm)</PresentationFormat>
  <Paragraphs>242</Paragraphs>
  <Slides>28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DM Sans</vt:lpstr>
      <vt:lpstr>Georgia</vt:lpstr>
      <vt:lpstr>Lucida Sans</vt:lpstr>
      <vt:lpstr>Lucida Sans Unicode</vt:lpstr>
      <vt:lpstr>Times New Roman</vt:lpstr>
      <vt:lpstr>Bradford PPT_final_A</vt:lpstr>
      <vt:lpstr>Mobile Application Development (COS7025-B)     Designing Mobile Apps using Android Mobile Application Testing</vt:lpstr>
      <vt:lpstr>Content</vt:lpstr>
      <vt:lpstr>Discussion: Why (mobile app) testing is important? </vt:lpstr>
      <vt:lpstr>The cost of defects</vt:lpstr>
      <vt:lpstr>Types of Mobile Application Testing</vt:lpstr>
      <vt:lpstr>Types of Mobile Application Testing</vt:lpstr>
      <vt:lpstr>Types of Mobile Application Testing</vt:lpstr>
      <vt:lpstr>Types of Mobile Application Testing</vt:lpstr>
      <vt:lpstr>Usability Testing Steps [Nielsen, 1993]</vt:lpstr>
      <vt:lpstr>Usability Testing Steps [Nielsen, 1993]</vt:lpstr>
      <vt:lpstr>Usability Testing Steps [Nielsen, 1993]</vt:lpstr>
      <vt:lpstr>PowerPoint Presentation</vt:lpstr>
      <vt:lpstr>Usability Metrics</vt:lpstr>
      <vt:lpstr>Usability Testing – Industry </vt:lpstr>
      <vt:lpstr>Industry – Few examples</vt:lpstr>
      <vt:lpstr>Usability Testing – Industry </vt:lpstr>
      <vt:lpstr>System Usability Scale - SUS</vt:lpstr>
      <vt:lpstr>Usability Testing Steps</vt:lpstr>
      <vt:lpstr>Usability Testing Steps</vt:lpstr>
      <vt:lpstr>Usability Testing Steps</vt:lpstr>
      <vt:lpstr>Types of Testing</vt:lpstr>
      <vt:lpstr>Types of Testing</vt:lpstr>
      <vt:lpstr>Functional Requirements – An example</vt:lpstr>
      <vt:lpstr>Functional Requirements Testing – Manual Testing using scenarios/criteria</vt:lpstr>
      <vt:lpstr>Types of Testing</vt:lpstr>
      <vt:lpstr>Types of Testing</vt:lpstr>
      <vt:lpstr>Types of Testing</vt:lpstr>
      <vt:lpstr>Any Questions?</vt:lpstr>
    </vt:vector>
  </TitlesOfParts>
  <Company>University of Bradford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Application Development (COS7025-B)     Introduction to Android Software  Stack</dc:title>
  <dc:creator>Karim Sadik</dc:creator>
  <cp:lastModifiedBy>Karim Sadik</cp:lastModifiedBy>
  <cp:revision>25</cp:revision>
  <cp:lastPrinted>2014-07-11T09:48:52Z</cp:lastPrinted>
  <dcterms:created xsi:type="dcterms:W3CDTF">2025-07-22T12:14:46Z</dcterms:created>
  <dcterms:modified xsi:type="dcterms:W3CDTF">2025-11-20T11:39:49Z</dcterms:modified>
</cp:coreProperties>
</file>