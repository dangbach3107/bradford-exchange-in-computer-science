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8" r:id="rId6"/>
    <p:sldId id="279" r:id="rId7"/>
    <p:sldId id="328" r:id="rId8"/>
    <p:sldId id="359" r:id="rId9"/>
    <p:sldId id="331" r:id="rId10"/>
    <p:sldId id="332" r:id="rId11"/>
    <p:sldId id="333" r:id="rId12"/>
    <p:sldId id="334" r:id="rId13"/>
    <p:sldId id="335" r:id="rId14"/>
    <p:sldId id="360" r:id="rId15"/>
    <p:sldId id="379" r:id="rId16"/>
    <p:sldId id="380" r:id="rId17"/>
    <p:sldId id="361" r:id="rId18"/>
    <p:sldId id="362" r:id="rId19"/>
    <p:sldId id="381" r:id="rId20"/>
    <p:sldId id="363" r:id="rId21"/>
    <p:sldId id="382" r:id="rId22"/>
    <p:sldId id="383" r:id="rId23"/>
    <p:sldId id="384" r:id="rId24"/>
    <p:sldId id="364" r:id="rId25"/>
    <p:sldId id="336" r:id="rId26"/>
    <p:sldId id="372" r:id="rId27"/>
    <p:sldId id="385" r:id="rId28"/>
    <p:sldId id="386" r:id="rId29"/>
    <p:sldId id="373" r:id="rId30"/>
    <p:sldId id="387" r:id="rId31"/>
    <p:sldId id="354" r:id="rId32"/>
  </p:sldIdLst>
  <p:sldSz cx="9906000" cy="6858000" type="A4"/>
  <p:notesSz cx="6858000" cy="9144000"/>
  <p:custDataLst>
    <p:tags r:id="rId3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33CC"/>
    <a:srgbClr val="0000FF"/>
    <a:srgbClr val="D5C3D7"/>
    <a:srgbClr val="FFE79B"/>
    <a:srgbClr val="FFE181"/>
    <a:srgbClr val="FFD03B"/>
    <a:srgbClr val="FFDA65"/>
    <a:srgbClr val="96C5CD"/>
    <a:srgbClr val="9FA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7C964-72F8-4F77-BB35-7B51D2AB36BB}" v="1" dt="2025-10-24T08:43:51.4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87309" autoAdjust="0"/>
  </p:normalViewPr>
  <p:slideViewPr>
    <p:cSldViewPr showGuides="1">
      <p:cViewPr varScale="1">
        <p:scale>
          <a:sx n="97" d="100"/>
          <a:sy n="97" d="100"/>
        </p:scale>
        <p:origin x="1776" y="90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g Kabir" userId="e9b0da40-aef8-480a-bb63-d1daacecf555" providerId="ADAL" clId="{B93E19F7-CF17-4898-9657-10FD6636A87B}"/>
    <pc:docChg chg="undo custSel addSld delSld modSld sldOrd">
      <pc:chgData name="Sohag Kabir" userId="e9b0da40-aef8-480a-bb63-d1daacecf555" providerId="ADAL" clId="{B93E19F7-CF17-4898-9657-10FD6636A87B}" dt="2024-10-05T17:07:53.200" v="3293" actId="1076"/>
      <pc:docMkLst>
        <pc:docMk/>
      </pc:docMkLst>
      <pc:sldChg chg="modSp mod">
        <pc:chgData name="Sohag Kabir" userId="e9b0da40-aef8-480a-bb63-d1daacecf555" providerId="ADAL" clId="{B93E19F7-CF17-4898-9657-10FD6636A87B}" dt="2024-10-05T10:17:01.352" v="1" actId="27636"/>
        <pc:sldMkLst>
          <pc:docMk/>
          <pc:sldMk cId="2795566495" sldId="256"/>
        </pc:sldMkLst>
      </pc:sldChg>
      <pc:sldChg chg="addSp delSp modSp mod delAnim modAnim">
        <pc:chgData name="Sohag Kabir" userId="e9b0da40-aef8-480a-bb63-d1daacecf555" providerId="ADAL" clId="{B93E19F7-CF17-4898-9657-10FD6636A87B}" dt="2024-10-05T16:03:26.564" v="2920" actId="6549"/>
        <pc:sldMkLst>
          <pc:docMk/>
          <pc:sldMk cId="1234101355" sldId="258"/>
        </pc:sldMkLst>
      </pc:sldChg>
      <pc:sldChg chg="addSp delSp modSp mod">
        <pc:chgData name="Sohag Kabir" userId="e9b0da40-aef8-480a-bb63-d1daacecf555" providerId="ADAL" clId="{B93E19F7-CF17-4898-9657-10FD6636A87B}" dt="2024-10-05T11:59:21.075" v="2287" actId="2711"/>
        <pc:sldMkLst>
          <pc:docMk/>
          <pc:sldMk cId="2490493203" sldId="259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583876998" sldId="261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146333179" sldId="264"/>
        </pc:sldMkLst>
      </pc:sldChg>
      <pc:sldChg chg="addSp delSp modSp mod modAnim">
        <pc:chgData name="Sohag Kabir" userId="e9b0da40-aef8-480a-bb63-d1daacecf555" providerId="ADAL" clId="{B93E19F7-CF17-4898-9657-10FD6636A87B}" dt="2024-10-05T12:49:17.027" v="2376"/>
        <pc:sldMkLst>
          <pc:docMk/>
          <pc:sldMk cId="1671400381" sldId="265"/>
        </pc:sldMkLst>
      </pc:sldChg>
      <pc:sldChg chg="addSp delSp modSp mod delAnim">
        <pc:chgData name="Sohag Kabir" userId="e9b0da40-aef8-480a-bb63-d1daacecf555" providerId="ADAL" clId="{B93E19F7-CF17-4898-9657-10FD6636A87B}" dt="2024-10-05T13:07:51.210" v="2401" actId="113"/>
        <pc:sldMkLst>
          <pc:docMk/>
          <pc:sldMk cId="1480265116" sldId="266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4000026248" sldId="270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4132999612" sldId="271"/>
        </pc:sldMkLst>
      </pc:sldChg>
      <pc:sldChg chg="addSp delSp modSp mod modAnim">
        <pc:chgData name="Sohag Kabir" userId="e9b0da40-aef8-480a-bb63-d1daacecf555" providerId="ADAL" clId="{B93E19F7-CF17-4898-9657-10FD6636A87B}" dt="2024-10-05T12:08:24.078" v="2332" actId="20577"/>
        <pc:sldMkLst>
          <pc:docMk/>
          <pc:sldMk cId="249088773" sldId="274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161335234" sldId="275"/>
        </pc:sldMkLst>
      </pc:sldChg>
      <pc:sldChg chg="del">
        <pc:chgData name="Sohag Kabir" userId="e9b0da40-aef8-480a-bb63-d1daacecf555" providerId="ADAL" clId="{B93E19F7-CF17-4898-9657-10FD6636A87B}" dt="2024-10-05T13:26:20.417" v="2426" actId="47"/>
        <pc:sldMkLst>
          <pc:docMk/>
          <pc:sldMk cId="2518863157" sldId="276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470196385" sldId="277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4215629215" sldId="278"/>
        </pc:sldMkLst>
      </pc:sldChg>
      <pc:sldChg chg="addSp delSp modSp mod delAnim modAnim">
        <pc:chgData name="Sohag Kabir" userId="e9b0da40-aef8-480a-bb63-d1daacecf555" providerId="ADAL" clId="{B93E19F7-CF17-4898-9657-10FD6636A87B}" dt="2024-10-05T10:37:48.361" v="132"/>
        <pc:sldMkLst>
          <pc:docMk/>
          <pc:sldMk cId="616367942" sldId="279"/>
        </pc:sldMkLst>
      </pc:sldChg>
      <pc:sldChg chg="addSp delSp modSp mod delAnim">
        <pc:chgData name="Sohag Kabir" userId="e9b0da40-aef8-480a-bb63-d1daacecf555" providerId="ADAL" clId="{B93E19F7-CF17-4898-9657-10FD6636A87B}" dt="2024-10-05T11:25:29.334" v="1237" actId="113"/>
        <pc:sldMkLst>
          <pc:docMk/>
          <pc:sldMk cId="641033179" sldId="280"/>
        </pc:sldMkLst>
      </pc:sldChg>
      <pc:sldChg chg="addSp delSp modSp mod delAnim">
        <pc:chgData name="Sohag Kabir" userId="e9b0da40-aef8-480a-bb63-d1daacecf555" providerId="ADAL" clId="{B93E19F7-CF17-4898-9657-10FD6636A87B}" dt="2024-10-05T11:55:12.779" v="2268" actId="1076"/>
        <pc:sldMkLst>
          <pc:docMk/>
          <pc:sldMk cId="1477951119" sldId="281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529504122" sldId="282"/>
        </pc:sldMkLst>
      </pc:sldChg>
      <pc:sldChg chg="del">
        <pc:chgData name="Sohag Kabir" userId="e9b0da40-aef8-480a-bb63-d1daacecf555" providerId="ADAL" clId="{B93E19F7-CF17-4898-9657-10FD6636A87B}" dt="2024-10-05T13:26:00.550" v="2420" actId="47"/>
        <pc:sldMkLst>
          <pc:docMk/>
          <pc:sldMk cId="3093025796" sldId="283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3299150616" sldId="284"/>
        </pc:sldMkLst>
      </pc:sldChg>
      <pc:sldChg chg="del">
        <pc:chgData name="Sohag Kabir" userId="e9b0da40-aef8-480a-bb63-d1daacecf555" providerId="ADAL" clId="{B93E19F7-CF17-4898-9657-10FD6636A87B}" dt="2024-10-05T13:26:04.740" v="2421" actId="47"/>
        <pc:sldMkLst>
          <pc:docMk/>
          <pc:sldMk cId="1975243977" sldId="285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3773334495" sldId="286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743092061" sldId="287"/>
        </pc:sldMkLst>
      </pc:sldChg>
      <pc:sldChg chg="del">
        <pc:chgData name="Sohag Kabir" userId="e9b0da40-aef8-480a-bb63-d1daacecf555" providerId="ADAL" clId="{B93E19F7-CF17-4898-9657-10FD6636A87B}" dt="2024-10-05T13:26:09.729" v="2422" actId="47"/>
        <pc:sldMkLst>
          <pc:docMk/>
          <pc:sldMk cId="2923510616" sldId="288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324322734" sldId="289"/>
        </pc:sldMkLst>
      </pc:sldChg>
      <pc:sldChg chg="del">
        <pc:chgData name="Sohag Kabir" userId="e9b0da40-aef8-480a-bb63-d1daacecf555" providerId="ADAL" clId="{B93E19F7-CF17-4898-9657-10FD6636A87B}" dt="2024-10-05T13:26:12.295" v="2423" actId="47"/>
        <pc:sldMkLst>
          <pc:docMk/>
          <pc:sldMk cId="2997775987" sldId="290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522993105" sldId="291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047879687" sldId="292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84711293" sldId="293"/>
        </pc:sldMkLst>
      </pc:sldChg>
      <pc:sldChg chg="del">
        <pc:chgData name="Sohag Kabir" userId="e9b0da40-aef8-480a-bb63-d1daacecf555" providerId="ADAL" clId="{B93E19F7-CF17-4898-9657-10FD6636A87B}" dt="2024-10-05T13:26:14.963" v="2424" actId="47"/>
        <pc:sldMkLst>
          <pc:docMk/>
          <pc:sldMk cId="1163318038" sldId="294"/>
        </pc:sldMkLst>
      </pc:sldChg>
      <pc:sldChg chg="del">
        <pc:chgData name="Sohag Kabir" userId="e9b0da40-aef8-480a-bb63-d1daacecf555" providerId="ADAL" clId="{B93E19F7-CF17-4898-9657-10FD6636A87B}" dt="2024-10-05T13:26:17.661" v="2425" actId="47"/>
        <pc:sldMkLst>
          <pc:docMk/>
          <pc:sldMk cId="1736692387" sldId="295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1404130163" sldId="296"/>
        </pc:sldMkLst>
      </pc:sldChg>
      <pc:sldChg chg="del">
        <pc:chgData name="Sohag Kabir" userId="e9b0da40-aef8-480a-bb63-d1daacecf555" providerId="ADAL" clId="{B93E19F7-CF17-4898-9657-10FD6636A87B}" dt="2024-10-05T13:28:11.196" v="2427" actId="2696"/>
        <pc:sldMkLst>
          <pc:docMk/>
          <pc:sldMk cId="3364632169" sldId="297"/>
        </pc:sldMkLst>
      </pc:sldChg>
      <pc:sldChg chg="del">
        <pc:chgData name="Sohag Kabir" userId="e9b0da40-aef8-480a-bb63-d1daacecf555" providerId="ADAL" clId="{B93E19F7-CF17-4898-9657-10FD6636A87B}" dt="2024-10-05T16:53:08.551" v="3143" actId="2696"/>
        <pc:sldMkLst>
          <pc:docMk/>
          <pc:sldMk cId="683997717" sldId="298"/>
        </pc:sldMkLst>
      </pc:sldChg>
      <pc:sldChg chg="addSp delSp modSp add mod delAnim">
        <pc:chgData name="Sohag Kabir" userId="e9b0da40-aef8-480a-bb63-d1daacecf555" providerId="ADAL" clId="{B93E19F7-CF17-4898-9657-10FD6636A87B}" dt="2024-10-05T10:43:25.794" v="154" actId="14100"/>
        <pc:sldMkLst>
          <pc:docMk/>
          <pc:sldMk cId="2123858380" sldId="299"/>
        </pc:sldMkLst>
      </pc:sldChg>
      <pc:sldChg chg="modSp add mod">
        <pc:chgData name="Sohag Kabir" userId="e9b0da40-aef8-480a-bb63-d1daacecf555" providerId="ADAL" clId="{B93E19F7-CF17-4898-9657-10FD6636A87B}" dt="2024-10-05T11:25:22.271" v="1236" actId="113"/>
        <pc:sldMkLst>
          <pc:docMk/>
          <pc:sldMk cId="1426418876" sldId="300"/>
        </pc:sldMkLst>
      </pc:sldChg>
      <pc:sldChg chg="modSp add mod">
        <pc:chgData name="Sohag Kabir" userId="e9b0da40-aef8-480a-bb63-d1daacecf555" providerId="ADAL" clId="{B93E19F7-CF17-4898-9657-10FD6636A87B}" dt="2024-10-05T11:51:39.950" v="2252" actId="113"/>
        <pc:sldMkLst>
          <pc:docMk/>
          <pc:sldMk cId="4245518297" sldId="301"/>
        </pc:sldMkLst>
      </pc:sldChg>
      <pc:sldChg chg="modSp add mod">
        <pc:chgData name="Sohag Kabir" userId="e9b0da40-aef8-480a-bb63-d1daacecf555" providerId="ADAL" clId="{B93E19F7-CF17-4898-9657-10FD6636A87B}" dt="2024-10-05T11:48:50.124" v="2245" actId="207"/>
        <pc:sldMkLst>
          <pc:docMk/>
          <pc:sldMk cId="846972630" sldId="302"/>
        </pc:sldMkLst>
      </pc:sldChg>
      <pc:sldChg chg="addSp delSp modSp add mod addAnim delAnim">
        <pc:chgData name="Sohag Kabir" userId="e9b0da40-aef8-480a-bb63-d1daacecf555" providerId="ADAL" clId="{B93E19F7-CF17-4898-9657-10FD6636A87B}" dt="2024-10-05T12:12:26.606" v="2350" actId="20577"/>
        <pc:sldMkLst>
          <pc:docMk/>
          <pc:sldMk cId="3111864872" sldId="303"/>
        </pc:sldMkLst>
      </pc:sldChg>
      <pc:sldChg chg="addSp delSp modSp add mod">
        <pc:chgData name="Sohag Kabir" userId="e9b0da40-aef8-480a-bb63-d1daacecf555" providerId="ADAL" clId="{B93E19F7-CF17-4898-9657-10FD6636A87B}" dt="2024-10-05T13:25:10.268" v="2419" actId="255"/>
        <pc:sldMkLst>
          <pc:docMk/>
          <pc:sldMk cId="3848471798" sldId="304"/>
        </pc:sldMkLst>
      </pc:sldChg>
      <pc:sldChg chg="addSp delSp modSp add mod modAnim">
        <pc:chgData name="Sohag Kabir" userId="e9b0da40-aef8-480a-bb63-d1daacecf555" providerId="ADAL" clId="{B93E19F7-CF17-4898-9657-10FD6636A87B}" dt="2024-10-05T13:32:33.670" v="2448" actId="1076"/>
        <pc:sldMkLst>
          <pc:docMk/>
          <pc:sldMk cId="1153240218" sldId="305"/>
        </pc:sldMkLst>
      </pc:sldChg>
      <pc:sldChg chg="addSp delSp modSp add mod delAnim modAnim">
        <pc:chgData name="Sohag Kabir" userId="e9b0da40-aef8-480a-bb63-d1daacecf555" providerId="ADAL" clId="{B93E19F7-CF17-4898-9657-10FD6636A87B}" dt="2024-10-05T13:50:05.637" v="2496" actId="14100"/>
        <pc:sldMkLst>
          <pc:docMk/>
          <pc:sldMk cId="2096964769" sldId="306"/>
        </pc:sldMkLst>
      </pc:sldChg>
      <pc:sldChg chg="addSp delSp modSp add mod delAnim modAnim">
        <pc:chgData name="Sohag Kabir" userId="e9b0da40-aef8-480a-bb63-d1daacecf555" providerId="ADAL" clId="{B93E19F7-CF17-4898-9657-10FD6636A87B}" dt="2024-10-05T13:53:51.490" v="2521" actId="1076"/>
        <pc:sldMkLst>
          <pc:docMk/>
          <pc:sldMk cId="3822761777" sldId="307"/>
        </pc:sldMkLst>
      </pc:sldChg>
      <pc:sldChg chg="addSp delSp modSp add mod delAnim modAnim">
        <pc:chgData name="Sohag Kabir" userId="e9b0da40-aef8-480a-bb63-d1daacecf555" providerId="ADAL" clId="{B93E19F7-CF17-4898-9657-10FD6636A87B}" dt="2024-10-05T15:15:11.112" v="2654" actId="1076"/>
        <pc:sldMkLst>
          <pc:docMk/>
          <pc:sldMk cId="486127999" sldId="308"/>
        </pc:sldMkLst>
      </pc:sldChg>
      <pc:sldChg chg="addSp delSp modSp add mod">
        <pc:chgData name="Sohag Kabir" userId="e9b0da40-aef8-480a-bb63-d1daacecf555" providerId="ADAL" clId="{B93E19F7-CF17-4898-9657-10FD6636A87B}" dt="2024-10-05T15:15:19.436" v="2656" actId="1076"/>
        <pc:sldMkLst>
          <pc:docMk/>
          <pc:sldMk cId="722230659" sldId="309"/>
        </pc:sldMkLst>
      </pc:sldChg>
      <pc:sldChg chg="addSp delSp modSp add mod">
        <pc:chgData name="Sohag Kabir" userId="e9b0da40-aef8-480a-bb63-d1daacecf555" providerId="ADAL" clId="{B93E19F7-CF17-4898-9657-10FD6636A87B}" dt="2024-10-05T15:19:46.038" v="2678" actId="1076"/>
        <pc:sldMkLst>
          <pc:docMk/>
          <pc:sldMk cId="3109045321" sldId="310"/>
        </pc:sldMkLst>
      </pc:sldChg>
      <pc:sldChg chg="addSp delSp modSp add mod">
        <pc:chgData name="Sohag Kabir" userId="e9b0da40-aef8-480a-bb63-d1daacecf555" providerId="ADAL" clId="{B93E19F7-CF17-4898-9657-10FD6636A87B}" dt="2024-10-05T15:28:03.126" v="2708" actId="20577"/>
        <pc:sldMkLst>
          <pc:docMk/>
          <pc:sldMk cId="46135408" sldId="311"/>
        </pc:sldMkLst>
      </pc:sldChg>
      <pc:sldChg chg="addSp delSp modSp add mod delAnim modAnim">
        <pc:chgData name="Sohag Kabir" userId="e9b0da40-aef8-480a-bb63-d1daacecf555" providerId="ADAL" clId="{B93E19F7-CF17-4898-9657-10FD6636A87B}" dt="2024-10-05T15:51:59.215" v="2861" actId="20577"/>
        <pc:sldMkLst>
          <pc:docMk/>
          <pc:sldMk cId="972723603" sldId="312"/>
        </pc:sldMkLst>
      </pc:sldChg>
      <pc:sldChg chg="addSp delSp modSp add mod delAnim">
        <pc:chgData name="Sohag Kabir" userId="e9b0da40-aef8-480a-bb63-d1daacecf555" providerId="ADAL" clId="{B93E19F7-CF17-4898-9657-10FD6636A87B}" dt="2024-10-05T15:55:31.184" v="2895" actId="1076"/>
        <pc:sldMkLst>
          <pc:docMk/>
          <pc:sldMk cId="239066561" sldId="313"/>
        </pc:sldMkLst>
      </pc:sldChg>
      <pc:sldChg chg="addSp delSp modSp add mod">
        <pc:chgData name="Sohag Kabir" userId="e9b0da40-aef8-480a-bb63-d1daacecf555" providerId="ADAL" clId="{B93E19F7-CF17-4898-9657-10FD6636A87B}" dt="2024-10-05T15:58:36.317" v="2918" actId="1076"/>
        <pc:sldMkLst>
          <pc:docMk/>
          <pc:sldMk cId="915143749" sldId="314"/>
        </pc:sldMkLst>
      </pc:sldChg>
      <pc:sldChg chg="add del">
        <pc:chgData name="Sohag Kabir" userId="e9b0da40-aef8-480a-bb63-d1daacecf555" providerId="ADAL" clId="{B93E19F7-CF17-4898-9657-10FD6636A87B}" dt="2024-10-05T16:12:30.397" v="2963" actId="2696"/>
        <pc:sldMkLst>
          <pc:docMk/>
          <pc:sldMk cId="1173708504" sldId="315"/>
        </pc:sldMkLst>
      </pc:sldChg>
      <pc:sldChg chg="addSp modSp add mod ord">
        <pc:chgData name="Sohag Kabir" userId="e9b0da40-aef8-480a-bb63-d1daacecf555" providerId="ADAL" clId="{B93E19F7-CF17-4898-9657-10FD6636A87B}" dt="2024-10-05T17:07:53.200" v="3293" actId="1076"/>
        <pc:sldMkLst>
          <pc:docMk/>
          <pc:sldMk cId="176035261" sldId="316"/>
        </pc:sldMkLst>
      </pc:sldChg>
      <pc:sldChg chg="addSp delSp modSp add mod modAnim">
        <pc:chgData name="Sohag Kabir" userId="e9b0da40-aef8-480a-bb63-d1daacecf555" providerId="ADAL" clId="{B93E19F7-CF17-4898-9657-10FD6636A87B}" dt="2024-10-05T17:07:07.761" v="3284" actId="20577"/>
        <pc:sldMkLst>
          <pc:docMk/>
          <pc:sldMk cId="3739762811" sldId="317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6:09.728" v="3259" actId="1035"/>
        <pc:sldMkLst>
          <pc:docMk/>
          <pc:sldMk cId="2072777590" sldId="318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5:04.625" v="3235" actId="1076"/>
        <pc:sldMkLst>
          <pc:docMk/>
          <pc:sldMk cId="2430164481" sldId="319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4:32.992" v="3230" actId="1076"/>
        <pc:sldMkLst>
          <pc:docMk/>
          <pc:sldMk cId="1104326229" sldId="320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3:36.306" v="3217" actId="478"/>
        <pc:sldMkLst>
          <pc:docMk/>
          <pc:sldMk cId="3732061710" sldId="321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3:18.565" v="3213" actId="1076"/>
        <pc:sldMkLst>
          <pc:docMk/>
          <pc:sldMk cId="4110926446" sldId="322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2:49.710" v="3207" actId="478"/>
        <pc:sldMkLst>
          <pc:docMk/>
          <pc:sldMk cId="1701472916" sldId="323"/>
        </pc:sldMkLst>
      </pc:sldChg>
      <pc:sldChg chg="addSp delSp modSp add mod delAnim modAnim">
        <pc:chgData name="Sohag Kabir" userId="e9b0da40-aef8-480a-bb63-d1daacecf555" providerId="ADAL" clId="{B93E19F7-CF17-4898-9657-10FD6636A87B}" dt="2024-10-05T17:02:19.974" v="3201" actId="113"/>
        <pc:sldMkLst>
          <pc:docMk/>
          <pc:sldMk cId="3154535261" sldId="324"/>
        </pc:sldMkLst>
      </pc:sldChg>
      <pc:sldChg chg="addSp delSp modSp add mod delAnim modAnim">
        <pc:chgData name="Sohag Kabir" userId="e9b0da40-aef8-480a-bb63-d1daacecf555" providerId="ADAL" clId="{B93E19F7-CF17-4898-9657-10FD6636A87B}" dt="2024-10-05T16:59:33.534" v="3194" actId="20577"/>
        <pc:sldMkLst>
          <pc:docMk/>
          <pc:sldMk cId="3053571331" sldId="325"/>
        </pc:sldMkLst>
      </pc:sldChg>
      <pc:sldChg chg="addSp delSp modSp add mod delAnim modAnim">
        <pc:chgData name="Sohag Kabir" userId="e9b0da40-aef8-480a-bb63-d1daacecf555" providerId="ADAL" clId="{B93E19F7-CF17-4898-9657-10FD6636A87B}" dt="2024-10-05T16:58:52.896" v="3187" actId="6549"/>
        <pc:sldMkLst>
          <pc:docMk/>
          <pc:sldMk cId="421772403" sldId="326"/>
        </pc:sldMkLst>
      </pc:sldChg>
    </pc:docChg>
  </pc:docChgLst>
  <pc:docChgLst>
    <pc:chgData name="Amanda Hurford" userId="98930892-8a15-421c-920a-5ad07b8152e5" providerId="ADAL" clId="{B7381A77-56A2-4C4C-BE6A-076B8D709D33}"/>
    <pc:docChg chg="custSel addSld modSld">
      <pc:chgData name="Amanda Hurford" userId="98930892-8a15-421c-920a-5ad07b8152e5" providerId="ADAL" clId="{B7381A77-56A2-4C4C-BE6A-076B8D709D33}" dt="2019-09-18T11:25:11.948" v="584" actId="20577"/>
      <pc:docMkLst>
        <pc:docMk/>
      </pc:docMkLst>
      <pc:sldChg chg="modSp">
        <pc:chgData name="Amanda Hurford" userId="98930892-8a15-421c-920a-5ad07b8152e5" providerId="ADAL" clId="{B7381A77-56A2-4C4C-BE6A-076B8D709D33}" dt="2019-09-18T11:25:11.948" v="584" actId="20577"/>
        <pc:sldMkLst>
          <pc:docMk/>
          <pc:sldMk cId="2795566495" sldId="256"/>
        </pc:sldMkLst>
      </pc:sldChg>
      <pc:sldChg chg="modSp">
        <pc:chgData name="Amanda Hurford" userId="98930892-8a15-421c-920a-5ad07b8152e5" providerId="ADAL" clId="{B7381A77-56A2-4C4C-BE6A-076B8D709D33}" dt="2019-09-18T11:16:45.883" v="92"/>
        <pc:sldMkLst>
          <pc:docMk/>
          <pc:sldMk cId="1986263407" sldId="257"/>
        </pc:sldMkLst>
      </pc:sldChg>
      <pc:sldChg chg="modSp">
        <pc:chgData name="Amanda Hurford" userId="98930892-8a15-421c-920a-5ad07b8152e5" providerId="ADAL" clId="{B7381A77-56A2-4C4C-BE6A-076B8D709D33}" dt="2019-09-18T11:16:52.459" v="93"/>
        <pc:sldMkLst>
          <pc:docMk/>
          <pc:sldMk cId="1234101355" sldId="258"/>
        </pc:sldMkLst>
      </pc:sldChg>
      <pc:sldChg chg="modSp">
        <pc:chgData name="Amanda Hurford" userId="98930892-8a15-421c-920a-5ad07b8152e5" providerId="ADAL" clId="{B7381A77-56A2-4C4C-BE6A-076B8D709D33}" dt="2019-09-18T11:16:57.654" v="94"/>
        <pc:sldMkLst>
          <pc:docMk/>
          <pc:sldMk cId="2490493203" sldId="259"/>
        </pc:sldMkLst>
      </pc:sldChg>
      <pc:sldChg chg="modSp">
        <pc:chgData name="Amanda Hurford" userId="98930892-8a15-421c-920a-5ad07b8152e5" providerId="ADAL" clId="{B7381A77-56A2-4C4C-BE6A-076B8D709D33}" dt="2019-09-18T11:17:03.833" v="95"/>
        <pc:sldMkLst>
          <pc:docMk/>
          <pc:sldMk cId="4036761262" sldId="260"/>
        </pc:sldMkLst>
      </pc:sldChg>
      <pc:sldChg chg="modSp">
        <pc:chgData name="Amanda Hurford" userId="98930892-8a15-421c-920a-5ad07b8152e5" providerId="ADAL" clId="{B7381A77-56A2-4C4C-BE6A-076B8D709D33}" dt="2019-09-18T11:17:09.650" v="96"/>
        <pc:sldMkLst>
          <pc:docMk/>
          <pc:sldMk cId="1583876998" sldId="261"/>
        </pc:sldMkLst>
      </pc:sldChg>
      <pc:sldChg chg="modSp">
        <pc:chgData name="Amanda Hurford" userId="98930892-8a15-421c-920a-5ad07b8152e5" providerId="ADAL" clId="{B7381A77-56A2-4C4C-BE6A-076B8D709D33}" dt="2019-09-18T11:17:15.322" v="97"/>
        <pc:sldMkLst>
          <pc:docMk/>
          <pc:sldMk cId="3003749866" sldId="262"/>
        </pc:sldMkLst>
      </pc:sldChg>
      <pc:sldChg chg="modSp">
        <pc:chgData name="Amanda Hurford" userId="98930892-8a15-421c-920a-5ad07b8152e5" providerId="ADAL" clId="{B7381A77-56A2-4C4C-BE6A-076B8D709D33}" dt="2019-09-18T11:17:20.563" v="98"/>
        <pc:sldMkLst>
          <pc:docMk/>
          <pc:sldMk cId="1736237551" sldId="263"/>
        </pc:sldMkLst>
      </pc:sldChg>
      <pc:sldChg chg="modSp add">
        <pc:chgData name="Amanda Hurford" userId="98930892-8a15-421c-920a-5ad07b8152e5" providerId="ADAL" clId="{B7381A77-56A2-4C4C-BE6A-076B8D709D33}" dt="2019-09-18T11:24:01.468" v="576" actId="207"/>
        <pc:sldMkLst>
          <pc:docMk/>
          <pc:sldMk cId="4146333179" sldId="264"/>
        </pc:sldMkLst>
      </pc:sldChg>
    </pc:docChg>
  </pc:docChgLst>
  <pc:docChgLst>
    <pc:chgData name="Sohag Kabir" userId="e9b0da40-aef8-480a-bb63-d1daacecf555" providerId="ADAL" clId="{59E50A16-9BA8-49D3-AC37-5E7298F40FAE}"/>
    <pc:docChg chg="custSel addSld modSld">
      <pc:chgData name="Sohag Kabir" userId="e9b0da40-aef8-480a-bb63-d1daacecf555" providerId="ADAL" clId="{59E50A16-9BA8-49D3-AC37-5E7298F40FAE}" dt="2020-01-20T20:37:55.826" v="150"/>
      <pc:docMkLst>
        <pc:docMk/>
      </pc:docMkLst>
      <pc:sldChg chg="addSp delSp modSp">
        <pc:chgData name="Sohag Kabir" userId="e9b0da40-aef8-480a-bb63-d1daacecf555" providerId="ADAL" clId="{59E50A16-9BA8-49D3-AC37-5E7298F40FAE}" dt="2020-01-19T16:11:03.471" v="0" actId="931"/>
        <pc:sldMkLst>
          <pc:docMk/>
          <pc:sldMk cId="2795566495" sldId="256"/>
        </pc:sldMkLst>
      </pc:sldChg>
      <pc:sldChg chg="modSp modAnim">
        <pc:chgData name="Sohag Kabir" userId="e9b0da40-aef8-480a-bb63-d1daacecf555" providerId="ADAL" clId="{59E50A16-9BA8-49D3-AC37-5E7298F40FAE}" dt="2020-01-20T20:30:46.866" v="133"/>
        <pc:sldMkLst>
          <pc:docMk/>
          <pc:sldMk cId="1986263407" sldId="257"/>
        </pc:sldMkLst>
      </pc:sldChg>
      <pc:sldChg chg="modSp">
        <pc:chgData name="Sohag Kabir" userId="e9b0da40-aef8-480a-bb63-d1daacecf555" providerId="ADAL" clId="{59E50A16-9BA8-49D3-AC37-5E7298F40FAE}" dt="2020-01-20T20:26:52.680" v="110" actId="2"/>
        <pc:sldMkLst>
          <pc:docMk/>
          <pc:sldMk cId="1234101355" sldId="258"/>
        </pc:sldMkLst>
      </pc:sldChg>
      <pc:sldChg chg="modSp">
        <pc:chgData name="Sohag Kabir" userId="e9b0da40-aef8-480a-bb63-d1daacecf555" providerId="ADAL" clId="{59E50A16-9BA8-49D3-AC37-5E7298F40FAE}" dt="2020-01-19T16:31:30.529" v="32" actId="14100"/>
        <pc:sldMkLst>
          <pc:docMk/>
          <pc:sldMk cId="2490493203" sldId="259"/>
        </pc:sldMkLst>
      </pc:sldChg>
      <pc:sldChg chg="modSp">
        <pc:chgData name="Sohag Kabir" userId="e9b0da40-aef8-480a-bb63-d1daacecf555" providerId="ADAL" clId="{59E50A16-9BA8-49D3-AC37-5E7298F40FAE}" dt="2020-01-20T20:26:59.677" v="112" actId="2"/>
        <pc:sldMkLst>
          <pc:docMk/>
          <pc:sldMk cId="4036761262" sldId="260"/>
        </pc:sldMkLst>
      </pc:sldChg>
      <pc:sldChg chg="addSp">
        <pc:chgData name="Sohag Kabir" userId="e9b0da40-aef8-480a-bb63-d1daacecf555" providerId="ADAL" clId="{59E50A16-9BA8-49D3-AC37-5E7298F40FAE}" dt="2020-01-19T17:34:50.740" v="67"/>
        <pc:sldMkLst>
          <pc:docMk/>
          <pc:sldMk cId="1583876998" sldId="261"/>
        </pc:sldMkLst>
      </pc:sldChg>
      <pc:sldChg chg="addSp delSp modSp modAnim">
        <pc:chgData name="Sohag Kabir" userId="e9b0da40-aef8-480a-bb63-d1daacecf555" providerId="ADAL" clId="{59E50A16-9BA8-49D3-AC37-5E7298F40FAE}" dt="2020-01-19T17:35:02.328" v="68"/>
        <pc:sldMkLst>
          <pc:docMk/>
          <pc:sldMk cId="3003749866" sldId="262"/>
        </pc:sldMkLst>
      </pc:sldChg>
      <pc:sldChg chg="addSp delSp modSp">
        <pc:chgData name="Sohag Kabir" userId="e9b0da40-aef8-480a-bb63-d1daacecf555" providerId="ADAL" clId="{59E50A16-9BA8-49D3-AC37-5E7298F40FAE}" dt="2020-01-20T20:27:14.902" v="115" actId="2"/>
        <pc:sldMkLst>
          <pc:docMk/>
          <pc:sldMk cId="1736237551" sldId="263"/>
        </pc:sldMkLst>
      </pc:sldChg>
      <pc:sldChg chg="addSp delSp modSp">
        <pc:chgData name="Sohag Kabir" userId="e9b0da40-aef8-480a-bb63-d1daacecf555" providerId="ADAL" clId="{59E50A16-9BA8-49D3-AC37-5E7298F40FAE}" dt="2020-01-20T20:37:55.826" v="150"/>
        <pc:sldMkLst>
          <pc:docMk/>
          <pc:sldMk cId="4146333179" sldId="264"/>
        </pc:sldMkLst>
      </pc:sldChg>
      <pc:sldChg chg="modAnim">
        <pc:chgData name="Sohag Kabir" userId="e9b0da40-aef8-480a-bb63-d1daacecf555" providerId="ADAL" clId="{59E50A16-9BA8-49D3-AC37-5E7298F40FAE}" dt="2020-01-20T20:34:30.621" v="148"/>
        <pc:sldMkLst>
          <pc:docMk/>
          <pc:sldMk cId="1671400381" sldId="265"/>
        </pc:sldMkLst>
      </pc:sldChg>
      <pc:sldChg chg="modSp">
        <pc:chgData name="Sohag Kabir" userId="e9b0da40-aef8-480a-bb63-d1daacecf555" providerId="ADAL" clId="{59E50A16-9BA8-49D3-AC37-5E7298F40FAE}" dt="2020-01-19T16:47:26.198" v="34" actId="1076"/>
        <pc:sldMkLst>
          <pc:docMk/>
          <pc:sldMk cId="1480265116" sldId="266"/>
        </pc:sldMkLst>
      </pc:sldChg>
      <pc:sldChg chg="addSp delSp modSp add modAnim">
        <pc:chgData name="Sohag Kabir" userId="e9b0da40-aef8-480a-bb63-d1daacecf555" providerId="ADAL" clId="{59E50A16-9BA8-49D3-AC37-5E7298F40FAE}" dt="2020-01-19T16:26:10.250" v="25"/>
        <pc:sldMkLst>
          <pc:docMk/>
          <pc:sldMk cId="763715465" sldId="267"/>
        </pc:sldMkLst>
      </pc:sldChg>
    </pc:docChg>
  </pc:docChgLst>
  <pc:docChgLst>
    <pc:chgData name="Sohag Kabir" userId="e9b0da40-aef8-480a-bb63-d1daacecf555" providerId="ADAL" clId="{7EF9A945-C526-4C17-9362-CDA0FCCCDA95}"/>
    <pc:docChg chg="undo custSel addSld delSld modSld sldOrd">
      <pc:chgData name="Sohag Kabir" userId="e9b0da40-aef8-480a-bb63-d1daacecf555" providerId="ADAL" clId="{7EF9A945-C526-4C17-9362-CDA0FCCCDA95}" dt="2024-10-24T18:43:21.691" v="1526" actId="47"/>
      <pc:docMkLst>
        <pc:docMk/>
      </pc:docMkLst>
      <pc:sldChg chg="modSp mod">
        <pc:chgData name="Sohag Kabir" userId="e9b0da40-aef8-480a-bb63-d1daacecf555" providerId="ADAL" clId="{7EF9A945-C526-4C17-9362-CDA0FCCCDA95}" dt="2024-10-24T08:27:03.431" v="1" actId="27636"/>
        <pc:sldMkLst>
          <pc:docMk/>
          <pc:sldMk cId="2795566495" sldId="256"/>
        </pc:sldMkLst>
      </pc:sldChg>
      <pc:sldChg chg="modSp mod">
        <pc:chgData name="Sohag Kabir" userId="e9b0da40-aef8-480a-bb63-d1daacecf555" providerId="ADAL" clId="{7EF9A945-C526-4C17-9362-CDA0FCCCDA95}" dt="2024-10-24T08:27:39.811" v="4"/>
        <pc:sldMkLst>
          <pc:docMk/>
          <pc:sldMk cId="1234101355" sldId="258"/>
        </pc:sldMkLst>
      </pc:sldChg>
      <pc:sldChg chg="addSp delSp modSp mod modAnim">
        <pc:chgData name="Sohag Kabir" userId="e9b0da40-aef8-480a-bb63-d1daacecf555" providerId="ADAL" clId="{7EF9A945-C526-4C17-9362-CDA0FCCCDA95}" dt="2024-10-24T08:56:36.430" v="41"/>
        <pc:sldMkLst>
          <pc:docMk/>
          <pc:sldMk cId="616367942" sldId="279"/>
        </pc:sldMkLst>
      </pc:sldChg>
      <pc:sldChg chg="addSp delSp modSp mod delAnim">
        <pc:chgData name="Sohag Kabir" userId="e9b0da40-aef8-480a-bb63-d1daacecf555" providerId="ADAL" clId="{7EF9A945-C526-4C17-9362-CDA0FCCCDA95}" dt="2024-10-24T09:14:18.770" v="89" actId="478"/>
        <pc:sldMkLst>
          <pc:docMk/>
          <pc:sldMk cId="4080867092" sldId="328"/>
        </pc:sldMkLst>
      </pc:sldChg>
      <pc:sldChg chg="del">
        <pc:chgData name="Sohag Kabir" userId="e9b0da40-aef8-480a-bb63-d1daacecf555" providerId="ADAL" clId="{7EF9A945-C526-4C17-9362-CDA0FCCCDA95}" dt="2024-10-24T18:23:41.324" v="1352" actId="2696"/>
        <pc:sldMkLst>
          <pc:docMk/>
          <pc:sldMk cId="4199687532" sldId="330"/>
        </pc:sldMkLst>
      </pc:sldChg>
      <pc:sldChg chg="addSp delSp modSp mod delAnim">
        <pc:chgData name="Sohag Kabir" userId="e9b0da40-aef8-480a-bb63-d1daacecf555" providerId="ADAL" clId="{7EF9A945-C526-4C17-9362-CDA0FCCCDA95}" dt="2024-10-24T13:43:55.564" v="247" actId="5793"/>
        <pc:sldMkLst>
          <pc:docMk/>
          <pc:sldMk cId="327274818" sldId="331"/>
        </pc:sldMkLst>
      </pc:sldChg>
      <pc:sldChg chg="addSp delSp modSp mod delAnim modAnim">
        <pc:chgData name="Sohag Kabir" userId="e9b0da40-aef8-480a-bb63-d1daacecf555" providerId="ADAL" clId="{7EF9A945-C526-4C17-9362-CDA0FCCCDA95}" dt="2024-10-24T13:51:21.034" v="316" actId="1076"/>
        <pc:sldMkLst>
          <pc:docMk/>
          <pc:sldMk cId="608246039" sldId="332"/>
        </pc:sldMkLst>
      </pc:sldChg>
      <pc:sldChg chg="addSp delSp modSp mod addAnim delAnim modAnim">
        <pc:chgData name="Sohag Kabir" userId="e9b0da40-aef8-480a-bb63-d1daacecf555" providerId="ADAL" clId="{7EF9A945-C526-4C17-9362-CDA0FCCCDA95}" dt="2024-10-24T14:56:16.940" v="406"/>
        <pc:sldMkLst>
          <pc:docMk/>
          <pc:sldMk cId="1986047182" sldId="333"/>
        </pc:sldMkLst>
      </pc:sldChg>
      <pc:sldChg chg="addSp delSp modSp mod delAnim modAnim modNotesTx">
        <pc:chgData name="Sohag Kabir" userId="e9b0da40-aef8-480a-bb63-d1daacecf555" providerId="ADAL" clId="{7EF9A945-C526-4C17-9362-CDA0FCCCDA95}" dt="2024-10-24T15:22:36.354" v="578"/>
        <pc:sldMkLst>
          <pc:docMk/>
          <pc:sldMk cId="3910056402" sldId="334"/>
        </pc:sldMkLst>
      </pc:sldChg>
      <pc:sldChg chg="addSp delSp modSp mod delAnim">
        <pc:chgData name="Sohag Kabir" userId="e9b0da40-aef8-480a-bb63-d1daacecf555" providerId="ADAL" clId="{7EF9A945-C526-4C17-9362-CDA0FCCCDA95}" dt="2024-10-24T15:51:01.111" v="596" actId="1076"/>
        <pc:sldMkLst>
          <pc:docMk/>
          <pc:sldMk cId="3420084136" sldId="335"/>
        </pc:sldMkLst>
      </pc:sldChg>
      <pc:sldChg chg="addSp delSp modSp mod">
        <pc:chgData name="Sohag Kabir" userId="e9b0da40-aef8-480a-bb63-d1daacecf555" providerId="ADAL" clId="{7EF9A945-C526-4C17-9362-CDA0FCCCDA95}" dt="2024-10-24T18:22:56.015" v="1348" actId="1076"/>
        <pc:sldMkLst>
          <pc:docMk/>
          <pc:sldMk cId="3696350527" sldId="336"/>
        </pc:sldMkLst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3682386880" sldId="338"/>
        </pc:sldMkLst>
      </pc:sldChg>
      <pc:sldChg chg="addSp delSp modSp mod modAnim">
        <pc:chgData name="Sohag Kabir" userId="e9b0da40-aef8-480a-bb63-d1daacecf555" providerId="ADAL" clId="{7EF9A945-C526-4C17-9362-CDA0FCCCDA95}" dt="2024-10-24T12:50:47.350" v="183" actId="1076"/>
        <pc:sldMkLst>
          <pc:docMk/>
          <pc:sldMk cId="3521441372" sldId="359"/>
        </pc:sldMkLst>
      </pc:sldChg>
      <pc:sldChg chg="addSp delSp modSp mod delAnim modAnim">
        <pc:chgData name="Sohag Kabir" userId="e9b0da40-aef8-480a-bb63-d1daacecf555" providerId="ADAL" clId="{7EF9A945-C526-4C17-9362-CDA0FCCCDA95}" dt="2024-10-24T16:18:18.417" v="735" actId="27636"/>
        <pc:sldMkLst>
          <pc:docMk/>
          <pc:sldMk cId="2462774452" sldId="360"/>
        </pc:sldMkLst>
      </pc:sldChg>
      <pc:sldChg chg="addSp delSp modSp mod delAnim modAnim">
        <pc:chgData name="Sohag Kabir" userId="e9b0da40-aef8-480a-bb63-d1daacecf555" providerId="ADAL" clId="{7EF9A945-C526-4C17-9362-CDA0FCCCDA95}" dt="2024-10-24T17:28:44.616" v="843"/>
        <pc:sldMkLst>
          <pc:docMk/>
          <pc:sldMk cId="763177085" sldId="361"/>
        </pc:sldMkLst>
      </pc:sldChg>
      <pc:sldChg chg="addSp delSp modSp mod modAnim">
        <pc:chgData name="Sohag Kabir" userId="e9b0da40-aef8-480a-bb63-d1daacecf555" providerId="ADAL" clId="{7EF9A945-C526-4C17-9362-CDA0FCCCDA95}" dt="2024-10-24T17:56:38.719" v="1125" actId="1076"/>
        <pc:sldMkLst>
          <pc:docMk/>
          <pc:sldMk cId="1752164433" sldId="362"/>
        </pc:sldMkLst>
      </pc:sldChg>
      <pc:sldChg chg="addSp delSp modSp mod delAnim">
        <pc:chgData name="Sohag Kabir" userId="e9b0da40-aef8-480a-bb63-d1daacecf555" providerId="ADAL" clId="{7EF9A945-C526-4C17-9362-CDA0FCCCDA95}" dt="2024-10-24T18:09:53.950" v="1203" actId="2711"/>
        <pc:sldMkLst>
          <pc:docMk/>
          <pc:sldMk cId="1413421255" sldId="363"/>
        </pc:sldMkLst>
      </pc:sldChg>
      <pc:sldChg chg="addSp delSp modSp mod delAnim">
        <pc:chgData name="Sohag Kabir" userId="e9b0da40-aef8-480a-bb63-d1daacecf555" providerId="ADAL" clId="{7EF9A945-C526-4C17-9362-CDA0FCCCDA95}" dt="2024-10-24T18:16:49.436" v="1318" actId="1076"/>
        <pc:sldMkLst>
          <pc:docMk/>
          <pc:sldMk cId="966355620" sldId="364"/>
        </pc:sldMkLst>
      </pc:sldChg>
      <pc:sldChg chg="del">
        <pc:chgData name="Sohag Kabir" userId="e9b0da40-aef8-480a-bb63-d1daacecf555" providerId="ADAL" clId="{7EF9A945-C526-4C17-9362-CDA0FCCCDA95}" dt="2024-10-24T18:23:31.723" v="1349" actId="2696"/>
        <pc:sldMkLst>
          <pc:docMk/>
          <pc:sldMk cId="3818541458" sldId="365"/>
        </pc:sldMkLst>
      </pc:sldChg>
      <pc:sldChg chg="del">
        <pc:chgData name="Sohag Kabir" userId="e9b0da40-aef8-480a-bb63-d1daacecf555" providerId="ADAL" clId="{7EF9A945-C526-4C17-9362-CDA0FCCCDA95}" dt="2024-10-24T18:23:34.658" v="1350" actId="2696"/>
        <pc:sldMkLst>
          <pc:docMk/>
          <pc:sldMk cId="2349230793" sldId="366"/>
        </pc:sldMkLst>
      </pc:sldChg>
      <pc:sldChg chg="del">
        <pc:chgData name="Sohag Kabir" userId="e9b0da40-aef8-480a-bb63-d1daacecf555" providerId="ADAL" clId="{7EF9A945-C526-4C17-9362-CDA0FCCCDA95}" dt="2024-10-24T18:23:37.568" v="1351" actId="2696"/>
        <pc:sldMkLst>
          <pc:docMk/>
          <pc:sldMk cId="1395021926" sldId="367"/>
        </pc:sldMkLst>
      </pc:sldChg>
      <pc:sldChg chg="del">
        <pc:chgData name="Sohag Kabir" userId="e9b0da40-aef8-480a-bb63-d1daacecf555" providerId="ADAL" clId="{7EF9A945-C526-4C17-9362-CDA0FCCCDA95}" dt="2024-10-24T18:23:49.772" v="1354" actId="2696"/>
        <pc:sldMkLst>
          <pc:docMk/>
          <pc:sldMk cId="299605582" sldId="368"/>
        </pc:sldMkLst>
      </pc:sldChg>
      <pc:sldChg chg="del">
        <pc:chgData name="Sohag Kabir" userId="e9b0da40-aef8-480a-bb63-d1daacecf555" providerId="ADAL" clId="{7EF9A945-C526-4C17-9362-CDA0FCCCDA95}" dt="2024-10-24T18:23:45.053" v="1353" actId="2696"/>
        <pc:sldMkLst>
          <pc:docMk/>
          <pc:sldMk cId="754407248" sldId="369"/>
        </pc:sldMkLst>
      </pc:sldChg>
      <pc:sldChg chg="del">
        <pc:chgData name="Sohag Kabir" userId="e9b0da40-aef8-480a-bb63-d1daacecf555" providerId="ADAL" clId="{7EF9A945-C526-4C17-9362-CDA0FCCCDA95}" dt="2024-10-24T18:23:57.331" v="1356" actId="2696"/>
        <pc:sldMkLst>
          <pc:docMk/>
          <pc:sldMk cId="1311055612" sldId="370"/>
        </pc:sldMkLst>
      </pc:sldChg>
      <pc:sldChg chg="del">
        <pc:chgData name="Sohag Kabir" userId="e9b0da40-aef8-480a-bb63-d1daacecf555" providerId="ADAL" clId="{7EF9A945-C526-4C17-9362-CDA0FCCCDA95}" dt="2024-10-24T18:23:53.711" v="1355" actId="2696"/>
        <pc:sldMkLst>
          <pc:docMk/>
          <pc:sldMk cId="3901912987" sldId="371"/>
        </pc:sldMkLst>
      </pc:sldChg>
      <pc:sldChg chg="addSp delSp modSp mod">
        <pc:chgData name="Sohag Kabir" userId="e9b0da40-aef8-480a-bb63-d1daacecf555" providerId="ADAL" clId="{7EF9A945-C526-4C17-9362-CDA0FCCCDA95}" dt="2024-10-24T18:26:04.632" v="1373" actId="1076"/>
        <pc:sldMkLst>
          <pc:docMk/>
          <pc:sldMk cId="3747748722" sldId="372"/>
        </pc:sldMkLst>
      </pc:sldChg>
      <pc:sldChg chg="addSp delSp modSp mod delAnim">
        <pc:chgData name="Sohag Kabir" userId="e9b0da40-aef8-480a-bb63-d1daacecf555" providerId="ADAL" clId="{7EF9A945-C526-4C17-9362-CDA0FCCCDA95}" dt="2024-10-24T18:41:04.210" v="1510" actId="1076"/>
        <pc:sldMkLst>
          <pc:docMk/>
          <pc:sldMk cId="3375668013" sldId="373"/>
        </pc:sldMkLst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1611830988" sldId="374"/>
        </pc:sldMkLst>
      </pc:sldChg>
      <pc:sldChg chg="del">
        <pc:chgData name="Sohag Kabir" userId="e9b0da40-aef8-480a-bb63-d1daacecf555" providerId="ADAL" clId="{7EF9A945-C526-4C17-9362-CDA0FCCCDA95}" dt="2024-10-24T18:43:17.396" v="1525" actId="47"/>
        <pc:sldMkLst>
          <pc:docMk/>
          <pc:sldMk cId="1298737182" sldId="375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1594471907" sldId="376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4271638061" sldId="377"/>
        </pc:sldMkLst>
      </pc:sldChg>
      <pc:sldChg chg="del">
        <pc:chgData name="Sohag Kabir" userId="e9b0da40-aef8-480a-bb63-d1daacecf555" providerId="ADAL" clId="{7EF9A945-C526-4C17-9362-CDA0FCCCDA95}" dt="2024-10-24T18:43:21.691" v="1526" actId="47"/>
        <pc:sldMkLst>
          <pc:docMk/>
          <pc:sldMk cId="3924167895" sldId="378"/>
        </pc:sldMkLst>
      </pc:sldChg>
      <pc:sldChg chg="addSp delSp modSp add mod delAnim modAnim">
        <pc:chgData name="Sohag Kabir" userId="e9b0da40-aef8-480a-bb63-d1daacecf555" providerId="ADAL" clId="{7EF9A945-C526-4C17-9362-CDA0FCCCDA95}" dt="2024-10-24T16:21:13.538" v="752"/>
        <pc:sldMkLst>
          <pc:docMk/>
          <pc:sldMk cId="3873848662" sldId="379"/>
        </pc:sldMkLst>
      </pc:sldChg>
      <pc:sldChg chg="modSp add mod">
        <pc:chgData name="Sohag Kabir" userId="e9b0da40-aef8-480a-bb63-d1daacecf555" providerId="ADAL" clId="{7EF9A945-C526-4C17-9362-CDA0FCCCDA95}" dt="2024-10-24T17:06:23.111" v="762" actId="6549"/>
        <pc:sldMkLst>
          <pc:docMk/>
          <pc:sldMk cId="3656481736" sldId="380"/>
        </pc:sldMkLst>
      </pc:sldChg>
      <pc:sldChg chg="addSp delSp modSp add mod delAnim modAnim">
        <pc:chgData name="Sohag Kabir" userId="e9b0da40-aef8-480a-bb63-d1daacecf555" providerId="ADAL" clId="{7EF9A945-C526-4C17-9362-CDA0FCCCDA95}" dt="2024-10-24T18:02:44.576" v="1156" actId="1076"/>
        <pc:sldMkLst>
          <pc:docMk/>
          <pc:sldMk cId="635394638" sldId="381"/>
        </pc:sldMkLst>
      </pc:sldChg>
      <pc:sldChg chg="addSp delSp modSp add mod ord">
        <pc:chgData name="Sohag Kabir" userId="e9b0da40-aef8-480a-bb63-d1daacecf555" providerId="ADAL" clId="{7EF9A945-C526-4C17-9362-CDA0FCCCDA95}" dt="2024-10-24T18:09:35.121" v="1201"/>
        <pc:sldMkLst>
          <pc:docMk/>
          <pc:sldMk cId="3673720568" sldId="382"/>
        </pc:sldMkLst>
      </pc:sldChg>
      <pc:sldChg chg="modSp add mod ord">
        <pc:chgData name="Sohag Kabir" userId="e9b0da40-aef8-480a-bb63-d1daacecf555" providerId="ADAL" clId="{7EF9A945-C526-4C17-9362-CDA0FCCCDA95}" dt="2024-10-24T18:10:10.369" v="1205" actId="2711"/>
        <pc:sldMkLst>
          <pc:docMk/>
          <pc:sldMk cId="3878483686" sldId="383"/>
        </pc:sldMkLst>
      </pc:sldChg>
      <pc:sldChg chg="addSp delSp modSp add mod ord">
        <pc:chgData name="Sohag Kabir" userId="e9b0da40-aef8-480a-bb63-d1daacecf555" providerId="ADAL" clId="{7EF9A945-C526-4C17-9362-CDA0FCCCDA95}" dt="2024-10-24T18:11:57.144" v="1226" actId="1076"/>
        <pc:sldMkLst>
          <pc:docMk/>
          <pc:sldMk cId="1278378718" sldId="384"/>
        </pc:sldMkLst>
      </pc:sldChg>
      <pc:sldChg chg="delSp modSp add mod">
        <pc:chgData name="Sohag Kabir" userId="e9b0da40-aef8-480a-bb63-d1daacecf555" providerId="ADAL" clId="{7EF9A945-C526-4C17-9362-CDA0FCCCDA95}" dt="2024-10-24T18:32:59.447" v="1436" actId="14100"/>
        <pc:sldMkLst>
          <pc:docMk/>
          <pc:sldMk cId="2980208357" sldId="385"/>
        </pc:sldMkLst>
      </pc:sldChg>
      <pc:sldChg chg="modSp add mod">
        <pc:chgData name="Sohag Kabir" userId="e9b0da40-aef8-480a-bb63-d1daacecf555" providerId="ADAL" clId="{7EF9A945-C526-4C17-9362-CDA0FCCCDA95}" dt="2024-10-24T18:38:26.523" v="1485"/>
        <pc:sldMkLst>
          <pc:docMk/>
          <pc:sldMk cId="165245552" sldId="386"/>
        </pc:sldMkLst>
      </pc:sldChg>
      <pc:sldChg chg="addSp delSp modSp add mod">
        <pc:chgData name="Sohag Kabir" userId="e9b0da40-aef8-480a-bb63-d1daacecf555" providerId="ADAL" clId="{7EF9A945-C526-4C17-9362-CDA0FCCCDA95}" dt="2024-10-24T18:42:32.907" v="1524" actId="1076"/>
        <pc:sldMkLst>
          <pc:docMk/>
          <pc:sldMk cId="942254707" sldId="387"/>
        </pc:sldMkLst>
      </pc:sldChg>
    </pc:docChg>
  </pc:docChgLst>
  <pc:docChgLst>
    <pc:chgData name="Sohag Kabir" userId="e9b0da40-aef8-480a-bb63-d1daacecf555" providerId="ADAL" clId="{C0FDB04E-6320-4A0C-A5C9-BF738384E02A}"/>
    <pc:docChg chg="undo redo custSel addSld delSld modSld sldOrd modMainMaster">
      <pc:chgData name="Sohag Kabir" userId="e9b0da40-aef8-480a-bb63-d1daacecf555" providerId="ADAL" clId="{C0FDB04E-6320-4A0C-A5C9-BF738384E02A}" dt="2024-10-11T10:38:52.410" v="4377" actId="1076"/>
      <pc:docMkLst>
        <pc:docMk/>
      </pc:docMkLst>
      <pc:sldChg chg="modSp mod">
        <pc:chgData name="Sohag Kabir" userId="e9b0da40-aef8-480a-bb63-d1daacecf555" providerId="ADAL" clId="{C0FDB04E-6320-4A0C-A5C9-BF738384E02A}" dt="2024-10-08T13:27:56.934" v="11" actId="20577"/>
        <pc:sldMkLst>
          <pc:docMk/>
          <pc:sldMk cId="2795566495" sldId="256"/>
        </pc:sldMkLst>
      </pc:sldChg>
      <pc:sldChg chg="modSp mod">
        <pc:chgData name="Sohag Kabir" userId="e9b0da40-aef8-480a-bb63-d1daacecf555" providerId="ADAL" clId="{C0FDB04E-6320-4A0C-A5C9-BF738384E02A}" dt="2024-10-09T16:54:01.240" v="1330" actId="1076"/>
        <pc:sldMkLst>
          <pc:docMk/>
          <pc:sldMk cId="1234101355" sldId="258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2490493203" sldId="259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671400381" sldId="265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480265116" sldId="266"/>
        </pc:sldMkLst>
      </pc:sldChg>
      <pc:sldChg chg="addSp delSp modSp mod modAnim modNotesTx">
        <pc:chgData name="Sohag Kabir" userId="e9b0da40-aef8-480a-bb63-d1daacecf555" providerId="ADAL" clId="{C0FDB04E-6320-4A0C-A5C9-BF738384E02A}" dt="2024-10-11T10:34:47.326" v="4365" actId="1037"/>
        <pc:sldMkLst>
          <pc:docMk/>
          <pc:sldMk cId="4136712713" sldId="268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249088773" sldId="274"/>
        </pc:sldMkLst>
      </pc:sldChg>
      <pc:sldChg chg="addSp delSp modSp mod delAnim">
        <pc:chgData name="Sohag Kabir" userId="e9b0da40-aef8-480a-bb63-d1daacecf555" providerId="ADAL" clId="{C0FDB04E-6320-4A0C-A5C9-BF738384E02A}" dt="2024-10-11T09:52:52.492" v="4239" actId="20577"/>
        <pc:sldMkLst>
          <pc:docMk/>
          <pc:sldMk cId="616367942" sldId="279"/>
        </pc:sldMkLst>
      </pc:sldChg>
      <pc:sldChg chg="del">
        <pc:chgData name="Sohag Kabir" userId="e9b0da40-aef8-480a-bb63-d1daacecf555" providerId="ADAL" clId="{C0FDB04E-6320-4A0C-A5C9-BF738384E02A}" dt="2024-10-10T12:53:30.586" v="1728" actId="2696"/>
        <pc:sldMkLst>
          <pc:docMk/>
          <pc:sldMk cId="641033179" sldId="280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1477951119" sldId="281"/>
        </pc:sldMkLst>
      </pc:sldChg>
      <pc:sldChg chg="del">
        <pc:chgData name="Sohag Kabir" userId="e9b0da40-aef8-480a-bb63-d1daacecf555" providerId="ADAL" clId="{C0FDB04E-6320-4A0C-A5C9-BF738384E02A}" dt="2024-10-10T12:53:15.252" v="1726" actId="47"/>
        <pc:sldMkLst>
          <pc:docMk/>
          <pc:sldMk cId="2123858380" sldId="299"/>
        </pc:sldMkLst>
      </pc:sldChg>
      <pc:sldChg chg="del">
        <pc:chgData name="Sohag Kabir" userId="e9b0da40-aef8-480a-bb63-d1daacecf555" providerId="ADAL" clId="{C0FDB04E-6320-4A0C-A5C9-BF738384E02A}" dt="2024-10-10T12:53:26.312" v="1727" actId="2696"/>
        <pc:sldMkLst>
          <pc:docMk/>
          <pc:sldMk cId="1426418876" sldId="300"/>
        </pc:sldMkLst>
      </pc:sldChg>
      <pc:sldChg chg="del">
        <pc:chgData name="Sohag Kabir" userId="e9b0da40-aef8-480a-bb63-d1daacecf555" providerId="ADAL" clId="{C0FDB04E-6320-4A0C-A5C9-BF738384E02A}" dt="2024-10-10T12:53:15.252" v="1726" actId="47"/>
        <pc:sldMkLst>
          <pc:docMk/>
          <pc:sldMk cId="4245518297" sldId="301"/>
        </pc:sldMkLst>
      </pc:sldChg>
      <pc:sldChg chg="del">
        <pc:chgData name="Sohag Kabir" userId="e9b0da40-aef8-480a-bb63-d1daacecf555" providerId="ADAL" clId="{C0FDB04E-6320-4A0C-A5C9-BF738384E02A}" dt="2024-10-10T12:53:08.955" v="1725" actId="47"/>
        <pc:sldMkLst>
          <pc:docMk/>
          <pc:sldMk cId="846972630" sldId="302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3111864872" sldId="303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3848471798" sldId="304"/>
        </pc:sldMkLst>
      </pc:sldChg>
      <pc:sldChg chg="del">
        <pc:chgData name="Sohag Kabir" userId="e9b0da40-aef8-480a-bb63-d1daacecf555" providerId="ADAL" clId="{C0FDB04E-6320-4A0C-A5C9-BF738384E02A}" dt="2024-10-10T12:53:04.883" v="1724" actId="47"/>
        <pc:sldMkLst>
          <pc:docMk/>
          <pc:sldMk cId="1153240218" sldId="305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2096964769" sldId="306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3822761777" sldId="307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486127999" sldId="308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722230659" sldId="309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3109045321" sldId="310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46135408" sldId="311"/>
        </pc:sldMkLst>
      </pc:sldChg>
      <pc:sldChg chg="del">
        <pc:chgData name="Sohag Kabir" userId="e9b0da40-aef8-480a-bb63-d1daacecf555" providerId="ADAL" clId="{C0FDB04E-6320-4A0C-A5C9-BF738384E02A}" dt="2024-10-10T12:52:50.777" v="1721" actId="47"/>
        <pc:sldMkLst>
          <pc:docMk/>
          <pc:sldMk cId="972723603" sldId="312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239066561" sldId="313"/>
        </pc:sldMkLst>
      </pc:sldChg>
      <pc:sldChg chg="del">
        <pc:chgData name="Sohag Kabir" userId="e9b0da40-aef8-480a-bb63-d1daacecf555" providerId="ADAL" clId="{C0FDB04E-6320-4A0C-A5C9-BF738384E02A}" dt="2024-10-10T12:52:55.743" v="1722" actId="47"/>
        <pc:sldMkLst>
          <pc:docMk/>
          <pc:sldMk cId="915143749" sldId="314"/>
        </pc:sldMkLst>
      </pc:sldChg>
      <pc:sldChg chg="del">
        <pc:chgData name="Sohag Kabir" userId="e9b0da40-aef8-480a-bb63-d1daacecf555" providerId="ADAL" clId="{C0FDB04E-6320-4A0C-A5C9-BF738384E02A}" dt="2024-10-10T12:53:00.315" v="1723" actId="47"/>
        <pc:sldMkLst>
          <pc:docMk/>
          <pc:sldMk cId="176035261" sldId="316"/>
        </pc:sldMkLst>
      </pc:sldChg>
      <pc:sldChg chg="del">
        <pc:chgData name="Sohag Kabir" userId="e9b0da40-aef8-480a-bb63-d1daacecf555" providerId="ADAL" clId="{C0FDB04E-6320-4A0C-A5C9-BF738384E02A}" dt="2024-10-10T12:52:50.777" v="1721" actId="47"/>
        <pc:sldMkLst>
          <pc:docMk/>
          <pc:sldMk cId="3739762811" sldId="317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2072777590" sldId="318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2430164481" sldId="319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1104326229" sldId="320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3732061710" sldId="321"/>
        </pc:sldMkLst>
      </pc:sldChg>
      <pc:sldChg chg="del">
        <pc:chgData name="Sohag Kabir" userId="e9b0da40-aef8-480a-bb63-d1daacecf555" providerId="ADAL" clId="{C0FDB04E-6320-4A0C-A5C9-BF738384E02A}" dt="2024-10-10T12:52:46.601" v="1720" actId="47"/>
        <pc:sldMkLst>
          <pc:docMk/>
          <pc:sldMk cId="4110926446" sldId="322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1701472916" sldId="323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3154535261" sldId="324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3053571331" sldId="325"/>
        </pc:sldMkLst>
      </pc:sldChg>
      <pc:sldChg chg="del">
        <pc:chgData name="Sohag Kabir" userId="e9b0da40-aef8-480a-bb63-d1daacecf555" providerId="ADAL" clId="{C0FDB04E-6320-4A0C-A5C9-BF738384E02A}" dt="2024-10-10T12:52:40.679" v="1719" actId="47"/>
        <pc:sldMkLst>
          <pc:docMk/>
          <pc:sldMk cId="421772403" sldId="326"/>
        </pc:sldMkLst>
      </pc:sldChg>
      <pc:sldChg chg="add del">
        <pc:chgData name="Sohag Kabir" userId="e9b0da40-aef8-480a-bb63-d1daacecf555" providerId="ADAL" clId="{C0FDB04E-6320-4A0C-A5C9-BF738384E02A}" dt="2024-10-09T16:16:19.573" v="1067" actId="2696"/>
        <pc:sldMkLst>
          <pc:docMk/>
          <pc:sldMk cId="1963414212" sldId="327"/>
        </pc:sldMkLst>
      </pc:sldChg>
      <pc:sldChg chg="addSp delSp modSp add mod modAnim">
        <pc:chgData name="Sohag Kabir" userId="e9b0da40-aef8-480a-bb63-d1daacecf555" providerId="ADAL" clId="{C0FDB04E-6320-4A0C-A5C9-BF738384E02A}" dt="2024-10-11T09:55:56.342" v="4259" actId="27636"/>
        <pc:sldMkLst>
          <pc:docMk/>
          <pc:sldMk cId="4080867092" sldId="328"/>
        </pc:sldMkLst>
      </pc:sldChg>
      <pc:sldChg chg="addSp delSp add del mod">
        <pc:chgData name="Sohag Kabir" userId="e9b0da40-aef8-480a-bb63-d1daacecf555" providerId="ADAL" clId="{C0FDB04E-6320-4A0C-A5C9-BF738384E02A}" dt="2024-10-10T15:40:02.069" v="2035" actId="2696"/>
        <pc:sldMkLst>
          <pc:docMk/>
          <pc:sldMk cId="191919649" sldId="329"/>
        </pc:sldMkLst>
      </pc:sldChg>
      <pc:sldChg chg="addSp delSp modSp add mod modAnim">
        <pc:chgData name="Sohag Kabir" userId="e9b0da40-aef8-480a-bb63-d1daacecf555" providerId="ADAL" clId="{C0FDB04E-6320-4A0C-A5C9-BF738384E02A}" dt="2024-10-11T10:14:32.540" v="4332" actId="27636"/>
        <pc:sldMkLst>
          <pc:docMk/>
          <pc:sldMk cId="4199687532" sldId="330"/>
        </pc:sldMkLst>
      </pc:sldChg>
      <pc:sldChg chg="addSp delSp modSp add mod modAnim">
        <pc:chgData name="Sohag Kabir" userId="e9b0da40-aef8-480a-bb63-d1daacecf555" providerId="ADAL" clId="{C0FDB04E-6320-4A0C-A5C9-BF738384E02A}" dt="2024-10-11T09:58:11.144" v="4271" actId="27636"/>
        <pc:sldMkLst>
          <pc:docMk/>
          <pc:sldMk cId="327274818" sldId="331"/>
        </pc:sldMkLst>
      </pc:sldChg>
      <pc:sldChg chg="addSp delSp modSp add mod modAnim">
        <pc:chgData name="Sohag Kabir" userId="e9b0da40-aef8-480a-bb63-d1daacecf555" providerId="ADAL" clId="{C0FDB04E-6320-4A0C-A5C9-BF738384E02A}" dt="2024-10-11T09:58:41.860" v="4272" actId="1076"/>
        <pc:sldMkLst>
          <pc:docMk/>
          <pc:sldMk cId="608246039" sldId="332"/>
        </pc:sldMkLst>
      </pc:sldChg>
      <pc:sldChg chg="addSp delSp modSp add mod modAnim">
        <pc:chgData name="Sohag Kabir" userId="e9b0da40-aef8-480a-bb63-d1daacecf555" providerId="ADAL" clId="{C0FDB04E-6320-4A0C-A5C9-BF738384E02A}" dt="2024-10-11T10:01:06.964" v="4285" actId="20577"/>
        <pc:sldMkLst>
          <pc:docMk/>
          <pc:sldMk cId="1986047182" sldId="333"/>
        </pc:sldMkLst>
      </pc:sldChg>
      <pc:sldChg chg="addSp delSp modSp add mod modClrScheme delAnim chgLayout">
        <pc:chgData name="Sohag Kabir" userId="e9b0da40-aef8-480a-bb63-d1daacecf555" providerId="ADAL" clId="{C0FDB04E-6320-4A0C-A5C9-BF738384E02A}" dt="2024-10-11T10:05:47.332" v="4297" actId="1076"/>
        <pc:sldMkLst>
          <pc:docMk/>
          <pc:sldMk cId="3910056402" sldId="334"/>
        </pc:sldMkLst>
      </pc:sldChg>
      <pc:sldChg chg="addSp delSp modSp add mod modAnim">
        <pc:chgData name="Sohag Kabir" userId="e9b0da40-aef8-480a-bb63-d1daacecf555" providerId="ADAL" clId="{C0FDB04E-6320-4A0C-A5C9-BF738384E02A}" dt="2024-10-11T10:06:49.974" v="4298" actId="1076"/>
        <pc:sldMkLst>
          <pc:docMk/>
          <pc:sldMk cId="3420084136" sldId="335"/>
        </pc:sldMkLst>
      </pc:sldChg>
      <pc:sldChg chg="addSp delSp modSp add mod modAnim modNotesTx">
        <pc:chgData name="Sohag Kabir" userId="e9b0da40-aef8-480a-bb63-d1daacecf555" providerId="ADAL" clId="{C0FDB04E-6320-4A0C-A5C9-BF738384E02A}" dt="2024-10-11T10:09:04.623" v="4301" actId="1076"/>
        <pc:sldMkLst>
          <pc:docMk/>
          <pc:sldMk cId="3696350527" sldId="336"/>
        </pc:sldMkLst>
      </pc:sldChg>
      <pc:sldChg chg="addSp delSp modSp add mod modAnim">
        <pc:chgData name="Sohag Kabir" userId="e9b0da40-aef8-480a-bb63-d1daacecf555" providerId="ADAL" clId="{C0FDB04E-6320-4A0C-A5C9-BF738384E02A}" dt="2024-10-11T10:11:21.537" v="4320" actId="207"/>
        <pc:sldMkLst>
          <pc:docMk/>
          <pc:sldMk cId="739970556" sldId="337"/>
        </pc:sldMkLst>
      </pc:sldChg>
      <pc:sldChg chg="addSp delSp modSp add mod">
        <pc:chgData name="Sohag Kabir" userId="e9b0da40-aef8-480a-bb63-d1daacecf555" providerId="ADAL" clId="{C0FDB04E-6320-4A0C-A5C9-BF738384E02A}" dt="2024-10-11T10:12:17.568" v="4322" actId="2711"/>
        <pc:sldMkLst>
          <pc:docMk/>
          <pc:sldMk cId="3682386880" sldId="338"/>
        </pc:sldMkLst>
      </pc:sldChg>
      <pc:sldChg chg="addSp delSp modSp add mod modAnim">
        <pc:chgData name="Sohag Kabir" userId="e9b0da40-aef8-480a-bb63-d1daacecf555" providerId="ADAL" clId="{C0FDB04E-6320-4A0C-A5C9-BF738384E02A}" dt="2024-10-11T10:17:18.689" v="4337" actId="207"/>
        <pc:sldMkLst>
          <pc:docMk/>
          <pc:sldMk cId="3444584483" sldId="339"/>
        </pc:sldMkLst>
      </pc:sldChg>
      <pc:sldChg chg="addSp delSp modSp add mod ord">
        <pc:chgData name="Sohag Kabir" userId="e9b0da40-aef8-480a-bb63-d1daacecf555" providerId="ADAL" clId="{C0FDB04E-6320-4A0C-A5C9-BF738384E02A}" dt="2024-10-11T10:15:34.030" v="4334" actId="20577"/>
        <pc:sldMkLst>
          <pc:docMk/>
          <pc:sldMk cId="3511856738" sldId="340"/>
        </pc:sldMkLst>
      </pc:sldChg>
      <pc:sldChg chg="addSp delSp modSp add mod modClrScheme chgLayout">
        <pc:chgData name="Sohag Kabir" userId="e9b0da40-aef8-480a-bb63-d1daacecf555" providerId="ADAL" clId="{C0FDB04E-6320-4A0C-A5C9-BF738384E02A}" dt="2024-10-11T10:16:20.752" v="4336" actId="20577"/>
        <pc:sldMkLst>
          <pc:docMk/>
          <pc:sldMk cId="2197500237" sldId="341"/>
        </pc:sldMkLst>
      </pc:sldChg>
      <pc:sldChg chg="addSp delSp modSp add mod modAnim">
        <pc:chgData name="Sohag Kabir" userId="e9b0da40-aef8-480a-bb63-d1daacecf555" providerId="ADAL" clId="{C0FDB04E-6320-4A0C-A5C9-BF738384E02A}" dt="2024-10-11T08:26:17.017" v="3491" actId="255"/>
        <pc:sldMkLst>
          <pc:docMk/>
          <pc:sldMk cId="1786433302" sldId="342"/>
        </pc:sldMkLst>
      </pc:sldChg>
      <pc:sldChg chg="addSp delSp modSp add mod modAnim">
        <pc:chgData name="Sohag Kabir" userId="e9b0da40-aef8-480a-bb63-d1daacecf555" providerId="ADAL" clId="{C0FDB04E-6320-4A0C-A5C9-BF738384E02A}" dt="2024-10-10T13:46:21.950" v="1801"/>
        <pc:sldMkLst>
          <pc:docMk/>
          <pc:sldMk cId="2327111097" sldId="343"/>
        </pc:sldMkLst>
      </pc:sldChg>
      <pc:sldChg chg="addSp delSp modSp add mod">
        <pc:chgData name="Sohag Kabir" userId="e9b0da40-aef8-480a-bb63-d1daacecf555" providerId="ADAL" clId="{C0FDB04E-6320-4A0C-A5C9-BF738384E02A}" dt="2024-10-11T10:38:52.410" v="4377" actId="1076"/>
        <pc:sldMkLst>
          <pc:docMk/>
          <pc:sldMk cId="4225455615" sldId="344"/>
        </pc:sldMkLst>
      </pc:sldChg>
      <pc:sldChg chg="addSp delSp modSp add mod modAnim">
        <pc:chgData name="Sohag Kabir" userId="e9b0da40-aef8-480a-bb63-d1daacecf555" providerId="ADAL" clId="{C0FDB04E-6320-4A0C-A5C9-BF738384E02A}" dt="2024-10-11T10:19:40.693" v="4339"/>
        <pc:sldMkLst>
          <pc:docMk/>
          <pc:sldMk cId="2559135638" sldId="345"/>
        </pc:sldMkLst>
      </pc:sldChg>
      <pc:sldChg chg="addSp delSp modSp add mod">
        <pc:chgData name="Sohag Kabir" userId="e9b0da40-aef8-480a-bb63-d1daacecf555" providerId="ADAL" clId="{C0FDB04E-6320-4A0C-A5C9-BF738384E02A}" dt="2024-10-10T16:19:53.790" v="2368" actId="1076"/>
        <pc:sldMkLst>
          <pc:docMk/>
          <pc:sldMk cId="762888986" sldId="346"/>
        </pc:sldMkLst>
      </pc:sldChg>
      <pc:sldChg chg="addSp modSp add mod modAnim">
        <pc:chgData name="Sohag Kabir" userId="e9b0da40-aef8-480a-bb63-d1daacecf555" providerId="ADAL" clId="{C0FDB04E-6320-4A0C-A5C9-BF738384E02A}" dt="2024-10-10T15:21:04.378" v="2034"/>
        <pc:sldMkLst>
          <pc:docMk/>
          <pc:sldMk cId="2461323512" sldId="347"/>
        </pc:sldMkLst>
      </pc:sldChg>
      <pc:sldChg chg="addSp delSp modSp add mod modAnim">
        <pc:chgData name="Sohag Kabir" userId="e9b0da40-aef8-480a-bb63-d1daacecf555" providerId="ADAL" clId="{C0FDB04E-6320-4A0C-A5C9-BF738384E02A}" dt="2024-10-11T10:22:10.116" v="4347" actId="20577"/>
        <pc:sldMkLst>
          <pc:docMk/>
          <pc:sldMk cId="1845294591" sldId="348"/>
        </pc:sldMkLst>
      </pc:sldChg>
      <pc:sldChg chg="addSp delSp modSp add mod">
        <pc:chgData name="Sohag Kabir" userId="e9b0da40-aef8-480a-bb63-d1daacecf555" providerId="ADAL" clId="{C0FDB04E-6320-4A0C-A5C9-BF738384E02A}" dt="2024-10-10T16:40:26.731" v="2394" actId="14100"/>
        <pc:sldMkLst>
          <pc:docMk/>
          <pc:sldMk cId="2002675635" sldId="349"/>
        </pc:sldMkLst>
      </pc:sldChg>
      <pc:sldChg chg="addSp delSp modSp add mod modAnim">
        <pc:chgData name="Sohag Kabir" userId="e9b0da40-aef8-480a-bb63-d1daacecf555" providerId="ADAL" clId="{C0FDB04E-6320-4A0C-A5C9-BF738384E02A}" dt="2024-10-11T10:26:25.908" v="4349" actId="6549"/>
        <pc:sldMkLst>
          <pc:docMk/>
          <pc:sldMk cId="1938412704" sldId="350"/>
        </pc:sldMkLst>
      </pc:sldChg>
      <pc:sldChg chg="delSp modSp add mod">
        <pc:chgData name="Sohag Kabir" userId="e9b0da40-aef8-480a-bb63-d1daacecf555" providerId="ADAL" clId="{C0FDB04E-6320-4A0C-A5C9-BF738384E02A}" dt="2024-10-10T16:58:34.617" v="2502" actId="207"/>
        <pc:sldMkLst>
          <pc:docMk/>
          <pc:sldMk cId="2509588860" sldId="351"/>
        </pc:sldMkLst>
      </pc:sldChg>
      <pc:sldChg chg="modSp add mod modAnim">
        <pc:chgData name="Sohag Kabir" userId="e9b0da40-aef8-480a-bb63-d1daacecf555" providerId="ADAL" clId="{C0FDB04E-6320-4A0C-A5C9-BF738384E02A}" dt="2024-10-11T10:29:22.323" v="4362" actId="1076"/>
        <pc:sldMkLst>
          <pc:docMk/>
          <pc:sldMk cId="150724232" sldId="352"/>
        </pc:sldMkLst>
      </pc:sldChg>
      <pc:sldChg chg="addSp delSp modSp add mod modAnim modNotesTx">
        <pc:chgData name="Sohag Kabir" userId="e9b0da40-aef8-480a-bb63-d1daacecf555" providerId="ADAL" clId="{C0FDB04E-6320-4A0C-A5C9-BF738384E02A}" dt="2024-10-10T18:12:08.065" v="3162" actId="1076"/>
        <pc:sldMkLst>
          <pc:docMk/>
          <pc:sldMk cId="3151991894" sldId="353"/>
        </pc:sldMkLst>
      </pc:sldChg>
      <pc:sldChg chg="add">
        <pc:chgData name="Sohag Kabir" userId="e9b0da40-aef8-480a-bb63-d1daacecf555" providerId="ADAL" clId="{C0FDB04E-6320-4A0C-A5C9-BF738384E02A}" dt="2024-10-11T07:59:29.660" v="3163" actId="2890"/>
        <pc:sldMkLst>
          <pc:docMk/>
          <pc:sldMk cId="1006644024" sldId="354"/>
        </pc:sldMkLst>
      </pc:sldChg>
      <pc:sldChg chg="addSp delSp modSp add mod ord modAnim">
        <pc:chgData name="Sohag Kabir" userId="e9b0da40-aef8-480a-bb63-d1daacecf555" providerId="ADAL" clId="{C0FDB04E-6320-4A0C-A5C9-BF738384E02A}" dt="2024-10-11T08:05:54.232" v="3215" actId="1076"/>
        <pc:sldMkLst>
          <pc:docMk/>
          <pc:sldMk cId="2309226154" sldId="355"/>
        </pc:sldMkLst>
      </pc:sldChg>
      <pc:sldChg chg="modSp add mod">
        <pc:chgData name="Sohag Kabir" userId="e9b0da40-aef8-480a-bb63-d1daacecf555" providerId="ADAL" clId="{C0FDB04E-6320-4A0C-A5C9-BF738384E02A}" dt="2024-10-11T08:09:54.803" v="3261" actId="313"/>
        <pc:sldMkLst>
          <pc:docMk/>
          <pc:sldMk cId="2096277952" sldId="356"/>
        </pc:sldMkLst>
      </pc:sldChg>
      <pc:sldChg chg="addSp delSp modSp add mod delAnim modAnim modNotesTx">
        <pc:chgData name="Sohag Kabir" userId="e9b0da40-aef8-480a-bb63-d1daacecf555" providerId="ADAL" clId="{C0FDB04E-6320-4A0C-A5C9-BF738384E02A}" dt="2024-10-11T10:36:13.248" v="4366" actId="20577"/>
        <pc:sldMkLst>
          <pc:docMk/>
          <pc:sldMk cId="3468557606" sldId="357"/>
        </pc:sldMkLst>
      </pc:sldChg>
      <pc:sldChg chg="addSp delSp modSp add mod delAnim modAnim">
        <pc:chgData name="Sohag Kabir" userId="e9b0da40-aef8-480a-bb63-d1daacecf555" providerId="ADAL" clId="{C0FDB04E-6320-4A0C-A5C9-BF738384E02A}" dt="2024-10-11T09:42:36.420" v="4221" actId="20577"/>
        <pc:sldMkLst>
          <pc:docMk/>
          <pc:sldMk cId="1718556749" sldId="358"/>
        </pc:sldMkLst>
      </pc:sldChg>
      <pc:sldMasterChg chg="modSldLayout">
        <pc:chgData name="Sohag Kabir" userId="e9b0da40-aef8-480a-bb63-d1daacecf555" providerId="ADAL" clId="{C0FDB04E-6320-4A0C-A5C9-BF738384E02A}" dt="2024-10-09T16:53:08.741" v="1323" actId="478"/>
        <pc:sldMasterMkLst>
          <pc:docMk/>
          <pc:sldMasterMk cId="0" sldId="2147483648"/>
        </pc:sldMasterMkLst>
        <pc:sldLayoutChg chg="delSp modSp">
          <pc:chgData name="Sohag Kabir" userId="e9b0da40-aef8-480a-bb63-d1daacecf555" providerId="ADAL" clId="{C0FDB04E-6320-4A0C-A5C9-BF738384E02A}" dt="2024-10-09T16:53:08.741" v="1323" actId="478"/>
          <pc:sldLayoutMkLst>
            <pc:docMk/>
            <pc:sldMasterMk cId="0" sldId="2147483648"/>
            <pc:sldLayoutMk cId="2508899091" sldId="2147484190"/>
          </pc:sldLayoutMkLst>
        </pc:sldLayoutChg>
      </pc:sldMasterChg>
    </pc:docChg>
  </pc:docChgLst>
  <pc:docChgLst>
    <pc:chgData name="Sohag Kabir" userId="e9b0da40-aef8-480a-bb63-d1daacecf555" providerId="ADAL" clId="{9777C964-72F8-4F77-BB35-7B51D2AB36BB}"/>
    <pc:docChg chg="custSel modSld">
      <pc:chgData name="Sohag Kabir" userId="e9b0da40-aef8-480a-bb63-d1daacecf555" providerId="ADAL" clId="{9777C964-72F8-4F77-BB35-7B51D2AB36BB}" dt="2025-10-24T08:44:05.314" v="4" actId="14100"/>
      <pc:docMkLst>
        <pc:docMk/>
      </pc:docMkLst>
      <pc:sldChg chg="modSp mod">
        <pc:chgData name="Sohag Kabir" userId="e9b0da40-aef8-480a-bb63-d1daacecf555" providerId="ADAL" clId="{9777C964-72F8-4F77-BB35-7B51D2AB36BB}" dt="2025-10-24T08:44:05.314" v="4" actId="14100"/>
        <pc:sldMkLst>
          <pc:docMk/>
          <pc:sldMk cId="3747748722" sldId="372"/>
        </pc:sldMkLst>
        <pc:spChg chg="mod">
          <ac:chgData name="Sohag Kabir" userId="e9b0da40-aef8-480a-bb63-d1daacecf555" providerId="ADAL" clId="{9777C964-72F8-4F77-BB35-7B51D2AB36BB}" dt="2025-10-24T08:44:05.314" v="4" actId="14100"/>
          <ac:spMkLst>
            <pc:docMk/>
            <pc:sldMk cId="3747748722" sldId="372"/>
            <ac:spMk id="10" creationId="{4849806F-BEEB-656A-6D70-D546D9489875}"/>
          </ac:spMkLst>
        </pc:spChg>
      </pc:sldChg>
    </pc:docChg>
  </pc:docChgLst>
  <pc:docChgLst>
    <pc:chgData name="Sohag Kabir" userId="e9b0da40-aef8-480a-bb63-d1daacecf555" providerId="ADAL" clId="{1F38D4F1-04EA-4679-AABE-783D48579403}"/>
    <pc:docChg chg="undo custSel addSld delSld modSld sldOrd">
      <pc:chgData name="Sohag Kabir" userId="e9b0da40-aef8-480a-bb63-d1daacecf555" providerId="ADAL" clId="{1F38D4F1-04EA-4679-AABE-783D48579403}" dt="2024-10-19T17:55:24.213" v="4621" actId="20577"/>
      <pc:docMkLst>
        <pc:docMk/>
      </pc:docMkLst>
      <pc:sldChg chg="modSp mod">
        <pc:chgData name="Sohag Kabir" userId="e9b0da40-aef8-480a-bb63-d1daacecf555" providerId="ADAL" clId="{1F38D4F1-04EA-4679-AABE-783D48579403}" dt="2024-10-17T16:15:09.537" v="1" actId="27636"/>
        <pc:sldMkLst>
          <pc:docMk/>
          <pc:sldMk cId="2795566495" sldId="256"/>
        </pc:sldMkLst>
      </pc:sldChg>
      <pc:sldChg chg="modSp mod">
        <pc:chgData name="Sohag Kabir" userId="e9b0da40-aef8-480a-bb63-d1daacecf555" providerId="ADAL" clId="{1F38D4F1-04EA-4679-AABE-783D48579403}" dt="2024-10-19T17:41:04.416" v="4612" actId="20577"/>
        <pc:sldMkLst>
          <pc:docMk/>
          <pc:sldMk cId="1234101355" sldId="258"/>
        </pc:sldMkLst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4136712713" sldId="268"/>
        </pc:sldMkLst>
      </pc:sldChg>
      <pc:sldChg chg="addSp delSp modSp mod">
        <pc:chgData name="Sohag Kabir" userId="e9b0da40-aef8-480a-bb63-d1daacecf555" providerId="ADAL" clId="{1F38D4F1-04EA-4679-AABE-783D48579403}" dt="2024-10-17T18:13:08.328" v="16" actId="255"/>
        <pc:sldMkLst>
          <pc:docMk/>
          <pc:sldMk cId="616367942" sldId="279"/>
        </pc:sldMkLst>
      </pc:sldChg>
      <pc:sldChg chg="addSp delSp modSp mod modAnim">
        <pc:chgData name="Sohag Kabir" userId="e9b0da40-aef8-480a-bb63-d1daacecf555" providerId="ADAL" clId="{1F38D4F1-04EA-4679-AABE-783D48579403}" dt="2024-10-17T19:49:51.070" v="586" actId="6549"/>
        <pc:sldMkLst>
          <pc:docMk/>
          <pc:sldMk cId="4080867092" sldId="328"/>
        </pc:sldMkLst>
      </pc:sldChg>
      <pc:sldChg chg="addSp delSp modSp mod delAnim">
        <pc:chgData name="Sohag Kabir" userId="e9b0da40-aef8-480a-bb63-d1daacecf555" providerId="ADAL" clId="{1F38D4F1-04EA-4679-AABE-783D48579403}" dt="2024-10-18T11:44:37.068" v="2906" actId="14100"/>
        <pc:sldMkLst>
          <pc:docMk/>
          <pc:sldMk cId="4199687532" sldId="330"/>
        </pc:sldMkLst>
      </pc:sldChg>
      <pc:sldChg chg="addSp delSp modSp mod modAnim">
        <pc:chgData name="Sohag Kabir" userId="e9b0da40-aef8-480a-bb63-d1daacecf555" providerId="ADAL" clId="{1F38D4F1-04EA-4679-AABE-783D48579403}" dt="2024-10-17T20:13:02.855" v="978" actId="207"/>
        <pc:sldMkLst>
          <pc:docMk/>
          <pc:sldMk cId="327274818" sldId="331"/>
        </pc:sldMkLst>
      </pc:sldChg>
      <pc:sldChg chg="addSp delSp modSp mod modAnim">
        <pc:chgData name="Sohag Kabir" userId="e9b0da40-aef8-480a-bb63-d1daacecf555" providerId="ADAL" clId="{1F38D4F1-04EA-4679-AABE-783D48579403}" dt="2024-10-18T08:11:50.364" v="1028" actId="20577"/>
        <pc:sldMkLst>
          <pc:docMk/>
          <pc:sldMk cId="608246039" sldId="332"/>
        </pc:sldMkLst>
      </pc:sldChg>
      <pc:sldChg chg="addSp delSp modSp mod delAnim modAnim">
        <pc:chgData name="Sohag Kabir" userId="e9b0da40-aef8-480a-bb63-d1daacecf555" providerId="ADAL" clId="{1F38D4F1-04EA-4679-AABE-783D48579403}" dt="2024-10-18T08:59:49.959" v="1605" actId="6549"/>
        <pc:sldMkLst>
          <pc:docMk/>
          <pc:sldMk cId="1986047182" sldId="333"/>
        </pc:sldMkLst>
      </pc:sldChg>
      <pc:sldChg chg="addSp delSp modSp mod modNotesTx">
        <pc:chgData name="Sohag Kabir" userId="e9b0da40-aef8-480a-bb63-d1daacecf555" providerId="ADAL" clId="{1F38D4F1-04EA-4679-AABE-783D48579403}" dt="2024-10-18T08:52:45.246" v="1517"/>
        <pc:sldMkLst>
          <pc:docMk/>
          <pc:sldMk cId="3910056402" sldId="334"/>
        </pc:sldMkLst>
      </pc:sldChg>
      <pc:sldChg chg="addSp delSp modSp mod modAnim">
        <pc:chgData name="Sohag Kabir" userId="e9b0da40-aef8-480a-bb63-d1daacecf555" providerId="ADAL" clId="{1F38D4F1-04EA-4679-AABE-783D48579403}" dt="2024-10-18T09:10:11.614" v="1786"/>
        <pc:sldMkLst>
          <pc:docMk/>
          <pc:sldMk cId="3420084136" sldId="335"/>
        </pc:sldMkLst>
      </pc:sldChg>
      <pc:sldChg chg="addSp delSp modSp mod modAnim modNotesTx">
        <pc:chgData name="Sohag Kabir" userId="e9b0da40-aef8-480a-bb63-d1daacecf555" providerId="ADAL" clId="{1F38D4F1-04EA-4679-AABE-783D48579403}" dt="2024-10-18T10:37:06.878" v="2510" actId="1076"/>
        <pc:sldMkLst>
          <pc:docMk/>
          <pc:sldMk cId="3696350527" sldId="336"/>
        </pc:sldMkLst>
      </pc:sldChg>
      <pc:sldChg chg="addSp delSp modSp del mod modShow">
        <pc:chgData name="Sohag Kabir" userId="e9b0da40-aef8-480a-bb63-d1daacecf555" providerId="ADAL" clId="{1F38D4F1-04EA-4679-AABE-783D48579403}" dt="2024-10-18T13:41:59.692" v="3157" actId="2696"/>
        <pc:sldMkLst>
          <pc:docMk/>
          <pc:sldMk cId="739970556" sldId="337"/>
        </pc:sldMkLst>
      </pc:sldChg>
      <pc:sldChg chg="addSp delSp modSp mod ord delAnim modAnim">
        <pc:chgData name="Sohag Kabir" userId="e9b0da40-aef8-480a-bb63-d1daacecf555" providerId="ADAL" clId="{1F38D4F1-04EA-4679-AABE-783D48579403}" dt="2024-10-19T10:14:48.421" v="4405" actId="14100"/>
        <pc:sldMkLst>
          <pc:docMk/>
          <pc:sldMk cId="3682386880" sldId="338"/>
        </pc:sldMkLst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3444584483" sldId="339"/>
        </pc:sldMkLst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3511856738" sldId="340"/>
        </pc:sldMkLst>
      </pc:sldChg>
      <pc:sldChg chg="del">
        <pc:chgData name="Sohag Kabir" userId="e9b0da40-aef8-480a-bb63-d1daacecf555" providerId="ADAL" clId="{1F38D4F1-04EA-4679-AABE-783D48579403}" dt="2024-10-18T13:28:45.501" v="3091" actId="47"/>
        <pc:sldMkLst>
          <pc:docMk/>
          <pc:sldMk cId="2197500237" sldId="341"/>
        </pc:sldMkLst>
      </pc:sldChg>
      <pc:sldChg chg="del">
        <pc:chgData name="Sohag Kabir" userId="e9b0da40-aef8-480a-bb63-d1daacecf555" providerId="ADAL" clId="{1F38D4F1-04EA-4679-AABE-783D48579403}" dt="2024-10-18T13:28:49.386" v="3092" actId="47"/>
        <pc:sldMkLst>
          <pc:docMk/>
          <pc:sldMk cId="1786433302" sldId="342"/>
        </pc:sldMkLst>
      </pc:sldChg>
      <pc:sldChg chg="del">
        <pc:chgData name="Sohag Kabir" userId="e9b0da40-aef8-480a-bb63-d1daacecf555" providerId="ADAL" clId="{1F38D4F1-04EA-4679-AABE-783D48579403}" dt="2024-10-18T13:28:49.386" v="3092" actId="47"/>
        <pc:sldMkLst>
          <pc:docMk/>
          <pc:sldMk cId="2327111097" sldId="343"/>
        </pc:sldMkLst>
      </pc:sldChg>
      <pc:sldChg chg="del">
        <pc:chgData name="Sohag Kabir" userId="e9b0da40-aef8-480a-bb63-d1daacecf555" providerId="ADAL" clId="{1F38D4F1-04EA-4679-AABE-783D48579403}" dt="2024-10-18T18:32:34.369" v="3767" actId="2696"/>
        <pc:sldMkLst>
          <pc:docMk/>
          <pc:sldMk cId="4225455615" sldId="344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2559135638" sldId="345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762888986" sldId="346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2461323512" sldId="347"/>
        </pc:sldMkLst>
      </pc:sldChg>
      <pc:sldChg chg="del">
        <pc:chgData name="Sohag Kabir" userId="e9b0da40-aef8-480a-bb63-d1daacecf555" providerId="ADAL" clId="{1F38D4F1-04EA-4679-AABE-783D48579403}" dt="2024-10-18T13:28:56.086" v="3093" actId="47"/>
        <pc:sldMkLst>
          <pc:docMk/>
          <pc:sldMk cId="1845294591" sldId="348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2002675635" sldId="349"/>
        </pc:sldMkLst>
      </pc:sldChg>
      <pc:sldChg chg="del">
        <pc:chgData name="Sohag Kabir" userId="e9b0da40-aef8-480a-bb63-d1daacecf555" providerId="ADAL" clId="{1F38D4F1-04EA-4679-AABE-783D48579403}" dt="2024-10-18T13:29:01.295" v="3094" actId="47"/>
        <pc:sldMkLst>
          <pc:docMk/>
          <pc:sldMk cId="1938412704" sldId="350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2509588860" sldId="351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150724232" sldId="352"/>
        </pc:sldMkLst>
      </pc:sldChg>
      <pc:sldChg chg="del">
        <pc:chgData name="Sohag Kabir" userId="e9b0da40-aef8-480a-bb63-d1daacecf555" providerId="ADAL" clId="{1F38D4F1-04EA-4679-AABE-783D48579403}" dt="2024-10-18T13:29:04.984" v="3095" actId="47"/>
        <pc:sldMkLst>
          <pc:docMk/>
          <pc:sldMk cId="3151991894" sldId="353"/>
        </pc:sldMkLst>
      </pc:sldChg>
      <pc:sldChg chg="del">
        <pc:chgData name="Sohag Kabir" userId="e9b0da40-aef8-480a-bb63-d1daacecf555" providerId="ADAL" clId="{1F38D4F1-04EA-4679-AABE-783D48579403}" dt="2024-10-18T13:29:08.747" v="3096" actId="47"/>
        <pc:sldMkLst>
          <pc:docMk/>
          <pc:sldMk cId="2309226154" sldId="355"/>
        </pc:sldMkLst>
      </pc:sldChg>
      <pc:sldChg chg="del">
        <pc:chgData name="Sohag Kabir" userId="e9b0da40-aef8-480a-bb63-d1daacecf555" providerId="ADAL" clId="{1F38D4F1-04EA-4679-AABE-783D48579403}" dt="2024-10-18T13:29:08.747" v="3096" actId="47"/>
        <pc:sldMkLst>
          <pc:docMk/>
          <pc:sldMk cId="2096277952" sldId="356"/>
        </pc:sldMkLst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3468557606" sldId="357"/>
        </pc:sldMkLst>
      </pc:sldChg>
      <pc:sldChg chg="del">
        <pc:chgData name="Sohag Kabir" userId="e9b0da40-aef8-480a-bb63-d1daacecf555" providerId="ADAL" clId="{1F38D4F1-04EA-4679-AABE-783D48579403}" dt="2024-10-18T13:29:12.253" v="3097" actId="47"/>
        <pc:sldMkLst>
          <pc:docMk/>
          <pc:sldMk cId="1718556749" sldId="358"/>
        </pc:sldMkLst>
      </pc:sldChg>
      <pc:sldChg chg="addSp delSp modSp add mod delAnim">
        <pc:chgData name="Sohag Kabir" userId="e9b0da40-aef8-480a-bb63-d1daacecf555" providerId="ADAL" clId="{1F38D4F1-04EA-4679-AABE-783D48579403}" dt="2024-10-19T17:42:31.149" v="4613" actId="20577"/>
        <pc:sldMkLst>
          <pc:docMk/>
          <pc:sldMk cId="3521441372" sldId="359"/>
        </pc:sldMkLst>
      </pc:sldChg>
      <pc:sldChg chg="addSp delSp modSp add mod delAnim modAnim">
        <pc:chgData name="Sohag Kabir" userId="e9b0da40-aef8-480a-bb63-d1daacecf555" providerId="ADAL" clId="{1F38D4F1-04EA-4679-AABE-783D48579403}" dt="2024-10-18T09:21:08.749" v="1817" actId="1076"/>
        <pc:sldMkLst>
          <pc:docMk/>
          <pc:sldMk cId="2462774452" sldId="360"/>
        </pc:sldMkLst>
      </pc:sldChg>
      <pc:sldChg chg="addSp delSp modSp add mod delAnim modAnim">
        <pc:chgData name="Sohag Kabir" userId="e9b0da40-aef8-480a-bb63-d1daacecf555" providerId="ADAL" clId="{1F38D4F1-04EA-4679-AABE-783D48579403}" dt="2024-10-18T10:07:27.088" v="2031" actId="6549"/>
        <pc:sldMkLst>
          <pc:docMk/>
          <pc:sldMk cId="763177085" sldId="361"/>
        </pc:sldMkLst>
      </pc:sldChg>
      <pc:sldChg chg="addSp delSp modSp add mod delAnim">
        <pc:chgData name="Sohag Kabir" userId="e9b0da40-aef8-480a-bb63-d1daacecf555" providerId="ADAL" clId="{1F38D4F1-04EA-4679-AABE-783D48579403}" dt="2024-10-18T10:12:53.638" v="2143" actId="207"/>
        <pc:sldMkLst>
          <pc:docMk/>
          <pc:sldMk cId="1752164433" sldId="362"/>
        </pc:sldMkLst>
      </pc:sldChg>
      <pc:sldChg chg="addSp delSp modSp add mod ord delAnim modAnim">
        <pc:chgData name="Sohag Kabir" userId="e9b0da40-aef8-480a-bb63-d1daacecf555" providerId="ADAL" clId="{1F38D4F1-04EA-4679-AABE-783D48579403}" dt="2024-10-18T10:19:35.552" v="2210"/>
        <pc:sldMkLst>
          <pc:docMk/>
          <pc:sldMk cId="1413421255" sldId="363"/>
        </pc:sldMkLst>
      </pc:sldChg>
      <pc:sldChg chg="addSp delSp modSp add mod ord modAnim">
        <pc:chgData name="Sohag Kabir" userId="e9b0da40-aef8-480a-bb63-d1daacecf555" providerId="ADAL" clId="{1F38D4F1-04EA-4679-AABE-783D48579403}" dt="2024-10-18T10:27:42.863" v="2376"/>
        <pc:sldMkLst>
          <pc:docMk/>
          <pc:sldMk cId="966355620" sldId="364"/>
        </pc:sldMkLst>
      </pc:sldChg>
      <pc:sldChg chg="addSp modSp add mod modAnim">
        <pc:chgData name="Sohag Kabir" userId="e9b0da40-aef8-480a-bb63-d1daacecf555" providerId="ADAL" clId="{1F38D4F1-04EA-4679-AABE-783D48579403}" dt="2024-10-18T10:57:17.355" v="2741" actId="1076"/>
        <pc:sldMkLst>
          <pc:docMk/>
          <pc:sldMk cId="3818541458" sldId="365"/>
        </pc:sldMkLst>
      </pc:sldChg>
      <pc:sldChg chg="addSp delSp modSp add mod delAnim modAnim">
        <pc:chgData name="Sohag Kabir" userId="e9b0da40-aef8-480a-bb63-d1daacecf555" providerId="ADAL" clId="{1F38D4F1-04EA-4679-AABE-783D48579403}" dt="2024-10-19T17:49:02.939" v="4617" actId="20577"/>
        <pc:sldMkLst>
          <pc:docMk/>
          <pc:sldMk cId="2349230793" sldId="366"/>
        </pc:sldMkLst>
      </pc:sldChg>
      <pc:sldChg chg="addSp delSp modSp add mod delAnim modAnim">
        <pc:chgData name="Sohag Kabir" userId="e9b0da40-aef8-480a-bb63-d1daacecf555" providerId="ADAL" clId="{1F38D4F1-04EA-4679-AABE-783D48579403}" dt="2024-10-18T11:25:44.353" v="2798"/>
        <pc:sldMkLst>
          <pc:docMk/>
          <pc:sldMk cId="1395021926" sldId="367"/>
        </pc:sldMkLst>
      </pc:sldChg>
      <pc:sldChg chg="addSp delSp modSp add mod">
        <pc:chgData name="Sohag Kabir" userId="e9b0da40-aef8-480a-bb63-d1daacecf555" providerId="ADAL" clId="{1F38D4F1-04EA-4679-AABE-783D48579403}" dt="2024-10-18T13:38:27.139" v="3153" actId="1076"/>
        <pc:sldMkLst>
          <pc:docMk/>
          <pc:sldMk cId="299605582" sldId="368"/>
        </pc:sldMkLst>
      </pc:sldChg>
      <pc:sldChg chg="add ord">
        <pc:chgData name="Sohag Kabir" userId="e9b0da40-aef8-480a-bb63-d1daacecf555" providerId="ADAL" clId="{1F38D4F1-04EA-4679-AABE-783D48579403}" dt="2024-10-18T13:38:35.389" v="3155"/>
        <pc:sldMkLst>
          <pc:docMk/>
          <pc:sldMk cId="754407248" sldId="369"/>
        </pc:sldMkLst>
      </pc:sldChg>
      <pc:sldChg chg="addSp delSp modSp add mod modAnim">
        <pc:chgData name="Sohag Kabir" userId="e9b0da40-aef8-480a-bb63-d1daacecf555" providerId="ADAL" clId="{1F38D4F1-04EA-4679-AABE-783D48579403}" dt="2024-10-18T15:14:58.184" v="3267"/>
        <pc:sldMkLst>
          <pc:docMk/>
          <pc:sldMk cId="1311055612" sldId="370"/>
        </pc:sldMkLst>
      </pc:sldChg>
      <pc:sldChg chg="delSp modSp add mod ord">
        <pc:chgData name="Sohag Kabir" userId="e9b0da40-aef8-480a-bb63-d1daacecf555" providerId="ADAL" clId="{1F38D4F1-04EA-4679-AABE-783D48579403}" dt="2024-10-19T17:53:10.689" v="4618" actId="20577"/>
        <pc:sldMkLst>
          <pc:docMk/>
          <pc:sldMk cId="3901912987" sldId="371"/>
        </pc:sldMkLst>
      </pc:sldChg>
      <pc:sldChg chg="addSp delSp modSp add mod delAnim">
        <pc:chgData name="Sohag Kabir" userId="e9b0da40-aef8-480a-bb63-d1daacecf555" providerId="ADAL" clId="{1F38D4F1-04EA-4679-AABE-783D48579403}" dt="2024-10-19T17:55:24.213" v="4621" actId="20577"/>
        <pc:sldMkLst>
          <pc:docMk/>
          <pc:sldMk cId="3747748722" sldId="372"/>
        </pc:sldMkLst>
      </pc:sldChg>
      <pc:sldChg chg="addSp delSp modSp add mod modAnim">
        <pc:chgData name="Sohag Kabir" userId="e9b0da40-aef8-480a-bb63-d1daacecf555" providerId="ADAL" clId="{1F38D4F1-04EA-4679-AABE-783D48579403}" dt="2024-10-18T16:03:32.965" v="3510" actId="20577"/>
        <pc:sldMkLst>
          <pc:docMk/>
          <pc:sldMk cId="3375668013" sldId="373"/>
        </pc:sldMkLst>
      </pc:sldChg>
      <pc:sldChg chg="addSp delSp modSp add mod delAnim modAnim modNotesTx">
        <pc:chgData name="Sohag Kabir" userId="e9b0da40-aef8-480a-bb63-d1daacecf555" providerId="ADAL" clId="{1F38D4F1-04EA-4679-AABE-783D48579403}" dt="2024-10-18T18:48:37.564" v="4043" actId="478"/>
        <pc:sldMkLst>
          <pc:docMk/>
          <pc:sldMk cId="1611830988" sldId="374"/>
        </pc:sldMkLst>
      </pc:sldChg>
      <pc:sldChg chg="delSp modSp add mod delAnim modAnim">
        <pc:chgData name="Sohag Kabir" userId="e9b0da40-aef8-480a-bb63-d1daacecf555" providerId="ADAL" clId="{1F38D4F1-04EA-4679-AABE-783D48579403}" dt="2024-10-19T10:18:43.390" v="4435" actId="1076"/>
        <pc:sldMkLst>
          <pc:docMk/>
          <pc:sldMk cId="1298737182" sldId="375"/>
        </pc:sldMkLst>
      </pc:sldChg>
      <pc:sldChg chg="addSp delSp modSp add mod modAnim">
        <pc:chgData name="Sohag Kabir" userId="e9b0da40-aef8-480a-bb63-d1daacecf555" providerId="ADAL" clId="{1F38D4F1-04EA-4679-AABE-783D48579403}" dt="2024-10-19T10:55:11.561" v="4602"/>
        <pc:sldMkLst>
          <pc:docMk/>
          <pc:sldMk cId="1594471907" sldId="376"/>
        </pc:sldMkLst>
      </pc:sldChg>
      <pc:sldChg chg="addSp delSp modSp add mod delAnim">
        <pc:chgData name="Sohag Kabir" userId="e9b0da40-aef8-480a-bb63-d1daacecf555" providerId="ADAL" clId="{1F38D4F1-04EA-4679-AABE-783D48579403}" dt="2024-10-19T10:42:38.140" v="4537" actId="1076"/>
        <pc:sldMkLst>
          <pc:docMk/>
          <pc:sldMk cId="4271638061" sldId="377"/>
        </pc:sldMkLst>
      </pc:sldChg>
      <pc:sldChg chg="delSp modSp add mod">
        <pc:chgData name="Sohag Kabir" userId="e9b0da40-aef8-480a-bb63-d1daacecf555" providerId="ADAL" clId="{1F38D4F1-04EA-4679-AABE-783D48579403}" dt="2024-10-19T10:44:43.828" v="4550" actId="1076"/>
        <pc:sldMkLst>
          <pc:docMk/>
          <pc:sldMk cId="3924167895" sldId="378"/>
        </pc:sldMkLst>
      </pc:sldChg>
    </pc:docChg>
  </pc:docChgLst>
  <pc:docChgLst>
    <pc:chgData name="Sohag Kabir" userId="e9b0da40-aef8-480a-bb63-d1daacecf555" providerId="ADAL" clId="{5C408035-4E8D-4ADF-9233-ED281F8B05DA}"/>
    <pc:docChg chg="undo redo custSel addSld delSld modSld sldOrd replTag delTag">
      <pc:chgData name="Sohag Kabir" userId="e9b0da40-aef8-480a-bb63-d1daacecf555" providerId="ADAL" clId="{5C408035-4E8D-4ADF-9233-ED281F8B05DA}" dt="2024-09-29T16:14:23.061" v="6521" actId="6549"/>
      <pc:docMkLst>
        <pc:docMk/>
      </pc:docMkLst>
      <pc:sldChg chg="modSp mod">
        <pc:chgData name="Sohag Kabir" userId="e9b0da40-aef8-480a-bb63-d1daacecf555" providerId="ADAL" clId="{5C408035-4E8D-4ADF-9233-ED281F8B05DA}" dt="2024-09-28T14:45:51.587" v="1882" actId="27636"/>
        <pc:sldMkLst>
          <pc:docMk/>
          <pc:sldMk cId="2795566495" sldId="256"/>
        </pc:sldMkLst>
      </pc:sldChg>
      <pc:sldChg chg="addSp delSp modSp mod delAnim modAnim">
        <pc:chgData name="Sohag Kabir" userId="e9b0da40-aef8-480a-bb63-d1daacecf555" providerId="ADAL" clId="{5C408035-4E8D-4ADF-9233-ED281F8B05DA}" dt="2024-09-29T09:09:24.812" v="2480" actId="14100"/>
        <pc:sldMkLst>
          <pc:docMk/>
          <pc:sldMk cId="1234101355" sldId="258"/>
        </pc:sldMkLst>
      </pc:sldChg>
      <pc:sldChg chg="addSp delSp modSp mod">
        <pc:chgData name="Sohag Kabir" userId="e9b0da40-aef8-480a-bb63-d1daacecf555" providerId="ADAL" clId="{5C408035-4E8D-4ADF-9233-ED281F8B05DA}" dt="2024-09-29T09:42:41.043" v="2581" actId="1076"/>
        <pc:sldMkLst>
          <pc:docMk/>
          <pc:sldMk cId="2490493203" sldId="259"/>
        </pc:sldMkLst>
      </pc:sldChg>
      <pc:sldChg chg="addSp delSp modSp mod">
        <pc:chgData name="Sohag Kabir" userId="e9b0da40-aef8-480a-bb63-d1daacecf555" providerId="ADAL" clId="{5C408035-4E8D-4ADF-9233-ED281F8B05DA}" dt="2024-09-29T15:26:38.610" v="5904" actId="1076"/>
        <pc:sldMkLst>
          <pc:docMk/>
          <pc:sldMk cId="1583876998" sldId="261"/>
        </pc:sldMkLst>
      </pc:sldChg>
      <pc:sldChg chg="addSp delSp modSp mod modNotesTx">
        <pc:chgData name="Sohag Kabir" userId="e9b0da40-aef8-480a-bb63-d1daacecf555" providerId="ADAL" clId="{5C408035-4E8D-4ADF-9233-ED281F8B05DA}" dt="2024-09-29T15:56:05.631" v="6240" actId="1076"/>
        <pc:sldMkLst>
          <pc:docMk/>
          <pc:sldMk cId="4146333179" sldId="264"/>
        </pc:sldMkLst>
      </pc:sldChg>
      <pc:sldChg chg="addSp delSp modSp mod ord delAnim modAnim">
        <pc:chgData name="Sohag Kabir" userId="e9b0da40-aef8-480a-bb63-d1daacecf555" providerId="ADAL" clId="{5C408035-4E8D-4ADF-9233-ED281F8B05DA}" dt="2024-09-29T15:59:25.256" v="6248" actId="20577"/>
        <pc:sldMkLst>
          <pc:docMk/>
          <pc:sldMk cId="1671400381" sldId="265"/>
        </pc:sldMkLst>
      </pc:sldChg>
      <pc:sldChg chg="addSp delSp modSp mod ord modAnim modNotesTx">
        <pc:chgData name="Sohag Kabir" userId="e9b0da40-aef8-480a-bb63-d1daacecf555" providerId="ADAL" clId="{5C408035-4E8D-4ADF-9233-ED281F8B05DA}" dt="2024-09-29T16:14:23.061" v="6521" actId="6549"/>
        <pc:sldMkLst>
          <pc:docMk/>
          <pc:sldMk cId="1480265116" sldId="266"/>
        </pc:sldMkLst>
      </pc:sldChg>
      <pc:sldChg chg="modSp mod">
        <pc:chgData name="Sohag Kabir" userId="e9b0da40-aef8-480a-bb63-d1daacecf555" providerId="ADAL" clId="{5C408035-4E8D-4ADF-9233-ED281F8B05DA}" dt="2024-09-22T00:25:21.842" v="1561"/>
        <pc:sldMkLst>
          <pc:docMk/>
          <pc:sldMk cId="4136712713" sldId="268"/>
        </pc:sldMkLst>
      </pc:sldChg>
      <pc:sldChg chg="addSp delSp modSp mod">
        <pc:chgData name="Sohag Kabir" userId="e9b0da40-aef8-480a-bb63-d1daacecf555" providerId="ADAL" clId="{5C408035-4E8D-4ADF-9233-ED281F8B05DA}" dt="2024-09-29T15:40:50.529" v="6062" actId="14100"/>
        <pc:sldMkLst>
          <pc:docMk/>
          <pc:sldMk cId="4000026248" sldId="270"/>
        </pc:sldMkLst>
      </pc:sldChg>
      <pc:sldChg chg="addSp delSp modSp mod">
        <pc:chgData name="Sohag Kabir" userId="e9b0da40-aef8-480a-bb63-d1daacecf555" providerId="ADAL" clId="{5C408035-4E8D-4ADF-9233-ED281F8B05DA}" dt="2024-09-29T14:38:59.909" v="5447" actId="20577"/>
        <pc:sldMkLst>
          <pc:docMk/>
          <pc:sldMk cId="4132999612" sldId="271"/>
        </pc:sldMkLst>
      </pc:sldChg>
      <pc:sldChg chg="addSp delSp modSp del mod">
        <pc:chgData name="Sohag Kabir" userId="e9b0da40-aef8-480a-bb63-d1daacecf555" providerId="ADAL" clId="{5C408035-4E8D-4ADF-9233-ED281F8B05DA}" dt="2024-09-29T14:32:44.124" v="5280" actId="2696"/>
        <pc:sldMkLst>
          <pc:docMk/>
          <pc:sldMk cId="900894215" sldId="272"/>
        </pc:sldMkLst>
      </pc:sldChg>
      <pc:sldChg chg="del">
        <pc:chgData name="Sohag Kabir" userId="e9b0da40-aef8-480a-bb63-d1daacecf555" providerId="ADAL" clId="{5C408035-4E8D-4ADF-9233-ED281F8B05DA}" dt="2024-09-21T23:54:33.863" v="1098" actId="2696"/>
        <pc:sldMkLst>
          <pc:docMk/>
          <pc:sldMk cId="3747650600" sldId="273"/>
        </pc:sldMkLst>
      </pc:sldChg>
      <pc:sldChg chg="addSp delSp modSp add mod ord">
        <pc:chgData name="Sohag Kabir" userId="e9b0da40-aef8-480a-bb63-d1daacecf555" providerId="ADAL" clId="{5C408035-4E8D-4ADF-9233-ED281F8B05DA}" dt="2024-09-29T11:14:32.459" v="3205" actId="14100"/>
        <pc:sldMkLst>
          <pc:docMk/>
          <pc:sldMk cId="249088773" sldId="274"/>
        </pc:sldMkLst>
      </pc:sldChg>
      <pc:sldChg chg="addSp delSp modSp add mod ord modNotesTx">
        <pc:chgData name="Sohag Kabir" userId="e9b0da40-aef8-480a-bb63-d1daacecf555" providerId="ADAL" clId="{5C408035-4E8D-4ADF-9233-ED281F8B05DA}" dt="2024-09-29T16:14:00.618" v="6518" actId="6549"/>
        <pc:sldMkLst>
          <pc:docMk/>
          <pc:sldMk cId="161335234" sldId="275"/>
        </pc:sldMkLst>
      </pc:sldChg>
      <pc:sldChg chg="addSp delSp modSp add mod delAnim modAnim">
        <pc:chgData name="Sohag Kabir" userId="e9b0da40-aef8-480a-bb63-d1daacecf555" providerId="ADAL" clId="{5C408035-4E8D-4ADF-9233-ED281F8B05DA}" dt="2024-09-29T15:36:50.482" v="5978" actId="255"/>
        <pc:sldMkLst>
          <pc:docMk/>
          <pc:sldMk cId="2518863157" sldId="276"/>
        </pc:sldMkLst>
      </pc:sldChg>
      <pc:sldChg chg="addSp delSp modSp add mod modAnim modNotesTx">
        <pc:chgData name="Sohag Kabir" userId="e9b0da40-aef8-480a-bb63-d1daacecf555" providerId="ADAL" clId="{5C408035-4E8D-4ADF-9233-ED281F8B05DA}" dt="2024-09-29T16:14:09.614" v="6519" actId="6549"/>
        <pc:sldMkLst>
          <pc:docMk/>
          <pc:sldMk cId="3470196385" sldId="277"/>
        </pc:sldMkLst>
      </pc:sldChg>
      <pc:sldChg chg="addSp delSp modSp add mod ord modAnim">
        <pc:chgData name="Sohag Kabir" userId="e9b0da40-aef8-480a-bb63-d1daacecf555" providerId="ADAL" clId="{5C408035-4E8D-4ADF-9233-ED281F8B05DA}" dt="2024-09-29T13:30:34.454" v="4782"/>
        <pc:sldMkLst>
          <pc:docMk/>
          <pc:sldMk cId="4215629215" sldId="278"/>
        </pc:sldMkLst>
      </pc:sldChg>
      <pc:sldChg chg="addSp delSp modSp add mod modAnim">
        <pc:chgData name="Sohag Kabir" userId="e9b0da40-aef8-480a-bb63-d1daacecf555" providerId="ADAL" clId="{5C408035-4E8D-4ADF-9233-ED281F8B05DA}" dt="2024-09-29T09:32:02.196" v="2561" actId="20577"/>
        <pc:sldMkLst>
          <pc:docMk/>
          <pc:sldMk cId="616367942" sldId="279"/>
        </pc:sldMkLst>
      </pc:sldChg>
      <pc:sldChg chg="addSp delSp modSp add mod modAnim">
        <pc:chgData name="Sohag Kabir" userId="e9b0da40-aef8-480a-bb63-d1daacecf555" providerId="ADAL" clId="{5C408035-4E8D-4ADF-9233-ED281F8B05DA}" dt="2024-09-28T17:55:30.222" v="2454" actId="2711"/>
        <pc:sldMkLst>
          <pc:docMk/>
          <pc:sldMk cId="641033179" sldId="280"/>
        </pc:sldMkLst>
      </pc:sldChg>
      <pc:sldChg chg="addSp delSp modSp add mod addAnim delAnim modAnim">
        <pc:chgData name="Sohag Kabir" userId="e9b0da40-aef8-480a-bb63-d1daacecf555" providerId="ADAL" clId="{5C408035-4E8D-4ADF-9233-ED281F8B05DA}" dt="2024-09-29T09:30:47.580" v="2560" actId="113"/>
        <pc:sldMkLst>
          <pc:docMk/>
          <pc:sldMk cId="1477951119" sldId="281"/>
        </pc:sldMkLst>
      </pc:sldChg>
      <pc:sldChg chg="addSp delSp modSp add mod modNotesTx">
        <pc:chgData name="Sohag Kabir" userId="e9b0da40-aef8-480a-bb63-d1daacecf555" providerId="ADAL" clId="{5C408035-4E8D-4ADF-9233-ED281F8B05DA}" dt="2024-09-29T16:14:15.500" v="6520" actId="6549"/>
        <pc:sldMkLst>
          <pc:docMk/>
          <pc:sldMk cId="3529504122" sldId="282"/>
        </pc:sldMkLst>
      </pc:sldChg>
      <pc:sldChg chg="addSp delSp modSp add mod modNotesTx">
        <pc:chgData name="Sohag Kabir" userId="e9b0da40-aef8-480a-bb63-d1daacecf555" providerId="ADAL" clId="{5C408035-4E8D-4ADF-9233-ED281F8B05DA}" dt="2024-09-29T12:44:28.678" v="4338" actId="20577"/>
        <pc:sldMkLst>
          <pc:docMk/>
          <pc:sldMk cId="3093025796" sldId="283"/>
        </pc:sldMkLst>
      </pc:sldChg>
      <pc:sldChg chg="addSp delSp modSp add mod modNotesTx">
        <pc:chgData name="Sohag Kabir" userId="e9b0da40-aef8-480a-bb63-d1daacecf555" providerId="ADAL" clId="{5C408035-4E8D-4ADF-9233-ED281F8B05DA}" dt="2024-09-29T16:13:41.845" v="6517" actId="6549"/>
        <pc:sldMkLst>
          <pc:docMk/>
          <pc:sldMk cId="3299150616" sldId="284"/>
        </pc:sldMkLst>
      </pc:sldChg>
      <pc:sldChg chg="addSp delSp modSp add mod delAnim">
        <pc:chgData name="Sohag Kabir" userId="e9b0da40-aef8-480a-bb63-d1daacecf555" providerId="ADAL" clId="{5C408035-4E8D-4ADF-9233-ED281F8B05DA}" dt="2024-09-29T13:38:37.208" v="4823" actId="1076"/>
        <pc:sldMkLst>
          <pc:docMk/>
          <pc:sldMk cId="1975243977" sldId="285"/>
        </pc:sldMkLst>
      </pc:sldChg>
      <pc:sldChg chg="addSp delSp modSp add mod modAnim">
        <pc:chgData name="Sohag Kabir" userId="e9b0da40-aef8-480a-bb63-d1daacecf555" providerId="ADAL" clId="{5C408035-4E8D-4ADF-9233-ED281F8B05DA}" dt="2024-09-29T14:04:02.656" v="4923"/>
        <pc:sldMkLst>
          <pc:docMk/>
          <pc:sldMk cId="3773334495" sldId="286"/>
        </pc:sldMkLst>
      </pc:sldChg>
      <pc:sldChg chg="addSp delSp modSp add mod modAnim">
        <pc:chgData name="Sohag Kabir" userId="e9b0da40-aef8-480a-bb63-d1daacecf555" providerId="ADAL" clId="{5C408035-4E8D-4ADF-9233-ED281F8B05DA}" dt="2024-09-29T14:19:32.142" v="5172" actId="1076"/>
        <pc:sldMkLst>
          <pc:docMk/>
          <pc:sldMk cId="743092061" sldId="287"/>
        </pc:sldMkLst>
      </pc:sldChg>
      <pc:sldChg chg="addSp delSp modSp add mod">
        <pc:chgData name="Sohag Kabir" userId="e9b0da40-aef8-480a-bb63-d1daacecf555" providerId="ADAL" clId="{5C408035-4E8D-4ADF-9233-ED281F8B05DA}" dt="2024-09-29T14:35:40.278" v="5373" actId="1076"/>
        <pc:sldMkLst>
          <pc:docMk/>
          <pc:sldMk cId="2923510616" sldId="288"/>
        </pc:sldMkLst>
      </pc:sldChg>
      <pc:sldChg chg="addSp delSp modSp add mod">
        <pc:chgData name="Sohag Kabir" userId="e9b0da40-aef8-480a-bb63-d1daacecf555" providerId="ADAL" clId="{5C408035-4E8D-4ADF-9233-ED281F8B05DA}" dt="2024-09-29T14:35:50.460" v="5375" actId="14100"/>
        <pc:sldMkLst>
          <pc:docMk/>
          <pc:sldMk cId="2324322734" sldId="289"/>
        </pc:sldMkLst>
      </pc:sldChg>
      <pc:sldChg chg="addSp delSp modSp add mod">
        <pc:chgData name="Sohag Kabir" userId="e9b0da40-aef8-480a-bb63-d1daacecf555" providerId="ADAL" clId="{5C408035-4E8D-4ADF-9233-ED281F8B05DA}" dt="2024-09-29T14:38:28.599" v="5412" actId="20577"/>
        <pc:sldMkLst>
          <pc:docMk/>
          <pc:sldMk cId="2997775987" sldId="290"/>
        </pc:sldMkLst>
      </pc:sldChg>
      <pc:sldChg chg="addSp delSp modSp add mod delAnim modAnim">
        <pc:chgData name="Sohag Kabir" userId="e9b0da40-aef8-480a-bb63-d1daacecf555" providerId="ADAL" clId="{5C408035-4E8D-4ADF-9233-ED281F8B05DA}" dt="2024-09-29T16:04:31.310" v="6252" actId="1076"/>
        <pc:sldMkLst>
          <pc:docMk/>
          <pc:sldMk cId="522993105" sldId="291"/>
        </pc:sldMkLst>
      </pc:sldChg>
      <pc:sldChg chg="addSp delSp modSp add mod delAnim">
        <pc:chgData name="Sohag Kabir" userId="e9b0da40-aef8-480a-bb63-d1daacecf555" providerId="ADAL" clId="{5C408035-4E8D-4ADF-9233-ED281F8B05DA}" dt="2024-09-29T14:58:32.739" v="5550" actId="1076"/>
        <pc:sldMkLst>
          <pc:docMk/>
          <pc:sldMk cId="1047879687" sldId="292"/>
        </pc:sldMkLst>
      </pc:sldChg>
      <pc:sldChg chg="addSp delSp modSp add mod modAnim">
        <pc:chgData name="Sohag Kabir" userId="e9b0da40-aef8-480a-bb63-d1daacecf555" providerId="ADAL" clId="{5C408035-4E8D-4ADF-9233-ED281F8B05DA}" dt="2024-09-29T15:01:06.835" v="5576" actId="6549"/>
        <pc:sldMkLst>
          <pc:docMk/>
          <pc:sldMk cId="84711293" sldId="293"/>
        </pc:sldMkLst>
      </pc:sldChg>
      <pc:sldChg chg="add">
        <pc:chgData name="Sohag Kabir" userId="e9b0da40-aef8-480a-bb63-d1daacecf555" providerId="ADAL" clId="{5C408035-4E8D-4ADF-9233-ED281F8B05DA}" dt="2024-09-29T15:02:32.823" v="5577" actId="2890"/>
        <pc:sldMkLst>
          <pc:docMk/>
          <pc:sldMk cId="1163318038" sldId="294"/>
        </pc:sldMkLst>
      </pc:sldChg>
      <pc:sldChg chg="addSp delSp modSp add mod">
        <pc:chgData name="Sohag Kabir" userId="e9b0da40-aef8-480a-bb63-d1daacecf555" providerId="ADAL" clId="{5C408035-4E8D-4ADF-9233-ED281F8B05DA}" dt="2024-09-29T15:30:48.793" v="5925" actId="14100"/>
        <pc:sldMkLst>
          <pc:docMk/>
          <pc:sldMk cId="1736692387" sldId="295"/>
        </pc:sldMkLst>
      </pc:sldChg>
      <pc:sldChg chg="addSp delSp modSp add mod">
        <pc:chgData name="Sohag Kabir" userId="e9b0da40-aef8-480a-bb63-d1daacecf555" providerId="ADAL" clId="{5C408035-4E8D-4ADF-9233-ED281F8B05DA}" dt="2024-09-29T15:56:35.486" v="6247"/>
        <pc:sldMkLst>
          <pc:docMk/>
          <pc:sldMk cId="1404130163" sldId="296"/>
        </pc:sldMkLst>
      </pc:sldChg>
      <pc:sldChg chg="addSp delSp modSp add mod modNotesTx">
        <pc:chgData name="Sohag Kabir" userId="e9b0da40-aef8-480a-bb63-d1daacecf555" providerId="ADAL" clId="{5C408035-4E8D-4ADF-9233-ED281F8B05DA}" dt="2024-09-29T15:56:24.007" v="6244" actId="1076"/>
        <pc:sldMkLst>
          <pc:docMk/>
          <pc:sldMk cId="3364632169" sldId="297"/>
        </pc:sldMkLst>
      </pc:sldChg>
      <pc:sldChg chg="delSp modSp add mod ord">
        <pc:chgData name="Sohag Kabir" userId="e9b0da40-aef8-480a-bb63-d1daacecf555" providerId="ADAL" clId="{5C408035-4E8D-4ADF-9233-ED281F8B05DA}" dt="2024-09-29T16:12:23.730" v="6516" actId="20577"/>
        <pc:sldMkLst>
          <pc:docMk/>
          <pc:sldMk cId="683997717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24/10/2025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24/10/2025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081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30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43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179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27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4176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2571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24 October,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mongodb/mongodb_query_operators.ph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Query Language in MongoDB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44624"/>
            <a:ext cx="5602259" cy="780762"/>
          </a:xfrm>
        </p:spPr>
        <p:txBody>
          <a:bodyPr/>
          <a:lstStyle/>
          <a:p>
            <a:r>
              <a:rPr lang="en-GB" sz="3200" dirty="0"/>
              <a:t>Outline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E6F10-BAF0-90B1-17AF-10D6EFC92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04" y="1196752"/>
            <a:ext cx="7310364" cy="22322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Query – Basic Queries, Logical Operators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Basic Database Operations- Database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Basic CRUD operations</a:t>
            </a: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16" y="29413"/>
            <a:ext cx="8146383" cy="780762"/>
          </a:xfrm>
        </p:spPr>
        <p:txBody>
          <a:bodyPr/>
          <a:lstStyle/>
          <a:p>
            <a:r>
              <a:rPr lang="en-GB" sz="3200" dirty="0"/>
              <a:t>Query – Basic Queries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8DFA727-64E9-BA34-41A1-882198C56CDF}"/>
              </a:ext>
            </a:extLst>
          </p:cNvPr>
          <p:cNvSpPr txBox="1"/>
          <p:nvPr/>
        </p:nvSpPr>
        <p:spPr>
          <a:xfrm>
            <a:off x="419805" y="810175"/>
            <a:ext cx="8815218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sz="2400" b="1" spc="-15" dirty="0">
                <a:latin typeface="Helvetica" panose="020B0604020202020204" pitchFamily="34" charset="0"/>
                <a:cs typeface="Helvetica" panose="020B0604020202020204" pitchFamily="34" charset="0"/>
              </a:rPr>
              <a:t>Que</a:t>
            </a:r>
            <a:r>
              <a:rPr sz="2400" b="1" spc="-4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400" b="1" spc="-11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endParaRPr lang="en-GB" sz="2400" b="1" spc="-1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525"/>
            <a:endParaRPr sz="1100" b="1" dirty="0">
              <a:latin typeface="Arial"/>
              <a:cs typeface="Arial"/>
            </a:endParaRPr>
          </a:p>
          <a:p>
            <a:pPr marL="352425" indent="-342900">
              <a:spcAft>
                <a:spcPts val="600"/>
              </a:spcAft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rgets</a:t>
            </a:r>
            <a:r>
              <a:rPr sz="20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sp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cif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co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ction</a:t>
            </a:r>
            <a:r>
              <a:rPr sz="2000" spc="7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cume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ts</a:t>
            </a:r>
          </a:p>
          <a:p>
            <a:pPr marL="352425" indent="-342900">
              <a:spcAft>
                <a:spcPts val="600"/>
              </a:spcAft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ecifi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6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criteria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tha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entif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th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retu</a:t>
            </a:r>
            <a:r>
              <a:rPr sz="2000" spc="4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ne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documents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52425" marR="3810" indent="-342900">
              <a:spcAft>
                <a:spcPts val="600"/>
              </a:spcAft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ncl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spc="7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</a:t>
            </a:r>
            <a:r>
              <a:rPr sz="20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</a:t>
            </a:r>
            <a:r>
              <a:rPr sz="2000" spc="-4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ectio</a:t>
            </a:r>
            <a:r>
              <a:rPr sz="20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60" dirty="0">
                <a:solidFill>
                  <a:srgbClr val="9898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spec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fies</a:t>
            </a:r>
            <a:r>
              <a:rPr sz="2000" spc="6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ro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mat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ch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ng</a:t>
            </a:r>
            <a:r>
              <a:rPr lang="en-GB"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 D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cume</a:t>
            </a:r>
            <a:r>
              <a:rPr lang="en-GB"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ts  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n-GB"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return</a:t>
            </a:r>
          </a:p>
          <a:p>
            <a:pPr marL="352425" marR="3810" indent="-342900">
              <a:spcAft>
                <a:spcPts val="600"/>
              </a:spcAft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May</a:t>
            </a:r>
            <a:r>
              <a:rPr lang="en-GB"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mpose </a:t>
            </a:r>
            <a:r>
              <a:rPr lang="en-GB"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GB"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mits,</a:t>
            </a:r>
            <a:r>
              <a:rPr lang="en-GB"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sort 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orders</a:t>
            </a:r>
            <a:r>
              <a:rPr lang="en-GB"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159FFAA-77DD-D714-CCC0-37D05CA87AC5}"/>
              </a:ext>
            </a:extLst>
          </p:cNvPr>
          <p:cNvGrpSpPr/>
          <p:nvPr/>
        </p:nvGrpSpPr>
        <p:grpSpPr>
          <a:xfrm>
            <a:off x="2144688" y="3326068"/>
            <a:ext cx="5695405" cy="2803663"/>
            <a:chOff x="2144688" y="3326068"/>
            <a:chExt cx="5695405" cy="2803663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C4C6307-3A65-925E-F282-3F27C309A523}"/>
                </a:ext>
              </a:extLst>
            </p:cNvPr>
            <p:cNvSpPr/>
            <p:nvPr/>
          </p:nvSpPr>
          <p:spPr>
            <a:xfrm>
              <a:off x="2144688" y="3326068"/>
              <a:ext cx="5695405" cy="280366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13CCAE92-9AA9-A765-B9BA-E9D74DD2E06F}"/>
                </a:ext>
              </a:extLst>
            </p:cNvPr>
            <p:cNvSpPr/>
            <p:nvPr/>
          </p:nvSpPr>
          <p:spPr>
            <a:xfrm>
              <a:off x="4808984" y="3789040"/>
              <a:ext cx="72008" cy="432048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rgbClr val="0081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B92689D2-D0C0-BCA1-4E37-EB2F943D9250}"/>
                </a:ext>
              </a:extLst>
            </p:cNvPr>
            <p:cNvSpPr/>
            <p:nvPr/>
          </p:nvSpPr>
          <p:spPr>
            <a:xfrm>
              <a:off x="6825208" y="3789040"/>
              <a:ext cx="72008" cy="432048"/>
            </a:xfrm>
            <a:prstGeom prst="downArrow">
              <a:avLst/>
            </a:prstGeom>
            <a:solidFill>
              <a:schemeClr val="accent2"/>
            </a:solidFill>
            <a:ln>
              <a:solidFill>
                <a:srgbClr val="0081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Lucida Sans"/>
                <a:cs typeface="Lucida Sans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131CF7-F12C-0AED-1C64-9644413407DD}"/>
              </a:ext>
            </a:extLst>
          </p:cNvPr>
          <p:cNvCxnSpPr/>
          <p:nvPr/>
        </p:nvCxnSpPr>
        <p:spPr>
          <a:xfrm flipH="1">
            <a:off x="7294693" y="2982352"/>
            <a:ext cx="284480" cy="485141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F9B9AC-79F0-6A46-4987-52DF46DB563E}"/>
              </a:ext>
            </a:extLst>
          </p:cNvPr>
          <p:cNvSpPr txBox="1"/>
          <p:nvPr/>
        </p:nvSpPr>
        <p:spPr>
          <a:xfrm>
            <a:off x="6918773" y="2636912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</a:rPr>
              <a:t>Means ascending</a:t>
            </a:r>
          </a:p>
        </p:txBody>
      </p:sp>
    </p:spTree>
    <p:extLst>
      <p:ext uri="{BB962C8B-B14F-4D97-AF65-F5344CB8AC3E}">
        <p14:creationId xmlns:p14="http://schemas.microsoft.com/office/powerpoint/2010/main" val="61636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Find() + Projection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2AECD-799C-813D-B9D8-B2259CAE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700808"/>
            <a:ext cx="6894195" cy="13665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DD315D-5312-A6BA-E9E8-0A0EB944F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794" y="4607075"/>
            <a:ext cx="5781040" cy="12608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3D96B4-E318-0FF1-EF5B-AE38B4282988}"/>
              </a:ext>
            </a:extLst>
          </p:cNvPr>
          <p:cNvSpPr txBox="1"/>
          <p:nvPr/>
        </p:nvSpPr>
        <p:spPr>
          <a:xfrm>
            <a:off x="1452033" y="4105422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Equivalent to in SQL: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2C6BA7-4451-C504-0749-CD7ACB91AD62}"/>
              </a:ext>
            </a:extLst>
          </p:cNvPr>
          <p:cNvCxnSpPr/>
          <p:nvPr/>
        </p:nvCxnSpPr>
        <p:spPr>
          <a:xfrm flipH="1" flipV="1">
            <a:off x="4754033" y="2630448"/>
            <a:ext cx="309880" cy="518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77CAB92-8C0B-5AD4-30D7-C21DEC0951FB}"/>
              </a:ext>
            </a:extLst>
          </p:cNvPr>
          <p:cNvSpPr txBox="1"/>
          <p:nvPr/>
        </p:nvSpPr>
        <p:spPr>
          <a:xfrm>
            <a:off x="4657513" y="3164581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inclusion </a:t>
            </a:r>
            <a:r>
              <a:rPr lang="en-US" b="1" i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r>
              <a:rPr lang="en-US" b="1" i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_id is always automatically included 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BDD145-B2E8-B44E-0022-76674052D094}"/>
              </a:ext>
            </a:extLst>
          </p:cNvPr>
          <p:cNvCxnSpPr/>
          <p:nvPr/>
        </p:nvCxnSpPr>
        <p:spPr>
          <a:xfrm flipH="1" flipV="1">
            <a:off x="3321473" y="2630448"/>
            <a:ext cx="1742440" cy="518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8426012-2C32-8A45-BD1A-E10D7BEC9404}"/>
              </a:ext>
            </a:extLst>
          </p:cNvPr>
          <p:cNvSpPr/>
          <p:nvPr/>
        </p:nvSpPr>
        <p:spPr>
          <a:xfrm>
            <a:off x="2216696" y="990108"/>
            <a:ext cx="5729496" cy="42203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000" b="1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GB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(&lt;query&gt;, &lt;projection&gt;) </a:t>
            </a:r>
          </a:p>
        </p:txBody>
      </p:sp>
    </p:spTree>
    <p:extLst>
      <p:ext uri="{BB962C8B-B14F-4D97-AF65-F5344CB8AC3E}">
        <p14:creationId xmlns:p14="http://schemas.microsoft.com/office/powerpoint/2010/main" val="408086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0"/>
            <a:ext cx="9937104" cy="780762"/>
          </a:xfrm>
        </p:spPr>
        <p:txBody>
          <a:bodyPr/>
          <a:lstStyle/>
          <a:p>
            <a:r>
              <a:rPr lang="en-GB" sz="3000" dirty="0"/>
              <a:t>Find(): Exclude Fields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94740D-EE2E-87BD-28B3-05A6FE17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92" y="1066074"/>
            <a:ext cx="5976664" cy="332131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81A92A-62E3-CE9E-0F0A-F51B55F40673}"/>
              </a:ext>
            </a:extLst>
          </p:cNvPr>
          <p:cNvCxnSpPr>
            <a:cxnSpLocks/>
          </p:cNvCxnSpPr>
          <p:nvPr/>
        </p:nvCxnSpPr>
        <p:spPr>
          <a:xfrm flipH="1">
            <a:off x="6969224" y="1048039"/>
            <a:ext cx="140464" cy="267268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73AF49-04C5-2D40-79A6-73D1E66C9132}"/>
              </a:ext>
            </a:extLst>
          </p:cNvPr>
          <p:cNvSpPr txBox="1"/>
          <p:nvPr/>
        </p:nvSpPr>
        <p:spPr>
          <a:xfrm>
            <a:off x="6533663" y="747380"/>
            <a:ext cx="1710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exclusion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B8C8B7-E07C-3FD4-625A-83B72D689888}"/>
              </a:ext>
            </a:extLst>
          </p:cNvPr>
          <p:cNvSpPr txBox="1"/>
          <p:nvPr/>
        </p:nvSpPr>
        <p:spPr>
          <a:xfrm>
            <a:off x="1136576" y="4496499"/>
            <a:ext cx="8159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Cannot mix “inclusion &amp; exclusion” in the same operator except for </a:t>
            </a:r>
            <a:r>
              <a:rPr lang="en-US" sz="2000" b="1" i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_id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BB73E1-2FEC-168C-0D10-B609275CE218}"/>
              </a:ext>
            </a:extLst>
          </p:cNvPr>
          <p:cNvCxnSpPr/>
          <p:nvPr/>
        </p:nvCxnSpPr>
        <p:spPr>
          <a:xfrm flipV="1">
            <a:off x="3872880" y="1562201"/>
            <a:ext cx="238760" cy="303530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7DDE9D-10C8-64AA-06D1-39333E360CBA}"/>
              </a:ext>
            </a:extLst>
          </p:cNvPr>
          <p:cNvSpPr txBox="1"/>
          <p:nvPr/>
        </p:nvSpPr>
        <p:spPr>
          <a:xfrm>
            <a:off x="3210636" y="1788880"/>
            <a:ext cx="1563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equality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D9DB2E-3485-12C5-AEB5-0648AAB368F0}"/>
              </a:ext>
            </a:extLst>
          </p:cNvPr>
          <p:cNvCxnSpPr>
            <a:cxnSpLocks/>
          </p:cNvCxnSpPr>
          <p:nvPr/>
        </p:nvCxnSpPr>
        <p:spPr>
          <a:xfrm flipH="1" flipV="1">
            <a:off x="5999354" y="1544619"/>
            <a:ext cx="191466" cy="244261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A3A3DDD-A969-564E-FA6C-93E15A745201}"/>
              </a:ext>
            </a:extLst>
          </p:cNvPr>
          <p:cNvSpPr txBox="1"/>
          <p:nvPr/>
        </p:nvSpPr>
        <p:spPr>
          <a:xfrm>
            <a:off x="5810604" y="1696454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inclusion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3EBD0B-ADBC-E55C-A43A-04B7DFC2DFBA}"/>
              </a:ext>
            </a:extLst>
          </p:cNvPr>
          <p:cNvGrpSpPr/>
          <p:nvPr/>
        </p:nvGrpSpPr>
        <p:grpSpPr>
          <a:xfrm>
            <a:off x="2288704" y="4850850"/>
            <a:ext cx="6144747" cy="1307534"/>
            <a:chOff x="1880626" y="4878463"/>
            <a:chExt cx="6144747" cy="13075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491620-0901-6E2D-78DE-81854E24978D}"/>
                </a:ext>
              </a:extLst>
            </p:cNvPr>
            <p:cNvSpPr txBox="1"/>
            <p:nvPr/>
          </p:nvSpPr>
          <p:spPr>
            <a:xfrm>
              <a:off x="1880626" y="5382389"/>
              <a:ext cx="61447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db.users.find</a:t>
              </a:r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({}, {</a:t>
              </a:r>
              <a:r>
                <a:rPr lang="en-GB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name: 1</a:t>
              </a:r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GB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age: 0</a:t>
              </a:r>
              <a:r>
                <a:rPr lang="en-GB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})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43C932-0B5A-8099-7E4B-40CB76E370F9}"/>
                </a:ext>
              </a:extLst>
            </p:cNvPr>
            <p:cNvSpPr txBox="1"/>
            <p:nvPr/>
          </p:nvSpPr>
          <p:spPr>
            <a:xfrm>
              <a:off x="6296012" y="4878463"/>
              <a:ext cx="10374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66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exclusion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96B2894-F1C5-B487-F6BD-290B7DF43545}"/>
                </a:ext>
              </a:extLst>
            </p:cNvPr>
            <p:cNvSpPr txBox="1"/>
            <p:nvPr/>
          </p:nvSpPr>
          <p:spPr>
            <a:xfrm>
              <a:off x="4740200" y="5847443"/>
              <a:ext cx="979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66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inclusion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857507D-1C1C-89E2-40B1-15EFCAE70F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0237" y="5153033"/>
              <a:ext cx="140464" cy="267268"/>
            </a:xfrm>
            <a:prstGeom prst="straightConnector1">
              <a:avLst/>
            </a:prstGeom>
            <a:ln>
              <a:solidFill>
                <a:srgbClr val="8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AB8B56F-190B-5266-E014-4519EBE60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0078" y="5657901"/>
              <a:ext cx="205983" cy="252584"/>
            </a:xfrm>
            <a:prstGeom prst="straightConnector1">
              <a:avLst/>
            </a:prstGeom>
            <a:ln>
              <a:solidFill>
                <a:srgbClr val="8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DC6230F-358E-6B97-4F47-DCBC035C5BE3}"/>
              </a:ext>
            </a:extLst>
          </p:cNvPr>
          <p:cNvSpPr txBox="1"/>
          <p:nvPr/>
        </p:nvSpPr>
        <p:spPr>
          <a:xfrm>
            <a:off x="7578632" y="5075419"/>
            <a:ext cx="19885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not allowed</a:t>
            </a:r>
          </a:p>
        </p:txBody>
      </p:sp>
    </p:spTree>
    <p:extLst>
      <p:ext uri="{BB962C8B-B14F-4D97-AF65-F5344CB8AC3E}">
        <p14:creationId xmlns:p14="http://schemas.microsoft.com/office/powerpoint/2010/main" val="352144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21" y="0"/>
            <a:ext cx="6984776" cy="780762"/>
          </a:xfrm>
        </p:spPr>
        <p:txBody>
          <a:bodyPr/>
          <a:lstStyle/>
          <a:p>
            <a:r>
              <a:rPr lang="en-GB" sz="3200" dirty="0"/>
              <a:t>Find(): Exclude Fields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A243741-F2E3-682D-72EA-AE76DF20EEE8}"/>
              </a:ext>
            </a:extLst>
          </p:cNvPr>
          <p:cNvSpPr txBox="1"/>
          <p:nvPr/>
        </p:nvSpPr>
        <p:spPr>
          <a:xfrm>
            <a:off x="488504" y="1124744"/>
            <a:ext cx="9145016" cy="4228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620"/>
              </a:lnSpc>
              <a:tabLst>
                <a:tab pos="2180749" algn="l"/>
                <a:tab pos="2409349" algn="l"/>
                <a:tab pos="3095149" algn="l"/>
                <a:tab pos="3895249" algn="l"/>
                <a:tab pos="4238149" algn="l"/>
                <a:tab pos="4466749" algn="l"/>
                <a:tab pos="5152549" algn="l"/>
                <a:tab pos="5495449" algn="l"/>
              </a:tabLst>
            </a:pPr>
            <a:r>
              <a:rPr sz="2200" b="1" spc="-4" dirty="0" err="1">
                <a:latin typeface="Courier New"/>
                <a:cs typeface="Courier New"/>
              </a:rPr>
              <a:t>db.inventory.find</a:t>
            </a:r>
            <a:r>
              <a:rPr sz="2200" dirty="0">
                <a:latin typeface="Courier New"/>
                <a:cs typeface="Courier New"/>
              </a:rPr>
              <a:t>({</a:t>
            </a:r>
            <a:r>
              <a:rPr sz="2200" spc="-4" dirty="0">
                <a:latin typeface="Courier New"/>
                <a:cs typeface="Courier New"/>
              </a:rPr>
              <a:t>type</a:t>
            </a:r>
            <a:r>
              <a:rPr sz="2200" dirty="0">
                <a:latin typeface="Courier New"/>
                <a:cs typeface="Courier New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4" dirty="0">
                <a:latin typeface="Courier New"/>
                <a:cs typeface="Courier New"/>
              </a:rPr>
              <a:t>'food</a:t>
            </a:r>
            <a:r>
              <a:rPr sz="2200" dirty="0">
                <a:latin typeface="Courier New"/>
                <a:cs typeface="Courier New"/>
              </a:rPr>
              <a:t>'</a:t>
            </a:r>
            <a:r>
              <a:rPr sz="2200" spc="-4" dirty="0">
                <a:latin typeface="Courier New"/>
                <a:cs typeface="Courier New"/>
              </a:rPr>
              <a:t>}</a:t>
            </a:r>
            <a:r>
              <a:rPr sz="2200" dirty="0">
                <a:latin typeface="Courier New"/>
                <a:cs typeface="Courier New"/>
              </a:rPr>
              <a:t>,{</a:t>
            </a:r>
            <a:r>
              <a:rPr sz="2200" spc="-4" dirty="0">
                <a:latin typeface="Courier New"/>
                <a:cs typeface="Courier New"/>
              </a:rPr>
              <a:t>item</a:t>
            </a:r>
            <a:r>
              <a:rPr sz="2200" dirty="0">
                <a:latin typeface="Courier New"/>
                <a:cs typeface="Courier New"/>
              </a:rPr>
              <a:t>:</a:t>
            </a:r>
            <a:r>
              <a:rPr sz="2200" spc="-4" dirty="0">
                <a:latin typeface="Courier New"/>
                <a:cs typeface="Courier New"/>
              </a:rPr>
              <a:t>1</a:t>
            </a:r>
            <a:r>
              <a:rPr sz="2200" dirty="0">
                <a:latin typeface="Courier New"/>
                <a:cs typeface="Courier New"/>
              </a:rPr>
              <a:t>,</a:t>
            </a:r>
            <a:r>
              <a:rPr sz="2200" spc="-4" dirty="0">
                <a:latin typeface="Courier New"/>
                <a:cs typeface="Courier New"/>
              </a:rPr>
              <a:t>qty:</a:t>
            </a:r>
            <a:r>
              <a:rPr sz="2200" dirty="0">
                <a:latin typeface="Courier New"/>
                <a:cs typeface="Courier New"/>
              </a:rPr>
              <a:t>1})</a:t>
            </a:r>
          </a:p>
          <a:p>
            <a:pPr marL="266700" marR="147638" indent="-257175">
              <a:lnSpc>
                <a:spcPts val="1454"/>
              </a:lnSpc>
              <a:spcBef>
                <a:spcPts val="363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endParaRPr lang="en-GB" sz="1500" dirty="0">
              <a:latin typeface="Arial"/>
              <a:cs typeface="Arial"/>
            </a:endParaRPr>
          </a:p>
          <a:p>
            <a:pPr marL="352425" marR="147638" indent="-342900">
              <a:lnSpc>
                <a:spcPts val="1454"/>
              </a:lnSpc>
              <a:spcBef>
                <a:spcPts val="363"/>
              </a:spcBef>
              <a:buClr>
                <a:srgbClr val="00007C"/>
              </a:buClr>
              <a:buSzPct val="100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ite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qt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fields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(and</a:t>
            </a:r>
            <a:r>
              <a:rPr sz="2000" spc="2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defaul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_i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sz="2000" b="1" spc="26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field)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return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GB" sz="2000" spc="26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525" marR="147638">
              <a:lnSpc>
                <a:spcPts val="1454"/>
              </a:lnSpc>
              <a:spcBef>
                <a:spcPts val="363"/>
              </a:spcBef>
              <a:buClr>
                <a:srgbClr val="00007C"/>
              </a:buClr>
              <a:buSzPct val="75000"/>
              <a:tabLst>
                <a:tab pos="266700" algn="l"/>
              </a:tabLst>
            </a:pPr>
            <a:endParaRPr lang="en-GB" sz="2000" spc="26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525" marR="147638">
              <a:lnSpc>
                <a:spcPts val="1454"/>
              </a:lnSpc>
              <a:spcBef>
                <a:spcPts val="363"/>
              </a:spcBef>
              <a:buClr>
                <a:srgbClr val="00007C"/>
              </a:buClr>
              <a:buSzPct val="75000"/>
              <a:tabLst>
                <a:tab pos="266700" algn="l"/>
              </a:tabLst>
            </a:pPr>
            <a:r>
              <a:rPr lang="en-GB"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matching</a:t>
            </a:r>
            <a:r>
              <a:rPr sz="2000" spc="2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</a:t>
            </a:r>
            <a:r>
              <a:rPr sz="2000" spc="4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uments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39"/>
              </a:spcBef>
              <a:buClr>
                <a:srgbClr val="00007C"/>
              </a:buClr>
            </a:pPr>
            <a:endParaRPr lang="en-GB" sz="1500" dirty="0">
              <a:latin typeface="Times New Roman"/>
              <a:cs typeface="Times New Roman"/>
            </a:endParaRPr>
          </a:p>
          <a:p>
            <a:pPr>
              <a:spcBef>
                <a:spcPts val="39"/>
              </a:spcBef>
              <a:buClr>
                <a:srgbClr val="00007C"/>
              </a:buClr>
            </a:pPr>
            <a:endParaRPr sz="1500" dirty="0">
              <a:latin typeface="Times New Roman"/>
              <a:cs typeface="Times New Roman"/>
            </a:endParaRPr>
          </a:p>
          <a:p>
            <a:pPr marL="9525">
              <a:lnSpc>
                <a:spcPts val="1620"/>
              </a:lnSpc>
              <a:tabLst>
                <a:tab pos="2180749" algn="l"/>
                <a:tab pos="2409349" algn="l"/>
                <a:tab pos="3095149" algn="l"/>
                <a:tab pos="3895249" algn="l"/>
                <a:tab pos="4238149" algn="l"/>
                <a:tab pos="4466749" algn="l"/>
                <a:tab pos="5152549" algn="l"/>
                <a:tab pos="5495449" algn="l"/>
              </a:tabLst>
            </a:pPr>
            <a:r>
              <a:rPr sz="2000" b="1" spc="-4" dirty="0" err="1">
                <a:latin typeface="Courier New"/>
                <a:cs typeface="Courier New"/>
              </a:rPr>
              <a:t>db.inventory.find</a:t>
            </a:r>
            <a:r>
              <a:rPr sz="2000" dirty="0">
                <a:latin typeface="Courier New"/>
                <a:cs typeface="Courier New"/>
              </a:rPr>
              <a:t>({</a:t>
            </a:r>
            <a:r>
              <a:rPr sz="2000" spc="-4" dirty="0" err="1">
                <a:latin typeface="Courier New"/>
                <a:cs typeface="Courier New"/>
              </a:rPr>
              <a:t>type</a:t>
            </a:r>
            <a:r>
              <a:rPr sz="2000" dirty="0" err="1">
                <a:latin typeface="Courier New"/>
                <a:cs typeface="Courier New"/>
              </a:rPr>
              <a:t>:</a:t>
            </a:r>
            <a:r>
              <a:rPr sz="2000" spc="-4" dirty="0" err="1">
                <a:latin typeface="Courier New"/>
                <a:cs typeface="Courier New"/>
              </a:rPr>
              <a:t>'food</a:t>
            </a:r>
            <a:r>
              <a:rPr sz="2000" dirty="0">
                <a:latin typeface="Courier New"/>
                <a:cs typeface="Courier New"/>
              </a:rPr>
              <a:t>'</a:t>
            </a:r>
            <a:r>
              <a:rPr sz="2000" spc="-4" dirty="0">
                <a:latin typeface="Courier New"/>
                <a:cs typeface="Courier New"/>
              </a:rPr>
              <a:t>}</a:t>
            </a:r>
            <a:r>
              <a:rPr sz="2000" dirty="0">
                <a:latin typeface="Courier New"/>
                <a:cs typeface="Courier New"/>
              </a:rPr>
              <a:t>,{</a:t>
            </a:r>
            <a:r>
              <a:rPr sz="2000" spc="-4" dirty="0">
                <a:latin typeface="Courier New"/>
                <a:cs typeface="Courier New"/>
              </a:rPr>
              <a:t>item</a:t>
            </a:r>
            <a:r>
              <a:rPr sz="2000" dirty="0">
                <a:latin typeface="Courier New"/>
                <a:cs typeface="Courier New"/>
              </a:rPr>
              <a:t>:</a:t>
            </a:r>
            <a:r>
              <a:rPr sz="2000" spc="-4" dirty="0">
                <a:latin typeface="Courier New"/>
                <a:cs typeface="Courier New"/>
              </a:rPr>
              <a:t>1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4" dirty="0">
                <a:latin typeface="Courier New"/>
                <a:cs typeface="Courier New"/>
              </a:rPr>
              <a:t>qty:1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-4" dirty="0">
                <a:latin typeface="Courier New"/>
                <a:cs typeface="Courier New"/>
              </a:rPr>
              <a:t>_id</a:t>
            </a:r>
            <a:r>
              <a:rPr sz="2000" dirty="0">
                <a:latin typeface="Courier New"/>
                <a:cs typeface="Courier New"/>
              </a:rPr>
              <a:t>:0})</a:t>
            </a:r>
          </a:p>
          <a:p>
            <a:pPr marL="9525">
              <a:spcBef>
                <a:spcPts val="26"/>
              </a:spcBef>
              <a:buClr>
                <a:srgbClr val="00007C"/>
              </a:buClr>
              <a:buSzPct val="75000"/>
              <a:tabLst>
                <a:tab pos="266700" algn="l"/>
              </a:tabLst>
            </a:pPr>
            <a:endParaRPr lang="en-GB" sz="1500" dirty="0">
              <a:latin typeface="Arial"/>
              <a:cs typeface="Arial"/>
            </a:endParaRPr>
          </a:p>
          <a:p>
            <a:pPr marL="352425" indent="-342900">
              <a:spcBef>
                <a:spcPts val="26"/>
              </a:spcBef>
              <a:buClr>
                <a:srgbClr val="00007C"/>
              </a:buClr>
              <a:buSzPct val="100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26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Courier New"/>
                <a:cs typeface="Courier New"/>
              </a:rPr>
              <a:t>ite</a:t>
            </a:r>
            <a:r>
              <a:rPr sz="2000" b="1" dirty="0">
                <a:latin typeface="Courier New"/>
                <a:cs typeface="Courier New"/>
              </a:rPr>
              <a:t>m</a:t>
            </a:r>
            <a:r>
              <a:rPr sz="2000" spc="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Courier New"/>
                <a:cs typeface="Courier New"/>
              </a:rPr>
              <a:t>qt</a:t>
            </a:r>
            <a:r>
              <a:rPr sz="2000" b="1" dirty="0">
                <a:latin typeface="Courier New"/>
                <a:cs typeface="Courier New"/>
              </a:rPr>
              <a:t>y</a:t>
            </a:r>
            <a:r>
              <a:rPr sz="2000" spc="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fields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return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h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matching</a:t>
            </a:r>
            <a:r>
              <a:rPr sz="2000" spc="2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</a:t>
            </a:r>
            <a:r>
              <a:rPr sz="2000" spc="4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uments</a:t>
            </a:r>
            <a:r>
              <a:rPr lang="en-GB"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; </a:t>
            </a:r>
            <a:r>
              <a:rPr lang="en-GB" sz="2000" spc="-4" dirty="0">
                <a:latin typeface="Courier New" panose="02070309020205020404" pitchFamily="49" charset="0"/>
                <a:cs typeface="Courier New" panose="02070309020205020404" pitchFamily="49" charset="0"/>
              </a:rPr>
              <a:t>_id </a:t>
            </a:r>
            <a:r>
              <a:rPr lang="en-GB"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is excluded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5"/>
              </a:spcBef>
              <a:buClr>
                <a:srgbClr val="00007C"/>
              </a:buClr>
            </a:pPr>
            <a:endParaRPr lang="en-GB" sz="1538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lr>
                <a:srgbClr val="00007C"/>
              </a:buClr>
            </a:pPr>
            <a:endParaRPr sz="1538" dirty="0">
              <a:latin typeface="Times New Roman"/>
              <a:cs typeface="Times New Roman"/>
            </a:endParaRPr>
          </a:p>
          <a:p>
            <a:pPr marL="9525">
              <a:tabLst>
                <a:tab pos="2180749" algn="l"/>
                <a:tab pos="2409349" algn="l"/>
                <a:tab pos="3095149" algn="l"/>
                <a:tab pos="3895249" algn="l"/>
                <a:tab pos="4238149" algn="l"/>
                <a:tab pos="4466749" algn="l"/>
                <a:tab pos="5038249" algn="l"/>
                <a:tab pos="5266849" algn="l"/>
                <a:tab pos="5495449" algn="l"/>
                <a:tab pos="5724049" algn="l"/>
              </a:tabLst>
            </a:pPr>
            <a:r>
              <a:rPr sz="2000" b="1" spc="-4" dirty="0" err="1">
                <a:latin typeface="Courier New"/>
                <a:cs typeface="Courier New"/>
              </a:rPr>
              <a:t>db.inventory.find</a:t>
            </a:r>
            <a:r>
              <a:rPr sz="2000" dirty="0">
                <a:latin typeface="Courier New"/>
                <a:cs typeface="Courier New"/>
              </a:rPr>
              <a:t>({</a:t>
            </a:r>
            <a:r>
              <a:rPr sz="2000" spc="-4" dirty="0" err="1">
                <a:latin typeface="Courier New"/>
                <a:cs typeface="Courier New"/>
              </a:rPr>
              <a:t>type</a:t>
            </a:r>
            <a:r>
              <a:rPr sz="2000" dirty="0" err="1">
                <a:latin typeface="Courier New"/>
                <a:cs typeface="Courier New"/>
              </a:rPr>
              <a:t>:</a:t>
            </a:r>
            <a:r>
              <a:rPr sz="2000" spc="-4" dirty="0" err="1">
                <a:latin typeface="Courier New"/>
                <a:cs typeface="Courier New"/>
              </a:rPr>
              <a:t>'food</a:t>
            </a:r>
            <a:r>
              <a:rPr sz="2000" dirty="0">
                <a:latin typeface="Courier New"/>
                <a:cs typeface="Courier New"/>
              </a:rPr>
              <a:t>'</a:t>
            </a:r>
            <a:r>
              <a:rPr sz="2000" spc="-4" dirty="0">
                <a:latin typeface="Courier New"/>
                <a:cs typeface="Courier New"/>
              </a:rPr>
              <a:t>}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Courier New"/>
                <a:cs typeface="Courier New"/>
              </a:rPr>
              <a:t>{</a:t>
            </a:r>
            <a:r>
              <a:rPr sz="2000" spc="-4" dirty="0">
                <a:latin typeface="Courier New"/>
                <a:cs typeface="Courier New"/>
              </a:rPr>
              <a:t>typ</a:t>
            </a:r>
            <a:r>
              <a:rPr sz="2000" dirty="0">
                <a:latin typeface="Courier New"/>
                <a:cs typeface="Courier New"/>
              </a:rPr>
              <a:t>e:0})</a:t>
            </a:r>
          </a:p>
          <a:p>
            <a:pPr marL="266700" indent="-257175">
              <a:lnSpc>
                <a:spcPts val="1777"/>
              </a:lnSpc>
              <a:spcBef>
                <a:spcPts val="26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endParaRPr lang="en-GB" sz="1500" dirty="0">
              <a:latin typeface="Arial"/>
              <a:cs typeface="Arial"/>
            </a:endParaRPr>
          </a:p>
          <a:p>
            <a:pPr marL="352425" indent="-342900">
              <a:lnSpc>
                <a:spcPts val="1777"/>
              </a:lnSpc>
              <a:spcBef>
                <a:spcPts val="26"/>
              </a:spcBef>
              <a:buClr>
                <a:srgbClr val="00007C"/>
              </a:buClr>
              <a:buSzPct val="100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b="1" spc="-4" dirty="0">
                <a:latin typeface="Courier New"/>
                <a:cs typeface="Courier New"/>
              </a:rPr>
              <a:t>typ</a:t>
            </a:r>
            <a:r>
              <a:rPr sz="2000" b="1" dirty="0">
                <a:latin typeface="Courier New"/>
                <a:cs typeface="Courier New"/>
              </a:rPr>
              <a:t>e</a:t>
            </a:r>
            <a:r>
              <a:rPr sz="2000" spc="3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field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no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return</a:t>
            </a:r>
            <a:r>
              <a:rPr sz="2000" spc="1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h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matching</a:t>
            </a:r>
            <a:r>
              <a:rPr sz="2000" spc="2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</a:t>
            </a:r>
            <a:r>
              <a:rPr sz="2000" spc="4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uments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525" marR="774858">
              <a:lnSpc>
                <a:spcPts val="1454"/>
              </a:lnSpc>
              <a:spcBef>
                <a:spcPts val="746"/>
              </a:spcBef>
              <a:buClr>
                <a:srgbClr val="00007C"/>
              </a:buClr>
              <a:buSzPct val="75000"/>
              <a:tabLst>
                <a:tab pos="266700" algn="l"/>
              </a:tabLst>
            </a:pPr>
            <a:endParaRPr lang="en-GB" sz="2000" spc="-4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27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78" y="0"/>
            <a:ext cx="8350437" cy="780762"/>
          </a:xfrm>
        </p:spPr>
        <p:txBody>
          <a:bodyPr/>
          <a:lstStyle/>
          <a:p>
            <a:r>
              <a:rPr lang="en-GB" sz="3200" dirty="0"/>
              <a:t>Find() More Examples In MongoDB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8C9862-769E-0309-426A-96226C5B4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162" y="1781124"/>
            <a:ext cx="3420145" cy="36139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72DBE8E-4AE9-C21A-3971-F2A144CEC292}"/>
              </a:ext>
            </a:extLst>
          </p:cNvPr>
          <p:cNvSpPr txBox="1">
            <a:spLocks/>
          </p:cNvSpPr>
          <p:nvPr/>
        </p:nvSpPr>
        <p:spPr>
          <a:xfrm>
            <a:off x="805162" y="2254279"/>
            <a:ext cx="3420145" cy="4165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79438" indent="-22860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6638" indent="-228600" algn="l" defTabSz="914400" rtl="0" eaLnBrk="1" latinLnBrk="0" hangingPunct="1">
              <a:spcBef>
                <a:spcPts val="6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65238" indent="-2286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485900" indent="-228600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712913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947863" indent="-228600" algn="l" defTabSz="914400" rtl="0" eaLnBrk="1" latinLnBrk="0" hangingPunct="1">
              <a:spcBef>
                <a:spcPct val="20000"/>
              </a:spcBef>
              <a:buClr>
                <a:schemeClr val="bg2">
                  <a:lumMod val="60000"/>
                  <a:lumOff val="40000"/>
                </a:schemeClr>
              </a:buClr>
              <a:buFont typeface="Arial" pitchFamily="34" charset="0"/>
              <a:buChar char="•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174875" indent="-228600" algn="l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•"/>
              <a:defRPr lang="en-US" sz="1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({})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5C418-2456-541A-43CA-4F16AED879FE}"/>
              </a:ext>
            </a:extLst>
          </p:cNvPr>
          <p:cNvSpPr txBox="1"/>
          <p:nvPr/>
        </p:nvSpPr>
        <p:spPr>
          <a:xfrm>
            <a:off x="400687" y="1001472"/>
            <a:ext cx="5796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Report all documents in the “inventory” collection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6C367-AB60-2FCC-8DFA-8929D7D209BC}"/>
              </a:ext>
            </a:extLst>
          </p:cNvPr>
          <p:cNvSpPr txBox="1"/>
          <p:nvPr/>
        </p:nvSpPr>
        <p:spPr>
          <a:xfrm>
            <a:off x="6902648" y="1794401"/>
            <a:ext cx="225254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*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inventory;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CA4C6-EEE6-3955-2249-E78CAA4D5D83}"/>
              </a:ext>
            </a:extLst>
          </p:cNvPr>
          <p:cNvSpPr txBox="1"/>
          <p:nvPr/>
        </p:nvSpPr>
        <p:spPr>
          <a:xfrm>
            <a:off x="4441829" y="1965478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Equivalent to in SQL: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F43F2D-C592-4F9A-7288-E007D42F7B66}"/>
              </a:ext>
            </a:extLst>
          </p:cNvPr>
          <p:cNvGrpSpPr/>
          <p:nvPr/>
        </p:nvGrpSpPr>
        <p:grpSpPr>
          <a:xfrm>
            <a:off x="346978" y="3802454"/>
            <a:ext cx="9469400" cy="1749752"/>
            <a:chOff x="248920" y="4036794"/>
            <a:chExt cx="9469400" cy="17497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1808C4-32FC-7601-0308-8CFD66E53ABC}"/>
                </a:ext>
              </a:extLst>
            </p:cNvPr>
            <p:cNvSpPr/>
            <p:nvPr/>
          </p:nvSpPr>
          <p:spPr>
            <a:xfrm>
              <a:off x="457200" y="4893995"/>
              <a:ext cx="609748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db.inventory.find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 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{type:{ $in:['food', 'snacks']}}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CB6D64-D685-539A-B3F0-0475D794A7A6}"/>
                </a:ext>
              </a:extLst>
            </p:cNvPr>
            <p:cNvSpPr txBox="1"/>
            <p:nvPr/>
          </p:nvSpPr>
          <p:spPr>
            <a:xfrm>
              <a:off x="248920" y="4036794"/>
              <a:ext cx="57262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Report all documents in the “inventory” collection</a:t>
              </a:r>
            </a:p>
            <a:p>
              <a:r>
                <a:rPr lang="en-US" sz="2000" dirty="0">
                  <a:solidFill>
                    <a:srgbClr val="0000FF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Where type = ‘food’ or ‘snacks’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99CAF3-43D8-A339-6855-A4665118E00C}"/>
                </a:ext>
              </a:extLst>
            </p:cNvPr>
            <p:cNvSpPr txBox="1"/>
            <p:nvPr/>
          </p:nvSpPr>
          <p:spPr>
            <a:xfrm>
              <a:off x="6324442" y="4709328"/>
              <a:ext cx="3393878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Select *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From inventory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Where type in 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(‘food’, ‘snacks’);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4B78FC-4C92-A585-C4DF-5294BEFFD8BD}"/>
                </a:ext>
              </a:extLst>
            </p:cNvPr>
            <p:cNvSpPr txBox="1"/>
            <p:nvPr/>
          </p:nvSpPr>
          <p:spPr>
            <a:xfrm>
              <a:off x="6295098" y="4269712"/>
              <a:ext cx="2518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80000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Equivalent to in SQL: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824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5" y="0"/>
            <a:ext cx="9433048" cy="780762"/>
          </a:xfrm>
        </p:spPr>
        <p:txBody>
          <a:bodyPr/>
          <a:lstStyle/>
          <a:p>
            <a:r>
              <a:rPr lang="en-GB" sz="3200" dirty="0"/>
              <a:t>Find(): AND &amp; OR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DEBDD-BCDD-136E-FC8D-102173FAF70B}"/>
              </a:ext>
            </a:extLst>
          </p:cNvPr>
          <p:cNvSpPr txBox="1"/>
          <p:nvPr/>
        </p:nvSpPr>
        <p:spPr>
          <a:xfrm>
            <a:off x="412792" y="91872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 Semantics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CC838D-A780-F821-1571-AF9FB6D28B59}"/>
              </a:ext>
            </a:extLst>
          </p:cNvPr>
          <p:cNvSpPr txBox="1"/>
          <p:nvPr/>
        </p:nvSpPr>
        <p:spPr>
          <a:xfrm>
            <a:off x="462745" y="1990753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OR Semantics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2A3C42-E54C-2EAC-B655-F09D47BFCF8A}"/>
              </a:ext>
            </a:extLst>
          </p:cNvPr>
          <p:cNvSpPr txBox="1"/>
          <p:nvPr/>
        </p:nvSpPr>
        <p:spPr>
          <a:xfrm>
            <a:off x="481427" y="3578066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+ OR Semantics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5FFFEF-4AF5-8953-0148-E133953365FA}"/>
              </a:ext>
            </a:extLst>
          </p:cNvPr>
          <p:cNvSpPr txBox="1"/>
          <p:nvPr/>
        </p:nvSpPr>
        <p:spPr>
          <a:xfrm>
            <a:off x="616616" y="1375495"/>
            <a:ext cx="8748972" cy="369332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db.students.find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 "age": { $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 25 }, "city": "London" })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8BA5B3-FEBF-A9F9-A0EE-7E7489EC15F8}"/>
              </a:ext>
            </a:extLst>
          </p:cNvPr>
          <p:cNvSpPr txBox="1"/>
          <p:nvPr/>
        </p:nvSpPr>
        <p:spPr>
          <a:xfrm>
            <a:off x="1236637" y="2516342"/>
            <a:ext cx="7244756" cy="646331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db.students.find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 $or: [ { "age": { $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 25 } }, { "city": "London" } ] })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136E04-DEEE-425C-B36B-78BB4792B279}"/>
              </a:ext>
            </a:extLst>
          </p:cNvPr>
          <p:cNvSpPr txBox="1"/>
          <p:nvPr/>
        </p:nvSpPr>
        <p:spPr>
          <a:xfrm>
            <a:off x="653231" y="4149822"/>
            <a:ext cx="8102434" cy="1200329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db.students.find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"status": "active",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$or: [ { "age": { $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 30 } }, { "city": "London" } ]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98604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1" grpId="0"/>
      <p:bldP spid="36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6563A80A-B499-B097-7F28-7CDE90822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32195"/>
              </p:ext>
            </p:extLst>
          </p:nvPr>
        </p:nvGraphicFramePr>
        <p:xfrm>
          <a:off x="639889" y="1295169"/>
          <a:ext cx="6604000" cy="3032002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3306926306"/>
                    </a:ext>
                  </a:extLst>
                </a:gridCol>
              </a:tblGrid>
              <a:tr h="33969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962227"/>
                  </a:ext>
                </a:extLst>
              </a:tr>
              <a:tr h="543935">
                <a:tc>
                  <a:txBody>
                    <a:bodyPr/>
                    <a:lstStyle/>
                    <a:p>
                      <a:r>
                        <a:rPr lang="en-GB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{$and: [1, “green”]}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205754"/>
                  </a:ext>
                </a:extLst>
              </a:tr>
              <a:tr h="551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{$and: []}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057676"/>
                  </a:ext>
                </a:extLst>
              </a:tr>
              <a:tr h="5286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{$and: [[null], [false], [0]]}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3597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{$and: [</a:t>
                      </a:r>
                      <a:r>
                        <a:rPr kumimoji="0" lang="en-GB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null,true</a:t>
                      </a: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]}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213264"/>
                  </a:ext>
                </a:extLst>
              </a:tr>
              <a:tr h="538131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{$and: [0,true]}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11893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217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$AND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A60C4-0292-9583-0E16-E1323CC6F508}"/>
              </a:ext>
            </a:extLst>
          </p:cNvPr>
          <p:cNvSpPr txBox="1"/>
          <p:nvPr/>
        </p:nvSpPr>
        <p:spPr>
          <a:xfrm>
            <a:off x="560512" y="4692178"/>
            <a:ext cx="70583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Anything is true except 0 (for numbers) and null (for objects).</a:t>
            </a:r>
          </a:p>
          <a:p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Arrays evaluate to True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62C77-2D7B-7EAF-07F1-8942D6CBD74C}"/>
              </a:ext>
            </a:extLst>
          </p:cNvPr>
          <p:cNvSpPr txBox="1"/>
          <p:nvPr/>
        </p:nvSpPr>
        <p:spPr>
          <a:xfrm>
            <a:off x="6249144" y="17428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63DE5-90A3-FB6B-A3BB-6680DCA5A46B}"/>
              </a:ext>
            </a:extLst>
          </p:cNvPr>
          <p:cNvSpPr txBox="1"/>
          <p:nvPr/>
        </p:nvSpPr>
        <p:spPr>
          <a:xfrm>
            <a:off x="6204961" y="3348059"/>
            <a:ext cx="70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EB0AC-D0D9-58AA-9DCD-B9E0162D14BC}"/>
              </a:ext>
            </a:extLst>
          </p:cNvPr>
          <p:cNvSpPr txBox="1"/>
          <p:nvPr/>
        </p:nvSpPr>
        <p:spPr>
          <a:xfrm>
            <a:off x="6249144" y="2235706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BCC445-D2E1-D415-7141-90E59D99BDC6}"/>
              </a:ext>
            </a:extLst>
          </p:cNvPr>
          <p:cNvSpPr txBox="1"/>
          <p:nvPr/>
        </p:nvSpPr>
        <p:spPr>
          <a:xfrm>
            <a:off x="6249144" y="2731621"/>
            <a:ext cx="60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4EDA2-B39D-FB33-DF91-0958B248B045}"/>
              </a:ext>
            </a:extLst>
          </p:cNvPr>
          <p:cNvSpPr txBox="1"/>
          <p:nvPr/>
        </p:nvSpPr>
        <p:spPr>
          <a:xfrm>
            <a:off x="6204961" y="3881278"/>
            <a:ext cx="70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91005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Querying Complex Types 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10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13AE9-C4D2-2E10-91CF-9B43DE356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7" y="978195"/>
            <a:ext cx="4322439" cy="49016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231D9A-B07F-2867-5568-6A3A6890F34D}"/>
              </a:ext>
            </a:extLst>
          </p:cNvPr>
          <p:cNvSpPr txBox="1"/>
          <p:nvPr/>
        </p:nvSpPr>
        <p:spPr>
          <a:xfrm>
            <a:off x="5750907" y="1344511"/>
            <a:ext cx="3759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Documents can be complex, E.g.,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(Arrays, embedded documents, any nesting of these, many levels) </a:t>
            </a:r>
          </a:p>
        </p:txBody>
      </p:sp>
      <p:sp>
        <p:nvSpPr>
          <p:cNvPr id="9" name="Down Arrow 6">
            <a:extLst>
              <a:ext uri="{FF2B5EF4-FFF2-40B4-BE49-F238E27FC236}">
                <a16:creationId xmlns:a16="http://schemas.microsoft.com/office/drawing/2014/main" id="{551A0468-8B35-EAA4-F069-3374BCDE3FC2}"/>
              </a:ext>
            </a:extLst>
          </p:cNvPr>
          <p:cNvSpPr/>
          <p:nvPr/>
        </p:nvSpPr>
        <p:spPr>
          <a:xfrm>
            <a:off x="6969224" y="2810991"/>
            <a:ext cx="1046480" cy="8026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79CC8-3907-0B2E-A906-BAC3C2546741}"/>
              </a:ext>
            </a:extLst>
          </p:cNvPr>
          <p:cNvSpPr txBox="1"/>
          <p:nvPr/>
        </p:nvSpPr>
        <p:spPr>
          <a:xfrm>
            <a:off x="5612561" y="3967371"/>
            <a:ext cx="375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Queries get complex too !!!</a:t>
            </a:r>
          </a:p>
        </p:txBody>
      </p:sp>
    </p:spTree>
    <p:extLst>
      <p:ext uri="{BB962C8B-B14F-4D97-AF65-F5344CB8AC3E}">
        <p14:creationId xmlns:p14="http://schemas.microsoft.com/office/powerpoint/2010/main" val="3420084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Array Manipulation (Exact Match)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11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051BF-DE12-E2AD-2225-B73797281D10}"/>
              </a:ext>
            </a:extLst>
          </p:cNvPr>
          <p:cNvSpPr txBox="1"/>
          <p:nvPr/>
        </p:nvSpPr>
        <p:spPr>
          <a:xfrm>
            <a:off x="1700811" y="2928653"/>
            <a:ext cx="5861277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({ ratings: [5, 8, 9] 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B11C6-8930-8DD2-A79D-3EFB5D95B5A8}"/>
              </a:ext>
            </a:extLst>
          </p:cNvPr>
          <p:cNvSpPr txBox="1"/>
          <p:nvPr/>
        </p:nvSpPr>
        <p:spPr>
          <a:xfrm>
            <a:off x="542533" y="4644304"/>
            <a:ext cx="882093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{"_id": 5, "type": "food", "item": "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"ratings": [5, 8, 9]}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F9785C-B6D6-28AE-8142-01955A884C68}"/>
              </a:ext>
            </a:extLst>
          </p:cNvPr>
          <p:cNvGrpSpPr/>
          <p:nvPr/>
        </p:nvGrpSpPr>
        <p:grpSpPr>
          <a:xfrm>
            <a:off x="542533" y="980728"/>
            <a:ext cx="8820933" cy="1293856"/>
            <a:chOff x="529857" y="996083"/>
            <a:chExt cx="8820933" cy="12938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055447-DADF-4470-2502-3CF25CDC8CF1}"/>
                </a:ext>
              </a:extLst>
            </p:cNvPr>
            <p:cNvSpPr txBox="1"/>
            <p:nvPr/>
          </p:nvSpPr>
          <p:spPr>
            <a:xfrm>
              <a:off x="555209" y="1412776"/>
              <a:ext cx="8795581" cy="87716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5,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aaa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8, 9] } 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6,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bbb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9] }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7, "type": "food", "item": "ccc", "ratings": [9, 5, 8] }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D1DF59-E6CE-1CF9-9CAE-756D66203456}"/>
                </a:ext>
              </a:extLst>
            </p:cNvPr>
            <p:cNvSpPr txBox="1"/>
            <p:nvPr/>
          </p:nvSpPr>
          <p:spPr>
            <a:xfrm>
              <a:off x="529857" y="996083"/>
              <a:ext cx="495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inventory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FB9878-55AE-FCE9-6DD8-76E973B45F39}"/>
              </a:ext>
            </a:extLst>
          </p:cNvPr>
          <p:cNvSpPr txBox="1"/>
          <p:nvPr/>
        </p:nvSpPr>
        <p:spPr>
          <a:xfrm>
            <a:off x="481820" y="3952054"/>
            <a:ext cx="573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above query returns the following document:</a:t>
            </a:r>
          </a:p>
        </p:txBody>
      </p:sp>
    </p:spTree>
    <p:extLst>
      <p:ext uri="{BB962C8B-B14F-4D97-AF65-F5344CB8AC3E}">
        <p14:creationId xmlns:p14="http://schemas.microsoft.com/office/powerpoint/2010/main" val="246277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Array Manipulation(Search By Element)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12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051BF-DE12-E2AD-2225-B73797281D10}"/>
              </a:ext>
            </a:extLst>
          </p:cNvPr>
          <p:cNvSpPr txBox="1"/>
          <p:nvPr/>
        </p:nvSpPr>
        <p:spPr>
          <a:xfrm>
            <a:off x="1700811" y="2928653"/>
            <a:ext cx="4620341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({ ratings: 5})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F9785C-B6D6-28AE-8142-01955A884C68}"/>
              </a:ext>
            </a:extLst>
          </p:cNvPr>
          <p:cNvGrpSpPr/>
          <p:nvPr/>
        </p:nvGrpSpPr>
        <p:grpSpPr>
          <a:xfrm>
            <a:off x="542533" y="980728"/>
            <a:ext cx="8820933" cy="1293856"/>
            <a:chOff x="529857" y="996083"/>
            <a:chExt cx="8820933" cy="12938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055447-DADF-4470-2502-3CF25CDC8CF1}"/>
                </a:ext>
              </a:extLst>
            </p:cNvPr>
            <p:cNvSpPr txBox="1"/>
            <p:nvPr/>
          </p:nvSpPr>
          <p:spPr>
            <a:xfrm>
              <a:off x="555209" y="1412776"/>
              <a:ext cx="8795581" cy="87716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5,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aaa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8, 9] } 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6,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bbb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9] }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7, "type": "food", "item": "ccc", "ratings": [9, 5, 8] }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D1DF59-E6CE-1CF9-9CAE-756D66203456}"/>
                </a:ext>
              </a:extLst>
            </p:cNvPr>
            <p:cNvSpPr txBox="1"/>
            <p:nvPr/>
          </p:nvSpPr>
          <p:spPr>
            <a:xfrm>
              <a:off x="529857" y="996083"/>
              <a:ext cx="495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inventory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FB9878-55AE-FCE9-6DD8-76E973B45F39}"/>
              </a:ext>
            </a:extLst>
          </p:cNvPr>
          <p:cNvSpPr txBox="1"/>
          <p:nvPr/>
        </p:nvSpPr>
        <p:spPr>
          <a:xfrm>
            <a:off x="481820" y="3952054"/>
            <a:ext cx="573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above query returns the following document: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5AB0A-66B2-627B-43B0-7D41997ECF54}"/>
              </a:ext>
            </a:extLst>
          </p:cNvPr>
          <p:cNvSpPr txBox="1"/>
          <p:nvPr/>
        </p:nvSpPr>
        <p:spPr>
          <a:xfrm>
            <a:off x="567885" y="4725144"/>
            <a:ext cx="8795581" cy="8771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"_id": 5, "type": "food", "item": "</a:t>
            </a:r>
            <a:r>
              <a:rPr lang="en-GB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", "ratings": [5, 8, 9] } </a:t>
            </a:r>
          </a:p>
          <a:p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"_id": 6, "type": "food", "item": "</a:t>
            </a:r>
            <a:r>
              <a:rPr lang="en-GB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bbb</a:t>
            </a:r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", "ratings": [5, 9] }</a:t>
            </a:r>
          </a:p>
          <a:p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"_id": 7, "type": "food", "item": "ccc", "ratings": [9, 5, 8] } </a:t>
            </a:r>
          </a:p>
        </p:txBody>
      </p:sp>
    </p:spTree>
    <p:extLst>
      <p:ext uri="{BB962C8B-B14F-4D97-AF65-F5344CB8AC3E}">
        <p14:creationId xmlns:p14="http://schemas.microsoft.com/office/powerpoint/2010/main" val="387384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Array Manipulation(Search By Position)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13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E051BF-DE12-E2AD-2225-B73797281D10}"/>
              </a:ext>
            </a:extLst>
          </p:cNvPr>
          <p:cNvSpPr txBox="1"/>
          <p:nvPr/>
        </p:nvSpPr>
        <p:spPr>
          <a:xfrm>
            <a:off x="1700811" y="2928653"/>
            <a:ext cx="5124397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({ ‘ratings.0’: 5})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F9785C-B6D6-28AE-8142-01955A884C68}"/>
              </a:ext>
            </a:extLst>
          </p:cNvPr>
          <p:cNvGrpSpPr/>
          <p:nvPr/>
        </p:nvGrpSpPr>
        <p:grpSpPr>
          <a:xfrm>
            <a:off x="542533" y="980728"/>
            <a:ext cx="8820933" cy="1293856"/>
            <a:chOff x="529857" y="996083"/>
            <a:chExt cx="8820933" cy="129385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055447-DADF-4470-2502-3CF25CDC8CF1}"/>
                </a:ext>
              </a:extLst>
            </p:cNvPr>
            <p:cNvSpPr txBox="1"/>
            <p:nvPr/>
          </p:nvSpPr>
          <p:spPr>
            <a:xfrm>
              <a:off x="555209" y="1412776"/>
              <a:ext cx="8795581" cy="877163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5,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aaa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8, 9] } 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6, "type": "food", "item": "</a:t>
              </a:r>
              <a:r>
                <a:rPr lang="en-GB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bbb</a:t>
              </a:r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 "ratings": [5, 9] }</a:t>
              </a:r>
            </a:p>
            <a:p>
              <a:r>
                <a:rPr lang="en-GB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 "_id": 7, "type": "food", "item": "ccc", "ratings": [9, 5, 8] }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D1DF59-E6CE-1CF9-9CAE-756D66203456}"/>
                </a:ext>
              </a:extLst>
            </p:cNvPr>
            <p:cNvSpPr txBox="1"/>
            <p:nvPr/>
          </p:nvSpPr>
          <p:spPr>
            <a:xfrm>
              <a:off x="529857" y="996083"/>
              <a:ext cx="495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inventory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FB9878-55AE-FCE9-6DD8-76E973B45F39}"/>
              </a:ext>
            </a:extLst>
          </p:cNvPr>
          <p:cNvSpPr txBox="1"/>
          <p:nvPr/>
        </p:nvSpPr>
        <p:spPr>
          <a:xfrm>
            <a:off x="481820" y="3952054"/>
            <a:ext cx="5739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above query returns the following document: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5AB0A-66B2-627B-43B0-7D41997ECF54}"/>
              </a:ext>
            </a:extLst>
          </p:cNvPr>
          <p:cNvSpPr txBox="1"/>
          <p:nvPr/>
        </p:nvSpPr>
        <p:spPr>
          <a:xfrm>
            <a:off x="567885" y="4725144"/>
            <a:ext cx="8795581" cy="6155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"_id": 5, "type": "food", "item": "</a:t>
            </a:r>
            <a:r>
              <a:rPr lang="en-GB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aaa</a:t>
            </a:r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", "ratings": [5, 8, 9] } </a:t>
            </a:r>
          </a:p>
          <a:p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 "_id": 6, "type": "food", "item": "</a:t>
            </a:r>
            <a:r>
              <a:rPr lang="en-GB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bbb</a:t>
            </a:r>
            <a:r>
              <a:rPr lang="en-GB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", "ratings": [5, 9] }</a:t>
            </a:r>
          </a:p>
        </p:txBody>
      </p:sp>
    </p:spTree>
    <p:extLst>
      <p:ext uri="{BB962C8B-B14F-4D97-AF65-F5344CB8AC3E}">
        <p14:creationId xmlns:p14="http://schemas.microsoft.com/office/powerpoint/2010/main" val="365648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Array Manipulation ($</a:t>
            </a:r>
            <a:r>
              <a:rPr lang="en-GB" dirty="0" err="1"/>
              <a:t>elemMatch</a:t>
            </a:r>
            <a:r>
              <a:rPr lang="en-GB" dirty="0"/>
              <a:t>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14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75067-3E0C-C76A-50DB-C18ABD610C9D}"/>
              </a:ext>
            </a:extLst>
          </p:cNvPr>
          <p:cNvSpPr txBox="1"/>
          <p:nvPr/>
        </p:nvSpPr>
        <p:spPr>
          <a:xfrm>
            <a:off x="200472" y="1280090"/>
            <a:ext cx="4305966" cy="24468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{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"_id": 1,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"product": "laptop",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"reviews": [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  { "score": 80, "feedback": "good" },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  { "score": 70, "feedback": "average" }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  ]</a:t>
            </a:r>
          </a:p>
          <a:p>
            <a:r>
              <a:rPr lang="en-GB" sz="1700" dirty="0">
                <a:latin typeface="Helvetica" panose="020B0604020202020204" pitchFamily="34" charset="0"/>
                <a:cs typeface="Helvetica" panose="020B0604020202020204" pitchFamily="34" charset="0"/>
              </a:rPr>
              <a:t>},</a:t>
            </a:r>
          </a:p>
          <a:p>
            <a:endParaRPr lang="en-GB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8F6A9-E882-8BBC-93C5-AAC6B62434E6}"/>
              </a:ext>
            </a:extLst>
          </p:cNvPr>
          <p:cNvSpPr txBox="1"/>
          <p:nvPr/>
        </p:nvSpPr>
        <p:spPr>
          <a:xfrm>
            <a:off x="5601072" y="917990"/>
            <a:ext cx="3384376" cy="1200329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/>
              <a:t>db.products.find</a:t>
            </a:r>
            <a:r>
              <a:rPr lang="en-GB" dirty="0"/>
              <a:t>({</a:t>
            </a:r>
          </a:p>
          <a:p>
            <a:r>
              <a:rPr lang="en-GB" dirty="0"/>
              <a:t>  "</a:t>
            </a:r>
            <a:r>
              <a:rPr lang="en-GB" dirty="0" err="1"/>
              <a:t>reviews.score</a:t>
            </a:r>
            <a:r>
              <a:rPr lang="en-GB" dirty="0"/>
              <a:t>": { $</a:t>
            </a:r>
            <a:r>
              <a:rPr lang="en-GB" dirty="0" err="1"/>
              <a:t>gte</a:t>
            </a:r>
            <a:r>
              <a:rPr lang="en-GB" dirty="0"/>
              <a:t>: 80 },</a:t>
            </a:r>
          </a:p>
          <a:p>
            <a:r>
              <a:rPr lang="en-GB" dirty="0"/>
              <a:t>  "</a:t>
            </a:r>
            <a:r>
              <a:rPr lang="en-GB" dirty="0" err="1"/>
              <a:t>reviews.feedback</a:t>
            </a:r>
            <a:r>
              <a:rPr lang="en-GB" dirty="0"/>
              <a:t>": "good"</a:t>
            </a:r>
          </a:p>
          <a:p>
            <a:r>
              <a:rPr lang="en-GB" dirty="0"/>
              <a:t>})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65A504-2EC4-4591-8EE2-C7162A1E6D9C}"/>
              </a:ext>
            </a:extLst>
          </p:cNvPr>
          <p:cNvSpPr txBox="1"/>
          <p:nvPr/>
        </p:nvSpPr>
        <p:spPr>
          <a:xfrm>
            <a:off x="200472" y="3827601"/>
            <a:ext cx="4305966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{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"_id": 2,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"product": "tablet",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"reviews": [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  { "score": 60, "feedback": "poor" },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  { "score": 90, "feedback": "excellent" }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  ]</a:t>
            </a:r>
          </a:p>
          <a:p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BA88A2-83BA-4217-25E7-DFCD424DC0AA}"/>
              </a:ext>
            </a:extLst>
          </p:cNvPr>
          <p:cNvSpPr txBox="1"/>
          <p:nvPr/>
        </p:nvSpPr>
        <p:spPr>
          <a:xfrm>
            <a:off x="194284" y="860415"/>
            <a:ext cx="1446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products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3F6352-188F-519D-E5AE-F76308044167}"/>
              </a:ext>
            </a:extLst>
          </p:cNvPr>
          <p:cNvSpPr txBox="1"/>
          <p:nvPr/>
        </p:nvSpPr>
        <p:spPr>
          <a:xfrm>
            <a:off x="4961623" y="2184200"/>
            <a:ext cx="4952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looks for these conditions across all elements of the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return both documents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D41A83-E63A-67AE-90CA-D1BD04294BCF}"/>
              </a:ext>
            </a:extLst>
          </p:cNvPr>
          <p:cNvSpPr txBox="1"/>
          <p:nvPr/>
        </p:nvSpPr>
        <p:spPr>
          <a:xfrm>
            <a:off x="5411303" y="3114285"/>
            <a:ext cx="3978622" cy="2031325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/>
              <a:t>db.products.find</a:t>
            </a:r>
            <a:r>
              <a:rPr lang="en-GB" dirty="0"/>
              <a:t>({</a:t>
            </a:r>
          </a:p>
          <a:p>
            <a:r>
              <a:rPr lang="en-GB" dirty="0"/>
              <a:t>  reviews: {</a:t>
            </a:r>
          </a:p>
          <a:p>
            <a:r>
              <a:rPr lang="en-GB" dirty="0"/>
              <a:t>    $</a:t>
            </a:r>
            <a:r>
              <a:rPr lang="en-GB" dirty="0" err="1"/>
              <a:t>elemMatch</a:t>
            </a:r>
            <a:r>
              <a:rPr lang="en-GB" dirty="0"/>
              <a:t>: {</a:t>
            </a:r>
          </a:p>
          <a:p>
            <a:r>
              <a:rPr lang="en-GB" dirty="0"/>
              <a:t>      score: { $</a:t>
            </a:r>
            <a:r>
              <a:rPr lang="en-GB" dirty="0" err="1"/>
              <a:t>gte</a:t>
            </a:r>
            <a:r>
              <a:rPr lang="en-GB" dirty="0"/>
              <a:t>: 80 }, feedback: "good"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})</a:t>
            </a: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652C7189-B1F4-CB0A-DF16-BFA5431F0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5784" y="5169379"/>
            <a:ext cx="493495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$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elemMatch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ensures that both the conditions (score &gt;= 80 and feedback is "good") are satisfied by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single element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in the reviews array. </a:t>
            </a:r>
          </a:p>
        </p:txBody>
      </p:sp>
    </p:spTree>
    <p:extLst>
      <p:ext uri="{BB962C8B-B14F-4D97-AF65-F5344CB8AC3E}">
        <p14:creationId xmlns:p14="http://schemas.microsoft.com/office/powerpoint/2010/main" val="76317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/>
      <p:bldP spid="28" grpId="0" animBg="1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Embedded Object Matching (Exact doc Matching)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15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6BF0C-1F6D-6945-F782-E2F6F2EFD7BA}"/>
              </a:ext>
            </a:extLst>
          </p:cNvPr>
          <p:cNvSpPr txBox="1"/>
          <p:nvPr/>
        </p:nvSpPr>
        <p:spPr>
          <a:xfrm>
            <a:off x="300640" y="1026834"/>
            <a:ext cx="58871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"_id": "joe",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"name": "Joe",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"address":{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		"city": "San Francisco",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"state": "CA"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    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"likes":[‘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scuba’,’math’,’literature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161899-5913-270E-92D2-68F244D4C6D1}"/>
              </a:ext>
            </a:extLst>
          </p:cNvPr>
          <p:cNvSpPr txBox="1"/>
          <p:nvPr/>
        </p:nvSpPr>
        <p:spPr>
          <a:xfrm>
            <a:off x="300640" y="3978470"/>
            <a:ext cx="6120680" cy="369332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db.persons.find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({"address": {state: "CA"}})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10CD9-0511-900B-2507-9869A1A41309}"/>
              </a:ext>
            </a:extLst>
          </p:cNvPr>
          <p:cNvSpPr txBox="1"/>
          <p:nvPr/>
        </p:nvSpPr>
        <p:spPr>
          <a:xfrm>
            <a:off x="279000" y="4795663"/>
            <a:ext cx="8681458" cy="369332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db.persons.find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({"address":{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city:"San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Francisco",state:"CA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"}})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3B232-616B-A771-04A5-D93E24CE5A1E}"/>
              </a:ext>
            </a:extLst>
          </p:cNvPr>
          <p:cNvSpPr txBox="1"/>
          <p:nvPr/>
        </p:nvSpPr>
        <p:spPr>
          <a:xfrm>
            <a:off x="280281" y="5558479"/>
            <a:ext cx="8849184" cy="369332"/>
          </a:xfrm>
          <a:prstGeom prst="rect">
            <a:avLst/>
          </a:prstGeom>
          <a:solidFill>
            <a:schemeClr val="accent4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db.persons.find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({"address":{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state:"CA",city:"San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Francisco"}})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8B21D-15F5-687A-2C68-BB2F172EACE1}"/>
              </a:ext>
            </a:extLst>
          </p:cNvPr>
          <p:cNvSpPr txBox="1"/>
          <p:nvPr/>
        </p:nvSpPr>
        <p:spPr>
          <a:xfrm>
            <a:off x="6681192" y="39784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Don’t match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8F059-BBE4-2EA0-A166-892F3FB417B9}"/>
              </a:ext>
            </a:extLst>
          </p:cNvPr>
          <p:cNvSpPr txBox="1"/>
          <p:nvPr/>
        </p:nvSpPr>
        <p:spPr>
          <a:xfrm>
            <a:off x="8930940" y="480773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match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1C1563-D3F1-6FB5-A213-010EFF01049D}"/>
              </a:ext>
            </a:extLst>
          </p:cNvPr>
          <p:cNvSpPr txBox="1"/>
          <p:nvPr/>
        </p:nvSpPr>
        <p:spPr>
          <a:xfrm>
            <a:off x="8188593" y="5932513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Don’t match</a:t>
            </a:r>
          </a:p>
        </p:txBody>
      </p:sp>
    </p:spTree>
    <p:extLst>
      <p:ext uri="{BB962C8B-B14F-4D97-AF65-F5344CB8AC3E}">
        <p14:creationId xmlns:p14="http://schemas.microsoft.com/office/powerpoint/2010/main" val="175216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9238963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Embedded Object Matching (Field Matching)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6BF0C-1F6D-6945-F782-E2F6F2EFD7BA}"/>
              </a:ext>
            </a:extLst>
          </p:cNvPr>
          <p:cNvSpPr txBox="1"/>
          <p:nvPr/>
        </p:nvSpPr>
        <p:spPr>
          <a:xfrm>
            <a:off x="300640" y="1026834"/>
            <a:ext cx="58871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"_id": "joe",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"name": "Joe",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"address":{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		"city": "San Francisco",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 "state": "CA"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     },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"likes":[‘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scuba’,’math’,’literature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’]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21E5CA-6362-227D-26D5-8B3A231647B9}"/>
              </a:ext>
            </a:extLst>
          </p:cNvPr>
          <p:cNvSpPr/>
          <p:nvPr/>
        </p:nvSpPr>
        <p:spPr>
          <a:xfrm>
            <a:off x="300640" y="3980966"/>
            <a:ext cx="8302842" cy="7674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Helvetica" panose="020B0604020202020204" pitchFamily="34" charset="0"/>
                <a:cs typeface="Helvetica" panose="020B0604020202020204" pitchFamily="34" charset="0"/>
              </a:rPr>
              <a:t>Find the user documents where the address’ state = ‘CA’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A0A41A-4DFE-2A37-E3B4-4034E84F9E74}"/>
              </a:ext>
            </a:extLst>
          </p:cNvPr>
          <p:cNvGrpSpPr/>
          <p:nvPr/>
        </p:nvGrpSpPr>
        <p:grpSpPr>
          <a:xfrm>
            <a:off x="525751" y="5133417"/>
            <a:ext cx="9107768" cy="516193"/>
            <a:chOff x="589935" y="5039202"/>
            <a:chExt cx="8015931" cy="51619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D8B210-559C-2071-A24C-9B5A98CB377D}"/>
                </a:ext>
              </a:extLst>
            </p:cNvPr>
            <p:cNvSpPr txBox="1"/>
            <p:nvPr/>
          </p:nvSpPr>
          <p:spPr>
            <a:xfrm>
              <a:off x="589935" y="5112775"/>
              <a:ext cx="5258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db.persons.find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 {“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address.state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 : “CA”})</a:t>
              </a:r>
            </a:p>
          </p:txBody>
        </p:sp>
        <p:sp>
          <p:nvSpPr>
            <p:cNvPr id="11" name="Left Arrow 9">
              <a:extLst>
                <a:ext uri="{FF2B5EF4-FFF2-40B4-BE49-F238E27FC236}">
                  <a16:creationId xmlns:a16="http://schemas.microsoft.com/office/drawing/2014/main" id="{FB072CA6-3466-EC7A-D24B-09634C6F2F77}"/>
                </a:ext>
              </a:extLst>
            </p:cNvPr>
            <p:cNvSpPr/>
            <p:nvPr/>
          </p:nvSpPr>
          <p:spPr>
            <a:xfrm>
              <a:off x="5975641" y="5039202"/>
              <a:ext cx="479323" cy="516193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E6215A-E6B8-5023-41A1-2DA96BF5EECC}"/>
                </a:ext>
              </a:extLst>
            </p:cNvPr>
            <p:cNvSpPr txBox="1"/>
            <p:nvPr/>
          </p:nvSpPr>
          <p:spPr>
            <a:xfrm>
              <a:off x="6582205" y="5106535"/>
              <a:ext cx="2023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800000"/>
                  </a:solidFill>
                </a:rPr>
                <a:t>Using dot 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539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878923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Matching Arrays of Embedded Documents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17</a:t>
            </a:fld>
            <a:endParaRPr lang="en-GB"/>
          </a:p>
        </p:txBody>
      </p:sp>
      <p:pic>
        <p:nvPicPr>
          <p:cNvPr id="10" name="Picture 9" descr="Screen Shot 2015-03-16 at 3.40.39 PM.png">
            <a:extLst>
              <a:ext uri="{FF2B5EF4-FFF2-40B4-BE49-F238E27FC236}">
                <a16:creationId xmlns:a16="http://schemas.microsoft.com/office/drawing/2014/main" id="{BBB1F34B-2953-93F0-4D26-1C13870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93" y="863308"/>
            <a:ext cx="7187995" cy="45253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9E683F7-7949-36CE-8070-F6CC37E07C8E}"/>
              </a:ext>
            </a:extLst>
          </p:cNvPr>
          <p:cNvSpPr/>
          <p:nvPr/>
        </p:nvSpPr>
        <p:spPr>
          <a:xfrm>
            <a:off x="357293" y="5511569"/>
            <a:ext cx="9153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Select all documents where the memos array contains in the 1</a:t>
            </a:r>
            <a:r>
              <a:rPr lang="en-U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st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element a document written by 'shipping’ department</a:t>
            </a:r>
          </a:p>
        </p:txBody>
      </p:sp>
    </p:spTree>
    <p:extLst>
      <p:ext uri="{BB962C8B-B14F-4D97-AF65-F5344CB8AC3E}">
        <p14:creationId xmlns:p14="http://schemas.microsoft.com/office/powerpoint/2010/main" val="1413421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878923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Matching Arrays of Embedded Documents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18</a:t>
            </a:fld>
            <a:endParaRPr lang="en-GB"/>
          </a:p>
        </p:txBody>
      </p:sp>
      <p:pic>
        <p:nvPicPr>
          <p:cNvPr id="10" name="Picture 9" descr="Screen Shot 2015-03-16 at 3.40.39 PM.png">
            <a:extLst>
              <a:ext uri="{FF2B5EF4-FFF2-40B4-BE49-F238E27FC236}">
                <a16:creationId xmlns:a16="http://schemas.microsoft.com/office/drawing/2014/main" id="{BBB1F34B-2953-93F0-4D26-1C13870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93" y="863308"/>
            <a:ext cx="6684653" cy="42084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D1BC201-C42A-8A5D-8D13-48B0B295861A}"/>
              </a:ext>
            </a:extLst>
          </p:cNvPr>
          <p:cNvSpPr/>
          <p:nvPr/>
        </p:nvSpPr>
        <p:spPr>
          <a:xfrm>
            <a:off x="672846" y="5194889"/>
            <a:ext cx="74485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({'memos.0.by':'shipping'})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331C45-C37F-E9A3-D58A-420CDE070675}"/>
              </a:ext>
            </a:extLst>
          </p:cNvPr>
          <p:cNvCxnSpPr>
            <a:cxnSpLocks/>
          </p:cNvCxnSpPr>
          <p:nvPr/>
        </p:nvCxnSpPr>
        <p:spPr>
          <a:xfrm flipH="1" flipV="1">
            <a:off x="4395266" y="5491123"/>
            <a:ext cx="269702" cy="3808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C758957-CDBD-0544-0855-1F4BBE341854}"/>
              </a:ext>
            </a:extLst>
          </p:cNvPr>
          <p:cNvSpPr txBox="1"/>
          <p:nvPr/>
        </p:nvSpPr>
        <p:spPr>
          <a:xfrm>
            <a:off x="4160912" y="5875635"/>
            <a:ext cx="3528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the 1</a:t>
            </a:r>
            <a:r>
              <a:rPr lang="en-US" sz="1600" baseline="300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</a:t>
            </a:r>
            <a:r>
              <a:rPr lang="en-US" sz="16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element in the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B1353-A794-4A7A-A7ED-52155AC20653}"/>
              </a:ext>
            </a:extLst>
          </p:cNvPr>
          <p:cNvSpPr txBox="1"/>
          <p:nvPr/>
        </p:nvSpPr>
        <p:spPr>
          <a:xfrm>
            <a:off x="6753200" y="5180467"/>
            <a:ext cx="2309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// Returns 1</a:t>
            </a:r>
            <a:r>
              <a:rPr lang="en-US" sz="1600" baseline="300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</a:t>
            </a:r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document</a:t>
            </a:r>
          </a:p>
        </p:txBody>
      </p:sp>
    </p:spTree>
    <p:extLst>
      <p:ext uri="{BB962C8B-B14F-4D97-AF65-F5344CB8AC3E}">
        <p14:creationId xmlns:p14="http://schemas.microsoft.com/office/powerpoint/2010/main" val="3673720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878923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Matching Arrays of Embedded Documents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19</a:t>
            </a:fld>
            <a:endParaRPr lang="en-GB"/>
          </a:p>
        </p:txBody>
      </p:sp>
      <p:pic>
        <p:nvPicPr>
          <p:cNvPr id="10" name="Picture 9" descr="Screen Shot 2015-03-16 at 3.40.39 PM.png">
            <a:extLst>
              <a:ext uri="{FF2B5EF4-FFF2-40B4-BE49-F238E27FC236}">
                <a16:creationId xmlns:a16="http://schemas.microsoft.com/office/drawing/2014/main" id="{BBB1F34B-2953-93F0-4D26-1C13870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93" y="935132"/>
            <a:ext cx="7187995" cy="45253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9E683F7-7949-36CE-8070-F6CC37E07C8E}"/>
              </a:ext>
            </a:extLst>
          </p:cNvPr>
          <p:cNvSpPr/>
          <p:nvPr/>
        </p:nvSpPr>
        <p:spPr>
          <a:xfrm>
            <a:off x="357293" y="5511569"/>
            <a:ext cx="9153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Select all documents where the memos array contains a document written by 'shipping’ department</a:t>
            </a:r>
          </a:p>
        </p:txBody>
      </p:sp>
    </p:spTree>
    <p:extLst>
      <p:ext uri="{BB962C8B-B14F-4D97-AF65-F5344CB8AC3E}">
        <p14:creationId xmlns:p14="http://schemas.microsoft.com/office/powerpoint/2010/main" val="3878483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878923" cy="767465"/>
          </a:xfrm>
        </p:spPr>
        <p:txBody>
          <a:bodyPr wrap="square" anchor="ctr">
            <a:normAutofit fontScale="90000"/>
          </a:bodyPr>
          <a:lstStyle/>
          <a:p>
            <a:r>
              <a:rPr lang="en-GB" dirty="0"/>
              <a:t>Matching Arrays of Embedded Documents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20</a:t>
            </a:fld>
            <a:endParaRPr lang="en-GB"/>
          </a:p>
        </p:txBody>
      </p:sp>
      <p:pic>
        <p:nvPicPr>
          <p:cNvPr id="10" name="Picture 9" descr="Screen Shot 2015-03-16 at 3.40.39 PM.png">
            <a:extLst>
              <a:ext uri="{FF2B5EF4-FFF2-40B4-BE49-F238E27FC236}">
                <a16:creationId xmlns:a16="http://schemas.microsoft.com/office/drawing/2014/main" id="{BBB1F34B-2953-93F0-4D26-1C1387073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93" y="863308"/>
            <a:ext cx="6684653" cy="42084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7A2EBA-E446-6C0D-82E3-0783A0DF9B94}"/>
              </a:ext>
            </a:extLst>
          </p:cNvPr>
          <p:cNvSpPr/>
          <p:nvPr/>
        </p:nvSpPr>
        <p:spPr>
          <a:xfrm>
            <a:off x="704528" y="5289040"/>
            <a:ext cx="66777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db.inventory.find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 {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memos.by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'shipping' } 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C09608-0EEC-A8EE-F45D-FEB7E6EFEBE7}"/>
              </a:ext>
            </a:extLst>
          </p:cNvPr>
          <p:cNvCxnSpPr>
            <a:cxnSpLocks/>
          </p:cNvCxnSpPr>
          <p:nvPr/>
        </p:nvCxnSpPr>
        <p:spPr>
          <a:xfrm flipH="1" flipV="1">
            <a:off x="4448944" y="5602901"/>
            <a:ext cx="147764" cy="2956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1847A5-34C5-13DE-C6B5-129B3F5A4376}"/>
              </a:ext>
            </a:extLst>
          </p:cNvPr>
          <p:cNvSpPr txBox="1"/>
          <p:nvPr/>
        </p:nvSpPr>
        <p:spPr>
          <a:xfrm>
            <a:off x="3699619" y="5875635"/>
            <a:ext cx="3341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Means any element in the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836BA-7310-93DB-79CB-E490D7476380}"/>
              </a:ext>
            </a:extLst>
          </p:cNvPr>
          <p:cNvSpPr txBox="1"/>
          <p:nvPr/>
        </p:nvSpPr>
        <p:spPr>
          <a:xfrm>
            <a:off x="7162173" y="5319819"/>
            <a:ext cx="2580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// Returns both documents</a:t>
            </a:r>
          </a:p>
        </p:txBody>
      </p:sp>
    </p:spTree>
    <p:extLst>
      <p:ext uri="{BB962C8B-B14F-4D97-AF65-F5344CB8AC3E}">
        <p14:creationId xmlns:p14="http://schemas.microsoft.com/office/powerpoint/2010/main" val="1278378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7" y="119550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sz="2800" dirty="0"/>
              <a:t>Query – Limit &amp; skip documents of the Result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21</a:t>
            </a:fld>
            <a:endParaRPr lang="en-GB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93330BE-A4EA-5E27-B7B3-94EB5D793073}"/>
              </a:ext>
            </a:extLst>
          </p:cNvPr>
          <p:cNvSpPr txBox="1"/>
          <p:nvPr/>
        </p:nvSpPr>
        <p:spPr>
          <a:xfrm rot="10800000" flipV="1">
            <a:off x="394557" y="1340768"/>
            <a:ext cx="8320262" cy="312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620"/>
              </a:lnSpc>
              <a:tabLst>
                <a:tab pos="2180749" algn="l"/>
                <a:tab pos="2409349" algn="l"/>
                <a:tab pos="3095149" algn="l"/>
                <a:tab pos="3895249" algn="l"/>
                <a:tab pos="4238149" algn="l"/>
                <a:tab pos="4466749" algn="l"/>
                <a:tab pos="5152549" algn="l"/>
                <a:tab pos="5495449" algn="l"/>
              </a:tabLst>
            </a:pPr>
            <a:r>
              <a:rPr lang="en-GB" sz="2200" b="1" spc="-4" dirty="0">
                <a:latin typeface="Courier New"/>
                <a:cs typeface="Courier New"/>
              </a:rPr>
              <a:t>     </a:t>
            </a:r>
            <a:r>
              <a:rPr sz="2200" b="1" spc="-4" dirty="0" err="1">
                <a:latin typeface="Courier New"/>
                <a:cs typeface="Courier New"/>
              </a:rPr>
              <a:t>db.inventory.find</a:t>
            </a:r>
            <a:r>
              <a:rPr sz="2200" dirty="0">
                <a:latin typeface="Courier New"/>
                <a:cs typeface="Courier New"/>
              </a:rPr>
              <a:t>()</a:t>
            </a:r>
            <a:r>
              <a:rPr lang="en-GB" sz="2200" dirty="0">
                <a:latin typeface="Courier New"/>
                <a:cs typeface="Courier New"/>
              </a:rPr>
              <a:t>.</a:t>
            </a:r>
            <a:r>
              <a:rPr lang="en-GB" sz="2200" b="1" dirty="0">
                <a:solidFill>
                  <a:srgbClr val="FF0066"/>
                </a:solidFill>
                <a:latin typeface="Courier New"/>
                <a:cs typeface="Courier New"/>
              </a:rPr>
              <a:t>limit(10)</a:t>
            </a:r>
            <a:endParaRPr sz="2200" b="1" dirty="0">
              <a:solidFill>
                <a:srgbClr val="FF0066"/>
              </a:solidFill>
              <a:latin typeface="Courier New"/>
              <a:cs typeface="Courier New"/>
            </a:endParaRPr>
          </a:p>
          <a:p>
            <a:pPr marL="266700" marR="147638" indent="-257175">
              <a:lnSpc>
                <a:spcPts val="1454"/>
              </a:lnSpc>
              <a:spcBef>
                <a:spcPts val="363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endParaRPr lang="en-GB" sz="1500" dirty="0">
              <a:latin typeface="Arial"/>
              <a:cs typeface="Arial"/>
            </a:endParaRPr>
          </a:p>
          <a:p>
            <a:pPr marL="342900" indent="-342900">
              <a:spcBef>
                <a:spcPts val="39"/>
              </a:spcBef>
              <a:buClr>
                <a:srgbClr val="00007C"/>
              </a:buClr>
              <a:buFont typeface="Arial" panose="020B0604020202020204" pitchFamily="34" charset="0"/>
              <a:buChar char="•"/>
            </a:pP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Use 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limit()method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to cap the number of documents returned by the query  </a:t>
            </a: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39"/>
              </a:spcBef>
              <a:buClr>
                <a:srgbClr val="00007C"/>
              </a:buClr>
            </a:pPr>
            <a:endParaRPr lang="en-GB" sz="1500" dirty="0">
              <a:latin typeface="Times New Roman"/>
              <a:cs typeface="Times New Roman"/>
            </a:endParaRPr>
          </a:p>
          <a:p>
            <a:pPr>
              <a:spcBef>
                <a:spcPts val="39"/>
              </a:spcBef>
              <a:buClr>
                <a:srgbClr val="00007C"/>
              </a:buClr>
            </a:pPr>
            <a:endParaRPr sz="1500" dirty="0">
              <a:latin typeface="Times New Roman"/>
              <a:cs typeface="Times New Roman"/>
            </a:endParaRPr>
          </a:p>
          <a:p>
            <a:pPr marL="9525">
              <a:lnSpc>
                <a:spcPts val="1620"/>
              </a:lnSpc>
              <a:tabLst>
                <a:tab pos="2180749" algn="l"/>
                <a:tab pos="2409349" algn="l"/>
                <a:tab pos="3095149" algn="l"/>
                <a:tab pos="3895249" algn="l"/>
                <a:tab pos="4238149" algn="l"/>
                <a:tab pos="4466749" algn="l"/>
                <a:tab pos="5152549" algn="l"/>
                <a:tab pos="5495449" algn="l"/>
              </a:tabLst>
            </a:pPr>
            <a:r>
              <a:rPr lang="en-GB" sz="2000" b="1" spc="-4" dirty="0">
                <a:latin typeface="Courier New"/>
                <a:cs typeface="Courier New"/>
              </a:rPr>
              <a:t>    </a:t>
            </a:r>
            <a:r>
              <a:rPr sz="2000" b="1" spc="-4" dirty="0" err="1">
                <a:latin typeface="Courier New"/>
                <a:cs typeface="Courier New"/>
              </a:rPr>
              <a:t>db.inventory.find</a:t>
            </a:r>
            <a:r>
              <a:rPr sz="2000" dirty="0">
                <a:latin typeface="Courier New"/>
                <a:cs typeface="Courier New"/>
              </a:rPr>
              <a:t>()</a:t>
            </a:r>
            <a:r>
              <a:rPr lang="en-GB" sz="2000" dirty="0">
                <a:latin typeface="Courier New"/>
                <a:cs typeface="Courier New"/>
              </a:rPr>
              <a:t>.</a:t>
            </a:r>
            <a:r>
              <a:rPr lang="en-GB" sz="2000" b="1" dirty="0">
                <a:solidFill>
                  <a:srgbClr val="FF0000"/>
                </a:solidFill>
                <a:latin typeface="Courier New"/>
                <a:cs typeface="Courier New"/>
              </a:rPr>
              <a:t>skip(5)</a:t>
            </a:r>
            <a:endParaRPr sz="2000" b="1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9525">
              <a:spcBef>
                <a:spcPts val="26"/>
              </a:spcBef>
              <a:buClr>
                <a:srgbClr val="00007C"/>
              </a:buClr>
              <a:buSzPct val="75000"/>
              <a:tabLst>
                <a:tab pos="266700" algn="l"/>
              </a:tabLst>
            </a:pPr>
            <a:endParaRPr lang="en-GB" sz="1500" dirty="0">
              <a:latin typeface="Arial"/>
              <a:cs typeface="Arial"/>
            </a:endParaRPr>
          </a:p>
          <a:p>
            <a:pPr marL="342900" indent="-342900">
              <a:spcBef>
                <a:spcPts val="5"/>
              </a:spcBef>
              <a:buClr>
                <a:srgbClr val="00007C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The 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skip()</a:t>
            </a:r>
            <a:r>
              <a:rPr lang="en-US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method takes an integer that specifies the number of  </a:t>
            </a:r>
          </a:p>
          <a:p>
            <a:pPr>
              <a:spcBef>
                <a:spcPts val="5"/>
              </a:spcBef>
              <a:buClr>
                <a:srgbClr val="00007C"/>
              </a:buClr>
            </a:pPr>
            <a:r>
              <a:rPr lang="en-US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  documents to omit from the beginning of the list of documents returned  </a:t>
            </a:r>
          </a:p>
          <a:p>
            <a:pPr>
              <a:spcBef>
                <a:spcPts val="5"/>
              </a:spcBef>
              <a:buClr>
                <a:srgbClr val="00007C"/>
              </a:buClr>
            </a:pPr>
            <a:r>
              <a:rPr lang="en-US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  by the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lang="en-US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method</a:t>
            </a:r>
          </a:p>
          <a:p>
            <a:pPr>
              <a:spcBef>
                <a:spcPts val="5"/>
              </a:spcBef>
              <a:buClr>
                <a:srgbClr val="00007C"/>
              </a:buClr>
            </a:pPr>
            <a:r>
              <a:rPr lang="en-GB" sz="1538" dirty="0">
                <a:latin typeface="Times New Roman"/>
                <a:cs typeface="Times New Roman"/>
              </a:rPr>
              <a:t> </a:t>
            </a:r>
            <a:endParaRPr sz="1538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6355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1" y="46827"/>
            <a:ext cx="8473787" cy="767465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Query – Sort Fields of the Result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3B1CCB2-3D2D-9145-6AE1-A5B6D131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874" y="6337300"/>
            <a:ext cx="1959893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F3200D4E-A622-FB43-952A-26ECAC58E771}" type="datetime3">
              <a:rPr lang="en-GB"/>
              <a:pPr>
                <a:spcAft>
                  <a:spcPts val="600"/>
                </a:spcAft>
                <a:defRPr/>
              </a:pPr>
              <a:t>24 October, 2025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825" y="6337300"/>
            <a:ext cx="51435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9B5ADBA-EE88-1840-8B71-40682D165005}" type="slidenum">
              <a:rPr lang="en-GB" smtClean="0"/>
              <a:pPr>
                <a:spcAft>
                  <a:spcPts val="600"/>
                </a:spcAft>
                <a:defRPr/>
              </a:pPr>
              <a:t>22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9BB47D5-EA88-3227-8276-F5E6CE88ADF8}"/>
              </a:ext>
            </a:extLst>
          </p:cNvPr>
          <p:cNvSpPr txBox="1"/>
          <p:nvPr/>
        </p:nvSpPr>
        <p:spPr>
          <a:xfrm>
            <a:off x="635000" y="1184966"/>
            <a:ext cx="669674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tabLst>
                <a:tab pos="283845" algn="l"/>
                <a:tab pos="966788" algn="l"/>
                <a:tab pos="1378744" algn="l"/>
                <a:tab pos="1652111" algn="l"/>
              </a:tabLst>
            </a:pPr>
            <a:r>
              <a:rPr lang="en-GB" sz="2200" b="1" spc="-4" dirty="0" err="1">
                <a:latin typeface="Courier New"/>
                <a:cs typeface="Courier New"/>
              </a:rPr>
              <a:t>db.co</a:t>
            </a:r>
            <a:r>
              <a:rPr lang="en-GB" sz="2200" b="1" spc="-8" dirty="0" err="1">
                <a:latin typeface="Courier New"/>
                <a:cs typeface="Courier New"/>
              </a:rPr>
              <a:t>l</a:t>
            </a:r>
            <a:r>
              <a:rPr lang="en-GB" sz="2200" b="1" spc="-11" dirty="0" err="1">
                <a:latin typeface="Courier New"/>
                <a:cs typeface="Courier New"/>
              </a:rPr>
              <a:t>le</a:t>
            </a:r>
            <a:r>
              <a:rPr lang="en-GB" sz="2200" b="1" spc="-4" dirty="0" err="1">
                <a:latin typeface="Courier New"/>
                <a:cs typeface="Courier New"/>
              </a:rPr>
              <a:t>ction</a:t>
            </a:r>
            <a:r>
              <a:rPr lang="en-GB" sz="2200" b="1" spc="-8" dirty="0" err="1">
                <a:latin typeface="Courier New"/>
                <a:cs typeface="Courier New"/>
              </a:rPr>
              <a:t>.</a:t>
            </a:r>
            <a:r>
              <a:rPr lang="en-GB" sz="2200" b="1" spc="-11" dirty="0" err="1">
                <a:latin typeface="Courier New"/>
                <a:cs typeface="Courier New"/>
              </a:rPr>
              <a:t>fi</a:t>
            </a:r>
            <a:r>
              <a:rPr lang="en-GB" sz="2200" b="1" spc="-4" dirty="0" err="1">
                <a:latin typeface="Courier New"/>
                <a:cs typeface="Courier New"/>
              </a:rPr>
              <a:t>nd</a:t>
            </a:r>
            <a:r>
              <a:rPr lang="en-GB" sz="2200" b="1" spc="-4" dirty="0">
                <a:latin typeface="Courier New"/>
                <a:cs typeface="Courier New"/>
              </a:rPr>
              <a:t>()</a:t>
            </a:r>
            <a:r>
              <a:rPr lang="en-GB" sz="2200" b="1" dirty="0">
                <a:latin typeface="Courier New"/>
                <a:cs typeface="Courier New"/>
              </a:rPr>
              <a:t>.</a:t>
            </a:r>
            <a:r>
              <a:rPr lang="en-GB" sz="2200" b="1" spc="-4" dirty="0">
                <a:solidFill>
                  <a:srgbClr val="FF0066"/>
                </a:solidFill>
                <a:latin typeface="Courier New"/>
                <a:cs typeface="Courier New"/>
              </a:rPr>
              <a:t>s</a:t>
            </a:r>
            <a:r>
              <a:rPr lang="en-GB" sz="2200" b="1" spc="-11" dirty="0">
                <a:solidFill>
                  <a:srgbClr val="FF0066"/>
                </a:solidFill>
                <a:latin typeface="Courier New"/>
                <a:cs typeface="Courier New"/>
              </a:rPr>
              <a:t>or</a:t>
            </a:r>
            <a:r>
              <a:rPr lang="en-GB" sz="2200" b="1" spc="-4" dirty="0">
                <a:solidFill>
                  <a:srgbClr val="FF0066"/>
                </a:solidFill>
                <a:latin typeface="Courier New"/>
                <a:cs typeface="Courier New"/>
              </a:rPr>
              <a:t>t</a:t>
            </a:r>
            <a:r>
              <a:rPr lang="en-GB" sz="2200" b="1" dirty="0">
                <a:latin typeface="Courier New"/>
                <a:cs typeface="Courier New"/>
              </a:rPr>
              <a:t>(</a:t>
            </a:r>
            <a:r>
              <a:rPr sz="2200" b="1" dirty="0">
                <a:latin typeface="Courier New"/>
                <a:cs typeface="Courier New"/>
              </a:rPr>
              <a:t>{</a:t>
            </a:r>
            <a:r>
              <a:rPr sz="2200" b="1" spc="-4" dirty="0">
                <a:latin typeface="Courier New"/>
                <a:cs typeface="Courier New"/>
              </a:rPr>
              <a:t>a</a:t>
            </a:r>
            <a:r>
              <a:rPr sz="2200" b="1" spc="-19" dirty="0">
                <a:latin typeface="Courier New"/>
                <a:cs typeface="Courier New"/>
              </a:rPr>
              <a:t>g</a:t>
            </a:r>
            <a:r>
              <a:rPr sz="2200" b="1" spc="-11" dirty="0">
                <a:latin typeface="Courier New"/>
                <a:cs typeface="Courier New"/>
              </a:rPr>
              <a:t>e</a:t>
            </a:r>
            <a:r>
              <a:rPr sz="2200" b="1" dirty="0">
                <a:latin typeface="Courier New"/>
                <a:cs typeface="Courier New"/>
              </a:rPr>
              <a:t>:</a:t>
            </a:r>
            <a:r>
              <a:rPr sz="2200" b="1" spc="-4" dirty="0">
                <a:solidFill>
                  <a:srgbClr val="656598"/>
                </a:solidFill>
                <a:latin typeface="Courier New"/>
                <a:cs typeface="Courier New"/>
              </a:rPr>
              <a:t>-</a:t>
            </a:r>
            <a:r>
              <a:rPr sz="2200" b="1" dirty="0">
                <a:solidFill>
                  <a:srgbClr val="656598"/>
                </a:solidFill>
                <a:latin typeface="Courier New"/>
                <a:cs typeface="Courier New"/>
              </a:rPr>
              <a:t>1</a:t>
            </a:r>
            <a:r>
              <a:rPr sz="2200" b="1" dirty="0">
                <a:latin typeface="Courier New"/>
                <a:cs typeface="Courier New"/>
              </a:rPr>
              <a:t>})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B75D79C-D3CA-D165-9B4E-0AA5AEF9AA00}"/>
              </a:ext>
            </a:extLst>
          </p:cNvPr>
          <p:cNvSpPr txBox="1"/>
          <p:nvPr/>
        </p:nvSpPr>
        <p:spPr>
          <a:xfrm>
            <a:off x="360473" y="1894195"/>
            <a:ext cx="9001198" cy="2456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2425" indent="-342900"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turns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al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doc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ments</a:t>
            </a:r>
            <a:r>
              <a:rPr sz="2000" spc="6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collectio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sz="2000" spc="2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sort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b="1" i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ag</a:t>
            </a:r>
            <a:r>
              <a:rPr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sz="20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6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u="heavy" spc="-4" dirty="0">
                <a:latin typeface="Helvetica" panose="020B0604020202020204" pitchFamily="34" charset="0"/>
                <a:cs typeface="Helvetica" panose="020B0604020202020204" pitchFamily="34" charset="0"/>
              </a:rPr>
              <a:t>desce</a:t>
            </a:r>
            <a:r>
              <a:rPr sz="2000" u="heavy" spc="-8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u="heavy" spc="-4" dirty="0">
                <a:latin typeface="Helvetica" panose="020B0604020202020204" pitchFamily="34" charset="0"/>
                <a:cs typeface="Helvetica" panose="020B0604020202020204" pitchFamily="34" charset="0"/>
              </a:rPr>
              <a:t>di</a:t>
            </a:r>
            <a:r>
              <a:rPr sz="2000" u="heavy" spc="-8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u="heavy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2000" spc="7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order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14"/>
              </a:spcBef>
            </a:pPr>
            <a:endParaRPr sz="2213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9525">
              <a:lnSpc>
                <a:spcPts val="2051"/>
              </a:lnSpc>
              <a:tabLst>
                <a:tab pos="2885599" algn="l"/>
                <a:tab pos="3158966" algn="l"/>
                <a:tab pos="4938713" algn="l"/>
              </a:tabLst>
            </a:pPr>
            <a:r>
              <a:rPr lang="en-GB"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sz="2000" b="1" spc="-4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db.bi</a:t>
            </a:r>
            <a:r>
              <a:rPr sz="2000" b="1" spc="-8" dirty="0" err="1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sz="2000" b="1" spc="-1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</a:t>
            </a:r>
            <a:r>
              <a:rPr sz="2000" b="1" spc="-4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sz="2000" b="1" spc="-8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sz="2000" b="1" spc="-1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sz="2000" b="1" spc="-4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ort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  <a:r>
              <a:rPr sz="2000" b="1" spc="-1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name.</a:t>
            </a:r>
            <a:r>
              <a:rPr sz="2000" b="1" spc="-8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sz="2000" b="1" spc="-11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t'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sz="2000" b="1" dirty="0">
                <a:solidFill>
                  <a:srgbClr val="6565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'name.</a:t>
            </a:r>
            <a:r>
              <a:rPr sz="2000" b="1" spc="-11" dirty="0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  <a:r>
              <a:rPr sz="2000" b="1" spc="-4" dirty="0">
                <a:latin typeface="Courier New" panose="02070309020205020404" pitchFamily="49" charset="0"/>
                <a:cs typeface="Courier New" panose="02070309020205020404" pitchFamily="49" charset="0"/>
              </a:rPr>
              <a:t>rst'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sz="2000" b="1" dirty="0">
                <a:solidFill>
                  <a:srgbClr val="6565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266700" marR="458153" indent="-257175">
              <a:lnSpc>
                <a:spcPts val="1860"/>
              </a:lnSpc>
              <a:spcBef>
                <a:spcPts val="64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9625" marR="458153" lvl="1" indent="-342900">
              <a:lnSpc>
                <a:spcPts val="1860"/>
              </a:lnSpc>
              <a:spcBef>
                <a:spcPts val="645"/>
              </a:spcBef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p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ecifi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e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6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sort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rder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usi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f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ro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su</a:t>
            </a:r>
            <a:r>
              <a:rPr sz="2000" spc="15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doc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u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ment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i="1" spc="-4" dirty="0">
                <a:latin typeface="Helvetica" panose="020B0604020202020204" pitchFamily="34" charset="0"/>
                <a:cs typeface="Helvetica" panose="020B0604020202020204" pitchFamily="34" charset="0"/>
              </a:rPr>
              <a:t>name</a:t>
            </a:r>
            <a:endParaRPr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66700" indent="-257175">
              <a:lnSpc>
                <a:spcPts val="2093"/>
              </a:lnSpc>
              <a:spcBef>
                <a:spcPts val="206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9625" lvl="1" indent="-342900">
              <a:lnSpc>
                <a:spcPts val="2093"/>
              </a:lnSpc>
              <a:spcBef>
                <a:spcPts val="206"/>
              </a:spcBef>
              <a:buClr>
                <a:srgbClr val="00007C"/>
              </a:buClr>
              <a:buSzPct val="75000"/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r</a:t>
            </a:r>
            <a:r>
              <a:rPr sz="2000" spc="4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4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4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i="1" spc="-4" dirty="0">
                <a:latin typeface="Helvetica" panose="020B0604020202020204" pitchFamily="34" charset="0"/>
                <a:cs typeface="Helvetica" panose="020B0604020202020204" pitchFamily="34" charset="0"/>
              </a:rPr>
              <a:t>las</a:t>
            </a:r>
            <a:r>
              <a:rPr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2000" spc="-8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spc="56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then</a:t>
            </a:r>
            <a:r>
              <a:rPr sz="20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b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sz="2000" spc="38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2000" spc="53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i="1" spc="-4" dirty="0">
                <a:latin typeface="Helvetica" panose="020B0604020202020204" pitchFamily="34" charset="0"/>
                <a:cs typeface="Helvetica" panose="020B0604020202020204" pitchFamily="34" charset="0"/>
              </a:rPr>
              <a:t>firs</a:t>
            </a:r>
            <a:r>
              <a:rPr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t</a:t>
            </a:r>
            <a:r>
              <a:rPr sz="2000" spc="34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fie</a:t>
            </a:r>
            <a:r>
              <a:rPr sz="2000" spc="-11" dirty="0"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spc="4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u="heavy" spc="-4" dirty="0">
                <a:latin typeface="Helvetica" panose="020B0604020202020204" pitchFamily="34" charset="0"/>
                <a:cs typeface="Helvetica" panose="020B0604020202020204" pitchFamily="34" charset="0"/>
              </a:rPr>
              <a:t>ascen</a:t>
            </a:r>
            <a:r>
              <a:rPr sz="2000" u="heavy" spc="-8" dirty="0"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2000" u="heavy" spc="-4" dirty="0"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sz="2000" u="heavy" spc="-8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sz="2000" u="heavy" dirty="0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sz="2000" spc="79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000" spc="-4" dirty="0">
                <a:latin typeface="Helvetica" panose="020B0604020202020204" pitchFamily="34" charset="0"/>
                <a:cs typeface="Helvetica" panose="020B0604020202020204" pitchFamily="34" charset="0"/>
              </a:rPr>
              <a:t>order</a:t>
            </a:r>
            <a:endParaRPr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50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57" y="-24899"/>
            <a:ext cx="6336703" cy="780762"/>
          </a:xfrm>
        </p:spPr>
        <p:txBody>
          <a:bodyPr/>
          <a:lstStyle/>
          <a:p>
            <a:r>
              <a:rPr lang="en-GB" sz="3200" dirty="0"/>
              <a:t>Query Operators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sp>
        <p:nvSpPr>
          <p:cNvPr id="5" name="AutoShape 2" descr="The components of a MongoDB insertOne operations.">
            <a:extLst>
              <a:ext uri="{FF2B5EF4-FFF2-40B4-BE49-F238E27FC236}">
                <a16:creationId xmlns:a16="http://schemas.microsoft.com/office/drawing/2014/main" id="{00D7314E-91ED-F21E-86B0-2068CF4B1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032" y="1490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The components of a MongoDB insertOne operations.">
            <a:extLst>
              <a:ext uri="{FF2B5EF4-FFF2-40B4-BE49-F238E27FC236}">
                <a16:creationId xmlns:a16="http://schemas.microsoft.com/office/drawing/2014/main" id="{82406F66-E497-C40F-4BBC-2EA8500F6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432" y="3014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 descr="The components of a MongoDB insertOne operations.">
            <a:extLst>
              <a:ext uri="{FF2B5EF4-FFF2-40B4-BE49-F238E27FC236}">
                <a16:creationId xmlns:a16="http://schemas.microsoft.com/office/drawing/2014/main" id="{058DBFE3-3342-8A84-BC5E-312DD99C4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832" y="4538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849806F-BEEB-656A-6D70-D546D9489875}"/>
              </a:ext>
            </a:extLst>
          </p:cNvPr>
          <p:cNvSpPr txBox="1">
            <a:spLocks/>
          </p:cNvSpPr>
          <p:nvPr/>
        </p:nvSpPr>
        <p:spPr>
          <a:xfrm>
            <a:off x="367304" y="1073213"/>
            <a:ext cx="8114088" cy="390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  <a:hlinkClick r:id="rId2"/>
              </a:rPr>
              <a:t>https://www.w3schools.com/mongodb/mongodb_query_operators.php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836685-3A6F-94D7-1E7D-908578531CEC}"/>
              </a:ext>
            </a:extLst>
          </p:cNvPr>
          <p:cNvSpPr txBox="1"/>
          <p:nvPr/>
        </p:nvSpPr>
        <p:spPr>
          <a:xfrm>
            <a:off x="843818" y="1778795"/>
            <a:ext cx="3188378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Comparison Operators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Logical Operators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Element Operators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Evaluation Operators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Array Operators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748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57" y="-24899"/>
            <a:ext cx="9143611" cy="780762"/>
          </a:xfrm>
        </p:spPr>
        <p:txBody>
          <a:bodyPr/>
          <a:lstStyle/>
          <a:p>
            <a:r>
              <a:rPr lang="en-GB" sz="3200" dirty="0"/>
              <a:t>Query Operators: Comparison Operators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  <p:sp>
        <p:nvSpPr>
          <p:cNvPr id="5" name="AutoShape 2" descr="The components of a MongoDB insertOne operations.">
            <a:extLst>
              <a:ext uri="{FF2B5EF4-FFF2-40B4-BE49-F238E27FC236}">
                <a16:creationId xmlns:a16="http://schemas.microsoft.com/office/drawing/2014/main" id="{00D7314E-91ED-F21E-86B0-2068CF4B1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032" y="1490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The components of a MongoDB insertOne operations.">
            <a:extLst>
              <a:ext uri="{FF2B5EF4-FFF2-40B4-BE49-F238E27FC236}">
                <a16:creationId xmlns:a16="http://schemas.microsoft.com/office/drawing/2014/main" id="{82406F66-E497-C40F-4BBC-2EA8500F6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432" y="3014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 descr="The components of a MongoDB insertOne operations.">
            <a:extLst>
              <a:ext uri="{FF2B5EF4-FFF2-40B4-BE49-F238E27FC236}">
                <a16:creationId xmlns:a16="http://schemas.microsoft.com/office/drawing/2014/main" id="{058DBFE3-3342-8A84-BC5E-312DD99C4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832" y="4538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0840EA-97D9-39A9-0FB6-75F13B3E0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903864"/>
              </p:ext>
            </p:extLst>
          </p:nvPr>
        </p:nvGraphicFramePr>
        <p:xfrm>
          <a:off x="616646" y="1215637"/>
          <a:ext cx="8296794" cy="4416042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01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58"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Name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Description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eq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values that are equal to a specified value.</a:t>
                      </a:r>
                    </a:p>
                  </a:txBody>
                  <a:tcPr marL="76200" marR="22860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gt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values that are greater than a specified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gte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values that are greater than or equal to a specified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$in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any of the values specified in an array.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values that are less than a specified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lte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values that are less than or equal to a specified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$ne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all values that are not equal to a specified value.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59219480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nin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none of the values specified in an array.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701282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208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57" y="-24899"/>
            <a:ext cx="9143611" cy="780762"/>
          </a:xfrm>
        </p:spPr>
        <p:txBody>
          <a:bodyPr/>
          <a:lstStyle/>
          <a:p>
            <a:r>
              <a:rPr lang="en-GB" sz="3200" dirty="0"/>
              <a:t>Query Operators: Evaluation Operators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sp>
        <p:nvSpPr>
          <p:cNvPr id="5" name="AutoShape 2" descr="The components of a MongoDB insertOne operations.">
            <a:extLst>
              <a:ext uri="{FF2B5EF4-FFF2-40B4-BE49-F238E27FC236}">
                <a16:creationId xmlns:a16="http://schemas.microsoft.com/office/drawing/2014/main" id="{00D7314E-91ED-F21E-86B0-2068CF4B1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032" y="1490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The components of a MongoDB insertOne operations.">
            <a:extLst>
              <a:ext uri="{FF2B5EF4-FFF2-40B4-BE49-F238E27FC236}">
                <a16:creationId xmlns:a16="http://schemas.microsoft.com/office/drawing/2014/main" id="{82406F66-E497-C40F-4BBC-2EA8500F6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432" y="3014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 descr="The components of a MongoDB insertOne operations.">
            <a:extLst>
              <a:ext uri="{FF2B5EF4-FFF2-40B4-BE49-F238E27FC236}">
                <a16:creationId xmlns:a16="http://schemas.microsoft.com/office/drawing/2014/main" id="{058DBFE3-3342-8A84-BC5E-312DD99C4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832" y="4538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C0840EA-97D9-39A9-0FB6-75F13B3E0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60675"/>
              </p:ext>
            </p:extLst>
          </p:nvPr>
        </p:nvGraphicFramePr>
        <p:xfrm>
          <a:off x="616646" y="1215637"/>
          <a:ext cx="8800850" cy="4102062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926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4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58"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Name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dirty="0">
                          <a:effectLst/>
                        </a:rPr>
                        <a:t>Description</a:t>
                      </a:r>
                      <a:endParaRPr lang="en-GB" dirty="0"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$expr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Allows use of aggregation expressions within the query language.</a:t>
                      </a:r>
                    </a:p>
                  </a:txBody>
                  <a:tcPr marL="76200" marR="22860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en-GB" sz="2000" b="1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jsonSchema</a:t>
                      </a:r>
                      <a:endParaRPr lang="en-GB" sz="2000" b="1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Validate documents against the given JSON Schema.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$mod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Performs a modulo operation on the value of a field and selects documents with a specified result.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$regex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Selects documents where values match a specified regular expression.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$text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Performs text search.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848">
                <a:tc>
                  <a:txBody>
                    <a:bodyPr/>
                    <a:lstStyle/>
                    <a:p>
                      <a:pPr algn="ctr" fontAlgn="t"/>
                      <a:r>
                        <a:rPr lang="en-GB" sz="2000" b="1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$where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Matches documents that satisfy a JavaScript expression.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45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57" y="-24899"/>
            <a:ext cx="6336703" cy="780762"/>
          </a:xfrm>
        </p:spPr>
        <p:txBody>
          <a:bodyPr/>
          <a:lstStyle/>
          <a:p>
            <a:r>
              <a:rPr lang="en-GB" sz="3200" dirty="0"/>
              <a:t>$Where Operator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5" name="AutoShape 2" descr="The components of a MongoDB insertOne operations.">
            <a:extLst>
              <a:ext uri="{FF2B5EF4-FFF2-40B4-BE49-F238E27FC236}">
                <a16:creationId xmlns:a16="http://schemas.microsoft.com/office/drawing/2014/main" id="{00D7314E-91ED-F21E-86B0-2068CF4B1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032" y="1490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The components of a MongoDB insertOne operations.">
            <a:extLst>
              <a:ext uri="{FF2B5EF4-FFF2-40B4-BE49-F238E27FC236}">
                <a16:creationId xmlns:a16="http://schemas.microsoft.com/office/drawing/2014/main" id="{82406F66-E497-C40F-4BBC-2EA8500F6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432" y="3014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 descr="The components of a MongoDB insertOne operations.">
            <a:extLst>
              <a:ext uri="{FF2B5EF4-FFF2-40B4-BE49-F238E27FC236}">
                <a16:creationId xmlns:a16="http://schemas.microsoft.com/office/drawing/2014/main" id="{058DBFE3-3342-8A84-BC5E-312DD99C4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832" y="4538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D98DDC-224C-D3F4-0996-3AA835F3E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957" y="1117609"/>
            <a:ext cx="8907523" cy="2274528"/>
          </a:xfrm>
        </p:spPr>
        <p:txBody>
          <a:bodyPr>
            <a:noAutofit/>
          </a:bodyPr>
          <a:lstStyle/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Passes a </a:t>
            </a:r>
            <a:r>
              <a:rPr lang="en-US" sz="2200" b="1" i="1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JavaScript expression or function 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to the query system</a:t>
            </a:r>
          </a:p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Very flexible in expressing complex conditions</a:t>
            </a:r>
          </a:p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But it is relatively slow as it evaluates for each document (no indexes)</a:t>
            </a:r>
          </a:p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Similar to using </a:t>
            </a:r>
            <a:r>
              <a:rPr lang="en-US" sz="2200" b="1" i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UDF</a:t>
            </a:r>
            <a:r>
              <a:rPr lang="en-US" sz="22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in the </a:t>
            </a:r>
            <a:r>
              <a:rPr lang="en-US" sz="2200" b="1" i="1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Where</a:t>
            </a:r>
            <a:r>
              <a:rPr lang="en-US" sz="2200" dirty="0">
                <a:solidFill>
                  <a:srgbClr val="8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clause in relational databases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BE9CD7-7ED6-1560-DEDF-0F30F42FB31C}"/>
              </a:ext>
            </a:extLst>
          </p:cNvPr>
          <p:cNvGrpSpPr/>
          <p:nvPr/>
        </p:nvGrpSpPr>
        <p:grpSpPr>
          <a:xfrm>
            <a:off x="892175" y="3465864"/>
            <a:ext cx="8006517" cy="1845701"/>
            <a:chOff x="1270000" y="4137742"/>
            <a:chExt cx="6407361" cy="1272472"/>
          </a:xfrm>
        </p:grpSpPr>
        <p:pic>
          <p:nvPicPr>
            <p:cNvPr id="16" name="Picture 15" descr="Screen Shot 2015-03-16 at 4.49.53 PM.png">
              <a:extLst>
                <a:ext uri="{FF2B5EF4-FFF2-40B4-BE49-F238E27FC236}">
                  <a16:creationId xmlns:a16="http://schemas.microsoft.com/office/drawing/2014/main" id="{67563B22-45CC-1488-6B62-4FDD5D0A3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000" y="4137742"/>
              <a:ext cx="6284452" cy="127247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D26F22-EECC-36EA-46C3-6B982313DBC6}"/>
                </a:ext>
              </a:extLst>
            </p:cNvPr>
            <p:cNvSpPr txBox="1"/>
            <p:nvPr/>
          </p:nvSpPr>
          <p:spPr>
            <a:xfrm>
              <a:off x="7399746" y="4785030"/>
              <a:ext cx="2776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);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668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57" y="-24899"/>
            <a:ext cx="6336703" cy="780762"/>
          </a:xfrm>
        </p:spPr>
        <p:txBody>
          <a:bodyPr/>
          <a:lstStyle/>
          <a:p>
            <a:r>
              <a:rPr lang="en-GB" sz="3200" dirty="0"/>
              <a:t>$Where Operator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sp>
        <p:nvSpPr>
          <p:cNvPr id="5" name="AutoShape 2" descr="The components of a MongoDB insertOne operations.">
            <a:extLst>
              <a:ext uri="{FF2B5EF4-FFF2-40B4-BE49-F238E27FC236}">
                <a16:creationId xmlns:a16="http://schemas.microsoft.com/office/drawing/2014/main" id="{00D7314E-91ED-F21E-86B0-2068CF4B1A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4032" y="1490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The components of a MongoDB insertOne operations.">
            <a:extLst>
              <a:ext uri="{FF2B5EF4-FFF2-40B4-BE49-F238E27FC236}">
                <a16:creationId xmlns:a16="http://schemas.microsoft.com/office/drawing/2014/main" id="{82406F66-E497-C40F-4BBC-2EA8500F6E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432" y="3014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6" descr="The components of a MongoDB insertOne operations.">
            <a:extLst>
              <a:ext uri="{FF2B5EF4-FFF2-40B4-BE49-F238E27FC236}">
                <a16:creationId xmlns:a16="http://schemas.microsoft.com/office/drawing/2014/main" id="{058DBFE3-3342-8A84-BC5E-312DD99C4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832" y="45388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E0F4A0-E6CB-4B66-C292-22E4242A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55" y="1134540"/>
            <a:ext cx="8168968" cy="488334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Can combine </a:t>
            </a:r>
            <a:r>
              <a:rPr lang="en-US" sz="2200" dirty="0" err="1">
                <a:latin typeface="Helvetica" panose="020B0604020202020204" pitchFamily="34" charset="0"/>
                <a:cs typeface="Helvetica" panose="020B0604020202020204" pitchFamily="34" charset="0"/>
              </a:rPr>
              <a:t>MongoDB</a:t>
            </a:r>
            <a:r>
              <a:rPr 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 operators  with  $Where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549FAA-73FE-5D04-755C-0D5676D1E53B}"/>
              </a:ext>
            </a:extLst>
          </p:cNvPr>
          <p:cNvSpPr/>
          <p:nvPr/>
        </p:nvSpPr>
        <p:spPr>
          <a:xfrm>
            <a:off x="470564" y="2213712"/>
            <a:ext cx="8964872" cy="1754326"/>
          </a:xfrm>
          <a:prstGeom prst="rect">
            <a:avLst/>
          </a:prstGeom>
          <a:solidFill>
            <a:srgbClr val="FFFFE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db.myCollection.find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{ active: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$where: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this.credits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this.debits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0" } 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db.myCollection.find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{ active: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		                    $where: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obj.credits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obj.debits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0; } } );</a:t>
            </a:r>
          </a:p>
        </p:txBody>
      </p:sp>
    </p:spTree>
    <p:extLst>
      <p:ext uri="{BB962C8B-B14F-4D97-AF65-F5344CB8AC3E}">
        <p14:creationId xmlns:p14="http://schemas.microsoft.com/office/powerpoint/2010/main" val="942254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6644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10353</TotalTime>
  <Words>2313</Words>
  <Application>Microsoft Office PowerPoint</Application>
  <PresentationFormat>A4 Paper (210x297 mm)</PresentationFormat>
  <Paragraphs>348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Calibri</vt:lpstr>
      <vt:lpstr>Comic Sans MS</vt:lpstr>
      <vt:lpstr>Courier New</vt:lpstr>
      <vt:lpstr>Georgia</vt:lpstr>
      <vt:lpstr>Helvetica</vt:lpstr>
      <vt:lpstr>Lucida Sans</vt:lpstr>
      <vt:lpstr>Lucida Sans Unicode</vt:lpstr>
      <vt:lpstr>Times New Roman</vt:lpstr>
      <vt:lpstr>Trebuchet MS</vt:lpstr>
      <vt:lpstr>Wingdings</vt:lpstr>
      <vt:lpstr>UOB3687_Bradford PPT_Green_External_TEMPLATE</vt:lpstr>
      <vt:lpstr>Large Scale Data Driven Applications</vt:lpstr>
      <vt:lpstr>Outline</vt:lpstr>
      <vt:lpstr>Query – Basic Queries</vt:lpstr>
      <vt:lpstr>Find() + Projection</vt:lpstr>
      <vt:lpstr>Find(): Exclude Fields</vt:lpstr>
      <vt:lpstr>Find(): Exclude Fields</vt:lpstr>
      <vt:lpstr>Find() More Examples In MongoDB</vt:lpstr>
      <vt:lpstr>Find(): AND &amp; OR</vt:lpstr>
      <vt:lpstr>$AND</vt:lpstr>
      <vt:lpstr>Querying Complex Types </vt:lpstr>
      <vt:lpstr>Array Manipulation (Exact Match)</vt:lpstr>
      <vt:lpstr>Array Manipulation(Search By Element)</vt:lpstr>
      <vt:lpstr>Array Manipulation(Search By Position)</vt:lpstr>
      <vt:lpstr>Array Manipulation ($elemMatch)</vt:lpstr>
      <vt:lpstr>Embedded Object Matching (Exact doc Matching)</vt:lpstr>
      <vt:lpstr>Embedded Object Matching (Field Matching)</vt:lpstr>
      <vt:lpstr>Matching Arrays of Embedded Documents</vt:lpstr>
      <vt:lpstr>Matching Arrays of Embedded Documents</vt:lpstr>
      <vt:lpstr>Matching Arrays of Embedded Documents</vt:lpstr>
      <vt:lpstr>Matching Arrays of Embedded Documents</vt:lpstr>
      <vt:lpstr>Query – Limit &amp; skip documents of the Result</vt:lpstr>
      <vt:lpstr>Query – Sort Fields of the Result</vt:lpstr>
      <vt:lpstr>Query Operators</vt:lpstr>
      <vt:lpstr>Query Operators: Comparison Operators</vt:lpstr>
      <vt:lpstr>Query Operators: Evaluation Operators</vt:lpstr>
      <vt:lpstr>$Where Operator</vt:lpstr>
      <vt:lpstr>$Where Operator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71</cp:revision>
  <dcterms:created xsi:type="dcterms:W3CDTF">2020-01-19T15:58:01Z</dcterms:created>
  <dcterms:modified xsi:type="dcterms:W3CDTF">2025-10-24T08:44:07Z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