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webextensions/webextension2.xml" ContentType="application/vnd.ms-office.webextension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8" r:id="rId6"/>
    <p:sldId id="259" r:id="rId7"/>
    <p:sldId id="274" r:id="rId8"/>
    <p:sldId id="265" r:id="rId9"/>
    <p:sldId id="266" r:id="rId10"/>
    <p:sldId id="277" r:id="rId11"/>
    <p:sldId id="275" r:id="rId12"/>
    <p:sldId id="271" r:id="rId13"/>
    <p:sldId id="278" r:id="rId14"/>
    <p:sldId id="272" r:id="rId15"/>
    <p:sldId id="261" r:id="rId16"/>
    <p:sldId id="279" r:id="rId17"/>
    <p:sldId id="281" r:id="rId18"/>
    <p:sldId id="283" r:id="rId19"/>
    <p:sldId id="280" r:id="rId20"/>
    <p:sldId id="282" r:id="rId21"/>
    <p:sldId id="276" r:id="rId22"/>
    <p:sldId id="270" r:id="rId23"/>
    <p:sldId id="264" r:id="rId24"/>
    <p:sldId id="268" r:id="rId25"/>
  </p:sldIdLst>
  <p:sldSz cx="9906000" cy="6858000" type="A4"/>
  <p:notesSz cx="6858000" cy="9144000"/>
  <p:custDataLst>
    <p:tags r:id="rId2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114"/>
    <a:srgbClr val="0081BE"/>
    <a:srgbClr val="0033CC"/>
    <a:srgbClr val="36001B"/>
    <a:srgbClr val="9E0F1D"/>
    <a:srgbClr val="693B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980EFA-F73F-40D8-8692-1213B308A0D9}" v="84" dt="2025-09-19T09:02:46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7" autoAdjust="0"/>
    <p:restoredTop sz="80387" autoAdjust="0"/>
  </p:normalViewPr>
  <p:slideViewPr>
    <p:cSldViewPr showGuides="1">
      <p:cViewPr>
        <p:scale>
          <a:sx n="75" d="100"/>
          <a:sy n="75" d="100"/>
        </p:scale>
        <p:origin x="1578" y="390"/>
      </p:cViewPr>
      <p:guideLst>
        <p:guide orient="horz"/>
        <p:guide/>
      </p:guideLst>
    </p:cSldViewPr>
  </p:slideViewPr>
  <p:notesTextViewPr>
    <p:cViewPr>
      <p:scale>
        <a:sx n="3" d="2"/>
        <a:sy n="3" d="2"/>
      </p:scale>
      <p:origin x="0" y="-5"/>
    </p:cViewPr>
  </p:notesTextViewPr>
  <p:notesViewPr>
    <p:cSldViewPr showGuides="1">
      <p:cViewPr varScale="1">
        <p:scale>
          <a:sx n="55" d="100"/>
          <a:sy n="55" d="100"/>
        </p:scale>
        <p:origin x="-250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Hurford" userId="98930892-8a15-421c-920a-5ad07b8152e5" providerId="ADAL" clId="{B7381A77-56A2-4C4C-BE6A-076B8D709D33}"/>
    <pc:docChg chg="custSel addSld modSld">
      <pc:chgData name="Amanda Hurford" userId="98930892-8a15-421c-920a-5ad07b8152e5" providerId="ADAL" clId="{B7381A77-56A2-4C4C-BE6A-076B8D709D33}" dt="2019-09-18T11:25:11.948" v="584" actId="20577"/>
      <pc:docMkLst>
        <pc:docMk/>
      </pc:docMkLst>
      <pc:sldChg chg="modSp">
        <pc:chgData name="Amanda Hurford" userId="98930892-8a15-421c-920a-5ad07b8152e5" providerId="ADAL" clId="{B7381A77-56A2-4C4C-BE6A-076B8D709D33}" dt="2019-09-18T11:25:11.948" v="584" actId="20577"/>
        <pc:sldMkLst>
          <pc:docMk/>
          <pc:sldMk cId="2795566495" sldId="256"/>
        </pc:sldMkLst>
      </pc:sldChg>
      <pc:sldChg chg="modSp">
        <pc:chgData name="Amanda Hurford" userId="98930892-8a15-421c-920a-5ad07b8152e5" providerId="ADAL" clId="{B7381A77-56A2-4C4C-BE6A-076B8D709D33}" dt="2019-09-18T11:16:45.883" v="92"/>
        <pc:sldMkLst>
          <pc:docMk/>
          <pc:sldMk cId="1986263407" sldId="257"/>
        </pc:sldMkLst>
      </pc:sldChg>
      <pc:sldChg chg="modSp">
        <pc:chgData name="Amanda Hurford" userId="98930892-8a15-421c-920a-5ad07b8152e5" providerId="ADAL" clId="{B7381A77-56A2-4C4C-BE6A-076B8D709D33}" dt="2019-09-18T11:16:52.459" v="93"/>
        <pc:sldMkLst>
          <pc:docMk/>
          <pc:sldMk cId="1234101355" sldId="258"/>
        </pc:sldMkLst>
      </pc:sldChg>
      <pc:sldChg chg="modSp">
        <pc:chgData name="Amanda Hurford" userId="98930892-8a15-421c-920a-5ad07b8152e5" providerId="ADAL" clId="{B7381A77-56A2-4C4C-BE6A-076B8D709D33}" dt="2019-09-18T11:16:57.654" v="94"/>
        <pc:sldMkLst>
          <pc:docMk/>
          <pc:sldMk cId="2490493203" sldId="259"/>
        </pc:sldMkLst>
      </pc:sldChg>
      <pc:sldChg chg="modSp">
        <pc:chgData name="Amanda Hurford" userId="98930892-8a15-421c-920a-5ad07b8152e5" providerId="ADAL" clId="{B7381A77-56A2-4C4C-BE6A-076B8D709D33}" dt="2019-09-18T11:17:03.833" v="95"/>
        <pc:sldMkLst>
          <pc:docMk/>
          <pc:sldMk cId="4036761262" sldId="260"/>
        </pc:sldMkLst>
      </pc:sldChg>
      <pc:sldChg chg="modSp">
        <pc:chgData name="Amanda Hurford" userId="98930892-8a15-421c-920a-5ad07b8152e5" providerId="ADAL" clId="{B7381A77-56A2-4C4C-BE6A-076B8D709D33}" dt="2019-09-18T11:17:09.650" v="96"/>
        <pc:sldMkLst>
          <pc:docMk/>
          <pc:sldMk cId="1583876998" sldId="261"/>
        </pc:sldMkLst>
      </pc:sldChg>
      <pc:sldChg chg="modSp">
        <pc:chgData name="Amanda Hurford" userId="98930892-8a15-421c-920a-5ad07b8152e5" providerId="ADAL" clId="{B7381A77-56A2-4C4C-BE6A-076B8D709D33}" dt="2019-09-18T11:17:15.322" v="97"/>
        <pc:sldMkLst>
          <pc:docMk/>
          <pc:sldMk cId="3003749866" sldId="262"/>
        </pc:sldMkLst>
      </pc:sldChg>
      <pc:sldChg chg="modSp">
        <pc:chgData name="Amanda Hurford" userId="98930892-8a15-421c-920a-5ad07b8152e5" providerId="ADAL" clId="{B7381A77-56A2-4C4C-BE6A-076B8D709D33}" dt="2019-09-18T11:17:20.563" v="98"/>
        <pc:sldMkLst>
          <pc:docMk/>
          <pc:sldMk cId="1736237551" sldId="263"/>
        </pc:sldMkLst>
      </pc:sldChg>
      <pc:sldChg chg="modSp add">
        <pc:chgData name="Amanda Hurford" userId="98930892-8a15-421c-920a-5ad07b8152e5" providerId="ADAL" clId="{B7381A77-56A2-4C4C-BE6A-076B8D709D33}" dt="2019-09-18T11:24:01.468" v="576" actId="207"/>
        <pc:sldMkLst>
          <pc:docMk/>
          <pc:sldMk cId="4146333179" sldId="264"/>
        </pc:sldMkLst>
      </pc:sldChg>
    </pc:docChg>
  </pc:docChgLst>
  <pc:docChgLst>
    <pc:chgData name="Sohag Kabir" userId="e9b0da40-aef8-480a-bb63-d1daacecf555" providerId="ADAL" clId="{59E50A16-9BA8-49D3-AC37-5E7298F40FAE}"/>
    <pc:docChg chg="custSel addSld modSld">
      <pc:chgData name="Sohag Kabir" userId="e9b0da40-aef8-480a-bb63-d1daacecf555" providerId="ADAL" clId="{59E50A16-9BA8-49D3-AC37-5E7298F40FAE}" dt="2020-01-20T20:37:55.826" v="150"/>
      <pc:docMkLst>
        <pc:docMk/>
      </pc:docMkLst>
      <pc:sldChg chg="addSp delSp modSp">
        <pc:chgData name="Sohag Kabir" userId="e9b0da40-aef8-480a-bb63-d1daacecf555" providerId="ADAL" clId="{59E50A16-9BA8-49D3-AC37-5E7298F40FAE}" dt="2020-01-19T16:11:03.471" v="0" actId="931"/>
        <pc:sldMkLst>
          <pc:docMk/>
          <pc:sldMk cId="2795566495" sldId="256"/>
        </pc:sldMkLst>
      </pc:sldChg>
      <pc:sldChg chg="modSp modAnim">
        <pc:chgData name="Sohag Kabir" userId="e9b0da40-aef8-480a-bb63-d1daacecf555" providerId="ADAL" clId="{59E50A16-9BA8-49D3-AC37-5E7298F40FAE}" dt="2020-01-20T20:30:46.866" v="133"/>
        <pc:sldMkLst>
          <pc:docMk/>
          <pc:sldMk cId="1986263407" sldId="257"/>
        </pc:sldMkLst>
      </pc:sldChg>
      <pc:sldChg chg="modSp">
        <pc:chgData name="Sohag Kabir" userId="e9b0da40-aef8-480a-bb63-d1daacecf555" providerId="ADAL" clId="{59E50A16-9BA8-49D3-AC37-5E7298F40FAE}" dt="2020-01-20T20:26:52.680" v="110" actId="2"/>
        <pc:sldMkLst>
          <pc:docMk/>
          <pc:sldMk cId="1234101355" sldId="258"/>
        </pc:sldMkLst>
      </pc:sldChg>
      <pc:sldChg chg="modSp">
        <pc:chgData name="Sohag Kabir" userId="e9b0da40-aef8-480a-bb63-d1daacecf555" providerId="ADAL" clId="{59E50A16-9BA8-49D3-AC37-5E7298F40FAE}" dt="2020-01-19T16:31:30.529" v="32" actId="14100"/>
        <pc:sldMkLst>
          <pc:docMk/>
          <pc:sldMk cId="2490493203" sldId="259"/>
        </pc:sldMkLst>
      </pc:sldChg>
      <pc:sldChg chg="modSp">
        <pc:chgData name="Sohag Kabir" userId="e9b0da40-aef8-480a-bb63-d1daacecf555" providerId="ADAL" clId="{59E50A16-9BA8-49D3-AC37-5E7298F40FAE}" dt="2020-01-20T20:26:59.677" v="112" actId="2"/>
        <pc:sldMkLst>
          <pc:docMk/>
          <pc:sldMk cId="4036761262" sldId="260"/>
        </pc:sldMkLst>
      </pc:sldChg>
      <pc:sldChg chg="addSp">
        <pc:chgData name="Sohag Kabir" userId="e9b0da40-aef8-480a-bb63-d1daacecf555" providerId="ADAL" clId="{59E50A16-9BA8-49D3-AC37-5E7298F40FAE}" dt="2020-01-19T17:34:50.740" v="67"/>
        <pc:sldMkLst>
          <pc:docMk/>
          <pc:sldMk cId="1583876998" sldId="261"/>
        </pc:sldMkLst>
      </pc:sldChg>
      <pc:sldChg chg="addSp delSp modSp modAnim">
        <pc:chgData name="Sohag Kabir" userId="e9b0da40-aef8-480a-bb63-d1daacecf555" providerId="ADAL" clId="{59E50A16-9BA8-49D3-AC37-5E7298F40FAE}" dt="2020-01-19T17:35:02.328" v="68"/>
        <pc:sldMkLst>
          <pc:docMk/>
          <pc:sldMk cId="3003749866" sldId="262"/>
        </pc:sldMkLst>
      </pc:sldChg>
      <pc:sldChg chg="addSp delSp modSp">
        <pc:chgData name="Sohag Kabir" userId="e9b0da40-aef8-480a-bb63-d1daacecf555" providerId="ADAL" clId="{59E50A16-9BA8-49D3-AC37-5E7298F40FAE}" dt="2020-01-20T20:27:14.902" v="115" actId="2"/>
        <pc:sldMkLst>
          <pc:docMk/>
          <pc:sldMk cId="1736237551" sldId="263"/>
        </pc:sldMkLst>
      </pc:sldChg>
      <pc:sldChg chg="addSp delSp modSp">
        <pc:chgData name="Sohag Kabir" userId="e9b0da40-aef8-480a-bb63-d1daacecf555" providerId="ADAL" clId="{59E50A16-9BA8-49D3-AC37-5E7298F40FAE}" dt="2020-01-20T20:37:55.826" v="150"/>
        <pc:sldMkLst>
          <pc:docMk/>
          <pc:sldMk cId="4146333179" sldId="264"/>
        </pc:sldMkLst>
      </pc:sldChg>
      <pc:sldChg chg="modAnim">
        <pc:chgData name="Sohag Kabir" userId="e9b0da40-aef8-480a-bb63-d1daacecf555" providerId="ADAL" clId="{59E50A16-9BA8-49D3-AC37-5E7298F40FAE}" dt="2020-01-20T20:34:30.621" v="148"/>
        <pc:sldMkLst>
          <pc:docMk/>
          <pc:sldMk cId="1671400381" sldId="265"/>
        </pc:sldMkLst>
      </pc:sldChg>
      <pc:sldChg chg="modSp">
        <pc:chgData name="Sohag Kabir" userId="e9b0da40-aef8-480a-bb63-d1daacecf555" providerId="ADAL" clId="{59E50A16-9BA8-49D3-AC37-5E7298F40FAE}" dt="2020-01-19T16:47:26.198" v="34" actId="1076"/>
        <pc:sldMkLst>
          <pc:docMk/>
          <pc:sldMk cId="1480265116" sldId="266"/>
        </pc:sldMkLst>
      </pc:sldChg>
      <pc:sldChg chg="addSp delSp modSp add modAnim">
        <pc:chgData name="Sohag Kabir" userId="e9b0da40-aef8-480a-bb63-d1daacecf555" providerId="ADAL" clId="{59E50A16-9BA8-49D3-AC37-5E7298F40FAE}" dt="2020-01-19T16:26:10.250" v="25"/>
        <pc:sldMkLst>
          <pc:docMk/>
          <pc:sldMk cId="763715465" sldId="267"/>
        </pc:sldMkLst>
      </pc:sldChg>
    </pc:docChg>
  </pc:docChgLst>
  <pc:docChgLst>
    <pc:chgData name="Sohag Kabir" userId="e9b0da40-aef8-480a-bb63-d1daacecf555" providerId="ADAL" clId="{B7980EFA-F73F-40D8-8692-1213B308A0D9}"/>
    <pc:docChg chg="undo custSel addSld modSld">
      <pc:chgData name="Sohag Kabir" userId="e9b0da40-aef8-480a-bb63-d1daacecf555" providerId="ADAL" clId="{B7980EFA-F73F-40D8-8692-1213B308A0D9}" dt="2025-09-19T09:02:46.652" v="424" actId="113"/>
      <pc:docMkLst>
        <pc:docMk/>
      </pc:docMkLst>
      <pc:sldChg chg="modSp mod">
        <pc:chgData name="Sohag Kabir" userId="e9b0da40-aef8-480a-bb63-d1daacecf555" providerId="ADAL" clId="{B7980EFA-F73F-40D8-8692-1213B308A0D9}" dt="2025-09-19T08:59:44.679" v="419" actId="6549"/>
        <pc:sldMkLst>
          <pc:docMk/>
          <pc:sldMk cId="1583876998" sldId="261"/>
        </pc:sldMkLst>
        <pc:spChg chg="mod">
          <ac:chgData name="Sohag Kabir" userId="e9b0da40-aef8-480a-bb63-d1daacecf555" providerId="ADAL" clId="{B7980EFA-F73F-40D8-8692-1213B308A0D9}" dt="2025-09-19T08:59:44.679" v="419" actId="6549"/>
          <ac:spMkLst>
            <pc:docMk/>
            <pc:sldMk cId="1583876998" sldId="261"/>
            <ac:spMk id="8" creationId="{00000000-0000-0000-0000-000000000000}"/>
          </ac:spMkLst>
        </pc:spChg>
      </pc:sldChg>
      <pc:sldChg chg="modSp modNotesTx">
        <pc:chgData name="Sohag Kabir" userId="e9b0da40-aef8-480a-bb63-d1daacecf555" providerId="ADAL" clId="{B7980EFA-F73F-40D8-8692-1213B308A0D9}" dt="2025-09-18T16:54:26.798" v="160" actId="20577"/>
        <pc:sldMkLst>
          <pc:docMk/>
          <pc:sldMk cId="900894215" sldId="272"/>
        </pc:sldMkLst>
        <pc:graphicFrameChg chg="mod">
          <ac:chgData name="Sohag Kabir" userId="e9b0da40-aef8-480a-bb63-d1daacecf555" providerId="ADAL" clId="{B7980EFA-F73F-40D8-8692-1213B308A0D9}" dt="2025-09-18T16:54:26.798" v="160" actId="20577"/>
          <ac:graphicFrameMkLst>
            <pc:docMk/>
            <pc:sldMk cId="900894215" sldId="272"/>
            <ac:graphicFrameMk id="4" creationId="{1843E6A9-186A-5772-FB01-D4E1CF8CDB17}"/>
          </ac:graphicFrameMkLst>
        </pc:graphicFrameChg>
      </pc:sldChg>
      <pc:sldChg chg="modSp mod">
        <pc:chgData name="Sohag Kabir" userId="e9b0da40-aef8-480a-bb63-d1daacecf555" providerId="ADAL" clId="{B7980EFA-F73F-40D8-8692-1213B308A0D9}" dt="2025-09-18T16:51:37.577" v="96" actId="20577"/>
        <pc:sldMkLst>
          <pc:docMk/>
          <pc:sldMk cId="161335234" sldId="275"/>
        </pc:sldMkLst>
        <pc:spChg chg="mod">
          <ac:chgData name="Sohag Kabir" userId="e9b0da40-aef8-480a-bb63-d1daacecf555" providerId="ADAL" clId="{B7980EFA-F73F-40D8-8692-1213B308A0D9}" dt="2025-09-18T16:51:37.577" v="96" actId="20577"/>
          <ac:spMkLst>
            <pc:docMk/>
            <pc:sldMk cId="161335234" sldId="275"/>
            <ac:spMk id="10" creationId="{00000000-0000-0000-0000-000000000000}"/>
          </ac:spMkLst>
        </pc:spChg>
      </pc:sldChg>
      <pc:sldChg chg="modSp mod">
        <pc:chgData name="Sohag Kabir" userId="e9b0da40-aef8-480a-bb63-d1daacecf555" providerId="ADAL" clId="{B7980EFA-F73F-40D8-8692-1213B308A0D9}" dt="2025-09-19T09:02:46.652" v="424" actId="113"/>
        <pc:sldMkLst>
          <pc:docMk/>
          <pc:sldMk cId="2518863157" sldId="276"/>
        </pc:sldMkLst>
        <pc:spChg chg="mod">
          <ac:chgData name="Sohag Kabir" userId="e9b0da40-aef8-480a-bb63-d1daacecf555" providerId="ADAL" clId="{B7980EFA-F73F-40D8-8692-1213B308A0D9}" dt="2025-09-19T09:02:46.652" v="424" actId="113"/>
          <ac:spMkLst>
            <pc:docMk/>
            <pc:sldMk cId="2518863157" sldId="276"/>
            <ac:spMk id="3" creationId="{3A0B1FAF-7CD5-177C-F2DE-D436C516606C}"/>
          </ac:spMkLst>
        </pc:spChg>
        <pc:spChg chg="mod">
          <ac:chgData name="Sohag Kabir" userId="e9b0da40-aef8-480a-bb63-d1daacecf555" providerId="ADAL" clId="{B7980EFA-F73F-40D8-8692-1213B308A0D9}" dt="2025-09-19T08:54:08.008" v="417" actId="3626"/>
          <ac:spMkLst>
            <pc:docMk/>
            <pc:sldMk cId="2518863157" sldId="276"/>
            <ac:spMk id="8" creationId="{00000000-0000-0000-0000-000000000000}"/>
          </ac:spMkLst>
        </pc:spChg>
      </pc:sldChg>
      <pc:sldChg chg="addSp delSp modSp mod modAnim">
        <pc:chgData name="Sohag Kabir" userId="e9b0da40-aef8-480a-bb63-d1daacecf555" providerId="ADAL" clId="{B7980EFA-F73F-40D8-8692-1213B308A0D9}" dt="2025-09-18T16:48:54.283" v="86"/>
        <pc:sldMkLst>
          <pc:docMk/>
          <pc:sldMk cId="3470196385" sldId="277"/>
        </pc:sldMkLst>
        <pc:spChg chg="add mod">
          <ac:chgData name="Sohag Kabir" userId="e9b0da40-aef8-480a-bb63-d1daacecf555" providerId="ADAL" clId="{B7980EFA-F73F-40D8-8692-1213B308A0D9}" dt="2025-09-18T16:46:02.383" v="66" actId="255"/>
          <ac:spMkLst>
            <pc:docMk/>
            <pc:sldMk cId="3470196385" sldId="277"/>
            <ac:spMk id="4" creationId="{97BFDA70-62FA-F9CE-4182-C96F3574C5BC}"/>
          </ac:spMkLst>
        </pc:spChg>
        <pc:spChg chg="del">
          <ac:chgData name="Sohag Kabir" userId="e9b0da40-aef8-480a-bb63-d1daacecf555" providerId="ADAL" clId="{B7980EFA-F73F-40D8-8692-1213B308A0D9}" dt="2025-09-18T16:36:48.009" v="24" actId="478"/>
          <ac:spMkLst>
            <pc:docMk/>
            <pc:sldMk cId="3470196385" sldId="277"/>
            <ac:spMk id="5" creationId="{FDEA4DFA-1268-47F7-FDAA-F6B52258C2DD}"/>
          </ac:spMkLst>
        </pc:spChg>
        <pc:spChg chg="add mod">
          <ac:chgData name="Sohag Kabir" userId="e9b0da40-aef8-480a-bb63-d1daacecf555" providerId="ADAL" clId="{B7980EFA-F73F-40D8-8692-1213B308A0D9}" dt="2025-09-18T16:46:08.620" v="67" actId="255"/>
          <ac:spMkLst>
            <pc:docMk/>
            <pc:sldMk cId="3470196385" sldId="277"/>
            <ac:spMk id="10" creationId="{7CF082CD-D5B5-0F61-64F1-AF6FD1B52F67}"/>
          </ac:spMkLst>
        </pc:spChg>
        <pc:spChg chg="add mod">
          <ac:chgData name="Sohag Kabir" userId="e9b0da40-aef8-480a-bb63-d1daacecf555" providerId="ADAL" clId="{B7980EFA-F73F-40D8-8692-1213B308A0D9}" dt="2025-09-18T16:48:21.621" v="85" actId="1076"/>
          <ac:spMkLst>
            <pc:docMk/>
            <pc:sldMk cId="3470196385" sldId="277"/>
            <ac:spMk id="23" creationId="{D5999A56-CEE5-897C-F577-D4E3BF3BE962}"/>
          </ac:spMkLst>
        </pc:spChg>
      </pc:sldChg>
      <pc:sldChg chg="addSp delSp modSp add mod modAnim">
        <pc:chgData name="Sohag Kabir" userId="e9b0da40-aef8-480a-bb63-d1daacecf555" providerId="ADAL" clId="{B7980EFA-F73F-40D8-8692-1213B308A0D9}" dt="2025-09-19T08:39:08.004" v="393" actId="113"/>
        <pc:sldMkLst>
          <pc:docMk/>
          <pc:sldMk cId="700366478" sldId="279"/>
        </pc:sldMkLst>
        <pc:spChg chg="mod">
          <ac:chgData name="Sohag Kabir" userId="e9b0da40-aef8-480a-bb63-d1daacecf555" providerId="ADAL" clId="{B7980EFA-F73F-40D8-8692-1213B308A0D9}" dt="2025-09-19T08:23:50.662" v="182" actId="20577"/>
          <ac:spMkLst>
            <pc:docMk/>
            <pc:sldMk cId="700366478" sldId="279"/>
            <ac:spMk id="2" creationId="{5345E9FE-C7F8-E464-2A38-B74D2335D5EA}"/>
          </ac:spMkLst>
        </pc:spChg>
        <pc:spChg chg="del">
          <ac:chgData name="Sohag Kabir" userId="e9b0da40-aef8-480a-bb63-d1daacecf555" providerId="ADAL" clId="{B7980EFA-F73F-40D8-8692-1213B308A0D9}" dt="2025-09-18T17:02:39.746" v="162" actId="478"/>
          <ac:spMkLst>
            <pc:docMk/>
            <pc:sldMk cId="700366478" sldId="279"/>
            <ac:spMk id="8" creationId="{7D101F49-70C4-C7F9-06FA-EDAE0329846E}"/>
          </ac:spMkLst>
        </pc:spChg>
        <pc:spChg chg="add mod">
          <ac:chgData name="Sohag Kabir" userId="e9b0da40-aef8-480a-bb63-d1daacecf555" providerId="ADAL" clId="{B7980EFA-F73F-40D8-8692-1213B308A0D9}" dt="2025-09-19T08:36:04.455" v="369" actId="1076"/>
          <ac:spMkLst>
            <pc:docMk/>
            <pc:sldMk cId="700366478" sldId="279"/>
            <ac:spMk id="9" creationId="{95272541-EF70-D098-6D98-0C2CF5951B0B}"/>
          </ac:spMkLst>
        </pc:spChg>
        <pc:spChg chg="add mod">
          <ac:chgData name="Sohag Kabir" userId="e9b0da40-aef8-480a-bb63-d1daacecf555" providerId="ADAL" clId="{B7980EFA-F73F-40D8-8692-1213B308A0D9}" dt="2025-09-19T08:39:08.004" v="393" actId="113"/>
          <ac:spMkLst>
            <pc:docMk/>
            <pc:sldMk cId="700366478" sldId="279"/>
            <ac:spMk id="11" creationId="{7A152EFE-D023-6D8F-DFE1-CD95B01F26F4}"/>
          </ac:spMkLst>
        </pc:spChg>
        <pc:picChg chg="add del mod">
          <ac:chgData name="Sohag Kabir" userId="e9b0da40-aef8-480a-bb63-d1daacecf555" providerId="ADAL" clId="{B7980EFA-F73F-40D8-8692-1213B308A0D9}" dt="2025-09-19T08:24:40.304" v="184" actId="478"/>
          <ac:picMkLst>
            <pc:docMk/>
            <pc:sldMk cId="700366478" sldId="279"/>
            <ac:picMk id="4" creationId="{B1FC4A57-8367-7719-E9F6-C814C2C8B614}"/>
          </ac:picMkLst>
        </pc:picChg>
      </pc:sldChg>
      <pc:sldChg chg="addSp delSp modSp add mod">
        <pc:chgData name="Sohag Kabir" userId="e9b0da40-aef8-480a-bb63-d1daacecf555" providerId="ADAL" clId="{B7980EFA-F73F-40D8-8692-1213B308A0D9}" dt="2025-09-19T08:51:59.856" v="413" actId="1076"/>
        <pc:sldMkLst>
          <pc:docMk/>
          <pc:sldMk cId="619406245" sldId="280"/>
        </pc:sldMkLst>
        <pc:spChg chg="mod">
          <ac:chgData name="Sohag Kabir" userId="e9b0da40-aef8-480a-bb63-d1daacecf555" providerId="ADAL" clId="{B7980EFA-F73F-40D8-8692-1213B308A0D9}" dt="2025-09-19T08:41:10.541" v="397" actId="14100"/>
          <ac:spMkLst>
            <pc:docMk/>
            <pc:sldMk cId="619406245" sldId="280"/>
            <ac:spMk id="2" creationId="{EB23704A-BABB-1A4D-CBA5-AC2A43158567}"/>
          </ac:spMkLst>
        </pc:spChg>
        <pc:picChg chg="del">
          <ac:chgData name="Sohag Kabir" userId="e9b0da40-aef8-480a-bb63-d1daacecf555" providerId="ADAL" clId="{B7980EFA-F73F-40D8-8692-1213B308A0D9}" dt="2025-09-18T17:04:31.806" v="170" actId="478"/>
          <ac:picMkLst>
            <pc:docMk/>
            <pc:sldMk cId="619406245" sldId="280"/>
            <ac:picMk id="4" creationId="{6154CCE0-0266-13E0-58D6-59899AB17DFB}"/>
          </ac:picMkLst>
        </pc:picChg>
        <pc:picChg chg="add mod">
          <ac:chgData name="Sohag Kabir" userId="e9b0da40-aef8-480a-bb63-d1daacecf555" providerId="ADAL" clId="{B7980EFA-F73F-40D8-8692-1213B308A0D9}" dt="2025-09-19T08:51:59.856" v="413" actId="1076"/>
          <ac:picMkLst>
            <pc:docMk/>
            <pc:sldMk cId="619406245" sldId="280"/>
            <ac:picMk id="5" creationId="{DC3E35B0-90FA-138A-6C31-663E6ED3ACF9}"/>
          </ac:picMkLst>
        </pc:picChg>
      </pc:sldChg>
      <pc:sldChg chg="modSp add mod">
        <pc:chgData name="Sohag Kabir" userId="e9b0da40-aef8-480a-bb63-d1daacecf555" providerId="ADAL" clId="{B7980EFA-F73F-40D8-8692-1213B308A0D9}" dt="2025-09-19T09:01:34.504" v="421" actId="1076"/>
        <pc:sldMkLst>
          <pc:docMk/>
          <pc:sldMk cId="3044575738" sldId="281"/>
        </pc:sldMkLst>
        <pc:picChg chg="mod modCrop">
          <ac:chgData name="Sohag Kabir" userId="e9b0da40-aef8-480a-bb63-d1daacecf555" providerId="ADAL" clId="{B7980EFA-F73F-40D8-8692-1213B308A0D9}" dt="2025-09-19T09:01:34.504" v="421" actId="1076"/>
          <ac:picMkLst>
            <pc:docMk/>
            <pc:sldMk cId="3044575738" sldId="281"/>
            <ac:picMk id="4" creationId="{74897F8F-50EB-354E-2D8D-6ABF52D9AE67}"/>
          </ac:picMkLst>
        </pc:picChg>
      </pc:sldChg>
      <pc:sldChg chg="addSp delSp modSp add mod">
        <pc:chgData name="Sohag Kabir" userId="e9b0da40-aef8-480a-bb63-d1daacecf555" providerId="ADAL" clId="{B7980EFA-F73F-40D8-8692-1213B308A0D9}" dt="2025-09-19T08:52:06.222" v="414" actId="1076"/>
        <pc:sldMkLst>
          <pc:docMk/>
          <pc:sldMk cId="947072886" sldId="282"/>
        </pc:sldMkLst>
        <pc:picChg chg="add mod">
          <ac:chgData name="Sohag Kabir" userId="e9b0da40-aef8-480a-bb63-d1daacecf555" providerId="ADAL" clId="{B7980EFA-F73F-40D8-8692-1213B308A0D9}" dt="2025-09-19T08:52:06.222" v="414" actId="1076"/>
          <ac:picMkLst>
            <pc:docMk/>
            <pc:sldMk cId="947072886" sldId="282"/>
            <ac:picMk id="4" creationId="{ED76976E-9B59-34B1-0E02-4C7F27A94C4D}"/>
          </ac:picMkLst>
        </pc:picChg>
        <pc:picChg chg="del">
          <ac:chgData name="Sohag Kabir" userId="e9b0da40-aef8-480a-bb63-d1daacecf555" providerId="ADAL" clId="{B7980EFA-F73F-40D8-8692-1213B308A0D9}" dt="2025-09-19T08:47:12.835" v="399" actId="478"/>
          <ac:picMkLst>
            <pc:docMk/>
            <pc:sldMk cId="947072886" sldId="282"/>
            <ac:picMk id="5" creationId="{6F19B235-80D8-DA0D-7D6C-537ECE1B1177}"/>
          </ac:picMkLst>
        </pc:picChg>
      </pc:sldChg>
      <pc:sldChg chg="addSp delSp modSp add mod">
        <pc:chgData name="Sohag Kabir" userId="e9b0da40-aef8-480a-bb63-d1daacecf555" providerId="ADAL" clId="{B7980EFA-F73F-40D8-8692-1213B308A0D9}" dt="2025-09-19T09:01:49.607" v="423" actId="1076"/>
        <pc:sldMkLst>
          <pc:docMk/>
          <pc:sldMk cId="3851302351" sldId="283"/>
        </pc:sldMkLst>
        <pc:picChg chg="del">
          <ac:chgData name="Sohag Kabir" userId="e9b0da40-aef8-480a-bb63-d1daacecf555" providerId="ADAL" clId="{B7980EFA-F73F-40D8-8692-1213B308A0D9}" dt="2025-09-19T08:51:23.342" v="406" actId="478"/>
          <ac:picMkLst>
            <pc:docMk/>
            <pc:sldMk cId="3851302351" sldId="283"/>
            <ac:picMk id="4" creationId="{53094B53-D66F-C9E6-022F-9E50FD366D41}"/>
          </ac:picMkLst>
        </pc:picChg>
        <pc:picChg chg="add mod modCrop">
          <ac:chgData name="Sohag Kabir" userId="e9b0da40-aef8-480a-bb63-d1daacecf555" providerId="ADAL" clId="{B7980EFA-F73F-40D8-8692-1213B308A0D9}" dt="2025-09-19T09:01:49.607" v="423" actId="1076"/>
          <ac:picMkLst>
            <pc:docMk/>
            <pc:sldMk cId="3851302351" sldId="283"/>
            <ac:picMk id="5" creationId="{63D3B65C-384C-8AF5-7E50-E6E19996F1A8}"/>
          </ac:picMkLst>
        </pc:picChg>
      </pc:sldChg>
    </pc:docChg>
  </pc:docChgLst>
  <pc:docChgLst>
    <pc:chgData name="Sohag Kabir" userId="e9b0da40-aef8-480a-bb63-d1daacecf555" providerId="ADAL" clId="{5C408035-4E8D-4ADF-9233-ED281F8B05DA}"/>
    <pc:docChg chg="undo custSel addSld delSld modSld sldOrd replTag delTag">
      <pc:chgData name="Sohag Kabir" userId="e9b0da40-aef8-480a-bb63-d1daacecf555" providerId="ADAL" clId="{5C408035-4E8D-4ADF-9233-ED281F8B05DA}" dt="2024-09-22T10:54:27.477" v="1880"/>
      <pc:docMkLst>
        <pc:docMk/>
      </pc:docMkLst>
      <pc:sldChg chg="modSp mod">
        <pc:chgData name="Sohag Kabir" userId="e9b0da40-aef8-480a-bb63-d1daacecf555" providerId="ADAL" clId="{5C408035-4E8D-4ADF-9233-ED281F8B05DA}" dt="2024-09-21T21:27:01.748" v="15"/>
        <pc:sldMkLst>
          <pc:docMk/>
          <pc:sldMk cId="2795566495" sldId="256"/>
        </pc:sldMkLst>
      </pc:sldChg>
      <pc:sldChg chg="modSp mod">
        <pc:chgData name="Sohag Kabir" userId="e9b0da40-aef8-480a-bb63-d1daacecf555" providerId="ADAL" clId="{5C408035-4E8D-4ADF-9233-ED281F8B05DA}" dt="2024-09-21T22:46:03.095" v="317" actId="1076"/>
        <pc:sldMkLst>
          <pc:docMk/>
          <pc:sldMk cId="1234101355" sldId="258"/>
        </pc:sldMkLst>
      </pc:sldChg>
      <pc:sldChg chg="modSp mod">
        <pc:chgData name="Sohag Kabir" userId="e9b0da40-aef8-480a-bb63-d1daacecf555" providerId="ADAL" clId="{5C408035-4E8D-4ADF-9233-ED281F8B05DA}" dt="2024-09-21T22:46:33.826" v="324" actId="1076"/>
        <pc:sldMkLst>
          <pc:docMk/>
          <pc:sldMk cId="2490493203" sldId="259"/>
        </pc:sldMkLst>
      </pc:sldChg>
      <pc:sldChg chg="addSp delSp modSp mod">
        <pc:chgData name="Sohag Kabir" userId="e9b0da40-aef8-480a-bb63-d1daacecf555" providerId="ADAL" clId="{5C408035-4E8D-4ADF-9233-ED281F8B05DA}" dt="2024-09-22T09:38:14.798" v="1630" actId="14100"/>
        <pc:sldMkLst>
          <pc:docMk/>
          <pc:sldMk cId="1583876998" sldId="261"/>
        </pc:sldMkLst>
      </pc:sldChg>
      <pc:sldChg chg="modSp mod">
        <pc:chgData name="Sohag Kabir" userId="e9b0da40-aef8-480a-bb63-d1daacecf555" providerId="ADAL" clId="{5C408035-4E8D-4ADF-9233-ED281F8B05DA}" dt="2024-09-22T10:08:03.581" v="1733" actId="2711"/>
        <pc:sldMkLst>
          <pc:docMk/>
          <pc:sldMk cId="4146333179" sldId="264"/>
        </pc:sldMkLst>
      </pc:sldChg>
      <pc:sldChg chg="addSp delSp modSp mod ord modAnim">
        <pc:chgData name="Sohag Kabir" userId="e9b0da40-aef8-480a-bb63-d1daacecf555" providerId="ADAL" clId="{5C408035-4E8D-4ADF-9233-ED281F8B05DA}" dt="2024-09-22T10:11:33.979" v="1758"/>
        <pc:sldMkLst>
          <pc:docMk/>
          <pc:sldMk cId="1671400381" sldId="265"/>
        </pc:sldMkLst>
      </pc:sldChg>
      <pc:sldChg chg="addSp delSp modSp mod ord">
        <pc:chgData name="Sohag Kabir" userId="e9b0da40-aef8-480a-bb63-d1daacecf555" providerId="ADAL" clId="{5C408035-4E8D-4ADF-9233-ED281F8B05DA}" dt="2024-09-22T10:34:24.358" v="1873" actId="478"/>
        <pc:sldMkLst>
          <pc:docMk/>
          <pc:sldMk cId="1480265116" sldId="266"/>
        </pc:sldMkLst>
      </pc:sldChg>
      <pc:sldChg chg="modSp mod">
        <pc:chgData name="Sohag Kabir" userId="e9b0da40-aef8-480a-bb63-d1daacecf555" providerId="ADAL" clId="{5C408035-4E8D-4ADF-9233-ED281F8B05DA}" dt="2024-09-22T00:25:21.842" v="1561"/>
        <pc:sldMkLst>
          <pc:docMk/>
          <pc:sldMk cId="4136712713" sldId="268"/>
        </pc:sldMkLst>
      </pc:sldChg>
      <pc:sldChg chg="modSp mod">
        <pc:chgData name="Sohag Kabir" userId="e9b0da40-aef8-480a-bb63-d1daacecf555" providerId="ADAL" clId="{5C408035-4E8D-4ADF-9233-ED281F8B05DA}" dt="2024-09-22T10:07:48.352" v="1732" actId="5793"/>
        <pc:sldMkLst>
          <pc:docMk/>
          <pc:sldMk cId="4000026248" sldId="270"/>
        </pc:sldMkLst>
      </pc:sldChg>
      <pc:sldChg chg="addSp delSp modSp mod">
        <pc:chgData name="Sohag Kabir" userId="e9b0da40-aef8-480a-bb63-d1daacecf555" providerId="ADAL" clId="{5C408035-4E8D-4ADF-9233-ED281F8B05DA}" dt="2024-09-22T10:54:27.477" v="1880"/>
        <pc:sldMkLst>
          <pc:docMk/>
          <pc:sldMk cId="4132999612" sldId="271"/>
        </pc:sldMkLst>
      </pc:sldChg>
      <pc:sldChg chg="addSp delSp modSp mod">
        <pc:chgData name="Sohag Kabir" userId="e9b0da40-aef8-480a-bb63-d1daacecf555" providerId="ADAL" clId="{5C408035-4E8D-4ADF-9233-ED281F8B05DA}" dt="2024-09-22T10:09:18.798" v="1752" actId="1076"/>
        <pc:sldMkLst>
          <pc:docMk/>
          <pc:sldMk cId="900894215" sldId="272"/>
        </pc:sldMkLst>
      </pc:sldChg>
      <pc:sldChg chg="del">
        <pc:chgData name="Sohag Kabir" userId="e9b0da40-aef8-480a-bb63-d1daacecf555" providerId="ADAL" clId="{5C408035-4E8D-4ADF-9233-ED281F8B05DA}" dt="2024-09-21T23:54:33.863" v="1098" actId="2696"/>
        <pc:sldMkLst>
          <pc:docMk/>
          <pc:sldMk cId="3747650600" sldId="273"/>
        </pc:sldMkLst>
      </pc:sldChg>
      <pc:sldChg chg="modSp add mod ord">
        <pc:chgData name="Sohag Kabir" userId="e9b0da40-aef8-480a-bb63-d1daacecf555" providerId="ADAL" clId="{5C408035-4E8D-4ADF-9233-ED281F8B05DA}" dt="2024-09-21T23:17:27.778" v="794"/>
        <pc:sldMkLst>
          <pc:docMk/>
          <pc:sldMk cId="249088773" sldId="274"/>
        </pc:sldMkLst>
      </pc:sldChg>
      <pc:sldChg chg="modSp add mod ord">
        <pc:chgData name="Sohag Kabir" userId="e9b0da40-aef8-480a-bb63-d1daacecf555" providerId="ADAL" clId="{5C408035-4E8D-4ADF-9233-ED281F8B05DA}" dt="2024-09-22T10:43:12.252" v="1877" actId="113"/>
        <pc:sldMkLst>
          <pc:docMk/>
          <pc:sldMk cId="161335234" sldId="275"/>
        </pc:sldMkLst>
      </pc:sldChg>
      <pc:sldChg chg="addSp modSp add mod modAnim">
        <pc:chgData name="Sohag Kabir" userId="e9b0da40-aef8-480a-bb63-d1daacecf555" providerId="ADAL" clId="{5C408035-4E8D-4ADF-9233-ED281F8B05DA}" dt="2024-09-22T09:48:05.124" v="1699"/>
        <pc:sldMkLst>
          <pc:docMk/>
          <pc:sldMk cId="2518863157" sldId="276"/>
        </pc:sldMkLst>
      </pc:sldChg>
      <pc:sldChg chg="add">
        <pc:chgData name="Sohag Kabir" userId="e9b0da40-aef8-480a-bb63-d1daacecf555" providerId="ADAL" clId="{5C408035-4E8D-4ADF-9233-ED281F8B05DA}" dt="2024-09-22T10:19:50.744" v="1782" actId="2890"/>
        <pc:sldMkLst>
          <pc:docMk/>
          <pc:sldMk cId="3470196385" sldId="277"/>
        </pc:sldMkLst>
      </pc:sldChg>
      <pc:sldChg chg="add">
        <pc:chgData name="Sohag Kabir" userId="e9b0da40-aef8-480a-bb63-d1daacecf555" providerId="ADAL" clId="{5C408035-4E8D-4ADF-9233-ED281F8B05DA}" dt="2024-09-22T10:44:10.221" v="1878" actId="2890"/>
        <pc:sldMkLst>
          <pc:docMk/>
          <pc:sldMk cId="4215629215" sldId="27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216A94-3524-4C42-9F39-0EA0C963464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5C2AF34-2377-4E5F-8E9F-9EBC3A9F8012}">
      <dgm:prSet phldrT="[Text]"/>
      <dgm:spPr>
        <a:solidFill>
          <a:srgbClr val="EC7114"/>
        </a:solidFill>
        <a:ln>
          <a:noFill/>
        </a:ln>
      </dgm:spPr>
      <dgm:t>
        <a:bodyPr/>
        <a:lstStyle/>
        <a:p>
          <a:r>
            <a:rPr lang="en-GB" dirty="0"/>
            <a:t>1</a:t>
          </a:r>
        </a:p>
      </dgm:t>
    </dgm:pt>
    <dgm:pt modelId="{FA3F2A87-47FE-4D00-9CAA-248E0DFB1280}" type="parTrans" cxnId="{F5E8C6A4-46F3-4343-AF37-CFE4BBED102B}">
      <dgm:prSet/>
      <dgm:spPr/>
      <dgm:t>
        <a:bodyPr/>
        <a:lstStyle/>
        <a:p>
          <a:endParaRPr lang="en-GB"/>
        </a:p>
      </dgm:t>
    </dgm:pt>
    <dgm:pt modelId="{800DF6F1-9337-4954-AA31-1F22AFF27E42}" type="sibTrans" cxnId="{F5E8C6A4-46F3-4343-AF37-CFE4BBED102B}">
      <dgm:prSet/>
      <dgm:spPr/>
      <dgm:t>
        <a:bodyPr/>
        <a:lstStyle/>
        <a:p>
          <a:endParaRPr lang="en-GB"/>
        </a:p>
      </dgm:t>
    </dgm:pt>
    <dgm:pt modelId="{33B26AAC-4229-464E-9B87-E6F8A7365AAA}">
      <dgm:prSet phldrT="[Text]" custT="1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pPr algn="l">
            <a:buFontTx/>
            <a:buNone/>
          </a:pPr>
          <a:r>
            <a:rPr lang="en-GB" sz="1900" dirty="0">
              <a:latin typeface="Helvetica" panose="020B0604020202020204" pitchFamily="34" charset="0"/>
              <a:cs typeface="Helvetica" panose="020B0604020202020204" pitchFamily="34" charset="0"/>
            </a:rPr>
            <a:t>Critically evaluate and synthesise the theories and practices underlying large-scale data-driven applications </a:t>
          </a:r>
        </a:p>
      </dgm:t>
    </dgm:pt>
    <dgm:pt modelId="{A489FEBE-BE1E-455A-83A8-C797D9ADC5B9}" type="parTrans" cxnId="{28FB65F4-06C0-4BE1-9F58-80C5BA0914C7}">
      <dgm:prSet/>
      <dgm:spPr/>
      <dgm:t>
        <a:bodyPr/>
        <a:lstStyle/>
        <a:p>
          <a:endParaRPr lang="en-GB"/>
        </a:p>
      </dgm:t>
    </dgm:pt>
    <dgm:pt modelId="{4037A4DA-2C3C-448A-840D-1A93A6D0805E}" type="sibTrans" cxnId="{28FB65F4-06C0-4BE1-9F58-80C5BA0914C7}">
      <dgm:prSet/>
      <dgm:spPr/>
      <dgm:t>
        <a:bodyPr/>
        <a:lstStyle/>
        <a:p>
          <a:endParaRPr lang="en-GB"/>
        </a:p>
      </dgm:t>
    </dgm:pt>
    <dgm:pt modelId="{18CDF6EA-887A-4AE2-AE46-050938BD839D}">
      <dgm:prSet phldrT="[Text]"/>
      <dgm:spPr>
        <a:solidFill>
          <a:srgbClr val="EC7114"/>
        </a:solidFill>
        <a:ln>
          <a:noFill/>
        </a:ln>
      </dgm:spPr>
      <dgm:t>
        <a:bodyPr/>
        <a:lstStyle/>
        <a:p>
          <a:r>
            <a:rPr lang="en-GB" dirty="0"/>
            <a:t>2</a:t>
          </a:r>
        </a:p>
      </dgm:t>
    </dgm:pt>
    <dgm:pt modelId="{ED770927-015D-4F58-88FD-2A9D4BEAA595}" type="parTrans" cxnId="{885851E9-772D-4291-A8B8-9476E55EDFCE}">
      <dgm:prSet/>
      <dgm:spPr/>
      <dgm:t>
        <a:bodyPr/>
        <a:lstStyle/>
        <a:p>
          <a:endParaRPr lang="en-GB"/>
        </a:p>
      </dgm:t>
    </dgm:pt>
    <dgm:pt modelId="{7175CDB9-9DF8-4D28-9CD7-F6860BEB2606}" type="sibTrans" cxnId="{885851E9-772D-4291-A8B8-9476E55EDFCE}">
      <dgm:prSet/>
      <dgm:spPr/>
      <dgm:t>
        <a:bodyPr/>
        <a:lstStyle/>
        <a:p>
          <a:endParaRPr lang="en-GB"/>
        </a:p>
      </dgm:t>
    </dgm:pt>
    <dgm:pt modelId="{103D4612-0F2B-45F5-AB37-0F60C3E709B6}">
      <dgm:prSet phldrT="[Text]" custT="1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pPr algn="ctr">
            <a:buNone/>
          </a:pPr>
          <a:r>
            <a:rPr lang="en-GB" sz="1900" dirty="0">
              <a:latin typeface="Helvetica" panose="020B0604020202020204" pitchFamily="34" charset="0"/>
              <a:cs typeface="Helvetica" panose="020B0604020202020204" pitchFamily="34" charset="0"/>
            </a:rPr>
            <a:t>Design and implement large-scale data-driven applications, applying advanced problem-solving skills  </a:t>
          </a:r>
        </a:p>
      </dgm:t>
    </dgm:pt>
    <dgm:pt modelId="{0A73B96A-1866-4AAE-BCCA-7F836DF8B92F}" type="parTrans" cxnId="{81B51A7A-5936-4C75-9E8E-81CAFD12B1E6}">
      <dgm:prSet/>
      <dgm:spPr/>
      <dgm:t>
        <a:bodyPr/>
        <a:lstStyle/>
        <a:p>
          <a:endParaRPr lang="en-GB"/>
        </a:p>
      </dgm:t>
    </dgm:pt>
    <dgm:pt modelId="{DCC640E5-5471-4A9B-9EFE-42B186964E55}" type="sibTrans" cxnId="{81B51A7A-5936-4C75-9E8E-81CAFD12B1E6}">
      <dgm:prSet/>
      <dgm:spPr/>
      <dgm:t>
        <a:bodyPr/>
        <a:lstStyle/>
        <a:p>
          <a:endParaRPr lang="en-GB"/>
        </a:p>
      </dgm:t>
    </dgm:pt>
    <dgm:pt modelId="{67C9BDDD-59DB-418F-A126-5DA176476517}">
      <dgm:prSet phldrT="[Text]"/>
      <dgm:spPr>
        <a:solidFill>
          <a:srgbClr val="EC7114"/>
        </a:solidFill>
        <a:ln>
          <a:noFill/>
        </a:ln>
      </dgm:spPr>
      <dgm:t>
        <a:bodyPr/>
        <a:lstStyle/>
        <a:p>
          <a:r>
            <a:rPr lang="en-GB" dirty="0"/>
            <a:t>3</a:t>
          </a:r>
        </a:p>
      </dgm:t>
    </dgm:pt>
    <dgm:pt modelId="{2A77F2BF-C741-44AD-8283-39DE7A2B2322}" type="parTrans" cxnId="{A2300C57-E262-4CCF-A69A-F12223A8E3FE}">
      <dgm:prSet/>
      <dgm:spPr/>
      <dgm:t>
        <a:bodyPr/>
        <a:lstStyle/>
        <a:p>
          <a:endParaRPr lang="en-GB"/>
        </a:p>
      </dgm:t>
    </dgm:pt>
    <dgm:pt modelId="{81C3D7FD-CB38-431C-9506-40ED0C503E86}" type="sibTrans" cxnId="{A2300C57-E262-4CCF-A69A-F12223A8E3FE}">
      <dgm:prSet/>
      <dgm:spPr/>
      <dgm:t>
        <a:bodyPr/>
        <a:lstStyle/>
        <a:p>
          <a:endParaRPr lang="en-GB"/>
        </a:p>
      </dgm:t>
    </dgm:pt>
    <dgm:pt modelId="{D5BF639D-A207-4C62-B2A5-847F6A7F1340}">
      <dgm:prSet phldrT="[Text]" custT="1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pPr algn="ctr">
            <a:buFontTx/>
            <a:buNone/>
          </a:pPr>
          <a:r>
            <a:rPr lang="en-GB" sz="1900" dirty="0">
              <a:latin typeface="Helvetica" panose="020B0604020202020204" pitchFamily="34" charset="0"/>
              <a:cs typeface="Helvetica" panose="020B0604020202020204" pitchFamily="34" charset="0"/>
            </a:rPr>
            <a:t>Integrate theoretical knowledge with practical skills to analyse, interpret, and address challenging scenarios in data-driven applications</a:t>
          </a:r>
        </a:p>
      </dgm:t>
    </dgm:pt>
    <dgm:pt modelId="{B069FD1E-A255-4F9E-94BD-7BD0DE7D07BC}" type="sibTrans" cxnId="{1CFC8004-BD67-4873-8CF8-45D6A6633339}">
      <dgm:prSet/>
      <dgm:spPr/>
      <dgm:t>
        <a:bodyPr/>
        <a:lstStyle/>
        <a:p>
          <a:endParaRPr lang="en-GB"/>
        </a:p>
      </dgm:t>
    </dgm:pt>
    <dgm:pt modelId="{072293D2-AF77-4296-9BEA-1633F6E78DE1}" type="parTrans" cxnId="{1CFC8004-BD67-4873-8CF8-45D6A6633339}">
      <dgm:prSet/>
      <dgm:spPr/>
      <dgm:t>
        <a:bodyPr/>
        <a:lstStyle/>
        <a:p>
          <a:endParaRPr lang="en-GB"/>
        </a:p>
      </dgm:t>
    </dgm:pt>
    <dgm:pt modelId="{453BF3F4-81C2-4BA2-A418-FC5355044CC9}" type="pres">
      <dgm:prSet presAssocID="{0F216A94-3524-4C42-9F39-0EA0C9634648}" presName="linearFlow" presStyleCnt="0">
        <dgm:presLayoutVars>
          <dgm:dir/>
          <dgm:animLvl val="lvl"/>
          <dgm:resizeHandles val="exact"/>
        </dgm:presLayoutVars>
      </dgm:prSet>
      <dgm:spPr/>
    </dgm:pt>
    <dgm:pt modelId="{54619DAC-D41F-4342-AC5B-B5D184A99C0D}" type="pres">
      <dgm:prSet presAssocID="{95C2AF34-2377-4E5F-8E9F-9EBC3A9F8012}" presName="composite" presStyleCnt="0"/>
      <dgm:spPr/>
    </dgm:pt>
    <dgm:pt modelId="{C7010EC3-BD81-4246-A6D2-76491C82C134}" type="pres">
      <dgm:prSet presAssocID="{95C2AF34-2377-4E5F-8E9F-9EBC3A9F8012}" presName="parentText" presStyleLbl="alignNode1" presStyleIdx="0" presStyleCnt="3" custLinFactNeighborY="0">
        <dgm:presLayoutVars>
          <dgm:chMax val="1"/>
          <dgm:bulletEnabled val="1"/>
        </dgm:presLayoutVars>
      </dgm:prSet>
      <dgm:spPr/>
    </dgm:pt>
    <dgm:pt modelId="{DE075C74-E499-4006-ACF0-22F0D0A1C909}" type="pres">
      <dgm:prSet presAssocID="{95C2AF34-2377-4E5F-8E9F-9EBC3A9F8012}" presName="descendantText" presStyleLbl="alignAcc1" presStyleIdx="0" presStyleCnt="3" custLinFactNeighborX="0" custLinFactNeighborY="0">
        <dgm:presLayoutVars>
          <dgm:bulletEnabled val="1"/>
        </dgm:presLayoutVars>
      </dgm:prSet>
      <dgm:spPr/>
    </dgm:pt>
    <dgm:pt modelId="{A38C8336-94DA-4172-9CEE-3C8031046807}" type="pres">
      <dgm:prSet presAssocID="{800DF6F1-9337-4954-AA31-1F22AFF27E42}" presName="sp" presStyleCnt="0"/>
      <dgm:spPr/>
    </dgm:pt>
    <dgm:pt modelId="{67D93BBF-622B-4074-BAE9-0A7275EBAD94}" type="pres">
      <dgm:prSet presAssocID="{18CDF6EA-887A-4AE2-AE46-050938BD839D}" presName="composite" presStyleCnt="0"/>
      <dgm:spPr/>
    </dgm:pt>
    <dgm:pt modelId="{C2F623F0-420F-469F-8FE1-33A0101181C2}" type="pres">
      <dgm:prSet presAssocID="{18CDF6EA-887A-4AE2-AE46-050938BD839D}" presName="parentText" presStyleLbl="alignNode1" presStyleIdx="1" presStyleCnt="3" custLinFactNeighborY="0">
        <dgm:presLayoutVars>
          <dgm:chMax val="1"/>
          <dgm:bulletEnabled val="1"/>
        </dgm:presLayoutVars>
      </dgm:prSet>
      <dgm:spPr/>
    </dgm:pt>
    <dgm:pt modelId="{D07932DA-1030-4241-9C0E-FC7524EB618D}" type="pres">
      <dgm:prSet presAssocID="{18CDF6EA-887A-4AE2-AE46-050938BD839D}" presName="descendantText" presStyleLbl="alignAcc1" presStyleIdx="1" presStyleCnt="3">
        <dgm:presLayoutVars>
          <dgm:bulletEnabled val="1"/>
        </dgm:presLayoutVars>
      </dgm:prSet>
      <dgm:spPr/>
    </dgm:pt>
    <dgm:pt modelId="{5D224836-386E-4A43-AAEA-BE9EAFD132A5}" type="pres">
      <dgm:prSet presAssocID="{7175CDB9-9DF8-4D28-9CD7-F6860BEB2606}" presName="sp" presStyleCnt="0"/>
      <dgm:spPr/>
    </dgm:pt>
    <dgm:pt modelId="{CA20CC8B-2AFD-462D-A541-0379BD6A0E75}" type="pres">
      <dgm:prSet presAssocID="{67C9BDDD-59DB-418F-A126-5DA176476517}" presName="composite" presStyleCnt="0"/>
      <dgm:spPr/>
    </dgm:pt>
    <dgm:pt modelId="{178BFEFA-229C-4990-BDAE-AF3558ED8EB5}" type="pres">
      <dgm:prSet presAssocID="{67C9BDDD-59DB-418F-A126-5DA176476517}" presName="parentText" presStyleLbl="alignNode1" presStyleIdx="2" presStyleCnt="3" custLinFactNeighborY="0">
        <dgm:presLayoutVars>
          <dgm:chMax val="1"/>
          <dgm:bulletEnabled val="1"/>
        </dgm:presLayoutVars>
      </dgm:prSet>
      <dgm:spPr/>
    </dgm:pt>
    <dgm:pt modelId="{8B26B510-DA36-4270-AB92-E1AF960E4FAB}" type="pres">
      <dgm:prSet presAssocID="{67C9BDDD-59DB-418F-A126-5DA176476517}" presName="descendantText" presStyleLbl="alignAcc1" presStyleIdx="2" presStyleCnt="3" custLinFactNeighborX="1195" custLinFactNeighborY="-2644">
        <dgm:presLayoutVars>
          <dgm:bulletEnabled val="1"/>
        </dgm:presLayoutVars>
      </dgm:prSet>
      <dgm:spPr/>
    </dgm:pt>
  </dgm:ptLst>
  <dgm:cxnLst>
    <dgm:cxn modelId="{32F02A00-B2DE-43F2-9989-2DBC7AA93EC4}" type="presOf" srcId="{D5BF639D-A207-4C62-B2A5-847F6A7F1340}" destId="{8B26B510-DA36-4270-AB92-E1AF960E4FAB}" srcOrd="0" destOrd="0" presId="urn:microsoft.com/office/officeart/2005/8/layout/chevron2"/>
    <dgm:cxn modelId="{1CFC8004-BD67-4873-8CF8-45D6A6633339}" srcId="{67C9BDDD-59DB-418F-A126-5DA176476517}" destId="{D5BF639D-A207-4C62-B2A5-847F6A7F1340}" srcOrd="0" destOrd="0" parTransId="{072293D2-AF77-4296-9BEA-1633F6E78DE1}" sibTransId="{B069FD1E-A255-4F9E-94BD-7BD0DE7D07BC}"/>
    <dgm:cxn modelId="{9F67D61A-08F1-4B7B-B5F9-7376C173814B}" type="presOf" srcId="{33B26AAC-4229-464E-9B87-E6F8A7365AAA}" destId="{DE075C74-E499-4006-ACF0-22F0D0A1C909}" srcOrd="0" destOrd="0" presId="urn:microsoft.com/office/officeart/2005/8/layout/chevron2"/>
    <dgm:cxn modelId="{2FCEC25F-14A1-4653-8498-B3B105B8AF33}" type="presOf" srcId="{18CDF6EA-887A-4AE2-AE46-050938BD839D}" destId="{C2F623F0-420F-469F-8FE1-33A0101181C2}" srcOrd="0" destOrd="0" presId="urn:microsoft.com/office/officeart/2005/8/layout/chevron2"/>
    <dgm:cxn modelId="{A2300C57-E262-4CCF-A69A-F12223A8E3FE}" srcId="{0F216A94-3524-4C42-9F39-0EA0C9634648}" destId="{67C9BDDD-59DB-418F-A126-5DA176476517}" srcOrd="2" destOrd="0" parTransId="{2A77F2BF-C741-44AD-8283-39DE7A2B2322}" sibTransId="{81C3D7FD-CB38-431C-9506-40ED0C503E86}"/>
    <dgm:cxn modelId="{4CA95858-5EB3-4CE7-91A1-2B5EFBF36DA1}" type="presOf" srcId="{103D4612-0F2B-45F5-AB37-0F60C3E709B6}" destId="{D07932DA-1030-4241-9C0E-FC7524EB618D}" srcOrd="0" destOrd="0" presId="urn:microsoft.com/office/officeart/2005/8/layout/chevron2"/>
    <dgm:cxn modelId="{81B51A7A-5936-4C75-9E8E-81CAFD12B1E6}" srcId="{18CDF6EA-887A-4AE2-AE46-050938BD839D}" destId="{103D4612-0F2B-45F5-AB37-0F60C3E709B6}" srcOrd="0" destOrd="0" parTransId="{0A73B96A-1866-4AAE-BCCA-7F836DF8B92F}" sibTransId="{DCC640E5-5471-4A9B-9EFE-42B186964E55}"/>
    <dgm:cxn modelId="{F5E8C6A4-46F3-4343-AF37-CFE4BBED102B}" srcId="{0F216A94-3524-4C42-9F39-0EA0C9634648}" destId="{95C2AF34-2377-4E5F-8E9F-9EBC3A9F8012}" srcOrd="0" destOrd="0" parTransId="{FA3F2A87-47FE-4D00-9CAA-248E0DFB1280}" sibTransId="{800DF6F1-9337-4954-AA31-1F22AFF27E42}"/>
    <dgm:cxn modelId="{6121C4A7-E4D5-4B42-A1D6-B3758B3203D4}" type="presOf" srcId="{95C2AF34-2377-4E5F-8E9F-9EBC3A9F8012}" destId="{C7010EC3-BD81-4246-A6D2-76491C82C134}" srcOrd="0" destOrd="0" presId="urn:microsoft.com/office/officeart/2005/8/layout/chevron2"/>
    <dgm:cxn modelId="{ADC06EBE-643D-44AF-938D-19A7E1658950}" type="presOf" srcId="{0F216A94-3524-4C42-9F39-0EA0C9634648}" destId="{453BF3F4-81C2-4BA2-A418-FC5355044CC9}" srcOrd="0" destOrd="0" presId="urn:microsoft.com/office/officeart/2005/8/layout/chevron2"/>
    <dgm:cxn modelId="{885851E9-772D-4291-A8B8-9476E55EDFCE}" srcId="{0F216A94-3524-4C42-9F39-0EA0C9634648}" destId="{18CDF6EA-887A-4AE2-AE46-050938BD839D}" srcOrd="1" destOrd="0" parTransId="{ED770927-015D-4F58-88FD-2A9D4BEAA595}" sibTransId="{7175CDB9-9DF8-4D28-9CD7-F6860BEB2606}"/>
    <dgm:cxn modelId="{113616EB-DDA2-45D9-BC67-82F5F0828F44}" type="presOf" srcId="{67C9BDDD-59DB-418F-A126-5DA176476517}" destId="{178BFEFA-229C-4990-BDAE-AF3558ED8EB5}" srcOrd="0" destOrd="0" presId="urn:microsoft.com/office/officeart/2005/8/layout/chevron2"/>
    <dgm:cxn modelId="{28FB65F4-06C0-4BE1-9F58-80C5BA0914C7}" srcId="{95C2AF34-2377-4E5F-8E9F-9EBC3A9F8012}" destId="{33B26AAC-4229-464E-9B87-E6F8A7365AAA}" srcOrd="0" destOrd="0" parTransId="{A489FEBE-BE1E-455A-83A8-C797D9ADC5B9}" sibTransId="{4037A4DA-2C3C-448A-840D-1A93A6D0805E}"/>
    <dgm:cxn modelId="{3749678C-3348-4EBF-8993-D5B9F217483B}" type="presParOf" srcId="{453BF3F4-81C2-4BA2-A418-FC5355044CC9}" destId="{54619DAC-D41F-4342-AC5B-B5D184A99C0D}" srcOrd="0" destOrd="0" presId="urn:microsoft.com/office/officeart/2005/8/layout/chevron2"/>
    <dgm:cxn modelId="{B68D00D1-08E2-4A49-8356-349B49838406}" type="presParOf" srcId="{54619DAC-D41F-4342-AC5B-B5D184A99C0D}" destId="{C7010EC3-BD81-4246-A6D2-76491C82C134}" srcOrd="0" destOrd="0" presId="urn:microsoft.com/office/officeart/2005/8/layout/chevron2"/>
    <dgm:cxn modelId="{D14FFD6A-A2CA-4FC8-A5F2-6369AB7F25CF}" type="presParOf" srcId="{54619DAC-D41F-4342-AC5B-B5D184A99C0D}" destId="{DE075C74-E499-4006-ACF0-22F0D0A1C909}" srcOrd="1" destOrd="0" presId="urn:microsoft.com/office/officeart/2005/8/layout/chevron2"/>
    <dgm:cxn modelId="{C340E0EF-1FE0-4CF2-8C6C-115F1B92A4DF}" type="presParOf" srcId="{453BF3F4-81C2-4BA2-A418-FC5355044CC9}" destId="{A38C8336-94DA-4172-9CEE-3C8031046807}" srcOrd="1" destOrd="0" presId="urn:microsoft.com/office/officeart/2005/8/layout/chevron2"/>
    <dgm:cxn modelId="{0243DD79-1CA8-48A6-8255-4DC21D55204E}" type="presParOf" srcId="{453BF3F4-81C2-4BA2-A418-FC5355044CC9}" destId="{67D93BBF-622B-4074-BAE9-0A7275EBAD94}" srcOrd="2" destOrd="0" presId="urn:microsoft.com/office/officeart/2005/8/layout/chevron2"/>
    <dgm:cxn modelId="{41662376-58EC-400C-BE4A-3FB01E364B5E}" type="presParOf" srcId="{67D93BBF-622B-4074-BAE9-0A7275EBAD94}" destId="{C2F623F0-420F-469F-8FE1-33A0101181C2}" srcOrd="0" destOrd="0" presId="urn:microsoft.com/office/officeart/2005/8/layout/chevron2"/>
    <dgm:cxn modelId="{1A81DF0B-A69E-44E7-B285-3B1D5A187E0E}" type="presParOf" srcId="{67D93BBF-622B-4074-BAE9-0A7275EBAD94}" destId="{D07932DA-1030-4241-9C0E-FC7524EB618D}" srcOrd="1" destOrd="0" presId="urn:microsoft.com/office/officeart/2005/8/layout/chevron2"/>
    <dgm:cxn modelId="{0D9BD4DC-3171-4A6B-ABA2-63C4A5167035}" type="presParOf" srcId="{453BF3F4-81C2-4BA2-A418-FC5355044CC9}" destId="{5D224836-386E-4A43-AAEA-BE9EAFD132A5}" srcOrd="3" destOrd="0" presId="urn:microsoft.com/office/officeart/2005/8/layout/chevron2"/>
    <dgm:cxn modelId="{857AE747-FACA-4BCF-AE96-1F970C1B9E0C}" type="presParOf" srcId="{453BF3F4-81C2-4BA2-A418-FC5355044CC9}" destId="{CA20CC8B-2AFD-462D-A541-0379BD6A0E75}" srcOrd="4" destOrd="0" presId="urn:microsoft.com/office/officeart/2005/8/layout/chevron2"/>
    <dgm:cxn modelId="{3B7C7FB1-D326-4780-BF87-F2E7845EF245}" type="presParOf" srcId="{CA20CC8B-2AFD-462D-A541-0379BD6A0E75}" destId="{178BFEFA-229C-4990-BDAE-AF3558ED8EB5}" srcOrd="0" destOrd="0" presId="urn:microsoft.com/office/officeart/2005/8/layout/chevron2"/>
    <dgm:cxn modelId="{02DA88C3-4100-419E-B175-90DF8571E488}" type="presParOf" srcId="{CA20CC8B-2AFD-462D-A541-0379BD6A0E75}" destId="{8B26B510-DA36-4270-AB92-E1AF960E4FA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D035CB-75BE-40DC-91A0-5761ADB23900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1F4EC65-1958-4AA4-B134-167DBE16A3EA}">
      <dgm:prSet/>
      <dgm:spPr>
        <a:xfrm>
          <a:off x="0" y="2592286"/>
          <a:ext cx="8108334" cy="772200"/>
        </a:xfrm>
        <a:prstGeom prst="roundRect">
          <a:avLst/>
        </a:prstGeom>
        <a:gradFill rotWithShape="0">
          <a:gsLst>
            <a:gs pos="0">
              <a:srgbClr val="E6B91E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E6B91E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gm:spPr>
      <dgm:t>
        <a:bodyPr/>
        <a:lstStyle/>
        <a:p>
          <a:pPr rtl="0">
            <a:buNone/>
          </a:pPr>
          <a:r>
            <a:rPr lang="en-US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Study of Open Source NOSQL Database</a:t>
          </a:r>
        </a:p>
      </dgm:t>
    </dgm:pt>
    <dgm:pt modelId="{1ABA7257-837F-4FE7-89F5-0326EE96530A}" type="parTrans" cxnId="{02C0858F-5C8F-49A1-82E8-20D4C56B4FB0}">
      <dgm:prSet/>
      <dgm:spPr/>
      <dgm:t>
        <a:bodyPr/>
        <a:lstStyle/>
        <a:p>
          <a:endParaRPr lang="en-US"/>
        </a:p>
      </dgm:t>
    </dgm:pt>
    <dgm:pt modelId="{26B8FEA1-ECA7-46CC-86C0-C295AD35BD1C}" type="sibTrans" cxnId="{02C0858F-5C8F-49A1-82E8-20D4C56B4FB0}">
      <dgm:prSet/>
      <dgm:spPr/>
      <dgm:t>
        <a:bodyPr/>
        <a:lstStyle/>
        <a:p>
          <a:endParaRPr lang="en-US"/>
        </a:p>
      </dgm:t>
    </dgm:pt>
    <dgm:pt modelId="{7B06B0FC-6CB1-4529-BD0D-332FF41868D2}">
      <dgm:prSet/>
      <dgm:spPr>
        <a:xfrm>
          <a:off x="0" y="3456383"/>
          <a:ext cx="8108334" cy="772200"/>
        </a:xfrm>
        <a:prstGeom prst="roundRect">
          <a:avLst/>
        </a:prstGeom>
        <a:gradFill rotWithShape="0">
          <a:gsLst>
            <a:gs pos="0">
              <a:srgbClr val="E76618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E76618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gm:spPr>
      <dgm:t>
        <a:bodyPr/>
        <a:lstStyle/>
        <a:p>
          <a:pPr rtl="0">
            <a:buNone/>
          </a:pPr>
          <a:r>
            <a:rPr lang="en-US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MongoDB Installation </a:t>
          </a:r>
        </a:p>
      </dgm:t>
    </dgm:pt>
    <dgm:pt modelId="{291A65A8-5E93-4243-A637-87448EA03646}" type="parTrans" cxnId="{E06DE607-0AEC-4AE4-88A1-D93EC42460A2}">
      <dgm:prSet/>
      <dgm:spPr/>
      <dgm:t>
        <a:bodyPr/>
        <a:lstStyle/>
        <a:p>
          <a:endParaRPr lang="en-US"/>
        </a:p>
      </dgm:t>
    </dgm:pt>
    <dgm:pt modelId="{C9CCA50B-DAAF-4FDD-AA4A-0987C462B37F}" type="sibTrans" cxnId="{E06DE607-0AEC-4AE4-88A1-D93EC42460A2}">
      <dgm:prSet/>
      <dgm:spPr/>
      <dgm:t>
        <a:bodyPr/>
        <a:lstStyle/>
        <a:p>
          <a:endParaRPr lang="en-US"/>
        </a:p>
      </dgm:t>
    </dgm:pt>
    <dgm:pt modelId="{43B23E0A-D554-4046-B060-6FFCD3A58903}">
      <dgm:prSet/>
      <dgm:spPr>
        <a:xfrm>
          <a:off x="0" y="4176465"/>
          <a:ext cx="8108334" cy="772200"/>
        </a:xfrm>
        <a:prstGeom prst="roundRect">
          <a:avLst/>
        </a:prstGeom>
        <a:gradFill rotWithShape="0">
          <a:gsLst>
            <a:gs pos="0">
              <a:srgbClr val="C42F1A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C42F1A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gm:spPr>
      <dgm:t>
        <a:bodyPr/>
        <a:lstStyle/>
        <a:p>
          <a:pPr rtl="0">
            <a:buNone/>
          </a:pPr>
          <a:r>
            <a:rPr lang="en-US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Basic CRUD operations</a:t>
          </a:r>
        </a:p>
      </dgm:t>
    </dgm:pt>
    <dgm:pt modelId="{4BFD14CE-FD0B-4F52-8737-C0F700CAEC68}" type="parTrans" cxnId="{3864FEFE-EA13-4DFA-87B6-B87706128F90}">
      <dgm:prSet/>
      <dgm:spPr/>
      <dgm:t>
        <a:bodyPr/>
        <a:lstStyle/>
        <a:p>
          <a:endParaRPr lang="en-US"/>
        </a:p>
      </dgm:t>
    </dgm:pt>
    <dgm:pt modelId="{FBAD60CE-4C53-4358-8699-16F0D3FD9439}" type="sibTrans" cxnId="{3864FEFE-EA13-4DFA-87B6-B87706128F90}">
      <dgm:prSet/>
      <dgm:spPr/>
      <dgm:t>
        <a:bodyPr/>
        <a:lstStyle/>
        <a:p>
          <a:endParaRPr lang="en-US"/>
        </a:p>
      </dgm:t>
    </dgm:pt>
    <dgm:pt modelId="{C6F8AD29-79DA-4B63-8C27-25EA481BEA2B}">
      <dgm:prSet/>
      <dgm:spPr>
        <a:xfrm>
          <a:off x="0" y="4968554"/>
          <a:ext cx="8108334" cy="772200"/>
        </a:xfrm>
        <a:prstGeom prst="roundRect">
          <a:avLst/>
        </a:prstGeom>
        <a:gradFill rotWithShape="0">
          <a:gsLst>
            <a:gs pos="0">
              <a:srgbClr val="918655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918655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gm:spPr>
      <dgm:t>
        <a:bodyPr/>
        <a:lstStyle/>
        <a:p>
          <a:pPr rtl="0">
            <a:buNone/>
          </a:pPr>
          <a:r>
            <a:rPr lang="en-US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Application Development using NoSQL</a:t>
          </a:r>
        </a:p>
      </dgm:t>
    </dgm:pt>
    <dgm:pt modelId="{B6D251EB-8D28-4592-8D12-5378D20DBE61}" type="parTrans" cxnId="{6868EC83-7638-4FC3-9827-658A597E72AD}">
      <dgm:prSet/>
      <dgm:spPr/>
      <dgm:t>
        <a:bodyPr/>
        <a:lstStyle/>
        <a:p>
          <a:endParaRPr lang="en-US"/>
        </a:p>
      </dgm:t>
    </dgm:pt>
    <dgm:pt modelId="{1787D587-85DD-44BB-BCA5-4A548DE80ADB}" type="sibTrans" cxnId="{6868EC83-7638-4FC3-9827-658A597E72AD}">
      <dgm:prSet/>
      <dgm:spPr/>
      <dgm:t>
        <a:bodyPr/>
        <a:lstStyle/>
        <a:p>
          <a:endParaRPr lang="en-US"/>
        </a:p>
      </dgm:t>
    </dgm:pt>
    <dgm:pt modelId="{239676F0-54F8-4FBB-A690-2671306A1302}">
      <dgm:prSet/>
      <dgm:spPr>
        <a:xfrm>
          <a:off x="0" y="511"/>
          <a:ext cx="8108334" cy="772200"/>
        </a:xfrm>
        <a:prstGeom prst="roundRect">
          <a:avLst/>
        </a:prstGeom>
        <a:gradFill rotWithShape="0">
          <a:gsLst>
            <a:gs pos="0">
              <a:srgbClr val="54A021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54A021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gm:spPr>
      <dgm:t>
        <a:bodyPr/>
        <a:lstStyle/>
        <a:p>
          <a:pPr rtl="0">
            <a:buNone/>
          </a:pPr>
          <a:r>
            <a:rPr lang="en-US" dirty="0">
              <a:solidFill>
                <a:sysClr val="windowText" lastClr="000000"/>
              </a:solidFill>
              <a:latin typeface="Trebuchet MS" panose="020B0603020202020204"/>
              <a:ea typeface="+mn-ea"/>
              <a:cs typeface="+mn-cs"/>
            </a:rPr>
            <a:t>Introduction to Big Data Concept</a:t>
          </a:r>
        </a:p>
      </dgm:t>
    </dgm:pt>
    <dgm:pt modelId="{8FB3B7AF-EB85-4767-B865-2E5146AB2AEC}" type="parTrans" cxnId="{2B30CABE-0BBF-447F-B9D9-980197ACD256}">
      <dgm:prSet/>
      <dgm:spPr/>
      <dgm:t>
        <a:bodyPr/>
        <a:lstStyle/>
        <a:p>
          <a:endParaRPr lang="en-US"/>
        </a:p>
      </dgm:t>
    </dgm:pt>
    <dgm:pt modelId="{3291166A-DA1E-4B85-B36E-4816207EF970}" type="sibTrans" cxnId="{2B30CABE-0BBF-447F-B9D9-980197ACD256}">
      <dgm:prSet/>
      <dgm:spPr/>
      <dgm:t>
        <a:bodyPr/>
        <a:lstStyle/>
        <a:p>
          <a:endParaRPr lang="en-US"/>
        </a:p>
      </dgm:t>
    </dgm:pt>
    <dgm:pt modelId="{833230AE-D2FE-4E05-BED6-37549083F714}">
      <dgm:prSet/>
      <dgm:spPr>
        <a:xfrm>
          <a:off x="0" y="864096"/>
          <a:ext cx="8108334" cy="772200"/>
        </a:xfrm>
        <a:prstGeom prst="roundRect">
          <a:avLst/>
        </a:prstGeom>
        <a:gradFill rotWithShape="0">
          <a:gsLst>
            <a:gs pos="0">
              <a:srgbClr val="54A021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54A021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gm:spPr>
      <dgm:t>
        <a:bodyPr/>
        <a:lstStyle/>
        <a:p>
          <a:pPr rtl="0">
            <a:buNone/>
          </a:pPr>
          <a:r>
            <a:rPr lang="en-US" dirty="0">
              <a:solidFill>
                <a:sysClr val="windowText" lastClr="000000"/>
              </a:solidFill>
              <a:latin typeface="Trebuchet MS" panose="020B0603020202020204"/>
              <a:ea typeface="+mn-ea"/>
              <a:cs typeface="+mn-cs"/>
            </a:rPr>
            <a:t>Overview on SQL and RDBMS</a:t>
          </a:r>
        </a:p>
      </dgm:t>
    </dgm:pt>
    <dgm:pt modelId="{CAC99E32-E649-476F-A900-DD60B7307B82}" type="parTrans" cxnId="{76D812F8-084C-48C4-92BD-99F1DC9572D9}">
      <dgm:prSet/>
      <dgm:spPr/>
      <dgm:t>
        <a:bodyPr/>
        <a:lstStyle/>
        <a:p>
          <a:endParaRPr lang="en-GB"/>
        </a:p>
      </dgm:t>
    </dgm:pt>
    <dgm:pt modelId="{3EB1385E-7BF3-4645-8BC4-F4EB0E3C38DC}" type="sibTrans" cxnId="{76D812F8-084C-48C4-92BD-99F1DC9572D9}">
      <dgm:prSet/>
      <dgm:spPr/>
      <dgm:t>
        <a:bodyPr/>
        <a:lstStyle/>
        <a:p>
          <a:endParaRPr lang="en-GB"/>
        </a:p>
      </dgm:t>
    </dgm:pt>
    <dgm:pt modelId="{81211069-DBA9-415F-A362-968A27D52B3A}">
      <dgm:prSet/>
      <dgm:spPr>
        <a:xfrm>
          <a:off x="0" y="1728191"/>
          <a:ext cx="8108334" cy="772200"/>
        </a:xfrm>
        <a:prstGeom prst="roundRect">
          <a:avLst/>
        </a:prstGeom>
        <a:gradFill rotWithShape="0">
          <a:gsLst>
            <a:gs pos="0">
              <a:srgbClr val="E6B91E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E6B91E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gm:spPr>
      <dgm:t>
        <a:bodyPr/>
        <a:lstStyle/>
        <a:p>
          <a:pPr rtl="0">
            <a:buNone/>
          </a:pPr>
          <a:r>
            <a:rPr lang="en-US" dirty="0">
              <a:solidFill>
                <a:sysClr val="windowText" lastClr="000000"/>
              </a:solidFill>
              <a:latin typeface="Trebuchet MS" panose="020B0603020202020204"/>
              <a:ea typeface="+mn-ea"/>
              <a:cs typeface="+mn-cs"/>
            </a:rPr>
            <a:t>Difference Between SQL and NoSQL</a:t>
          </a:r>
        </a:p>
      </dgm:t>
    </dgm:pt>
    <dgm:pt modelId="{CD3663DC-3401-4AC3-9FFE-71DDDAD3B754}" type="parTrans" cxnId="{BBDC9374-307A-430F-9F1B-45115100BA51}">
      <dgm:prSet/>
      <dgm:spPr/>
      <dgm:t>
        <a:bodyPr/>
        <a:lstStyle/>
        <a:p>
          <a:endParaRPr lang="en-GB"/>
        </a:p>
      </dgm:t>
    </dgm:pt>
    <dgm:pt modelId="{29FE615A-7CA9-4564-9DDD-BE24ADADAC8F}" type="sibTrans" cxnId="{BBDC9374-307A-430F-9F1B-45115100BA51}">
      <dgm:prSet/>
      <dgm:spPr/>
      <dgm:t>
        <a:bodyPr/>
        <a:lstStyle/>
        <a:p>
          <a:endParaRPr lang="en-GB"/>
        </a:p>
      </dgm:t>
    </dgm:pt>
    <dgm:pt modelId="{E5B48728-2F82-4D49-B680-BB627FC5426A}" type="pres">
      <dgm:prSet presAssocID="{49D035CB-75BE-40DC-91A0-5761ADB23900}" presName="linear" presStyleCnt="0">
        <dgm:presLayoutVars>
          <dgm:animLvl val="lvl"/>
          <dgm:resizeHandles val="exact"/>
        </dgm:presLayoutVars>
      </dgm:prSet>
      <dgm:spPr/>
    </dgm:pt>
    <dgm:pt modelId="{491A4B0B-288C-4432-839D-52FE1B6B4645}" type="pres">
      <dgm:prSet presAssocID="{239676F0-54F8-4FBB-A690-2671306A1302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872D588-0C9E-4B82-A341-1B76F3DA8738}" type="pres">
      <dgm:prSet presAssocID="{3291166A-DA1E-4B85-B36E-4816207EF970}" presName="spacer" presStyleCnt="0"/>
      <dgm:spPr/>
    </dgm:pt>
    <dgm:pt modelId="{28C747BA-8A1D-455E-BA1C-35F741FFF3C7}" type="pres">
      <dgm:prSet presAssocID="{E1F4EC65-1958-4AA4-B134-167DBE16A3EA}" presName="parentText" presStyleLbl="node1" presStyleIdx="1" presStyleCnt="7" custLinFactY="198712" custLinFactNeighborX="310" custLinFactNeighborY="200000">
        <dgm:presLayoutVars>
          <dgm:chMax val="0"/>
          <dgm:bulletEnabled val="1"/>
        </dgm:presLayoutVars>
      </dgm:prSet>
      <dgm:spPr/>
    </dgm:pt>
    <dgm:pt modelId="{1021E859-C1EC-4B32-AD2B-C62BF1B406B6}" type="pres">
      <dgm:prSet presAssocID="{26B8FEA1-ECA7-46CC-86C0-C295AD35BD1C}" presName="spacer" presStyleCnt="0"/>
      <dgm:spPr/>
    </dgm:pt>
    <dgm:pt modelId="{7DB2EE42-7F2C-4D76-A8F3-420198F5EC21}" type="pres">
      <dgm:prSet presAssocID="{7B06B0FC-6CB1-4529-BD0D-332FF41868D2}" presName="parentText" presStyleLbl="node1" presStyleIdx="2" presStyleCnt="7" custLinFactY="198305" custLinFactNeighborX="535" custLinFactNeighborY="200000">
        <dgm:presLayoutVars>
          <dgm:chMax val="0"/>
          <dgm:bulletEnabled val="1"/>
        </dgm:presLayoutVars>
      </dgm:prSet>
      <dgm:spPr/>
    </dgm:pt>
    <dgm:pt modelId="{CFC9B398-3F86-4BEE-A4E6-A9E27D0426A1}" type="pres">
      <dgm:prSet presAssocID="{C9CCA50B-DAAF-4FDD-AA4A-0987C462B37F}" presName="spacer" presStyleCnt="0"/>
      <dgm:spPr/>
    </dgm:pt>
    <dgm:pt modelId="{820D5AE2-8E26-4813-97AE-A67DBE2438E4}" type="pres">
      <dgm:prSet presAssocID="{43B23E0A-D554-4046-B060-6FFCD3A58903}" presName="parentText" presStyleLbl="node1" presStyleIdx="3" presStyleCnt="7" custLinFactY="195524" custLinFactNeighborY="200000">
        <dgm:presLayoutVars>
          <dgm:chMax val="0"/>
          <dgm:bulletEnabled val="1"/>
        </dgm:presLayoutVars>
      </dgm:prSet>
      <dgm:spPr/>
    </dgm:pt>
    <dgm:pt modelId="{B10EBDFB-7F07-40CC-BF8D-E07F75CA9297}" type="pres">
      <dgm:prSet presAssocID="{FBAD60CE-4C53-4358-8699-16F0D3FD9439}" presName="spacer" presStyleCnt="0"/>
      <dgm:spPr/>
    </dgm:pt>
    <dgm:pt modelId="{48D1637C-547D-414C-8823-0CCA5874A041}" type="pres">
      <dgm:prSet presAssocID="{C6F8AD29-79DA-4B63-8C27-25EA481BEA2B}" presName="parentText" presStyleLbl="node1" presStyleIdx="4" presStyleCnt="7" custLinFactY="196258" custLinFactNeighborY="200000">
        <dgm:presLayoutVars>
          <dgm:chMax val="0"/>
          <dgm:bulletEnabled val="1"/>
        </dgm:presLayoutVars>
      </dgm:prSet>
      <dgm:spPr/>
    </dgm:pt>
    <dgm:pt modelId="{99361158-DCE2-4B20-933B-2D889C509AE2}" type="pres">
      <dgm:prSet presAssocID="{1787D587-85DD-44BB-BCA5-4A548DE80ADB}" presName="spacer" presStyleCnt="0"/>
      <dgm:spPr/>
    </dgm:pt>
    <dgm:pt modelId="{7925232E-7F1D-40AA-902F-DD79924F63CE}" type="pres">
      <dgm:prSet presAssocID="{833230AE-D2FE-4E05-BED6-37549083F714}" presName="parentText" presStyleLbl="node1" presStyleIdx="5" presStyleCnt="7" custLinFactY="-400000" custLinFactNeighborY="-403846">
        <dgm:presLayoutVars>
          <dgm:chMax val="0"/>
          <dgm:bulletEnabled val="1"/>
        </dgm:presLayoutVars>
      </dgm:prSet>
      <dgm:spPr/>
    </dgm:pt>
    <dgm:pt modelId="{4387A1E7-C981-4D35-B37B-D9CD49D5CD8E}" type="pres">
      <dgm:prSet presAssocID="{3EB1385E-7BF3-4645-8BC4-F4EB0E3C38DC}" presName="spacer" presStyleCnt="0"/>
      <dgm:spPr/>
    </dgm:pt>
    <dgm:pt modelId="{1F4C85E0-3A76-4BC4-8B1A-93CEC059E670}" type="pres">
      <dgm:prSet presAssocID="{81211069-DBA9-415F-A362-968A27D52B3A}" presName="parentText" presStyleLbl="node1" presStyleIdx="6" presStyleCnt="7" custLinFactY="-400000" custLinFactNeighborY="-407155">
        <dgm:presLayoutVars>
          <dgm:chMax val="0"/>
          <dgm:bulletEnabled val="1"/>
        </dgm:presLayoutVars>
      </dgm:prSet>
      <dgm:spPr/>
    </dgm:pt>
  </dgm:ptLst>
  <dgm:cxnLst>
    <dgm:cxn modelId="{0CD21107-9D43-4F49-80B1-C8A6F4A9476E}" type="presOf" srcId="{7B06B0FC-6CB1-4529-BD0D-332FF41868D2}" destId="{7DB2EE42-7F2C-4D76-A8F3-420198F5EC21}" srcOrd="0" destOrd="0" presId="urn:microsoft.com/office/officeart/2005/8/layout/vList2"/>
    <dgm:cxn modelId="{E06DE607-0AEC-4AE4-88A1-D93EC42460A2}" srcId="{49D035CB-75BE-40DC-91A0-5761ADB23900}" destId="{7B06B0FC-6CB1-4529-BD0D-332FF41868D2}" srcOrd="2" destOrd="0" parTransId="{291A65A8-5E93-4243-A637-87448EA03646}" sibTransId="{C9CCA50B-DAAF-4FDD-AA4A-0987C462B37F}"/>
    <dgm:cxn modelId="{8EE3C322-E25C-4BE7-9495-CF1926593A5E}" type="presOf" srcId="{239676F0-54F8-4FBB-A690-2671306A1302}" destId="{491A4B0B-288C-4432-839D-52FE1B6B4645}" srcOrd="0" destOrd="0" presId="urn:microsoft.com/office/officeart/2005/8/layout/vList2"/>
    <dgm:cxn modelId="{83E0EB5F-1D13-4D0F-87B7-64FCCEDB06DF}" type="presOf" srcId="{E1F4EC65-1958-4AA4-B134-167DBE16A3EA}" destId="{28C747BA-8A1D-455E-BA1C-35F741FFF3C7}" srcOrd="0" destOrd="0" presId="urn:microsoft.com/office/officeart/2005/8/layout/vList2"/>
    <dgm:cxn modelId="{BBDC9374-307A-430F-9F1B-45115100BA51}" srcId="{49D035CB-75BE-40DC-91A0-5761ADB23900}" destId="{81211069-DBA9-415F-A362-968A27D52B3A}" srcOrd="6" destOrd="0" parTransId="{CD3663DC-3401-4AC3-9FFE-71DDDAD3B754}" sibTransId="{29FE615A-7CA9-4564-9DDD-BE24ADADAC8F}"/>
    <dgm:cxn modelId="{AF392175-667A-41A2-A970-19F0E866ED7B}" type="presOf" srcId="{43B23E0A-D554-4046-B060-6FFCD3A58903}" destId="{820D5AE2-8E26-4813-97AE-A67DBE2438E4}" srcOrd="0" destOrd="0" presId="urn:microsoft.com/office/officeart/2005/8/layout/vList2"/>
    <dgm:cxn modelId="{75697D77-70B7-4F19-BDBC-9F3C5123DC9D}" type="presOf" srcId="{833230AE-D2FE-4E05-BED6-37549083F714}" destId="{7925232E-7F1D-40AA-902F-DD79924F63CE}" srcOrd="0" destOrd="0" presId="urn:microsoft.com/office/officeart/2005/8/layout/vList2"/>
    <dgm:cxn modelId="{6868EC83-7638-4FC3-9827-658A597E72AD}" srcId="{49D035CB-75BE-40DC-91A0-5761ADB23900}" destId="{C6F8AD29-79DA-4B63-8C27-25EA481BEA2B}" srcOrd="4" destOrd="0" parTransId="{B6D251EB-8D28-4592-8D12-5378D20DBE61}" sibTransId="{1787D587-85DD-44BB-BCA5-4A548DE80ADB}"/>
    <dgm:cxn modelId="{02C0858F-5C8F-49A1-82E8-20D4C56B4FB0}" srcId="{49D035CB-75BE-40DC-91A0-5761ADB23900}" destId="{E1F4EC65-1958-4AA4-B134-167DBE16A3EA}" srcOrd="1" destOrd="0" parTransId="{1ABA7257-837F-4FE7-89F5-0326EE96530A}" sibTransId="{26B8FEA1-ECA7-46CC-86C0-C295AD35BD1C}"/>
    <dgm:cxn modelId="{B92D61AF-419C-4E83-B8B7-7B6AA01CB87B}" type="presOf" srcId="{81211069-DBA9-415F-A362-968A27D52B3A}" destId="{1F4C85E0-3A76-4BC4-8B1A-93CEC059E670}" srcOrd="0" destOrd="0" presId="urn:microsoft.com/office/officeart/2005/8/layout/vList2"/>
    <dgm:cxn modelId="{C35711B3-93EB-4232-B3D0-AC5EE3D0572A}" type="presOf" srcId="{C6F8AD29-79DA-4B63-8C27-25EA481BEA2B}" destId="{48D1637C-547D-414C-8823-0CCA5874A041}" srcOrd="0" destOrd="0" presId="urn:microsoft.com/office/officeart/2005/8/layout/vList2"/>
    <dgm:cxn modelId="{2B30CABE-0BBF-447F-B9D9-980197ACD256}" srcId="{49D035CB-75BE-40DC-91A0-5761ADB23900}" destId="{239676F0-54F8-4FBB-A690-2671306A1302}" srcOrd="0" destOrd="0" parTransId="{8FB3B7AF-EB85-4767-B865-2E5146AB2AEC}" sibTransId="{3291166A-DA1E-4B85-B36E-4816207EF970}"/>
    <dgm:cxn modelId="{76D812F8-084C-48C4-92BD-99F1DC9572D9}" srcId="{49D035CB-75BE-40DC-91A0-5761ADB23900}" destId="{833230AE-D2FE-4E05-BED6-37549083F714}" srcOrd="5" destOrd="0" parTransId="{CAC99E32-E649-476F-A900-DD60B7307B82}" sibTransId="{3EB1385E-7BF3-4645-8BC4-F4EB0E3C38DC}"/>
    <dgm:cxn modelId="{BE816AFE-B438-4567-807D-7ECC2700C87A}" type="presOf" srcId="{49D035CB-75BE-40DC-91A0-5761ADB23900}" destId="{E5B48728-2F82-4D49-B680-BB627FC5426A}" srcOrd="0" destOrd="0" presId="urn:microsoft.com/office/officeart/2005/8/layout/vList2"/>
    <dgm:cxn modelId="{3864FEFE-EA13-4DFA-87B6-B87706128F90}" srcId="{49D035CB-75BE-40DC-91A0-5761ADB23900}" destId="{43B23E0A-D554-4046-B060-6FFCD3A58903}" srcOrd="3" destOrd="0" parTransId="{4BFD14CE-FD0B-4F52-8737-C0F700CAEC68}" sibTransId="{FBAD60CE-4C53-4358-8699-16F0D3FD9439}"/>
    <dgm:cxn modelId="{457171FF-FBA7-421C-BC1C-7C9F663CF533}" type="presParOf" srcId="{E5B48728-2F82-4D49-B680-BB627FC5426A}" destId="{491A4B0B-288C-4432-839D-52FE1B6B4645}" srcOrd="0" destOrd="0" presId="urn:microsoft.com/office/officeart/2005/8/layout/vList2"/>
    <dgm:cxn modelId="{14710054-90E1-454A-A4C6-FDC2452A77A9}" type="presParOf" srcId="{E5B48728-2F82-4D49-B680-BB627FC5426A}" destId="{3872D588-0C9E-4B82-A341-1B76F3DA8738}" srcOrd="1" destOrd="0" presId="urn:microsoft.com/office/officeart/2005/8/layout/vList2"/>
    <dgm:cxn modelId="{EACC1529-5B17-4FB7-B784-ABF38A428AC1}" type="presParOf" srcId="{E5B48728-2F82-4D49-B680-BB627FC5426A}" destId="{28C747BA-8A1D-455E-BA1C-35F741FFF3C7}" srcOrd="2" destOrd="0" presId="urn:microsoft.com/office/officeart/2005/8/layout/vList2"/>
    <dgm:cxn modelId="{CBFB281F-2277-434F-BCD8-C0E4824466E7}" type="presParOf" srcId="{E5B48728-2F82-4D49-B680-BB627FC5426A}" destId="{1021E859-C1EC-4B32-AD2B-C62BF1B406B6}" srcOrd="3" destOrd="0" presId="urn:microsoft.com/office/officeart/2005/8/layout/vList2"/>
    <dgm:cxn modelId="{E380EC67-1A1F-4087-9D2B-FD7923C9A67B}" type="presParOf" srcId="{E5B48728-2F82-4D49-B680-BB627FC5426A}" destId="{7DB2EE42-7F2C-4D76-A8F3-420198F5EC21}" srcOrd="4" destOrd="0" presId="urn:microsoft.com/office/officeart/2005/8/layout/vList2"/>
    <dgm:cxn modelId="{C32A085C-8484-435C-A4D2-2977E70F0EFF}" type="presParOf" srcId="{E5B48728-2F82-4D49-B680-BB627FC5426A}" destId="{CFC9B398-3F86-4BEE-A4E6-A9E27D0426A1}" srcOrd="5" destOrd="0" presId="urn:microsoft.com/office/officeart/2005/8/layout/vList2"/>
    <dgm:cxn modelId="{812742DD-70BE-4FC4-9C95-BDE4BDE083B7}" type="presParOf" srcId="{E5B48728-2F82-4D49-B680-BB627FC5426A}" destId="{820D5AE2-8E26-4813-97AE-A67DBE2438E4}" srcOrd="6" destOrd="0" presId="urn:microsoft.com/office/officeart/2005/8/layout/vList2"/>
    <dgm:cxn modelId="{58E3B60B-A798-4763-805C-8C3C6AD791D0}" type="presParOf" srcId="{E5B48728-2F82-4D49-B680-BB627FC5426A}" destId="{B10EBDFB-7F07-40CC-BF8D-E07F75CA9297}" srcOrd="7" destOrd="0" presId="urn:microsoft.com/office/officeart/2005/8/layout/vList2"/>
    <dgm:cxn modelId="{E9DEEA99-180A-4530-81B8-D3B7E337775E}" type="presParOf" srcId="{E5B48728-2F82-4D49-B680-BB627FC5426A}" destId="{48D1637C-547D-414C-8823-0CCA5874A041}" srcOrd="8" destOrd="0" presId="urn:microsoft.com/office/officeart/2005/8/layout/vList2"/>
    <dgm:cxn modelId="{FF3D7551-681A-4CBA-8360-C9D738DF1A0C}" type="presParOf" srcId="{E5B48728-2F82-4D49-B680-BB627FC5426A}" destId="{99361158-DCE2-4B20-933B-2D889C509AE2}" srcOrd="9" destOrd="0" presId="urn:microsoft.com/office/officeart/2005/8/layout/vList2"/>
    <dgm:cxn modelId="{939B8EFB-C3CF-428B-A9E2-AAEE0700E612}" type="presParOf" srcId="{E5B48728-2F82-4D49-B680-BB627FC5426A}" destId="{7925232E-7F1D-40AA-902F-DD79924F63CE}" srcOrd="10" destOrd="0" presId="urn:microsoft.com/office/officeart/2005/8/layout/vList2"/>
    <dgm:cxn modelId="{17EDB654-C6E3-4EF2-874D-CA3397D63988}" type="presParOf" srcId="{E5B48728-2F82-4D49-B680-BB627FC5426A}" destId="{4387A1E7-C981-4D35-B37B-D9CD49D5CD8E}" srcOrd="11" destOrd="0" presId="urn:microsoft.com/office/officeart/2005/8/layout/vList2"/>
    <dgm:cxn modelId="{E054B805-9894-42CD-9197-379D2E1C59A0}" type="presParOf" srcId="{E5B48728-2F82-4D49-B680-BB627FC5426A}" destId="{1F4C85E0-3A76-4BC4-8B1A-93CEC059E67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10EC3-BD81-4246-A6D2-76491C82C134}">
      <dsp:nvSpPr>
        <dsp:cNvPr id="0" name=""/>
        <dsp:cNvSpPr/>
      </dsp:nvSpPr>
      <dsp:spPr>
        <a:xfrm rot="5400000">
          <a:off x="-245660" y="246088"/>
          <a:ext cx="1637736" cy="1146415"/>
        </a:xfrm>
        <a:prstGeom prst="chevron">
          <a:avLst/>
        </a:prstGeom>
        <a:solidFill>
          <a:srgbClr val="EC711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1</a:t>
          </a:r>
        </a:p>
      </dsp:txBody>
      <dsp:txXfrm rot="-5400000">
        <a:off x="1" y="573636"/>
        <a:ext cx="1146415" cy="491321"/>
      </dsp:txXfrm>
    </dsp:sp>
    <dsp:sp modelId="{DE075C74-E499-4006-ACF0-22F0D0A1C909}">
      <dsp:nvSpPr>
        <dsp:cNvPr id="0" name=""/>
        <dsp:cNvSpPr/>
      </dsp:nvSpPr>
      <dsp:spPr>
        <a:xfrm rot="5400000">
          <a:off x="4179573" y="-3032730"/>
          <a:ext cx="1064528" cy="7130844"/>
        </a:xfrm>
        <a:prstGeom prst="round2Same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900" kern="1200" dirty="0">
              <a:latin typeface="Helvetica" panose="020B0604020202020204" pitchFamily="34" charset="0"/>
              <a:cs typeface="Helvetica" panose="020B0604020202020204" pitchFamily="34" charset="0"/>
            </a:rPr>
            <a:t>Critically evaluate and synthesise the theories and practices underlying large-scale data-driven applications </a:t>
          </a:r>
        </a:p>
      </dsp:txBody>
      <dsp:txXfrm rot="-5400000">
        <a:off x="1146415" y="52394"/>
        <a:ext cx="7078878" cy="960596"/>
      </dsp:txXfrm>
    </dsp:sp>
    <dsp:sp modelId="{C2F623F0-420F-469F-8FE1-33A0101181C2}">
      <dsp:nvSpPr>
        <dsp:cNvPr id="0" name=""/>
        <dsp:cNvSpPr/>
      </dsp:nvSpPr>
      <dsp:spPr>
        <a:xfrm rot="5400000">
          <a:off x="-245660" y="1690006"/>
          <a:ext cx="1637736" cy="1146415"/>
        </a:xfrm>
        <a:prstGeom prst="chevron">
          <a:avLst/>
        </a:prstGeom>
        <a:solidFill>
          <a:srgbClr val="EC711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2</a:t>
          </a:r>
        </a:p>
      </dsp:txBody>
      <dsp:txXfrm rot="-5400000">
        <a:off x="1" y="2017554"/>
        <a:ext cx="1146415" cy="491321"/>
      </dsp:txXfrm>
    </dsp:sp>
    <dsp:sp modelId="{D07932DA-1030-4241-9C0E-FC7524EB618D}">
      <dsp:nvSpPr>
        <dsp:cNvPr id="0" name=""/>
        <dsp:cNvSpPr/>
      </dsp:nvSpPr>
      <dsp:spPr>
        <a:xfrm rot="5400000">
          <a:off x="4179573" y="-1588811"/>
          <a:ext cx="1064528" cy="7130844"/>
        </a:xfrm>
        <a:prstGeom prst="round2Same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ct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900" kern="1200" dirty="0">
              <a:latin typeface="Helvetica" panose="020B0604020202020204" pitchFamily="34" charset="0"/>
              <a:cs typeface="Helvetica" panose="020B0604020202020204" pitchFamily="34" charset="0"/>
            </a:rPr>
            <a:t>Design and implement large-scale data-driven applications, applying advanced problem-solving skills  </a:t>
          </a:r>
        </a:p>
      </dsp:txBody>
      <dsp:txXfrm rot="-5400000">
        <a:off x="1146415" y="1496313"/>
        <a:ext cx="7078878" cy="960596"/>
      </dsp:txXfrm>
    </dsp:sp>
    <dsp:sp modelId="{178BFEFA-229C-4990-BDAE-AF3558ED8EB5}">
      <dsp:nvSpPr>
        <dsp:cNvPr id="0" name=""/>
        <dsp:cNvSpPr/>
      </dsp:nvSpPr>
      <dsp:spPr>
        <a:xfrm rot="5400000">
          <a:off x="-245660" y="3133925"/>
          <a:ext cx="1637736" cy="1146415"/>
        </a:xfrm>
        <a:prstGeom prst="chevron">
          <a:avLst/>
        </a:prstGeom>
        <a:solidFill>
          <a:srgbClr val="EC711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3</a:t>
          </a:r>
        </a:p>
      </dsp:txBody>
      <dsp:txXfrm rot="-5400000">
        <a:off x="1" y="3461473"/>
        <a:ext cx="1146415" cy="491321"/>
      </dsp:txXfrm>
    </dsp:sp>
    <dsp:sp modelId="{8B26B510-DA36-4270-AB92-E1AF960E4FAB}">
      <dsp:nvSpPr>
        <dsp:cNvPr id="0" name=""/>
        <dsp:cNvSpPr/>
      </dsp:nvSpPr>
      <dsp:spPr>
        <a:xfrm rot="5400000">
          <a:off x="4179573" y="-173039"/>
          <a:ext cx="1064528" cy="7130844"/>
        </a:xfrm>
        <a:prstGeom prst="round2Same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ct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GB" sz="1900" kern="1200" dirty="0">
              <a:latin typeface="Helvetica" panose="020B0604020202020204" pitchFamily="34" charset="0"/>
              <a:cs typeface="Helvetica" panose="020B0604020202020204" pitchFamily="34" charset="0"/>
            </a:rPr>
            <a:t>Integrate theoretical knowledge with practical skills to analyse, interpret, and address challenging scenarios in data-driven applications</a:t>
          </a:r>
        </a:p>
      </dsp:txBody>
      <dsp:txXfrm rot="-5400000">
        <a:off x="1146415" y="2912085"/>
        <a:ext cx="7078878" cy="9605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1A4B0B-288C-4432-839D-52FE1B6B4645}">
      <dsp:nvSpPr>
        <dsp:cNvPr id="0" name=""/>
        <dsp:cNvSpPr/>
      </dsp:nvSpPr>
      <dsp:spPr>
        <a:xfrm>
          <a:off x="0" y="69228"/>
          <a:ext cx="7591344" cy="608400"/>
        </a:xfrm>
        <a:prstGeom prst="roundRect">
          <a:avLst/>
        </a:prstGeom>
        <a:gradFill rotWithShape="0">
          <a:gsLst>
            <a:gs pos="0">
              <a:srgbClr val="54A021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54A021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Text" lastClr="000000"/>
              </a:solidFill>
              <a:latin typeface="Trebuchet MS" panose="020B0603020202020204"/>
              <a:ea typeface="+mn-ea"/>
              <a:cs typeface="+mn-cs"/>
            </a:rPr>
            <a:t>Introduction to Big Data Concept</a:t>
          </a:r>
        </a:p>
      </dsp:txBody>
      <dsp:txXfrm>
        <a:off x="29700" y="98928"/>
        <a:ext cx="7531944" cy="549000"/>
      </dsp:txXfrm>
    </dsp:sp>
    <dsp:sp modelId="{28C747BA-8A1D-455E-BA1C-35F741FFF3C7}">
      <dsp:nvSpPr>
        <dsp:cNvPr id="0" name=""/>
        <dsp:cNvSpPr/>
      </dsp:nvSpPr>
      <dsp:spPr>
        <a:xfrm>
          <a:off x="0" y="2111232"/>
          <a:ext cx="7591344" cy="608400"/>
        </a:xfrm>
        <a:prstGeom prst="roundRect">
          <a:avLst/>
        </a:prstGeom>
        <a:gradFill rotWithShape="0">
          <a:gsLst>
            <a:gs pos="0">
              <a:srgbClr val="E6B91E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E6B91E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Study of Open Source NOSQL Database</a:t>
          </a:r>
        </a:p>
      </dsp:txBody>
      <dsp:txXfrm>
        <a:off x="29700" y="2140932"/>
        <a:ext cx="7531944" cy="549000"/>
      </dsp:txXfrm>
    </dsp:sp>
    <dsp:sp modelId="{7DB2EE42-7F2C-4D76-A8F3-420198F5EC21}">
      <dsp:nvSpPr>
        <dsp:cNvPr id="0" name=""/>
        <dsp:cNvSpPr/>
      </dsp:nvSpPr>
      <dsp:spPr>
        <a:xfrm>
          <a:off x="0" y="2792036"/>
          <a:ext cx="7591344" cy="608400"/>
        </a:xfrm>
        <a:prstGeom prst="roundRect">
          <a:avLst/>
        </a:prstGeom>
        <a:gradFill rotWithShape="0">
          <a:gsLst>
            <a:gs pos="0">
              <a:srgbClr val="E76618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E76618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MongoDB Installation </a:t>
          </a:r>
        </a:p>
      </dsp:txBody>
      <dsp:txXfrm>
        <a:off x="29700" y="2821736"/>
        <a:ext cx="7531944" cy="549000"/>
      </dsp:txXfrm>
    </dsp:sp>
    <dsp:sp modelId="{820D5AE2-8E26-4813-97AE-A67DBE2438E4}">
      <dsp:nvSpPr>
        <dsp:cNvPr id="0" name=""/>
        <dsp:cNvSpPr/>
      </dsp:nvSpPr>
      <dsp:spPr>
        <a:xfrm>
          <a:off x="0" y="3458397"/>
          <a:ext cx="7591344" cy="608400"/>
        </a:xfrm>
        <a:prstGeom prst="roundRect">
          <a:avLst/>
        </a:prstGeom>
        <a:gradFill rotWithShape="0">
          <a:gsLst>
            <a:gs pos="0">
              <a:srgbClr val="C42F1A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C42F1A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Basic CRUD operations</a:t>
          </a:r>
        </a:p>
      </dsp:txBody>
      <dsp:txXfrm>
        <a:off x="29700" y="3488097"/>
        <a:ext cx="7531944" cy="549000"/>
      </dsp:txXfrm>
    </dsp:sp>
    <dsp:sp modelId="{48D1637C-547D-414C-8823-0CCA5874A041}">
      <dsp:nvSpPr>
        <dsp:cNvPr id="0" name=""/>
        <dsp:cNvSpPr/>
      </dsp:nvSpPr>
      <dsp:spPr>
        <a:xfrm>
          <a:off x="0" y="4146142"/>
          <a:ext cx="7591344" cy="608400"/>
        </a:xfrm>
        <a:prstGeom prst="roundRect">
          <a:avLst/>
        </a:prstGeom>
        <a:gradFill rotWithShape="0">
          <a:gsLst>
            <a:gs pos="0">
              <a:srgbClr val="918655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918655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" lastClr="FFFFFF"/>
              </a:solidFill>
              <a:latin typeface="Trebuchet MS" panose="020B0603020202020204"/>
              <a:ea typeface="+mn-ea"/>
              <a:cs typeface="+mn-cs"/>
            </a:rPr>
            <a:t>Application Development using NoSQL</a:t>
          </a:r>
        </a:p>
      </dsp:txBody>
      <dsp:txXfrm>
        <a:off x="29700" y="4175842"/>
        <a:ext cx="7531944" cy="549000"/>
      </dsp:txXfrm>
    </dsp:sp>
    <dsp:sp modelId="{7925232E-7F1D-40AA-902F-DD79924F63CE}">
      <dsp:nvSpPr>
        <dsp:cNvPr id="0" name=""/>
        <dsp:cNvSpPr/>
      </dsp:nvSpPr>
      <dsp:spPr>
        <a:xfrm>
          <a:off x="0" y="749629"/>
          <a:ext cx="7591344" cy="608400"/>
        </a:xfrm>
        <a:prstGeom prst="roundRect">
          <a:avLst/>
        </a:prstGeom>
        <a:gradFill rotWithShape="0">
          <a:gsLst>
            <a:gs pos="0">
              <a:srgbClr val="54A021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54A021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Text" lastClr="000000"/>
              </a:solidFill>
              <a:latin typeface="Trebuchet MS" panose="020B0603020202020204"/>
              <a:ea typeface="+mn-ea"/>
              <a:cs typeface="+mn-cs"/>
            </a:rPr>
            <a:t>Overview on SQL and RDBMS</a:t>
          </a:r>
        </a:p>
      </dsp:txBody>
      <dsp:txXfrm>
        <a:off x="29700" y="779329"/>
        <a:ext cx="7531944" cy="549000"/>
      </dsp:txXfrm>
    </dsp:sp>
    <dsp:sp modelId="{1F4C85E0-3A76-4BC4-8B1A-93CEC059E670}">
      <dsp:nvSpPr>
        <dsp:cNvPr id="0" name=""/>
        <dsp:cNvSpPr/>
      </dsp:nvSpPr>
      <dsp:spPr>
        <a:xfrm>
          <a:off x="0" y="1430431"/>
          <a:ext cx="7591344" cy="608400"/>
        </a:xfrm>
        <a:prstGeom prst="roundRect">
          <a:avLst/>
        </a:prstGeom>
        <a:gradFill rotWithShape="0">
          <a:gsLst>
            <a:gs pos="0">
              <a:srgbClr val="E6B91E">
                <a:hueOff val="0"/>
                <a:satOff val="0"/>
                <a:lumOff val="0"/>
                <a:alphaOff val="0"/>
                <a:tint val="96000"/>
                <a:lumMod val="100000"/>
              </a:srgbClr>
            </a:gs>
            <a:gs pos="78000">
              <a:srgbClr val="E6B91E">
                <a:hueOff val="0"/>
                <a:satOff val="0"/>
                <a:lumOff val="0"/>
                <a:alphaOff val="0"/>
                <a:shade val="94000"/>
                <a:lumMod val="94000"/>
              </a:srgb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ysClr val="windowText" lastClr="000000"/>
              </a:solidFill>
              <a:latin typeface="Trebuchet MS" panose="020B0603020202020204"/>
              <a:ea typeface="+mn-ea"/>
              <a:cs typeface="+mn-cs"/>
            </a:rPr>
            <a:t>Difference Between SQL and NoSQL</a:t>
          </a:r>
        </a:p>
      </dsp:txBody>
      <dsp:txXfrm>
        <a:off x="29700" y="1460131"/>
        <a:ext cx="7531944" cy="549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6BECCB-7C71-7345-A5A2-F60CB0E20467}" type="datetimeFigureOut">
              <a:rPr lang="en-GB"/>
              <a:pPr>
                <a:defRPr/>
              </a:pPr>
              <a:t>18/09/2025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BADAF51-FF12-CA43-900E-043F7389A44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2543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4DA0FA5-5D29-7B45-8F3A-96EA1D15B80A}" type="datetimeFigureOut">
              <a:rPr lang="en-GB"/>
              <a:pPr>
                <a:defRPr/>
              </a:pPr>
              <a:t>18/09/2025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A687475-B03E-7245-9DAE-B0A12B4FC5E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1564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UDP:</a:t>
            </a:r>
            <a:r>
              <a:rPr lang="en-GB" baseline="0" dirty="0"/>
              <a:t> User Datagram Protocol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8924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UDP:</a:t>
            </a:r>
            <a:r>
              <a:rPr lang="en-GB" baseline="0" dirty="0"/>
              <a:t> User Datagram Protocol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8970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UDP:</a:t>
            </a:r>
            <a:r>
              <a:rPr lang="en-GB" baseline="0" dirty="0"/>
              <a:t> User Datagram Protocol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122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687475-B03E-7245-9DAE-B0A12B4FC5E5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3071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16839"/>
            <a:ext cx="8420100" cy="1470025"/>
          </a:xfrm>
        </p:spPr>
        <p:txBody>
          <a:bodyPr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672607"/>
            <a:ext cx="6934200" cy="1752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7FACD6-29D2-2848-BEDC-606464A5B308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F220EC-324F-0142-ADB7-E82420EFE07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1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29928"/>
            <a:ext cx="8485605" cy="78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8485605" cy="446566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08693-8D1A-A44C-AE67-942CA08B9687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ADBA-EE88-1840-8B71-40682D16500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9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28162"/>
            <a:ext cx="8485605" cy="780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8485605" cy="53285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ECACE-57B6-4046-9252-D954F3001C09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9BB69-B244-A945-B2FE-1757326D27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79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ln w="12700" cap="rnd">
            <a:solidFill>
              <a:srgbClr val="87A529"/>
            </a:solidFill>
          </a:ln>
        </p:spPr>
        <p:txBody>
          <a:bodyPr lIns="108000" tIns="108000" rIns="108000" bIns="108000"/>
          <a:lstStyle>
            <a:lvl1pPr algn="ctr"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11F15-D298-9040-B765-C154DF8EF6B8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3D3873-FA79-C04C-A812-5E517E0A367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9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V="1">
            <a:off x="4953000" y="4464050"/>
            <a:ext cx="0" cy="569913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7722" y="1412776"/>
            <a:ext cx="3050556" cy="3050556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03319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61B09-456C-8F49-B98C-600891BD3AA1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CB21A-4DBE-8640-A1B9-E10FD6211AB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59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521999"/>
            <a:ext cx="8420100" cy="864096"/>
          </a:xfrm>
        </p:spPr>
        <p:txBody>
          <a:bodyPr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5393233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460636" y="1196400"/>
            <a:ext cx="4984728" cy="3240712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7115C0-7569-1944-9CC4-CD69F8B1B381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9A484-57CE-FE4F-B6B9-41CA4D3D141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82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8" idx="3"/>
          </p:cNvCxnSpPr>
          <p:nvPr userDrawn="1"/>
        </p:nvCxnSpPr>
        <p:spPr>
          <a:xfrm>
            <a:off x="4627563" y="3176588"/>
            <a:ext cx="649287" cy="0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76312" y="1917112"/>
            <a:ext cx="2520000" cy="2520000"/>
          </a:xfrm>
          <a:noFill/>
          <a:ln w="12700">
            <a:solidFill>
              <a:srgbClr val="87A529"/>
            </a:solidFill>
            <a:prstDash val="solid"/>
          </a:ln>
        </p:spPr>
        <p:txBody>
          <a:bodyPr lIns="108000" tIns="108000" rIns="108000" bIns="108000"/>
          <a:lstStyle>
            <a:lvl1pPr algn="ctr">
              <a:defRPr sz="3600"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107960" y="1917112"/>
            <a:ext cx="2520000" cy="2520000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869160"/>
            <a:ext cx="6934200" cy="62805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AC31E-B512-CA45-9F01-FED17CFC0DEF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3BAAD-3567-5449-BA34-98DF5D76DAC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8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 flipH="1">
            <a:off x="4632325" y="3425825"/>
            <a:ext cx="476250" cy="0"/>
          </a:xfrm>
          <a:prstGeom prst="line">
            <a:avLst/>
          </a:prstGeom>
          <a:ln w="12700" cmpd="sng">
            <a:solidFill>
              <a:srgbClr val="87A529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"/>
            <a:ext cx="34163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1789" y="2166556"/>
            <a:ext cx="2520000" cy="2520000"/>
          </a:xfrm>
          <a:solidFill>
            <a:schemeClr val="accent1"/>
          </a:solidFill>
          <a:ln>
            <a:solidFill>
              <a:srgbClr val="87A529"/>
            </a:solidFill>
          </a:ln>
        </p:spPr>
        <p:txBody>
          <a:bodyPr lIns="108000" tIns="108000" rIns="108000" bIns="108000"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9056" y="2166556"/>
            <a:ext cx="2520000" cy="2520000"/>
          </a:xfrm>
          <a:ln w="12700">
            <a:solidFill>
              <a:srgbClr val="87A529"/>
            </a:solidFill>
          </a:ln>
        </p:spPr>
        <p:txBody>
          <a:bodyPr lIns="108000" tIns="108000" rIns="108000" bIns="108000"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54681-AB38-6444-98D5-BBD5BA84816D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8D661-7855-F14B-8AA6-252FA0A881E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1049338"/>
            <a:ext cx="9148763" cy="3175"/>
          </a:xfrm>
          <a:prstGeom prst="line">
            <a:avLst/>
          </a:prstGeom>
          <a:ln w="9525" cmpd="sng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50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2852936"/>
            <a:ext cx="8420100" cy="1362075"/>
          </a:xfrm>
        </p:spPr>
        <p:txBody>
          <a:bodyPr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09120"/>
            <a:ext cx="8420100" cy="10801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E611A-1751-7C46-931A-ECAE714F5E92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9D912-52B9-434D-9B28-D10416F358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85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34120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1771650"/>
            <a:ext cx="5054084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noFill/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38C7B-9D24-A64A-B21C-8A266EADA6F8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D0DC-C5F3-194F-9E56-4AE1F77D041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57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645024"/>
            <a:ext cx="2407" cy="2664296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55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724" y="908720"/>
            <a:ext cx="5054084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632074"/>
            <a:ext cx="2011362" cy="2012950"/>
          </a:xfrm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rgbClr val="87A529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BDD8D-5686-D04B-9A44-99E54E4E89FB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623B7-B941-3444-8A02-04DF95FFF5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144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2060848"/>
            <a:ext cx="2011362" cy="2012950"/>
          </a:xfrm>
          <a:solidFill>
            <a:schemeClr val="accent1"/>
          </a:solidFill>
          <a:ln w="12700">
            <a:solidFill>
              <a:srgbClr val="87A52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222AF-7D3D-C74A-84D1-040B0E9C47C9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947520-5547-EB48-9E3D-CF85C605AB64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2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0" idx="2"/>
          </p:cNvCxnSpPr>
          <p:nvPr userDrawn="1"/>
        </p:nvCxnSpPr>
        <p:spPr>
          <a:xfrm>
            <a:off x="7758881" y="3501008"/>
            <a:ext cx="2407" cy="2808312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>
            <a:lvl1pPr>
              <a:defRPr>
                <a:solidFill>
                  <a:srgbClr val="87A52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53200" y="1488058"/>
            <a:ext cx="2011362" cy="2012950"/>
          </a:xfr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08000" tIns="108000" rIns="108000" b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Georgia"/>
                <a:cs typeface="Georgi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65434-6B3F-194B-9261-F2C835AEE536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152CE-70D9-BC47-8F81-41904687DE4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244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 userDrawn="1"/>
        </p:nvCxnSpPr>
        <p:spPr>
          <a:xfrm>
            <a:off x="7758113" y="4073525"/>
            <a:ext cx="3175" cy="2268538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2060575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940088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1771650"/>
            <a:ext cx="5079603" cy="446566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1AA5D-4117-DC42-8767-9087B666EFBF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5EF3D2-1C91-1E4C-9342-2EE3F832DB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5629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stCxn id="12" idx="2"/>
          </p:cNvCxnSpPr>
          <p:nvPr userDrawn="1"/>
        </p:nvCxnSpPr>
        <p:spPr>
          <a:xfrm>
            <a:off x="7761288" y="3501008"/>
            <a:ext cx="0" cy="2841055"/>
          </a:xfrm>
          <a:prstGeom prst="line">
            <a:avLst/>
          </a:prstGeom>
          <a:ln w="12700">
            <a:solidFill>
              <a:srgbClr val="87A529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6753225" y="1484883"/>
            <a:ext cx="2016125" cy="20161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5" y="116632"/>
            <a:ext cx="8485605" cy="7601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525" y="908720"/>
            <a:ext cx="5079603" cy="5328591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B0775-884F-014D-97CD-CFAC1EB97F57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B0EC1-6015-9E4C-92A4-40AB233061D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07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1771650"/>
            <a:ext cx="4048894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F82E0-DCC6-3B4D-916D-E7EAED9E6A79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37F0-DF90-F846-ABA0-1302F2399DB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55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8720"/>
            <a:ext cx="4062928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7056" y="908720"/>
            <a:ext cx="4048894" cy="521744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00D4E-A622-FB43-952A-26ECAC58E771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1E6BE-8E52-F942-8389-771123B341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277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933343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1771650"/>
            <a:ext cx="4062928" cy="435451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1773238"/>
            <a:ext cx="4049713" cy="43513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C629B-A50C-0445-8E68-BBB0859FBECE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FDD14F-4A84-994F-A228-E50DC0AAE8D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0635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163" y="116632"/>
            <a:ext cx="8473787" cy="7674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4088" y="906500"/>
            <a:ext cx="4062928" cy="5219669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457825" y="908720"/>
            <a:ext cx="4049713" cy="52158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DDE37-ACB5-264B-A188-F2EB6964BDAC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A35E10-CC8D-DC4B-A7C1-FEE34BC3F38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40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1772816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2492896"/>
            <a:ext cx="4068137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1772816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2492896"/>
            <a:ext cx="4071620" cy="374441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7C654-22A4-454E-BBEB-982D2A07AAE4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72E79-2DCC-0D4E-B1D4-E609E386D3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644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4088" y="908720"/>
            <a:ext cx="4068137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4088" y="1556792"/>
            <a:ext cx="4068137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48300" y="908720"/>
            <a:ext cx="4071620" cy="639762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48300" y="1556792"/>
            <a:ext cx="4071620" cy="468052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7C771-7AA4-7249-BE21-F659D49D5547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00ACD-C46A-6247-B9ED-0226EB75D5E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164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E51F6-1146-2643-8637-F0364099E70E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C2E58-1523-3A4B-9193-0DF71EE8C9A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0220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16632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30D911-13CE-8A4E-9B37-78B9A3F143CE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1744-0495-9844-9FE7-EF4F3CF89F6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041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6B0A47-A6D7-F048-BBE1-76A29F845552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29CAE-05A9-A044-A232-BEF85D6E0CA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1971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85F4-DE21-D544-A997-1A21370EF487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5FA83-759A-E348-80E3-349341B9784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6" name="Straight Connector 5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086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AB53B-45ED-0145-B634-24D485CAACE7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4D758-78BF-D04C-BDFD-E5D3C88FFD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865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524" y="949359"/>
            <a:ext cx="2824473" cy="68973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664" y="949360"/>
            <a:ext cx="5537729" cy="52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524" y="1669440"/>
            <a:ext cx="2824473" cy="456787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F75FD-D4AF-6445-ACEA-8336DA6D0CF5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1F40C-CBC7-5D4A-A593-3BD62A44736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830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236A3-D940-2C4B-AFE7-807CF8BA8BEE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6EF15-4B8E-7547-B7CE-9D6FB34334C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640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936625"/>
            <a:ext cx="5943600" cy="379094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F755A-FDCA-3844-BE8E-8CAB7C08EFED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AD4AB-3AC8-B247-9C7B-63DF4AE6D3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3949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E49EC-F0C7-1F46-A221-26A63CC849FC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F552B-A5B4-6548-94A2-F6D4B62790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601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5" y="141957"/>
            <a:ext cx="8485188" cy="7667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75" y="908720"/>
            <a:ext cx="8485188" cy="53285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ACA5E-C129-E442-B6E9-3376EC454D86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C993A-0960-8E40-BC9F-05F4340AAE6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847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52400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EB9A7-46BC-384A-982D-247DA68BE2B0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E092F-0198-C34E-A916-A08E4979440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6982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1196752"/>
            <a:ext cx="2228850" cy="49294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524" y="1196752"/>
            <a:ext cx="5991225" cy="49294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E08B1-7053-494B-9C2C-D1FDCF6FB947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A71B31-AFE1-394E-9AC0-851A462B721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8335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3" descr="UoB_MASTER_Primary-Logo_800x160px_15k_Screen@72dpi_RGB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92375"/>
            <a:ext cx="26384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7"/>
          <p:cNvSpPr>
            <a:spLocks noGrp="1"/>
          </p:cNvSpPr>
          <p:nvPr>
            <p:ph sz="quarter" idx="13"/>
          </p:nvPr>
        </p:nvSpPr>
        <p:spPr>
          <a:xfrm>
            <a:off x="1025951" y="5013176"/>
            <a:ext cx="7709488" cy="576263"/>
          </a:xfr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305300" y="3429000"/>
            <a:ext cx="1943100" cy="504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83713-ED5A-B046-A406-EF29CD277822}" type="datetime3">
              <a:rPr lang="en-GB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POWERPOINT PRESENTATION TEMPLATE GREEN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A79B0-DC01-8341-A6E5-FE1D9E2297F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cxnSp>
        <p:nvCxnSpPr>
          <p:cNvPr id="11" name="Straight Connector 10"/>
          <p:cNvCxnSpPr/>
          <p:nvPr userDrawn="1"/>
        </p:nvCxnSpPr>
        <p:spPr>
          <a:xfrm flipV="1">
            <a:off x="381000" y="820738"/>
            <a:ext cx="9148763" cy="3175"/>
          </a:xfrm>
          <a:prstGeom prst="line">
            <a:avLst/>
          </a:prstGeom>
          <a:ln>
            <a:solidFill>
              <a:srgbClr val="7F7F7F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71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31875" y="933450"/>
            <a:ext cx="8485188" cy="76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31875" y="1773238"/>
            <a:ext cx="848518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/>
          <p:cNvSpPr/>
          <p:nvPr/>
        </p:nvSpPr>
        <p:spPr bwMode="auto">
          <a:xfrm>
            <a:off x="387350" y="6340475"/>
            <a:ext cx="496888" cy="358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solidFill>
                <a:schemeClr val="bg1"/>
              </a:solidFill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864768" y="6340475"/>
            <a:ext cx="6652294" cy="358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904874" y="6340475"/>
            <a:ext cx="1959893" cy="3587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050" b="1" dirty="0">
              <a:latin typeface="Lucida Sans" panose="020B0602030504020204" pitchFamily="34" charset="0"/>
              <a:cs typeface="Lucida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4874" y="6337300"/>
            <a:ext cx="1959893" cy="365125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F1F1A1D-5A50-6948-991C-837CA57582C3}" type="datetime3">
              <a:rPr lang="en-GB" smtClean="0"/>
              <a:pPr>
                <a:defRPr/>
              </a:pPr>
              <a:t>18 September, 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vert="horz" lIns="108000" tIns="0" rIns="10800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 dirty="0"/>
              <a:t>COS7039-B: Internet of Things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Lucida Sans Unicode" panose="020B0602030504020204" pitchFamily="34" charset="0"/>
                <a:ea typeface="+mn-ea"/>
                <a:cs typeface="Lucida Sans Unicode" panose="020B0602030504020204" pitchFamily="34" charset="0"/>
              </a:defRPr>
            </a:lvl1pPr>
          </a:lstStyle>
          <a:p>
            <a:pPr>
              <a:defRPr/>
            </a:pPr>
            <a:fld id="{4C5149AA-8A9E-5444-AB41-F9FF35F082E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9" r:id="rId1"/>
    <p:sldLayoutId id="2147484190" r:id="rId2"/>
    <p:sldLayoutId id="2147484191" r:id="rId3"/>
    <p:sldLayoutId id="2147484192" r:id="rId4"/>
    <p:sldLayoutId id="2147484193" r:id="rId5"/>
    <p:sldLayoutId id="2147484194" r:id="rId6"/>
    <p:sldLayoutId id="2147484195" r:id="rId7"/>
    <p:sldLayoutId id="2147484196" r:id="rId8"/>
    <p:sldLayoutId id="2147484197" r:id="rId9"/>
    <p:sldLayoutId id="2147484198" r:id="rId10"/>
    <p:sldLayoutId id="2147484199" r:id="rId11"/>
    <p:sldLayoutId id="2147484200" r:id="rId12"/>
    <p:sldLayoutId id="2147484201" r:id="rId13"/>
    <p:sldLayoutId id="2147484202" r:id="rId14"/>
    <p:sldLayoutId id="2147484203" r:id="rId15"/>
    <p:sldLayoutId id="2147484204" r:id="rId16"/>
    <p:sldLayoutId id="2147484205" r:id="rId17"/>
    <p:sldLayoutId id="2147484206" r:id="rId18"/>
    <p:sldLayoutId id="2147484207" r:id="rId19"/>
    <p:sldLayoutId id="2147484208" r:id="rId20"/>
    <p:sldLayoutId id="2147484209" r:id="rId21"/>
    <p:sldLayoutId id="2147484210" r:id="rId22"/>
    <p:sldLayoutId id="2147484211" r:id="rId23"/>
    <p:sldLayoutId id="2147484212" r:id="rId24"/>
    <p:sldLayoutId id="2147484213" r:id="rId25"/>
    <p:sldLayoutId id="2147484214" r:id="rId26"/>
    <p:sldLayoutId id="2147484215" r:id="rId27"/>
    <p:sldLayoutId id="2147484216" r:id="rId28"/>
    <p:sldLayoutId id="2147484217" r:id="rId29"/>
    <p:sldLayoutId id="2147484218" r:id="rId30"/>
    <p:sldLayoutId id="2147484219" r:id="rId31"/>
    <p:sldLayoutId id="2147484220" r:id="rId32"/>
    <p:sldLayoutId id="2147484221" r:id="rId33"/>
    <p:sldLayoutId id="2147484222" r:id="rId34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rgbClr val="87A529"/>
          </a:solidFill>
          <a:latin typeface="Georgia" panose="02040502050405020303" pitchFamily="18" charset="0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87A529"/>
          </a:solidFill>
          <a:latin typeface="Georgia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693B68"/>
          </a:solidFill>
          <a:latin typeface="Georgia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Lucida Sans Unicode" panose="020B0602030504020204" pitchFamily="34" charset="0"/>
          <a:ea typeface="ＭＳ Ｐゴシック" charset="0"/>
          <a:cs typeface="Lucida Sans Unicode" panose="020B0602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adford.ac.uk/staff/skabir2" TargetMode="External"/><Relationship Id="rId2" Type="http://schemas.openxmlformats.org/officeDocument/2006/relationships/hyperlink" Target="mailto:s.kabir2@Bradford.ac.u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muelotiattakorah/healthcare-no-show-appointment-data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hyperlink" Target="https://unibradfordac.sharepoint.com/sites/registry-and-student-admin-intranet/SitePages/Extenuating-Circumstances.aspx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276312" y="1917112"/>
            <a:ext cx="3143788" cy="2520000"/>
          </a:xfrm>
          <a:prstGeom prst="rect">
            <a:avLst/>
          </a:prstGeom>
          <a:noFill/>
          <a:ln w="12700">
            <a:solidFill>
              <a:srgbClr val="87A529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25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Large Scale Data Driven Applications</a:t>
            </a:r>
          </a:p>
        </p:txBody>
      </p:sp>
      <p:pic>
        <p:nvPicPr>
          <p:cNvPr id="8" name="Picture Placeholder 7" descr="A picture containing sitting, large, ride, white&#10;&#10;Description automatically generated">
            <a:extLst>
              <a:ext uri="{FF2B5EF4-FFF2-40B4-BE49-F238E27FC236}">
                <a16:creationId xmlns:a16="http://schemas.microsoft.com/office/drawing/2014/main" id="{87EED139-1016-44E1-8501-F6FBB1F754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6" r="16676"/>
          <a:stretch>
            <a:fillRect/>
          </a:stretch>
        </p:blipFill>
        <p:spPr>
          <a:xfrm>
            <a:off x="2108200" y="1917700"/>
            <a:ext cx="2519363" cy="2519363"/>
          </a:xfr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2A7F24C1-BF6E-43D8-A57F-60FFBF172E5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485900" y="4869160"/>
            <a:ext cx="6934200" cy="62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anchor="ctr">
            <a:normAutofit/>
          </a:bodyPr>
          <a:lstStyle/>
          <a:p>
            <a:r>
              <a:rPr lang="en-GB" sz="3200" dirty="0">
                <a:latin typeface="Helvetica" panose="020B0604020202020204" pitchFamily="34" charset="0"/>
                <a:ea typeface="Verdana" panose="020B0604030504040204" pitchFamily="34" charset="0"/>
                <a:cs typeface="Helvetica" panose="020B0604020202020204" pitchFamily="34" charset="0"/>
              </a:rPr>
              <a:t>COS6009-B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2864768" y="6337300"/>
            <a:ext cx="6645945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377825" y="6337300"/>
            <a:ext cx="514350" cy="3651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5DF220EC-324F-0142-ADB7-E82420EFE078}" type="slidenum">
              <a:rPr lang="en-GB" smtClean="0"/>
              <a:pPr>
                <a:spcAft>
                  <a:spcPts val="600"/>
                </a:spcAft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56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D453-4D7B-47BF-AED4-27D56C364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17" y="2969"/>
            <a:ext cx="5400600" cy="780762"/>
          </a:xfrm>
        </p:spPr>
        <p:txBody>
          <a:bodyPr/>
          <a:lstStyle/>
          <a:p>
            <a:r>
              <a:rPr lang="en-GB" sz="3200" dirty="0"/>
              <a:t>The module team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92175" y="1196169"/>
            <a:ext cx="8485605" cy="4465662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Dr Sohag Kabir (Module Leader)</a:t>
            </a:r>
          </a:p>
          <a:p>
            <a:pPr marL="0" indent="0">
              <a:buNone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Office: Horton D4.07</a:t>
            </a:r>
          </a:p>
          <a:p>
            <a:pPr marL="0" indent="0">
              <a:buNone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Email: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s.kabir2@bradford.ac.uk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Research Interests: artificial intelligence, autonomous systems, safety and reliability analysis, Internet of Things</a:t>
            </a:r>
          </a:p>
          <a:p>
            <a:pPr marL="0" indent="0">
              <a:buNone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Weblink: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https://www.bradford.ac.uk/staff/skabir2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0" indent="0">
              <a:lnSpc>
                <a:spcPct val="170000"/>
              </a:lnSpc>
              <a:buNone/>
            </a:pP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endParaRPr lang="en-GB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2B76-0D3D-4667-8BB1-AEF252C08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410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B774-9001-449E-924A-4229028B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849" y="254874"/>
            <a:ext cx="5176536" cy="410840"/>
          </a:xfrm>
        </p:spPr>
        <p:txBody>
          <a:bodyPr/>
          <a:lstStyle/>
          <a:p>
            <a:r>
              <a:rPr lang="en-GB" sz="3200" dirty="0"/>
              <a:t>Module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CF01-04B5-406F-ADB3-2AFFF21F7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33" y="1213301"/>
            <a:ext cx="5176536" cy="403244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20 Credit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How will it be delivered?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1 hr lecture + 1 hr lab + 1 hr tutorial per week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Directed Study: 164 hrs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All learning materials and supporting information on Canvas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Announcements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Discussions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Reading list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Learning materials do not cover everything in depth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latin typeface="Helvetica" panose="020B0604020202020204" pitchFamily="34" charset="0"/>
                <a:cs typeface="Helvetica" panose="020B0604020202020204" pitchFamily="34" charset="0"/>
              </a:rPr>
              <a:t>Use references, reading list and other resources!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GB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GB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E085-F988-453C-BF14-17CAB683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2" y="1281561"/>
            <a:ext cx="4300187" cy="450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9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B774-9001-449E-924A-4229028B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808" y="241794"/>
            <a:ext cx="8485605" cy="410840"/>
          </a:xfrm>
        </p:spPr>
        <p:txBody>
          <a:bodyPr/>
          <a:lstStyle/>
          <a:p>
            <a:r>
              <a:rPr lang="en-GB" sz="3200" dirty="0"/>
              <a:t>Module Aims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E085-F988-453C-BF14-17CAB683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8" name="Text Box 57"/>
          <p:cNvSpPr txBox="1">
            <a:spLocks noChangeArrowheads="1"/>
          </p:cNvSpPr>
          <p:nvPr/>
        </p:nvSpPr>
        <p:spPr bwMode="auto">
          <a:xfrm>
            <a:off x="289148" y="908720"/>
            <a:ext cx="932770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GB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main aims of this module are to:</a:t>
            </a:r>
          </a:p>
          <a:p>
            <a:pPr>
              <a:defRPr/>
            </a:pPr>
            <a:endParaRPr lang="en-GB" alt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Develop a strong understanding of both theoretical frameworks and practical implementation strategies for large-scale data-driven applications.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GB" alt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Explore advanced database design, including features supported by modern Database Management Systems (DBMS).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GB" alt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Build the capability to create scalable, secure, and efficient data-driven solutions that can handle large volumes of data.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GB" altLang="en-US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200" dirty="0">
                <a:latin typeface="Helvetica" panose="020B0604020202020204" pitchFamily="34" charset="0"/>
                <a:cs typeface="Helvetica" panose="020B0604020202020204" pitchFamily="34" charset="0"/>
              </a:rPr>
              <a:t>Examine issues related to big data, including service-oriented architectures, service organisation, and supporting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49088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DAD3-1E36-4CAD-94D1-E06B348A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17" y="168749"/>
            <a:ext cx="6408712" cy="410840"/>
          </a:xfrm>
        </p:spPr>
        <p:txBody>
          <a:bodyPr/>
          <a:lstStyle/>
          <a:p>
            <a:r>
              <a:rPr lang="en-GB" sz="3200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29499-4F36-4E83-817C-E10C4F24E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36" y="908720"/>
            <a:ext cx="9156328" cy="4267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i="1" dirty="0">
                <a:solidFill>
                  <a:srgbClr val="0033CC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On successful completion of this module, students should be able to...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CAD5CDD0-B006-4760-0AE9-D782EB4869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488287"/>
              </p:ext>
            </p:extLst>
          </p:nvPr>
        </p:nvGraphicFramePr>
        <p:xfrm>
          <a:off x="924212" y="1638875"/>
          <a:ext cx="8277260" cy="4526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140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C7010EC3-BD81-4246-A6D2-76491C82C1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DE075C74-E499-4006-ACF0-22F0D0A1C9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C2F623F0-420F-469F-8FE1-33A0101181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D07932DA-1030-4241-9C0E-FC7524EB61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178BFEFA-229C-4990-BDAE-AF3558ED8E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8B26B510-DA36-4270-AB92-E1AF960E4F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DAD3-1E36-4CAD-94D1-E06B348A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809" y="182926"/>
            <a:ext cx="6192688" cy="410840"/>
          </a:xfrm>
        </p:spPr>
        <p:txBody>
          <a:bodyPr/>
          <a:lstStyle/>
          <a:p>
            <a:r>
              <a:rPr lang="en-GB" sz="3200" dirty="0"/>
              <a:t>Sources of Large Scale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7" name="Add-in 26">
                <a:extLst>
                  <a:ext uri="{FF2B5EF4-FFF2-40B4-BE49-F238E27FC236}">
                    <a16:creationId xmlns:a16="http://schemas.microsoft.com/office/drawing/2014/main" id="{FACBFDC2-D785-7863-1171-77C1310CB2D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6750" y="1017269"/>
              <a:ext cx="8572500" cy="48234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7" name="Add-in 26">
                <a:extLst>
                  <a:ext uri="{FF2B5EF4-FFF2-40B4-BE49-F238E27FC236}">
                    <a16:creationId xmlns:a16="http://schemas.microsoft.com/office/drawing/2014/main" id="{FACBFDC2-D785-7863-1171-77C1310CB2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750" y="1017269"/>
                <a:ext cx="8572500" cy="48234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026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DAD3-1E36-4CAD-94D1-E06B348A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809" y="182926"/>
            <a:ext cx="6192688" cy="410840"/>
          </a:xfrm>
        </p:spPr>
        <p:txBody>
          <a:bodyPr/>
          <a:lstStyle/>
          <a:p>
            <a:r>
              <a:rPr lang="en-GB" sz="3200" dirty="0"/>
              <a:t>Sources of Large Scale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pic>
        <p:nvPicPr>
          <p:cNvPr id="1026" name="Picture 2" descr="Premium Vector | Popular social media icons">
            <a:extLst>
              <a:ext uri="{FF2B5EF4-FFF2-40B4-BE49-F238E27FC236}">
                <a16:creationId xmlns:a16="http://schemas.microsoft.com/office/drawing/2014/main" id="{78323CF5-4D28-F066-615D-7D4742318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20" y="1323102"/>
            <a:ext cx="2328028" cy="218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15">
            <a:extLst>
              <a:ext uri="{FF2B5EF4-FFF2-40B4-BE49-F238E27FC236}">
                <a16:creationId xmlns:a16="http://schemas.microsoft.com/office/drawing/2014/main" id="{E67C3D7F-1592-4B51-DE14-8B40F807CCBE}"/>
              </a:ext>
            </a:extLst>
          </p:cNvPr>
          <p:cNvSpPr txBox="1"/>
          <p:nvPr/>
        </p:nvSpPr>
        <p:spPr>
          <a:xfrm>
            <a:off x="335360" y="3531893"/>
            <a:ext cx="2545643" cy="509497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8">
              <a:spcBef>
                <a:spcPts val="95"/>
              </a:spcBef>
            </a:pPr>
            <a:r>
              <a:rPr sz="1616" b="1" spc="-5" dirty="0">
                <a:solidFill>
                  <a:srgbClr val="800000"/>
                </a:solidFill>
                <a:latin typeface="Calisto MT"/>
                <a:cs typeface="Calisto MT"/>
              </a:rPr>
              <a:t>Social </a:t>
            </a:r>
            <a:r>
              <a:rPr sz="1616" b="1" spc="-10" dirty="0">
                <a:solidFill>
                  <a:srgbClr val="800000"/>
                </a:solidFill>
                <a:latin typeface="Calisto MT"/>
                <a:cs typeface="Calisto MT"/>
              </a:rPr>
              <a:t>media and</a:t>
            </a:r>
            <a:r>
              <a:rPr sz="1616" b="1" spc="25" dirty="0">
                <a:solidFill>
                  <a:srgbClr val="800000"/>
                </a:solidFill>
                <a:latin typeface="Calisto MT"/>
                <a:cs typeface="Calisto MT"/>
              </a:rPr>
              <a:t> </a:t>
            </a:r>
            <a:r>
              <a:rPr sz="1616" b="1" spc="-10" dirty="0">
                <a:solidFill>
                  <a:srgbClr val="800000"/>
                </a:solidFill>
                <a:latin typeface="Calisto MT"/>
                <a:cs typeface="Calisto MT"/>
              </a:rPr>
              <a:t>networks</a:t>
            </a:r>
            <a:endParaRPr sz="1616" dirty="0">
              <a:latin typeface="Calisto MT"/>
              <a:cs typeface="Calisto MT"/>
            </a:endParaRPr>
          </a:p>
          <a:p>
            <a:pPr marL="12698"/>
            <a:r>
              <a:rPr sz="1616" spc="-10" dirty="0">
                <a:latin typeface="Calisto MT"/>
                <a:cs typeface="Calisto MT"/>
              </a:rPr>
              <a:t>(all </a:t>
            </a:r>
            <a:r>
              <a:rPr sz="1616" spc="-5" dirty="0">
                <a:latin typeface="Calisto MT"/>
                <a:cs typeface="Calisto MT"/>
              </a:rPr>
              <a:t>of us </a:t>
            </a:r>
            <a:r>
              <a:rPr sz="1616" spc="-10" dirty="0">
                <a:latin typeface="Calisto MT"/>
                <a:cs typeface="Calisto MT"/>
              </a:rPr>
              <a:t>are generating</a:t>
            </a:r>
            <a:r>
              <a:rPr sz="1616" spc="-150" dirty="0">
                <a:latin typeface="Calisto MT"/>
                <a:cs typeface="Calisto MT"/>
              </a:rPr>
              <a:t> </a:t>
            </a:r>
            <a:r>
              <a:rPr sz="1616" spc="-5" dirty="0">
                <a:latin typeface="Calisto MT"/>
                <a:cs typeface="Calisto MT"/>
              </a:rPr>
              <a:t>data)</a:t>
            </a:r>
            <a:endParaRPr sz="1616" dirty="0">
              <a:latin typeface="Calisto MT"/>
              <a:cs typeface="Calisto MT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89401D-9EB8-B47B-0561-515E6F904FC4}"/>
              </a:ext>
            </a:extLst>
          </p:cNvPr>
          <p:cNvGrpSpPr/>
          <p:nvPr/>
        </p:nvGrpSpPr>
        <p:grpSpPr>
          <a:xfrm>
            <a:off x="3224809" y="832448"/>
            <a:ext cx="3001764" cy="2673645"/>
            <a:chOff x="3327527" y="679739"/>
            <a:chExt cx="3001764" cy="2673645"/>
          </a:xfrm>
        </p:grpSpPr>
        <p:sp>
          <p:nvSpPr>
            <p:cNvPr id="11" name="object 16">
              <a:extLst>
                <a:ext uri="{FF2B5EF4-FFF2-40B4-BE49-F238E27FC236}">
                  <a16:creationId xmlns:a16="http://schemas.microsoft.com/office/drawing/2014/main" id="{B6776BDC-2FC2-84FF-302C-91CF921D9A4A}"/>
                </a:ext>
              </a:extLst>
            </p:cNvPr>
            <p:cNvSpPr/>
            <p:nvPr/>
          </p:nvSpPr>
          <p:spPr>
            <a:xfrm>
              <a:off x="3340515" y="907907"/>
              <a:ext cx="2232248" cy="11306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881"/>
            </a:p>
          </p:txBody>
        </p:sp>
        <p:sp>
          <p:nvSpPr>
            <p:cNvPr id="12" name="object 17">
              <a:extLst>
                <a:ext uri="{FF2B5EF4-FFF2-40B4-BE49-F238E27FC236}">
                  <a16:creationId xmlns:a16="http://schemas.microsoft.com/office/drawing/2014/main" id="{EA6C3882-F024-604B-5CD3-4FAA18EF815F}"/>
                </a:ext>
              </a:extLst>
            </p:cNvPr>
            <p:cNvSpPr/>
            <p:nvPr/>
          </p:nvSpPr>
          <p:spPr>
            <a:xfrm>
              <a:off x="5662925" y="679739"/>
              <a:ext cx="666366" cy="138290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881"/>
            </a:p>
          </p:txBody>
        </p:sp>
        <p:sp>
          <p:nvSpPr>
            <p:cNvPr id="13" name="object 18">
              <a:extLst>
                <a:ext uri="{FF2B5EF4-FFF2-40B4-BE49-F238E27FC236}">
                  <a16:creationId xmlns:a16="http://schemas.microsoft.com/office/drawing/2014/main" id="{3A48594D-5476-129F-E384-34C7F6296961}"/>
                </a:ext>
              </a:extLst>
            </p:cNvPr>
            <p:cNvSpPr/>
            <p:nvPr/>
          </p:nvSpPr>
          <p:spPr>
            <a:xfrm>
              <a:off x="3327527" y="2047997"/>
              <a:ext cx="2224580" cy="130538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881"/>
            </a:p>
          </p:txBody>
        </p:sp>
      </p:grpSp>
      <p:sp>
        <p:nvSpPr>
          <p:cNvPr id="14" name="object 19">
            <a:extLst>
              <a:ext uri="{FF2B5EF4-FFF2-40B4-BE49-F238E27FC236}">
                <a16:creationId xmlns:a16="http://schemas.microsoft.com/office/drawing/2014/main" id="{20ED7C63-7FE2-E2FF-1786-8F6A3A0C56DD}"/>
              </a:ext>
            </a:extLst>
          </p:cNvPr>
          <p:cNvSpPr txBox="1"/>
          <p:nvPr/>
        </p:nvSpPr>
        <p:spPr>
          <a:xfrm>
            <a:off x="3350442" y="3508667"/>
            <a:ext cx="3225993" cy="509497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8">
              <a:spcBef>
                <a:spcPts val="95"/>
              </a:spcBef>
            </a:pPr>
            <a:r>
              <a:rPr sz="1616" b="1" spc="-10" dirty="0">
                <a:solidFill>
                  <a:srgbClr val="800000"/>
                </a:solidFill>
                <a:latin typeface="Calisto MT"/>
                <a:cs typeface="Calisto MT"/>
              </a:rPr>
              <a:t>Scientific</a:t>
            </a:r>
            <a:r>
              <a:rPr sz="1616" b="1" spc="-5" dirty="0">
                <a:solidFill>
                  <a:srgbClr val="800000"/>
                </a:solidFill>
                <a:latin typeface="Calisto MT"/>
                <a:cs typeface="Calisto MT"/>
              </a:rPr>
              <a:t> </a:t>
            </a:r>
            <a:r>
              <a:rPr sz="1616" b="1" dirty="0">
                <a:solidFill>
                  <a:srgbClr val="800000"/>
                </a:solidFill>
                <a:latin typeface="Calisto MT"/>
                <a:cs typeface="Calisto MT"/>
              </a:rPr>
              <a:t>instruments</a:t>
            </a:r>
            <a:endParaRPr sz="1616" dirty="0">
              <a:latin typeface="Calisto MT"/>
              <a:cs typeface="Calisto MT"/>
            </a:endParaRPr>
          </a:p>
          <a:p>
            <a:pPr marL="12698"/>
            <a:r>
              <a:rPr sz="1616" spc="-5" dirty="0">
                <a:latin typeface="Calisto MT"/>
                <a:cs typeface="Calisto MT"/>
              </a:rPr>
              <a:t>(collecting all </a:t>
            </a:r>
            <a:r>
              <a:rPr sz="1616" dirty="0">
                <a:latin typeface="Calisto MT"/>
                <a:cs typeface="Calisto MT"/>
              </a:rPr>
              <a:t>sorts </a:t>
            </a:r>
            <a:r>
              <a:rPr sz="1616" spc="-5" dirty="0">
                <a:latin typeface="Calisto MT"/>
                <a:cs typeface="Calisto MT"/>
              </a:rPr>
              <a:t>of</a:t>
            </a:r>
            <a:r>
              <a:rPr sz="1616" spc="165" dirty="0">
                <a:latin typeface="Calisto MT"/>
                <a:cs typeface="Calisto MT"/>
              </a:rPr>
              <a:t> </a:t>
            </a:r>
            <a:r>
              <a:rPr sz="1616" spc="-5" dirty="0">
                <a:latin typeface="Calisto MT"/>
                <a:cs typeface="Calisto MT"/>
              </a:rPr>
              <a:t>data)</a:t>
            </a:r>
            <a:endParaRPr sz="1616" dirty="0">
              <a:latin typeface="Calisto MT"/>
              <a:cs typeface="Calisto MT"/>
            </a:endParaRPr>
          </a:p>
        </p:txBody>
      </p:sp>
      <p:sp>
        <p:nvSpPr>
          <p:cNvPr id="15" name="object 20">
            <a:extLst>
              <a:ext uri="{FF2B5EF4-FFF2-40B4-BE49-F238E27FC236}">
                <a16:creationId xmlns:a16="http://schemas.microsoft.com/office/drawing/2014/main" id="{A2041B4F-2E27-694B-227B-8415A108C521}"/>
              </a:ext>
            </a:extLst>
          </p:cNvPr>
          <p:cNvSpPr/>
          <p:nvPr/>
        </p:nvSpPr>
        <p:spPr>
          <a:xfrm>
            <a:off x="7101077" y="878084"/>
            <a:ext cx="2160240" cy="108593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81"/>
          </a:p>
        </p:txBody>
      </p:sp>
      <p:sp>
        <p:nvSpPr>
          <p:cNvPr id="16" name="object 21">
            <a:extLst>
              <a:ext uri="{FF2B5EF4-FFF2-40B4-BE49-F238E27FC236}">
                <a16:creationId xmlns:a16="http://schemas.microsoft.com/office/drawing/2014/main" id="{9B49B2EE-C37C-49FB-1E06-F921B609926F}"/>
              </a:ext>
            </a:extLst>
          </p:cNvPr>
          <p:cNvSpPr txBox="1"/>
          <p:nvPr/>
        </p:nvSpPr>
        <p:spPr>
          <a:xfrm>
            <a:off x="6983695" y="1923742"/>
            <a:ext cx="2773602" cy="509497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8">
              <a:spcBef>
                <a:spcPts val="95"/>
              </a:spcBef>
            </a:pPr>
            <a:r>
              <a:rPr sz="1616" b="1" spc="-10" dirty="0">
                <a:solidFill>
                  <a:srgbClr val="800000"/>
                </a:solidFill>
                <a:latin typeface="Calisto MT"/>
                <a:cs typeface="Calisto MT"/>
              </a:rPr>
              <a:t>Mobile</a:t>
            </a:r>
            <a:r>
              <a:rPr sz="1616" b="1" spc="15" dirty="0">
                <a:solidFill>
                  <a:srgbClr val="800000"/>
                </a:solidFill>
                <a:latin typeface="Calisto MT"/>
                <a:cs typeface="Calisto MT"/>
              </a:rPr>
              <a:t> </a:t>
            </a:r>
            <a:r>
              <a:rPr sz="1616" b="1" spc="-15" dirty="0">
                <a:solidFill>
                  <a:srgbClr val="800000"/>
                </a:solidFill>
                <a:latin typeface="Calisto MT"/>
                <a:cs typeface="Calisto MT"/>
              </a:rPr>
              <a:t>devices</a:t>
            </a:r>
            <a:endParaRPr sz="1616" dirty="0">
              <a:latin typeface="Calisto MT"/>
              <a:cs typeface="Calisto MT"/>
            </a:endParaRPr>
          </a:p>
          <a:p>
            <a:pPr marL="12698"/>
            <a:r>
              <a:rPr sz="1616" spc="-10" dirty="0">
                <a:latin typeface="Calisto MT"/>
                <a:cs typeface="Calisto MT"/>
              </a:rPr>
              <a:t>(tracking </a:t>
            </a:r>
            <a:r>
              <a:rPr sz="1616" spc="-5" dirty="0">
                <a:latin typeface="Calisto MT"/>
                <a:cs typeface="Calisto MT"/>
              </a:rPr>
              <a:t>all objects all </a:t>
            </a:r>
            <a:r>
              <a:rPr sz="1616" spc="-10" dirty="0">
                <a:latin typeface="Calisto MT"/>
                <a:cs typeface="Calisto MT"/>
              </a:rPr>
              <a:t>the</a:t>
            </a:r>
            <a:r>
              <a:rPr sz="1616" spc="65" dirty="0">
                <a:latin typeface="Calisto MT"/>
                <a:cs typeface="Calisto MT"/>
              </a:rPr>
              <a:t> </a:t>
            </a:r>
            <a:r>
              <a:rPr sz="1616" spc="-10" dirty="0">
                <a:latin typeface="Calisto MT"/>
                <a:cs typeface="Calisto MT"/>
              </a:rPr>
              <a:t>time)</a:t>
            </a:r>
            <a:endParaRPr sz="1616" dirty="0">
              <a:latin typeface="Calisto MT"/>
              <a:cs typeface="Calisto MT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A2D9C2-B606-A363-E5CB-512BD6C60608}"/>
              </a:ext>
            </a:extLst>
          </p:cNvPr>
          <p:cNvGrpSpPr/>
          <p:nvPr/>
        </p:nvGrpSpPr>
        <p:grpSpPr>
          <a:xfrm>
            <a:off x="6945454" y="2433239"/>
            <a:ext cx="2609740" cy="1159016"/>
            <a:chOff x="7129931" y="2370646"/>
            <a:chExt cx="2609740" cy="1159016"/>
          </a:xfrm>
        </p:grpSpPr>
        <p:sp>
          <p:nvSpPr>
            <p:cNvPr id="17" name="object 22">
              <a:extLst>
                <a:ext uri="{FF2B5EF4-FFF2-40B4-BE49-F238E27FC236}">
                  <a16:creationId xmlns:a16="http://schemas.microsoft.com/office/drawing/2014/main" id="{8CE033DF-72D9-BBCF-170E-82877563EAB5}"/>
                </a:ext>
              </a:extLst>
            </p:cNvPr>
            <p:cNvSpPr/>
            <p:nvPr/>
          </p:nvSpPr>
          <p:spPr>
            <a:xfrm>
              <a:off x="7129931" y="2370646"/>
              <a:ext cx="1247703" cy="113802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881" dirty="0"/>
            </a:p>
          </p:txBody>
        </p:sp>
        <p:sp>
          <p:nvSpPr>
            <p:cNvPr id="18" name="object 23">
              <a:extLst>
                <a:ext uri="{FF2B5EF4-FFF2-40B4-BE49-F238E27FC236}">
                  <a16:creationId xmlns:a16="http://schemas.microsoft.com/office/drawing/2014/main" id="{87BAD49D-B2B6-D5B1-21F1-D395C7A0DA2D}"/>
                </a:ext>
              </a:extLst>
            </p:cNvPr>
            <p:cNvSpPr/>
            <p:nvPr/>
          </p:nvSpPr>
          <p:spPr>
            <a:xfrm>
              <a:off x="8446604" y="2418412"/>
              <a:ext cx="1293067" cy="111125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881"/>
            </a:p>
          </p:txBody>
        </p:sp>
      </p:grpSp>
      <p:sp>
        <p:nvSpPr>
          <p:cNvPr id="19" name="object 24">
            <a:extLst>
              <a:ext uri="{FF2B5EF4-FFF2-40B4-BE49-F238E27FC236}">
                <a16:creationId xmlns:a16="http://schemas.microsoft.com/office/drawing/2014/main" id="{DE453004-A99B-1063-ADB5-F26EAAD74331}"/>
              </a:ext>
            </a:extLst>
          </p:cNvPr>
          <p:cNvSpPr txBox="1"/>
          <p:nvPr/>
        </p:nvSpPr>
        <p:spPr>
          <a:xfrm>
            <a:off x="6805796" y="3571260"/>
            <a:ext cx="2912662" cy="509497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698">
              <a:spcBef>
                <a:spcPts val="95"/>
              </a:spcBef>
            </a:pPr>
            <a:r>
              <a:rPr sz="1616" b="1" spc="-5" dirty="0">
                <a:solidFill>
                  <a:srgbClr val="800000"/>
                </a:solidFill>
                <a:latin typeface="Calisto MT"/>
                <a:cs typeface="Calisto MT"/>
              </a:rPr>
              <a:t>Sensor technology </a:t>
            </a:r>
            <a:r>
              <a:rPr sz="1616" b="1" spc="-10" dirty="0">
                <a:solidFill>
                  <a:srgbClr val="800000"/>
                </a:solidFill>
                <a:latin typeface="Calisto MT"/>
                <a:cs typeface="Calisto MT"/>
              </a:rPr>
              <a:t>and</a:t>
            </a:r>
            <a:r>
              <a:rPr sz="1616" b="1" spc="55" dirty="0">
                <a:solidFill>
                  <a:srgbClr val="800000"/>
                </a:solidFill>
                <a:latin typeface="Calisto MT"/>
                <a:cs typeface="Calisto MT"/>
              </a:rPr>
              <a:t> </a:t>
            </a:r>
            <a:r>
              <a:rPr sz="1616" b="1" spc="-10" dirty="0">
                <a:solidFill>
                  <a:srgbClr val="800000"/>
                </a:solidFill>
                <a:latin typeface="Calisto MT"/>
                <a:cs typeface="Calisto MT"/>
              </a:rPr>
              <a:t>networks</a:t>
            </a:r>
            <a:endParaRPr sz="1616" dirty="0">
              <a:latin typeface="Calisto MT"/>
              <a:cs typeface="Calisto MT"/>
            </a:endParaRPr>
          </a:p>
          <a:p>
            <a:pPr marL="12698"/>
            <a:r>
              <a:rPr sz="1616" spc="-10" dirty="0">
                <a:latin typeface="Calisto MT"/>
                <a:cs typeface="Calisto MT"/>
              </a:rPr>
              <a:t>(measuring </a:t>
            </a:r>
            <a:r>
              <a:rPr sz="1616" spc="-5" dirty="0">
                <a:latin typeface="Calisto MT"/>
                <a:cs typeface="Calisto MT"/>
              </a:rPr>
              <a:t>all kinds of</a:t>
            </a:r>
            <a:r>
              <a:rPr sz="1616" spc="240" dirty="0">
                <a:latin typeface="Calisto MT"/>
                <a:cs typeface="Calisto MT"/>
              </a:rPr>
              <a:t> </a:t>
            </a:r>
            <a:r>
              <a:rPr sz="1616" spc="-5" dirty="0">
                <a:latin typeface="Calisto MT"/>
                <a:cs typeface="Calisto MT"/>
              </a:rPr>
              <a:t>data)</a:t>
            </a:r>
            <a:endParaRPr sz="1616" dirty="0">
              <a:latin typeface="Calisto MT"/>
              <a:cs typeface="Calisto M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FDA70-62FA-F9CE-4182-C96F3574C5BC}"/>
              </a:ext>
            </a:extLst>
          </p:cNvPr>
          <p:cNvSpPr txBox="1"/>
          <p:nvPr/>
        </p:nvSpPr>
        <p:spPr>
          <a:xfrm>
            <a:off x="490537" y="4157093"/>
            <a:ext cx="50250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Every minute</a:t>
            </a: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500 hours of video uploaded to YouTube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347k stories posted on Instagram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6 million Google searches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Terabytes of healthcare sensor and satellite data generated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F082CD-D5B5-0F61-64F1-AF6FD1B52F67}"/>
              </a:ext>
            </a:extLst>
          </p:cNvPr>
          <p:cNvSpPr txBox="1"/>
          <p:nvPr/>
        </p:nvSpPr>
        <p:spPr>
          <a:xfrm>
            <a:off x="6042231" y="4091193"/>
            <a:ext cx="37106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These systems must: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Store petabytes safely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Process them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Helvetica" panose="020B0604020202020204" pitchFamily="34" charset="0"/>
                <a:cs typeface="Helvetica" panose="020B0604020202020204" pitchFamily="34" charset="0"/>
              </a:rPr>
              <a:t>Make decisions in milliseconds (recommendations, fraud detection, navigation, etc.)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999A56-CEE5-897C-F577-D4E3BF3BE962}"/>
              </a:ext>
            </a:extLst>
          </p:cNvPr>
          <p:cNvSpPr txBox="1"/>
          <p:nvPr/>
        </p:nvSpPr>
        <p:spPr>
          <a:xfrm>
            <a:off x="238096" y="5852818"/>
            <a:ext cx="9480362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r>
              <a:rPr lang="en-GB" i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How do we design and scale systems to handle this much data… reliably and intelligently?</a:t>
            </a:r>
          </a:p>
        </p:txBody>
      </p:sp>
    </p:spTree>
    <p:extLst>
      <p:ext uri="{BB962C8B-B14F-4D97-AF65-F5344CB8AC3E}">
        <p14:creationId xmlns:p14="http://schemas.microsoft.com/office/powerpoint/2010/main" val="347019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/>
      <p:bldP spid="19" grpId="0"/>
      <p:bldP spid="4" grpId="0"/>
      <p:bldP spid="10" grpId="0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DAD3-1E36-4CAD-94D1-E06B348A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809" y="260648"/>
            <a:ext cx="5976664" cy="410840"/>
          </a:xfrm>
        </p:spPr>
        <p:txBody>
          <a:bodyPr/>
          <a:lstStyle/>
          <a:p>
            <a:r>
              <a:rPr lang="en-GB" sz="3200" dirty="0"/>
              <a:t>What is this module about?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48564" y="1052736"/>
            <a:ext cx="9345612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Char char="u"/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Char char="u"/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CC3300"/>
              </a:buClr>
              <a:buSzPct val="100000"/>
              <a:buFont typeface="Wingdings" panose="05000000000000000000" pitchFamily="2" charset="2"/>
              <a:buChar char="u"/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u"/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u"/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u"/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SzPct val="100000"/>
              <a:buFont typeface="Wingdings" panose="05000000000000000000" pitchFamily="2" charset="2"/>
              <a:buChar char="u"/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342900" indent="-3429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GB" altLang="en-US" sz="2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Discuss </a:t>
            </a:r>
            <a:r>
              <a:rPr lang="en-GB" altLang="en-US" sz="22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fundamentals of Big Data Management</a:t>
            </a:r>
          </a:p>
          <a:p>
            <a:pPr marL="1085850" lvl="1" indent="-34290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How to design SQL/NoSQL databases, query databases, build applications with them.</a:t>
            </a:r>
          </a:p>
          <a:p>
            <a:pPr marL="1085850" lvl="1" indent="-34290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How to debug them when they go wrong!</a:t>
            </a:r>
          </a:p>
          <a:p>
            <a:pPr marL="1085850" lvl="1" indent="-34290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200" u="sng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n-GB" altLang="en-US" sz="2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how to be a DBA or how to tune the database.</a:t>
            </a:r>
          </a:p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altLang="en-US" sz="220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GB" altLang="en-US" sz="2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We’ll cover </a:t>
            </a:r>
            <a:r>
              <a:rPr lang="en-GB" altLang="en-US" sz="22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how database management systems work</a:t>
            </a:r>
          </a:p>
          <a:p>
            <a:pPr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altLang="en-US" sz="220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 eaLnBrk="0" hangingPunct="0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GB" altLang="en-US" sz="2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 some (but not all of) </a:t>
            </a:r>
            <a:r>
              <a:rPr lang="en-GB" altLang="en-US" sz="2200" b="1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principles of how to build </a:t>
            </a:r>
            <a:r>
              <a:rPr lang="en-GB" altLang="en-US" sz="22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</a:p>
        </p:txBody>
      </p:sp>
    </p:spTree>
    <p:extLst>
      <p:ext uri="{BB962C8B-B14F-4D97-AF65-F5344CB8AC3E}">
        <p14:creationId xmlns:p14="http://schemas.microsoft.com/office/powerpoint/2010/main" val="161335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B774-9001-449E-924A-4229028B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793" y="155575"/>
            <a:ext cx="6768752" cy="410840"/>
          </a:xfrm>
        </p:spPr>
        <p:txBody>
          <a:bodyPr/>
          <a:lstStyle/>
          <a:p>
            <a:r>
              <a:rPr lang="en-GB" sz="2600" dirty="0"/>
              <a:t>Why should I learn/study this module?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E085-F988-453C-BF14-17CAB683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03CE51C8-EFE9-9CA3-3AAB-CF0A5302326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66750" y="1017269"/>
              <a:ext cx="8572500" cy="48234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03CE51C8-EFE9-9CA3-3AAB-CF0A530232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750" y="1017269"/>
                <a:ext cx="8572500" cy="48234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299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B774-9001-449E-924A-4229028B4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793" y="155575"/>
            <a:ext cx="6768752" cy="410840"/>
          </a:xfrm>
        </p:spPr>
        <p:txBody>
          <a:bodyPr/>
          <a:lstStyle/>
          <a:p>
            <a:r>
              <a:rPr lang="en-GB" sz="2600" dirty="0"/>
              <a:t>Why should I learn/study this module?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AE085-F988-453C-BF14-17CAB683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8" name="Text Box 57"/>
          <p:cNvSpPr txBox="1">
            <a:spLocks noChangeArrowheads="1"/>
          </p:cNvSpPr>
          <p:nvPr/>
        </p:nvSpPr>
        <p:spPr bwMode="auto">
          <a:xfrm>
            <a:off x="200472" y="836712"/>
            <a:ext cx="9073008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GB" alt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High Demand for Data Skills: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Gain expertise in designing and managing large-scale data systems, highly sought after in today’s data-driven industries.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Industry Relevance: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Data-driven applications are transforming industries, and this module provides the knowledge to contribute to cutting-edge advancements.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Career Advancement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: Equip yourself with cutting-edge skills to stay competitive in a rapidly evolving job market dominated by data and technology.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Problem-Solving Skills: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Learn to design and optimise complex systems to address real-world challenges, developing valuable problem-solving abilities.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Hands-on Experience: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Develop practical skills through projects focused on building scalable, secure, and efficient data solutions.</a:t>
            </a:r>
          </a:p>
        </p:txBody>
      </p:sp>
    </p:spTree>
    <p:extLst>
      <p:ext uri="{BB962C8B-B14F-4D97-AF65-F5344CB8AC3E}">
        <p14:creationId xmlns:p14="http://schemas.microsoft.com/office/powerpoint/2010/main" val="421562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DAD3-1E36-4CAD-94D1-E06B348A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809" y="332656"/>
            <a:ext cx="4464496" cy="410840"/>
          </a:xfrm>
        </p:spPr>
        <p:txBody>
          <a:bodyPr/>
          <a:lstStyle/>
          <a:p>
            <a:r>
              <a:rPr lang="en-GB" sz="3200" dirty="0"/>
              <a:t>Module Outlines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6082-ABD6-4DC2-927F-94C447F7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43E6A9-186A-5772-FB01-D4E1CF8CDB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3022942"/>
              </p:ext>
            </p:extLst>
          </p:nvPr>
        </p:nvGraphicFramePr>
        <p:xfrm>
          <a:off x="618253" y="1005731"/>
          <a:ext cx="7591344" cy="4846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0894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D1FB-AEB1-45F3-94A9-40E0FDAA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04" y="908720"/>
            <a:ext cx="8485605" cy="554856"/>
          </a:xfrm>
        </p:spPr>
        <p:txBody>
          <a:bodyPr/>
          <a:lstStyle/>
          <a:p>
            <a:r>
              <a:rPr lang="en-GB" sz="3200" dirty="0"/>
              <a:t>Module Assessments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B5BEF-AF5D-4BC6-9222-22ABDAC7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4168" y="1622544"/>
            <a:ext cx="9323367" cy="389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Summative Coursework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Design, implementation, and critical analysis of a web-based application offering a range of functionalities for processing and managing a large dataset.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Weighting:</a:t>
            </a:r>
            <a:r>
              <a:rPr lang="en-GB" sz="2200" dirty="0">
                <a:solidFill>
                  <a:srgbClr val="00B0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22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100%</a:t>
            </a:r>
            <a:endParaRPr lang="en-GB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>
              <a:buClr>
                <a:schemeClr val="tx1"/>
              </a:buClr>
              <a:buNone/>
            </a:pPr>
            <a:endParaRPr lang="en-GB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2200" b="1" dirty="0">
                <a:latin typeface="Helvetica" panose="020B0604020202020204" pitchFamily="34" charset="0"/>
                <a:cs typeface="Helvetica" panose="020B0604020202020204" pitchFamily="34" charset="0"/>
              </a:rPr>
              <a:t>Supplementary Assessment: </a:t>
            </a: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same as the original assessment</a:t>
            </a:r>
          </a:p>
          <a:p>
            <a:pPr marL="0" indent="0">
              <a:buClr>
                <a:srgbClr val="C00000"/>
              </a:buClr>
              <a:buNone/>
            </a:pPr>
            <a:endParaRPr lang="en-GB" sz="2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FDE415C-F3CC-4D2E-B0F5-4EADDCEE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</p:spTree>
    <p:extLst>
      <p:ext uri="{BB962C8B-B14F-4D97-AF65-F5344CB8AC3E}">
        <p14:creationId xmlns:p14="http://schemas.microsoft.com/office/powerpoint/2010/main" val="1583876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BF599-0D44-E5A5-BF7D-CA6EDD68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E9FE-C7F8-E464-2A38-B74D2335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793" y="155575"/>
            <a:ext cx="6696744" cy="554856"/>
          </a:xfrm>
        </p:spPr>
        <p:txBody>
          <a:bodyPr/>
          <a:lstStyle/>
          <a:p>
            <a:r>
              <a:rPr lang="en-GB" sz="3200" dirty="0"/>
              <a:t>Module Assessments: Examples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493B2-4778-9392-FDF3-E0807D4C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CEF65A2-283C-2555-3AF8-AD82ED54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272541-EF70-D098-6D98-0C2CF5951B0B}"/>
              </a:ext>
            </a:extLst>
          </p:cNvPr>
          <p:cNvSpPr txBox="1"/>
          <p:nvPr/>
        </p:nvSpPr>
        <p:spPr>
          <a:xfrm>
            <a:off x="169513" y="889843"/>
            <a:ext cx="559189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Dataset Used in 2024</a:t>
            </a:r>
          </a:p>
          <a:p>
            <a:pPr>
              <a:buNone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📂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Healthcare No-Show Appointment Dataset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Size: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107,000 records, 15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Context: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Tracks whether patients attended or missed scheduled medical appointments in 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Key Features: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Demographics: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Age, gender, neighbourhood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Medical Conditions: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Hypertension, diabetes, alcoholism, handicap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Appointment Details: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Date scheduled, appointment date, SMS reminders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Target Variable: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i="1" dirty="0">
                <a:latin typeface="Helvetica" panose="020B0604020202020204" pitchFamily="34" charset="0"/>
                <a:cs typeface="Helvetica" panose="020B0604020202020204" pitchFamily="34" charset="0"/>
              </a:rPr>
              <a:t>No-show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status (Yes/No)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Potential Analyses: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Predicting </a:t>
            </a:r>
            <a:r>
              <a:rPr lang="en-GB" i="1" dirty="0">
                <a:latin typeface="Helvetica" panose="020B0604020202020204" pitchFamily="34" charset="0"/>
                <a:cs typeface="Helvetica" panose="020B0604020202020204" pitchFamily="34" charset="0"/>
              </a:rPr>
              <a:t>no-show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likelihood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Identifying factors influencing missed appointments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Visualising attendance trends over time or by demographics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152EFE-D023-6D8F-DFE1-CD95B01F26F4}"/>
              </a:ext>
            </a:extLst>
          </p:cNvPr>
          <p:cNvSpPr txBox="1"/>
          <p:nvPr/>
        </p:nvSpPr>
        <p:spPr>
          <a:xfrm>
            <a:off x="6021287" y="1196752"/>
            <a:ext cx="379288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✅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Analysed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the dataset to uncover insights</a:t>
            </a:r>
          </a:p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✅ Developed both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SQL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MongoDB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versions of the databases</a:t>
            </a:r>
          </a:p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✅ Using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MongoDB version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of the database to achieve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real-time dashboard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with multi-level filtering</a:t>
            </a:r>
          </a:p>
          <a:p>
            <a:b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✅ Strong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visualisation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(interactive graphs, performance metrics)</a:t>
            </a:r>
          </a:p>
          <a:p>
            <a:b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✅ Clear </a:t>
            </a: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documentation and architecture diagrams</a:t>
            </a:r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36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2191D-D00E-59B2-1ED3-E74C2C566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F7DF-6A7F-A75F-9A46-C8FA0619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793" y="155575"/>
            <a:ext cx="6696744" cy="554856"/>
          </a:xfrm>
        </p:spPr>
        <p:txBody>
          <a:bodyPr/>
          <a:lstStyle/>
          <a:p>
            <a:r>
              <a:rPr lang="en-GB" sz="3200" dirty="0"/>
              <a:t>Module Assessments: Examples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50056-957B-41EE-C3AE-32D4EDFD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8B6C486-AABB-0104-4E77-6D1EDE84B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897F8F-50EB-354E-2D8D-6ABF52D9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25"/>
          <a:stretch>
            <a:fillRect/>
          </a:stretch>
        </p:blipFill>
        <p:spPr>
          <a:xfrm>
            <a:off x="191692" y="1196752"/>
            <a:ext cx="9522616" cy="469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75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F8159-DCDC-89EB-85A0-7DE5E8483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9ED9-7504-003C-882F-4B5BFA98D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793" y="155575"/>
            <a:ext cx="6696744" cy="554856"/>
          </a:xfrm>
        </p:spPr>
        <p:txBody>
          <a:bodyPr/>
          <a:lstStyle/>
          <a:p>
            <a:r>
              <a:rPr lang="en-GB" sz="3200" dirty="0"/>
              <a:t>Module Assessments: Examples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8787C-26B9-AEF3-A328-CCD58D2D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545BEE4-809D-912A-679A-90021E5E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3B65C-384C-8AF5-7E50-E6E19996F1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96" r="241"/>
          <a:stretch>
            <a:fillRect/>
          </a:stretch>
        </p:blipFill>
        <p:spPr>
          <a:xfrm>
            <a:off x="118638" y="1124744"/>
            <a:ext cx="9668723" cy="484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02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DCC96-2F83-7877-D69F-59C6B0DD2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704A-BABB-1A4D-CBA5-AC2A4315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793" y="155575"/>
            <a:ext cx="6825208" cy="554856"/>
          </a:xfrm>
        </p:spPr>
        <p:txBody>
          <a:bodyPr/>
          <a:lstStyle/>
          <a:p>
            <a:r>
              <a:rPr lang="en-GB" sz="3200" dirty="0"/>
              <a:t>Module Assessments: Examples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7E5C1-B67D-0176-7789-CDB03BE4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5DB9973-FDD5-FBFD-FA3B-211C19DC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3E35B0-90FA-138A-6C31-663E6ED3A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4673"/>
            <a:ext cx="9906000" cy="542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06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AABF-902F-FFFB-1312-CBEFF8F8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5AF3-016F-5561-66C5-2466F74D2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793" y="155575"/>
            <a:ext cx="6825208" cy="554856"/>
          </a:xfrm>
        </p:spPr>
        <p:txBody>
          <a:bodyPr/>
          <a:lstStyle/>
          <a:p>
            <a:r>
              <a:rPr lang="en-GB" sz="3200" dirty="0"/>
              <a:t>Module Assessments: Examples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41574-C4EB-0E4F-099C-93A569026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76FD249-5492-C1E6-C76C-51A5D50B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6976E-9B59-34B1-0E02-4C7F27A94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391"/>
            <a:ext cx="9906000" cy="498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72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D1FB-AEB1-45F3-94A9-40E0FDAA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272" y="155575"/>
            <a:ext cx="6552728" cy="554856"/>
          </a:xfrm>
        </p:spPr>
        <p:txBody>
          <a:bodyPr/>
          <a:lstStyle/>
          <a:p>
            <a:r>
              <a:rPr lang="en-GB" sz="2400" dirty="0"/>
              <a:t>CW Extension and Extenuating Circumstances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B5BEF-AF5D-4BC6-9222-22ABDAC7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50979" y="4173558"/>
            <a:ext cx="9655022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endParaRPr lang="en-GB" sz="1800" b="1" dirty="0">
              <a:solidFill>
                <a:schemeClr val="accent6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sz="1800" b="1" u="sng" dirty="0">
                <a:solidFill>
                  <a:schemeClr val="accent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CW Extension and Extenuating Circumstances Processes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Follow the guidelines provided on the processes for EC and coursework extension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Please refer to the </a:t>
            </a:r>
            <a:r>
              <a:rPr lang="en-GB" sz="1800" b="1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Extensions and Extenuating Circumstances page</a:t>
            </a:r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  <a:hlinkClick r:id="rId2"/>
              </a:rPr>
              <a:t> </a:t>
            </a:r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for detailed guidelines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latin typeface="Helvetica" panose="020B0604020202020204" pitchFamily="34" charset="0"/>
                <a:cs typeface="Helvetica" panose="020B0604020202020204" pitchFamily="34" charset="0"/>
              </a:rPr>
              <a:t>Personal Tutors can also contribute to your CW extension and EC applications (if it is genuine).</a:t>
            </a:r>
          </a:p>
          <a:p>
            <a:pPr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GB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FDE415C-F3CC-4D2E-B0F5-4EADDCEE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pic>
        <p:nvPicPr>
          <p:cNvPr id="2050" name="Picture 2" descr="Deny No Way GIF">
            <a:extLst>
              <a:ext uri="{FF2B5EF4-FFF2-40B4-BE49-F238E27FC236}">
                <a16:creationId xmlns:a16="http://schemas.microsoft.com/office/drawing/2014/main" id="{70DFDF15-F3FE-A708-29D8-A3324CD98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176" y="956250"/>
            <a:ext cx="3222104" cy="3222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0B1FAF-7CD5-177C-F2DE-D436C516606C}"/>
              </a:ext>
            </a:extLst>
          </p:cNvPr>
          <p:cNvSpPr txBox="1"/>
          <p:nvPr/>
        </p:nvSpPr>
        <p:spPr>
          <a:xfrm flipH="1">
            <a:off x="272480" y="908720"/>
            <a:ext cx="6408712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Various factors can negatively impact your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Health issues, family issues,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Support is available to help you navigate challenging situations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Helvetica" panose="020B0604020202020204" pitchFamily="34" charset="0"/>
                <a:cs typeface="Helvetica" panose="020B0604020202020204" pitchFamily="34" charset="0"/>
              </a:rPr>
              <a:t>For legitimate reasons, you can request an extension or apply for ECs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Helvetica" panose="020B0604020202020204" pitchFamily="34" charset="0"/>
                <a:cs typeface="Helvetica" panose="020B0604020202020204" pitchFamily="34" charset="0"/>
              </a:rPr>
              <a:t>Need to provide evidence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to support your request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 I have the authority to grant extension or EC requests?</a:t>
            </a:r>
          </a:p>
        </p:txBody>
      </p:sp>
    </p:spTree>
    <p:extLst>
      <p:ext uri="{BB962C8B-B14F-4D97-AF65-F5344CB8AC3E}">
        <p14:creationId xmlns:p14="http://schemas.microsoft.com/office/powerpoint/2010/main" val="2518863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1E058-61F9-4514-99F0-93DE3829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42" y="923537"/>
            <a:ext cx="8485605" cy="554856"/>
          </a:xfrm>
        </p:spPr>
        <p:txBody>
          <a:bodyPr/>
          <a:lstStyle/>
          <a:p>
            <a:r>
              <a:rPr lang="en-GB" sz="3200" dirty="0"/>
              <a:t>Reading List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E857F-29C7-49F1-9C3D-0DD74719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1EC2EC8-08AF-4F2E-9595-B1D7A68C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E427AB6-2C9B-44F8-B549-F145AA134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42" y="1772816"/>
            <a:ext cx="9385894" cy="3384376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Database systems: a practical approach to design, implementation, and management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by Connolly, Thomas M; </a:t>
            </a:r>
            <a:r>
              <a:rPr lang="en-GB" altLang="en-U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Begg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, Carolyn E</a:t>
            </a:r>
          </a:p>
          <a:p>
            <a:pPr marL="0" indent="0">
              <a:spcBef>
                <a:spcPts val="300"/>
              </a:spcBef>
              <a:buClr>
                <a:schemeClr val="tx1"/>
              </a:buClr>
              <a:buNone/>
            </a:pPr>
            <a:endParaRPr lang="en-GB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MongoDB 4 Quick Start Guide : Learn the Skills You Need to Work with the World's Most Popular NoSQL Database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by </a:t>
            </a:r>
            <a:r>
              <a:rPr lang="en-GB" altLang="en-U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Bierer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, Doug</a:t>
            </a:r>
          </a:p>
          <a:p>
            <a:pPr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GB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MongoDB Recipes: With Data </a:t>
            </a:r>
            <a:r>
              <a:rPr lang="en-GB" altLang="en-U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Modeling</a:t>
            </a: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and Query Building Strategies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by Chellappan, Subhashini; Ganesan, </a:t>
            </a:r>
            <a:r>
              <a:rPr lang="en-GB" altLang="en-U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Dharanitharan</a:t>
            </a:r>
            <a:endParaRPr lang="en-GB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spcBef>
                <a:spcPts val="300"/>
              </a:spcBef>
              <a:buClr>
                <a:schemeClr val="tx1"/>
              </a:buClr>
              <a:buNone/>
            </a:pPr>
            <a:endParaRPr lang="en-GB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spcBef>
                <a:spcPts val="3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GB" alt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Learning PHP, MySQL, and JavaScript: a step-by-step guide to creating dynamic websites </a:t>
            </a:r>
            <a:r>
              <a:rPr lang="en-GB" alt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by Nixon, Robin</a:t>
            </a:r>
          </a:p>
          <a:p>
            <a:pPr marL="0" indent="0">
              <a:lnSpc>
                <a:spcPct val="110000"/>
              </a:lnSpc>
              <a:buNone/>
            </a:pPr>
            <a:endParaRPr lang="en-GB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026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38A6-3010-496D-B29E-036E43E2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25" y="879934"/>
            <a:ext cx="8485605" cy="554856"/>
          </a:xfrm>
        </p:spPr>
        <p:txBody>
          <a:bodyPr/>
          <a:lstStyle/>
          <a:p>
            <a:r>
              <a:rPr lang="en-GB" sz="3200" dirty="0"/>
              <a:t>How to Succeed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4A10-DE2D-4116-A2DE-523D729B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05BF201-15EA-4712-87E8-E69CA936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88503" y="1628800"/>
            <a:ext cx="8640961" cy="396044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Attendance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 to lectures and labs is linked to performance/grades</a:t>
            </a:r>
          </a:p>
          <a:p>
            <a:pPr lvl="1"/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Please ask questions!</a:t>
            </a:r>
          </a:p>
          <a:p>
            <a:pPr lvl="1"/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In the labs, ask for help</a:t>
            </a:r>
          </a:p>
          <a:p>
            <a:r>
              <a:rPr lang="en-GB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Independent (directed) study </a:t>
            </a:r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is required</a:t>
            </a:r>
          </a:p>
          <a:p>
            <a:pPr lvl="1"/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Attending lectures is not enough!</a:t>
            </a:r>
          </a:p>
          <a:p>
            <a:pPr lvl="1"/>
            <a:r>
              <a:rPr lang="en-GB" dirty="0">
                <a:latin typeface="Helvetica" panose="020B0604020202020204" pitchFamily="34" charset="0"/>
                <a:cs typeface="Helvetica" panose="020B0604020202020204" pitchFamily="34" charset="0"/>
              </a:rPr>
              <a:t>Learning materials on Canvas is not exhaustive (use references, reading list and other resources)</a:t>
            </a:r>
          </a:p>
          <a:p>
            <a:r>
              <a:rPr lang="en-GB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Put into practice what you learn</a:t>
            </a:r>
            <a:endParaRPr lang="en-GB" dirty="0">
              <a:latin typeface="Helvetica" panose="020B0604020202020204" pitchFamily="34" charset="0"/>
              <a:ea typeface="ＭＳ Ｐゴシック" pitchFamily="112" charset="-128"/>
              <a:cs typeface="Helvetica" panose="020B0604020202020204" pitchFamily="34" charset="0"/>
            </a:endParaRPr>
          </a:p>
          <a:p>
            <a:endParaRPr lang="en-GB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333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4A10-DE2D-4116-A2DE-523D729B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B5ADBA-EE88-1840-8B71-40682D165005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AEA833-7FC5-4738-B55E-A41BE3BB8F6F}"/>
              </a:ext>
            </a:extLst>
          </p:cNvPr>
          <p:cNvSpPr txBox="1">
            <a:spLocks/>
          </p:cNvSpPr>
          <p:nvPr/>
        </p:nvSpPr>
        <p:spPr bwMode="auto">
          <a:xfrm>
            <a:off x="3800872" y="2996952"/>
            <a:ext cx="2160239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Lucida Sans Unicode" panose="020B0602030504020204" pitchFamily="34" charset="0"/>
                <a:ea typeface="ＭＳ Ｐゴシック" charset="0"/>
                <a:cs typeface="Lucida Sans Unicode" panose="020B0602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C00000"/>
              </a:buClr>
              <a:buNone/>
            </a:pPr>
            <a:r>
              <a:rPr lang="en-GB" sz="3600" dirty="0">
                <a:latin typeface="Comic Sans MS" panose="030F0702030302020204" pitchFamily="66" charset="0"/>
              </a:rPr>
              <a:t>Questions?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05BF201-15EA-4712-87E8-E69CA936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64768" y="6337300"/>
            <a:ext cx="6645945" cy="365125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GB" dirty="0"/>
              <a:t>COS6009-B: Large Scale Data Driven Applications</a:t>
            </a:r>
          </a:p>
        </p:txBody>
      </p:sp>
    </p:spTree>
    <p:extLst>
      <p:ext uri="{BB962C8B-B14F-4D97-AF65-F5344CB8AC3E}">
        <p14:creationId xmlns:p14="http://schemas.microsoft.com/office/powerpoint/2010/main" val="41367127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4tdmoahdib7mdmitiproiyp2m6ucjj"/>
</p:tagLst>
</file>

<file path=ppt/theme/theme1.xml><?xml version="1.0" encoding="utf-8"?>
<a:theme xmlns:a="http://schemas.openxmlformats.org/drawingml/2006/main" name="UOB3687_Bradford PPT_Green_External_TEMPLATE">
  <a:themeElements>
    <a:clrScheme name="UOB Green">
      <a:dk1>
        <a:sysClr val="windowText" lastClr="000000"/>
      </a:dk1>
      <a:lt1>
        <a:sysClr val="window" lastClr="FFFFFF"/>
      </a:lt1>
      <a:dk2>
        <a:srgbClr val="005359"/>
      </a:dk2>
      <a:lt2>
        <a:srgbClr val="FFFFFF"/>
      </a:lt2>
      <a:accent1>
        <a:srgbClr val="87A529"/>
      </a:accent1>
      <a:accent2>
        <a:srgbClr val="009EB2"/>
      </a:accent2>
      <a:accent3>
        <a:srgbClr val="395E14"/>
      </a:accent3>
      <a:accent4>
        <a:srgbClr val="E6E7E8"/>
      </a:accent4>
      <a:accent5>
        <a:srgbClr val="C0E064"/>
      </a:accent5>
      <a:accent6>
        <a:srgbClr val="005359"/>
      </a:accent6>
      <a:hlink>
        <a:srgbClr val="009EB2"/>
      </a:hlink>
      <a:folHlink>
        <a:srgbClr val="87A52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0081BE"/>
          </a:solidFill>
        </a:ln>
        <a:effectLst/>
      </a:spPr>
      <a:bodyPr anchor="ctr"/>
      <a:lstStyle>
        <a:defPPr algn="ctr">
          <a:defRPr dirty="0">
            <a:latin typeface="Lucida Sans"/>
            <a:cs typeface="Lucida San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87A529"/>
          </a:solidFill>
          <a:prstDash val="sysDash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Lucida Sans Unicode" panose="020B0602030504020204" pitchFamily="34" charset="0"/>
            <a:cs typeface="Lucida Sans Unicode" panose="020B0602030504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webextension1.xml><?xml version="1.0" encoding="utf-8"?>
<we:webextension xmlns:we="http://schemas.microsoft.com/office/webextensions/webextension/2010/11" id="{AA050FA1-E36A-4A12-A2F7-C9910ED7FA18}">
  <we:reference id="wa104379261" version="4.3.0.0" store="en-US" storeType="OMEX"/>
  <we:alternateReferences>
    <we:reference id="wa104379261" version="4.3.0.0" store="wa104379261" storeType="OMEX"/>
  </we:alternateReferences>
  <we:properties>
    <we:property name="MENTIMETER_QUESTION_ID_KEY" value="&quot;nc836pyxnq55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939024D4-1FF7-477C-A6A3-2133255608F4}">
  <we:reference id="wa104379261" version="4.3.0.0" store="en-US" storeType="OMEX"/>
  <we:alternateReferences>
    <we:reference id="wa104379261" version="4.3.0.0" store="wa104379261" storeType="OMEX"/>
  </we:alternateReferences>
  <we:properties>
    <we:property name="MENTIMETER_QUESTION_ID_KEY" value="&quot;5m6uiaumo1pw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62028F1181324286088878907BF764" ma:contentTypeVersion="14" ma:contentTypeDescription="Create a new document." ma:contentTypeScope="" ma:versionID="90976bd7b8c99da3d8fa7de315a6c862">
  <xsd:schema xmlns:xsd="http://www.w3.org/2001/XMLSchema" xmlns:xs="http://www.w3.org/2001/XMLSchema" xmlns:p="http://schemas.microsoft.com/office/2006/metadata/properties" xmlns:ns3="8112531f-664b-410e-b854-b0b109d7936d" xmlns:ns4="b544e34c-2ecd-4376-93c2-9ba4477ab504" targetNamespace="http://schemas.microsoft.com/office/2006/metadata/properties" ma:root="true" ma:fieldsID="40b278b0f625431f435dc1ad5c24d1a0" ns3:_="" ns4:_="">
    <xsd:import namespace="8112531f-664b-410e-b854-b0b109d7936d"/>
    <xsd:import namespace="b544e34c-2ecd-4376-93c2-9ba4477ab50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12531f-664b-410e-b854-b0b109d79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44e34c-2ecd-4376-93c2-9ba4477ab5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9E357C-CCDC-4DFE-B552-9384A2F6389B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8112531f-664b-410e-b854-b0b109d7936d"/>
    <ds:schemaRef ds:uri="b544e34c-2ecd-4376-93c2-9ba4477ab504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2CE5C33-72EA-487D-B241-32E996B7F0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933D7E-1225-4F91-9BD7-501C0957F9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12531f-664b-410e-b854-b0b109d7936d"/>
    <ds:schemaRef ds:uri="b544e34c-2ecd-4376-93c2-9ba4477ab5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3302</TotalTime>
  <Words>1261</Words>
  <Application>Microsoft Office PowerPoint</Application>
  <PresentationFormat>A4 Paper (210x297 mm)</PresentationFormat>
  <Paragraphs>193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Calisto MT</vt:lpstr>
      <vt:lpstr>Comic Sans MS</vt:lpstr>
      <vt:lpstr>Georgia</vt:lpstr>
      <vt:lpstr>Helvetica</vt:lpstr>
      <vt:lpstr>Lucida Sans</vt:lpstr>
      <vt:lpstr>Lucida Sans Unicode</vt:lpstr>
      <vt:lpstr>Trebuchet MS</vt:lpstr>
      <vt:lpstr>Wingdings</vt:lpstr>
      <vt:lpstr>UOB3687_Bradford PPT_Green_External_TEMPLATE</vt:lpstr>
      <vt:lpstr>Large Scale Data Driven Applications</vt:lpstr>
      <vt:lpstr>The module team</vt:lpstr>
      <vt:lpstr>Module Details</vt:lpstr>
      <vt:lpstr>Module Aims</vt:lpstr>
      <vt:lpstr>Learning Outcomes</vt:lpstr>
      <vt:lpstr>Sources of Large Scale Data</vt:lpstr>
      <vt:lpstr>Sources of Large Scale Data</vt:lpstr>
      <vt:lpstr>What is this module about?</vt:lpstr>
      <vt:lpstr>Why should I learn/study this module?</vt:lpstr>
      <vt:lpstr>Why should I learn/study this module?</vt:lpstr>
      <vt:lpstr>Module Outlines</vt:lpstr>
      <vt:lpstr>Module Assessments</vt:lpstr>
      <vt:lpstr>Module Assessments: Examples</vt:lpstr>
      <vt:lpstr>Module Assessments: Examples</vt:lpstr>
      <vt:lpstr>Module Assessments: Examples</vt:lpstr>
      <vt:lpstr>Module Assessments: Examples</vt:lpstr>
      <vt:lpstr>Module Assessments: Examples</vt:lpstr>
      <vt:lpstr>CW Extension and Extenuating Circumstances</vt:lpstr>
      <vt:lpstr>Reading List</vt:lpstr>
      <vt:lpstr>How to Succeed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Technologies</dc:title>
  <dc:creator>SK</dc:creator>
  <cp:lastModifiedBy>Sohag Kabir</cp:lastModifiedBy>
  <cp:revision>71</cp:revision>
  <dcterms:created xsi:type="dcterms:W3CDTF">2020-01-19T15:58:01Z</dcterms:created>
  <dcterms:modified xsi:type="dcterms:W3CDTF">2025-09-19T09:02:55Z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0x0101004462028F1181324286088878907BF764</vt:lpwstr>
  </property>
</Properties>
</file>