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2"/>
  </p:notesMasterIdLst>
  <p:handoutMasterIdLst>
    <p:handoutMasterId r:id="rId43"/>
  </p:handoutMasterIdLst>
  <p:sldIdLst>
    <p:sldId id="256" r:id="rId5"/>
    <p:sldId id="258" r:id="rId6"/>
    <p:sldId id="279" r:id="rId7"/>
    <p:sldId id="299" r:id="rId8"/>
    <p:sldId id="280" r:id="rId9"/>
    <p:sldId id="300" r:id="rId10"/>
    <p:sldId id="301" r:id="rId11"/>
    <p:sldId id="302" r:id="rId12"/>
    <p:sldId id="281" r:id="rId13"/>
    <p:sldId id="259" r:id="rId14"/>
    <p:sldId id="274" r:id="rId15"/>
    <p:sldId id="303" r:id="rId16"/>
    <p:sldId id="265" r:id="rId17"/>
    <p:sldId id="266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311" r:id="rId26"/>
    <p:sldId id="312" r:id="rId27"/>
    <p:sldId id="313" r:id="rId28"/>
    <p:sldId id="314" r:id="rId29"/>
    <p:sldId id="316" r:id="rId30"/>
    <p:sldId id="317" r:id="rId31"/>
    <p:sldId id="318" r:id="rId32"/>
    <p:sldId id="319" r:id="rId33"/>
    <p:sldId id="320" r:id="rId34"/>
    <p:sldId id="321" r:id="rId35"/>
    <p:sldId id="322" r:id="rId36"/>
    <p:sldId id="323" r:id="rId37"/>
    <p:sldId id="324" r:id="rId38"/>
    <p:sldId id="325" r:id="rId39"/>
    <p:sldId id="326" r:id="rId40"/>
    <p:sldId id="268" r:id="rId41"/>
  </p:sldIdLst>
  <p:sldSz cx="9906000" cy="6858000" type="A4"/>
  <p:notesSz cx="6858000" cy="9144000"/>
  <p:custDataLst>
    <p:tags r:id="rId4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181"/>
    <a:srgbClr val="FFD03B"/>
    <a:srgbClr val="FFDA65"/>
    <a:srgbClr val="96C5CD"/>
    <a:srgbClr val="9FACC1"/>
    <a:srgbClr val="8BA7B7"/>
    <a:srgbClr val="8986A8"/>
    <a:srgbClr val="FFFFFF"/>
    <a:srgbClr val="AAD0D6"/>
    <a:srgbClr val="5475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3E19F7-CF17-4898-9657-10FD6636A87B}" v="301" dt="2024-10-05T17:07:37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97" autoAdjust="0"/>
    <p:restoredTop sz="94660"/>
  </p:normalViewPr>
  <p:slideViewPr>
    <p:cSldViewPr showGuides="1">
      <p:cViewPr>
        <p:scale>
          <a:sx n="100" d="100"/>
          <a:sy n="100" d="100"/>
        </p:scale>
        <p:origin x="1122" y="258"/>
      </p:cViewPr>
      <p:guideLst>
        <p:guide orient="horz"/>
        <p:guide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55" d="100"/>
          <a:sy n="55" d="100"/>
        </p:scale>
        <p:origin x="-2502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hag Kabir" userId="e9b0da40-aef8-480a-bb63-d1daacecf555" providerId="ADAL" clId="{B93E19F7-CF17-4898-9657-10FD6636A87B}"/>
    <pc:docChg chg="undo custSel addSld delSld modSld sldOrd">
      <pc:chgData name="Sohag Kabir" userId="e9b0da40-aef8-480a-bb63-d1daacecf555" providerId="ADAL" clId="{B93E19F7-CF17-4898-9657-10FD6636A87B}" dt="2024-10-05T17:07:53.200" v="3293" actId="1076"/>
      <pc:docMkLst>
        <pc:docMk/>
      </pc:docMkLst>
      <pc:sldChg chg="modSp mod">
        <pc:chgData name="Sohag Kabir" userId="e9b0da40-aef8-480a-bb63-d1daacecf555" providerId="ADAL" clId="{B93E19F7-CF17-4898-9657-10FD6636A87B}" dt="2024-10-05T10:17:01.352" v="1" actId="27636"/>
        <pc:sldMkLst>
          <pc:docMk/>
          <pc:sldMk cId="2795566495" sldId="256"/>
        </pc:sldMkLst>
        <pc:spChg chg="mod">
          <ac:chgData name="Sohag Kabir" userId="e9b0da40-aef8-480a-bb63-d1daacecf555" providerId="ADAL" clId="{B93E19F7-CF17-4898-9657-10FD6636A87B}" dt="2024-10-05T10:17:01.352" v="1" actId="27636"/>
          <ac:spMkLst>
            <pc:docMk/>
            <pc:sldMk cId="2795566495" sldId="256"/>
            <ac:spMk id="7" creationId="{2A7F24C1-BF6E-43D8-A57F-60FFBF172E51}"/>
          </ac:spMkLst>
        </pc:spChg>
      </pc:sldChg>
      <pc:sldChg chg="addSp delSp modSp mod delAnim modAnim">
        <pc:chgData name="Sohag Kabir" userId="e9b0da40-aef8-480a-bb63-d1daacecf555" providerId="ADAL" clId="{B93E19F7-CF17-4898-9657-10FD6636A87B}" dt="2024-10-05T16:03:26.564" v="2920" actId="6549"/>
        <pc:sldMkLst>
          <pc:docMk/>
          <pc:sldMk cId="1234101355" sldId="258"/>
        </pc:sldMkLst>
        <pc:spChg chg="mod">
          <ac:chgData name="Sohag Kabir" userId="e9b0da40-aef8-480a-bb63-d1daacecf555" providerId="ADAL" clId="{B93E19F7-CF17-4898-9657-10FD6636A87B}" dt="2024-10-05T10:18:58.769" v="26" actId="255"/>
          <ac:spMkLst>
            <pc:docMk/>
            <pc:sldMk cId="1234101355" sldId="258"/>
            <ac:spMk id="2" creationId="{DE13D453-4D7B-47BF-AED4-27D56C3644AA}"/>
          </ac:spMkLst>
        </pc:spChg>
        <pc:spChg chg="add mod">
          <ac:chgData name="Sohag Kabir" userId="e9b0da40-aef8-480a-bb63-d1daacecf555" providerId="ADAL" clId="{B93E19F7-CF17-4898-9657-10FD6636A87B}" dt="2024-10-05T16:03:26.564" v="2920" actId="6549"/>
          <ac:spMkLst>
            <pc:docMk/>
            <pc:sldMk cId="1234101355" sldId="258"/>
            <ac:spMk id="3" creationId="{2FEE6F10-BAF0-90B1-17AF-10D6EFC928B2}"/>
          </ac:spMkLst>
        </pc:spChg>
        <pc:spChg chg="del">
          <ac:chgData name="Sohag Kabir" userId="e9b0da40-aef8-480a-bb63-d1daacecf555" providerId="ADAL" clId="{B93E19F7-CF17-4898-9657-10FD6636A87B}" dt="2024-10-05T10:19:56.771" v="30" actId="478"/>
          <ac:spMkLst>
            <pc:docMk/>
            <pc:sldMk cId="1234101355" sldId="258"/>
            <ac:spMk id="13" creationId="{51E7DD38-3A4E-E236-8DA6-E2E51A13D62A}"/>
          </ac:spMkLst>
        </pc:spChg>
        <pc:spChg chg="del">
          <ac:chgData name="Sohag Kabir" userId="e9b0da40-aef8-480a-bb63-d1daacecf555" providerId="ADAL" clId="{B93E19F7-CF17-4898-9657-10FD6636A87B}" dt="2024-10-05T10:20:05.483" v="34" actId="478"/>
          <ac:spMkLst>
            <pc:docMk/>
            <pc:sldMk cId="1234101355" sldId="258"/>
            <ac:spMk id="15" creationId="{515006A4-5FEA-C619-68BB-7F6D6368B102}"/>
          </ac:spMkLst>
        </pc:spChg>
        <pc:spChg chg="del mod">
          <ac:chgData name="Sohag Kabir" userId="e9b0da40-aef8-480a-bb63-d1daacecf555" providerId="ADAL" clId="{B93E19F7-CF17-4898-9657-10FD6636A87B}" dt="2024-10-05T10:20:01.873" v="33" actId="478"/>
          <ac:spMkLst>
            <pc:docMk/>
            <pc:sldMk cId="1234101355" sldId="258"/>
            <ac:spMk id="16" creationId="{FD0D1805-9FC8-5CA2-20E3-B6DD0E688E0D}"/>
          </ac:spMkLst>
        </pc:spChg>
        <pc:picChg chg="del mod">
          <ac:chgData name="Sohag Kabir" userId="e9b0da40-aef8-480a-bb63-d1daacecf555" providerId="ADAL" clId="{B93E19F7-CF17-4898-9657-10FD6636A87B}" dt="2024-10-05T10:19:00.901" v="28" actId="478"/>
          <ac:picMkLst>
            <pc:docMk/>
            <pc:sldMk cId="1234101355" sldId="258"/>
            <ac:picMk id="12" creationId="{C8B76F36-681D-536B-E450-91882A118005}"/>
          </ac:picMkLst>
        </pc:picChg>
        <pc:picChg chg="del">
          <ac:chgData name="Sohag Kabir" userId="e9b0da40-aef8-480a-bb63-d1daacecf555" providerId="ADAL" clId="{B93E19F7-CF17-4898-9657-10FD6636A87B}" dt="2024-10-05T10:19:58.595" v="31" actId="478"/>
          <ac:picMkLst>
            <pc:docMk/>
            <pc:sldMk cId="1234101355" sldId="258"/>
            <ac:picMk id="17" creationId="{3A5C98C1-69C8-50CA-86DE-E22EA0C90F03}"/>
          </ac:picMkLst>
        </pc:picChg>
        <pc:picChg chg="del">
          <ac:chgData name="Sohag Kabir" userId="e9b0da40-aef8-480a-bb63-d1daacecf555" providerId="ADAL" clId="{B93E19F7-CF17-4898-9657-10FD6636A87B}" dt="2024-10-05T10:20:07.704" v="35" actId="478"/>
          <ac:picMkLst>
            <pc:docMk/>
            <pc:sldMk cId="1234101355" sldId="258"/>
            <ac:picMk id="18" creationId="{C6ED1E53-424E-0203-4AE3-CAB061ED8CAF}"/>
          </ac:picMkLst>
        </pc:picChg>
        <pc:picChg chg="del">
          <ac:chgData name="Sohag Kabir" userId="e9b0da40-aef8-480a-bb63-d1daacecf555" providerId="ADAL" clId="{B93E19F7-CF17-4898-9657-10FD6636A87B}" dt="2024-10-05T10:19:03.577" v="29" actId="478"/>
          <ac:picMkLst>
            <pc:docMk/>
            <pc:sldMk cId="1234101355" sldId="258"/>
            <ac:picMk id="1026" creationId="{0CA2D96E-5837-5AB6-3300-9A61DF99D7A8}"/>
          </ac:picMkLst>
        </pc:picChg>
      </pc:sldChg>
      <pc:sldChg chg="addSp delSp modSp mod">
        <pc:chgData name="Sohag Kabir" userId="e9b0da40-aef8-480a-bb63-d1daacecf555" providerId="ADAL" clId="{B93E19F7-CF17-4898-9657-10FD6636A87B}" dt="2024-10-05T11:59:21.075" v="2287" actId="2711"/>
        <pc:sldMkLst>
          <pc:docMk/>
          <pc:sldMk cId="2490493203" sldId="259"/>
        </pc:sldMkLst>
        <pc:spChg chg="mod">
          <ac:chgData name="Sohag Kabir" userId="e9b0da40-aef8-480a-bb63-d1daacecf555" providerId="ADAL" clId="{B93E19F7-CF17-4898-9657-10FD6636A87B}" dt="2024-10-05T11:56:42.914" v="2271"/>
          <ac:spMkLst>
            <pc:docMk/>
            <pc:sldMk cId="2490493203" sldId="259"/>
            <ac:spMk id="2" creationId="{3530B774-9001-449E-924A-4229028B4A25}"/>
          </ac:spMkLst>
        </pc:spChg>
        <pc:spChg chg="add mod">
          <ac:chgData name="Sohag Kabir" userId="e9b0da40-aef8-480a-bb63-d1daacecf555" providerId="ADAL" clId="{B93E19F7-CF17-4898-9657-10FD6636A87B}" dt="2024-10-05T11:57:55.344" v="2277" actId="255"/>
          <ac:spMkLst>
            <pc:docMk/>
            <pc:sldMk cId="2490493203" sldId="259"/>
            <ac:spMk id="3" creationId="{5DCBADA2-21C0-2FB7-7BEF-BAA931BE9BEF}"/>
          </ac:spMkLst>
        </pc:spChg>
        <pc:spChg chg="add mod">
          <ac:chgData name="Sohag Kabir" userId="e9b0da40-aef8-480a-bb63-d1daacecf555" providerId="ADAL" clId="{B93E19F7-CF17-4898-9657-10FD6636A87B}" dt="2024-10-05T11:58:04.679" v="2278" actId="1076"/>
          <ac:spMkLst>
            <pc:docMk/>
            <pc:sldMk cId="2490493203" sldId="259"/>
            <ac:spMk id="4" creationId="{B3213A80-DE3C-A647-3F8D-60F2C40F201E}"/>
          </ac:spMkLst>
        </pc:spChg>
        <pc:spChg chg="add mod">
          <ac:chgData name="Sohag Kabir" userId="e9b0da40-aef8-480a-bb63-d1daacecf555" providerId="ADAL" clId="{B93E19F7-CF17-4898-9657-10FD6636A87B}" dt="2024-10-05T11:58:58.073" v="2286" actId="2711"/>
          <ac:spMkLst>
            <pc:docMk/>
            <pc:sldMk cId="2490493203" sldId="259"/>
            <ac:spMk id="5" creationId="{9D77F72E-E895-6A2B-15B0-F5FE24931878}"/>
          </ac:spMkLst>
        </pc:spChg>
        <pc:spChg chg="add mod">
          <ac:chgData name="Sohag Kabir" userId="e9b0da40-aef8-480a-bb63-d1daacecf555" providerId="ADAL" clId="{B93E19F7-CF17-4898-9657-10FD6636A87B}" dt="2024-10-05T11:59:21.075" v="2287" actId="2711"/>
          <ac:spMkLst>
            <pc:docMk/>
            <pc:sldMk cId="2490493203" sldId="259"/>
            <ac:spMk id="7" creationId="{AA52F217-716B-6404-DDE5-B070F55EDC85}"/>
          </ac:spMkLst>
        </pc:spChg>
        <pc:spChg chg="add mod">
          <ac:chgData name="Sohag Kabir" userId="e9b0da40-aef8-480a-bb63-d1daacecf555" providerId="ADAL" clId="{B93E19F7-CF17-4898-9657-10FD6636A87B}" dt="2024-10-05T11:58:42.924" v="2285" actId="2711"/>
          <ac:spMkLst>
            <pc:docMk/>
            <pc:sldMk cId="2490493203" sldId="259"/>
            <ac:spMk id="11" creationId="{1D2939FD-9105-8DD1-DFC7-A1DD15ABF9C3}"/>
          </ac:spMkLst>
        </pc:spChg>
        <pc:picChg chg="del">
          <ac:chgData name="Sohag Kabir" userId="e9b0da40-aef8-480a-bb63-d1daacecf555" providerId="ADAL" clId="{B93E19F7-CF17-4898-9657-10FD6636A87B}" dt="2024-10-05T11:56:31.668" v="2270" actId="478"/>
          <ac:picMkLst>
            <pc:docMk/>
            <pc:sldMk cId="2490493203" sldId="259"/>
            <ac:picMk id="8" creationId="{9EEC136A-2A0B-36E6-F70E-7045D9828D75}"/>
          </ac:picMkLst>
        </pc:picChg>
        <pc:picChg chg="del">
          <ac:chgData name="Sohag Kabir" userId="e9b0da40-aef8-480a-bb63-d1daacecf555" providerId="ADAL" clId="{B93E19F7-CF17-4898-9657-10FD6636A87B}" dt="2024-10-05T11:56:29.816" v="2269" actId="478"/>
          <ac:picMkLst>
            <pc:docMk/>
            <pc:sldMk cId="2490493203" sldId="259"/>
            <ac:picMk id="10" creationId="{CCF6FCBE-5BEB-47F3-0D9E-3634B0A5CAF6}"/>
          </ac:picMkLst>
        </pc:picChg>
      </pc:sldChg>
      <pc:sldChg chg="del">
        <pc:chgData name="Sohag Kabir" userId="e9b0da40-aef8-480a-bb63-d1daacecf555" providerId="ADAL" clId="{B93E19F7-CF17-4898-9657-10FD6636A87B}" dt="2024-10-05T13:26:17.661" v="2425" actId="47"/>
        <pc:sldMkLst>
          <pc:docMk/>
          <pc:sldMk cId="1583876998" sldId="261"/>
        </pc:sldMkLst>
      </pc:sldChg>
      <pc:sldChg chg="del">
        <pc:chgData name="Sohag Kabir" userId="e9b0da40-aef8-480a-bb63-d1daacecf555" providerId="ADAL" clId="{B93E19F7-CF17-4898-9657-10FD6636A87B}" dt="2024-10-05T13:26:20.417" v="2426" actId="47"/>
        <pc:sldMkLst>
          <pc:docMk/>
          <pc:sldMk cId="4146333179" sldId="264"/>
        </pc:sldMkLst>
      </pc:sldChg>
      <pc:sldChg chg="addSp delSp modSp mod modAnim">
        <pc:chgData name="Sohag Kabir" userId="e9b0da40-aef8-480a-bb63-d1daacecf555" providerId="ADAL" clId="{B93E19F7-CF17-4898-9657-10FD6636A87B}" dt="2024-10-05T12:49:17.027" v="2376"/>
        <pc:sldMkLst>
          <pc:docMk/>
          <pc:sldMk cId="1671400381" sldId="265"/>
        </pc:sldMkLst>
        <pc:spChg chg="mod">
          <ac:chgData name="Sohag Kabir" userId="e9b0da40-aef8-480a-bb63-d1daacecf555" providerId="ADAL" clId="{B93E19F7-CF17-4898-9657-10FD6636A87B}" dt="2024-10-05T12:29:45.172" v="2357" actId="255"/>
          <ac:spMkLst>
            <pc:docMk/>
            <pc:sldMk cId="1671400381" sldId="265"/>
            <ac:spMk id="2" creationId="{F2A4DAD3-1E36-4CAD-94D1-E06B348A4ADD}"/>
          </ac:spMkLst>
        </pc:spChg>
        <pc:spChg chg="add mod">
          <ac:chgData name="Sohag Kabir" userId="e9b0da40-aef8-480a-bb63-d1daacecf555" providerId="ADAL" clId="{B93E19F7-CF17-4898-9657-10FD6636A87B}" dt="2024-10-05T12:31:05.055" v="2359" actId="1076"/>
          <ac:spMkLst>
            <pc:docMk/>
            <pc:sldMk cId="1671400381" sldId="265"/>
            <ac:spMk id="3" creationId="{FF1D6A8F-9F8F-D533-C2C2-463FB2DA3631}"/>
          </ac:spMkLst>
        </pc:spChg>
        <pc:spChg chg="add mod">
          <ac:chgData name="Sohag Kabir" userId="e9b0da40-aef8-480a-bb63-d1daacecf555" providerId="ADAL" clId="{B93E19F7-CF17-4898-9657-10FD6636A87B}" dt="2024-10-05T12:34:49.581" v="2370" actId="20577"/>
          <ac:spMkLst>
            <pc:docMk/>
            <pc:sldMk cId="1671400381" sldId="265"/>
            <ac:spMk id="4" creationId="{76C20FB3-59A9-10DA-33FD-4C721EB51BEB}"/>
          </ac:spMkLst>
        </pc:spChg>
        <pc:spChg chg="add mod">
          <ac:chgData name="Sohag Kabir" userId="e9b0da40-aef8-480a-bb63-d1daacecf555" providerId="ADAL" clId="{B93E19F7-CF17-4898-9657-10FD6636A87B}" dt="2024-10-05T12:46:09.056" v="2372" actId="115"/>
          <ac:spMkLst>
            <pc:docMk/>
            <pc:sldMk cId="1671400381" sldId="265"/>
            <ac:spMk id="5" creationId="{B1044B2D-80D3-8F50-4839-2137DB75AC2B}"/>
          </ac:spMkLst>
        </pc:spChg>
        <pc:spChg chg="del">
          <ac:chgData name="Sohag Kabir" userId="e9b0da40-aef8-480a-bb63-d1daacecf555" providerId="ADAL" clId="{B93E19F7-CF17-4898-9657-10FD6636A87B}" dt="2024-10-05T12:29:10.899" v="2352" actId="478"/>
          <ac:spMkLst>
            <pc:docMk/>
            <pc:sldMk cId="1671400381" sldId="265"/>
            <ac:spMk id="9" creationId="{D2DB1874-C0DE-779E-4007-ECE4F0580246}"/>
          </ac:spMkLst>
        </pc:spChg>
        <pc:spChg chg="del">
          <ac:chgData name="Sohag Kabir" userId="e9b0da40-aef8-480a-bb63-d1daacecf555" providerId="ADAL" clId="{B93E19F7-CF17-4898-9657-10FD6636A87B}" dt="2024-10-05T12:29:19.212" v="2355" actId="478"/>
          <ac:spMkLst>
            <pc:docMk/>
            <pc:sldMk cId="1671400381" sldId="265"/>
            <ac:spMk id="10" creationId="{C72B4FCD-4F84-43FF-E373-0E7E8665FC65}"/>
          </ac:spMkLst>
        </pc:spChg>
        <pc:spChg chg="add mod">
          <ac:chgData name="Sohag Kabir" userId="e9b0da40-aef8-480a-bb63-d1daacecf555" providerId="ADAL" clId="{B93E19F7-CF17-4898-9657-10FD6636A87B}" dt="2024-10-05T12:31:05.055" v="2359" actId="1076"/>
          <ac:spMkLst>
            <pc:docMk/>
            <pc:sldMk cId="1671400381" sldId="265"/>
            <ac:spMk id="11" creationId="{0FC84BF6-83B4-537B-B197-5298C529F397}"/>
          </ac:spMkLst>
        </pc:spChg>
        <pc:spChg chg="del">
          <ac:chgData name="Sohag Kabir" userId="e9b0da40-aef8-480a-bb63-d1daacecf555" providerId="ADAL" clId="{B93E19F7-CF17-4898-9657-10FD6636A87B}" dt="2024-10-05T12:29:16.589" v="2354" actId="478"/>
          <ac:spMkLst>
            <pc:docMk/>
            <pc:sldMk cId="1671400381" sldId="265"/>
            <ac:spMk id="12" creationId="{C344E8A4-372A-23BF-49B1-8767B696DC13}"/>
          </ac:spMkLst>
        </pc:spChg>
        <pc:spChg chg="add mod">
          <ac:chgData name="Sohag Kabir" userId="e9b0da40-aef8-480a-bb63-d1daacecf555" providerId="ADAL" clId="{B93E19F7-CF17-4898-9657-10FD6636A87B}" dt="2024-10-05T12:31:05.055" v="2359" actId="1076"/>
          <ac:spMkLst>
            <pc:docMk/>
            <pc:sldMk cId="1671400381" sldId="265"/>
            <ac:spMk id="13" creationId="{0FD02050-7BB1-1966-28CD-206C3D47ED21}"/>
          </ac:spMkLst>
        </pc:spChg>
        <pc:spChg chg="del">
          <ac:chgData name="Sohag Kabir" userId="e9b0da40-aef8-480a-bb63-d1daacecf555" providerId="ADAL" clId="{B93E19F7-CF17-4898-9657-10FD6636A87B}" dt="2024-10-05T12:29:13.553" v="2353" actId="478"/>
          <ac:spMkLst>
            <pc:docMk/>
            <pc:sldMk cId="1671400381" sldId="265"/>
            <ac:spMk id="14" creationId="{238C606A-9D8F-4C6C-B481-062B5EB30391}"/>
          </ac:spMkLst>
        </pc:spChg>
        <pc:spChg chg="add mod">
          <ac:chgData name="Sohag Kabir" userId="e9b0da40-aef8-480a-bb63-d1daacecf555" providerId="ADAL" clId="{B93E19F7-CF17-4898-9657-10FD6636A87B}" dt="2024-10-05T12:31:05.055" v="2359" actId="1076"/>
          <ac:spMkLst>
            <pc:docMk/>
            <pc:sldMk cId="1671400381" sldId="265"/>
            <ac:spMk id="15" creationId="{3A306778-1C21-80A2-3057-B10769E8A080}"/>
          </ac:spMkLst>
        </pc:spChg>
        <pc:spChg chg="add mod">
          <ac:chgData name="Sohag Kabir" userId="e9b0da40-aef8-480a-bb63-d1daacecf555" providerId="ADAL" clId="{B93E19F7-CF17-4898-9657-10FD6636A87B}" dt="2024-10-05T12:32:38.381" v="2365" actId="1076"/>
          <ac:spMkLst>
            <pc:docMk/>
            <pc:sldMk cId="1671400381" sldId="265"/>
            <ac:spMk id="16" creationId="{B1733F3C-DA91-EB34-E403-6F10E8E9683F}"/>
          </ac:spMkLst>
        </pc:spChg>
        <pc:spChg chg="add mod">
          <ac:chgData name="Sohag Kabir" userId="e9b0da40-aef8-480a-bb63-d1daacecf555" providerId="ADAL" clId="{B93E19F7-CF17-4898-9657-10FD6636A87B}" dt="2024-10-05T12:32:26.195" v="2363" actId="1076"/>
          <ac:spMkLst>
            <pc:docMk/>
            <pc:sldMk cId="1671400381" sldId="265"/>
            <ac:spMk id="17" creationId="{16E68E23-0C9A-B343-9113-506616B65C02}"/>
          </ac:spMkLst>
        </pc:spChg>
        <pc:picChg chg="del">
          <ac:chgData name="Sohag Kabir" userId="e9b0da40-aef8-480a-bb63-d1daacecf555" providerId="ADAL" clId="{B93E19F7-CF17-4898-9657-10FD6636A87B}" dt="2024-10-05T12:29:08.657" v="2351" actId="478"/>
          <ac:picMkLst>
            <pc:docMk/>
            <pc:sldMk cId="1671400381" sldId="265"/>
            <ac:picMk id="7" creationId="{AADCAB66-92D2-95F8-4276-DF3BE39A4E8E}"/>
          </ac:picMkLst>
        </pc:picChg>
      </pc:sldChg>
      <pc:sldChg chg="addSp delSp modSp mod delAnim">
        <pc:chgData name="Sohag Kabir" userId="e9b0da40-aef8-480a-bb63-d1daacecf555" providerId="ADAL" clId="{B93E19F7-CF17-4898-9657-10FD6636A87B}" dt="2024-10-05T13:07:51.210" v="2401" actId="113"/>
        <pc:sldMkLst>
          <pc:docMk/>
          <pc:sldMk cId="1480265116" sldId="266"/>
        </pc:sldMkLst>
        <pc:spChg chg="add mod">
          <ac:chgData name="Sohag Kabir" userId="e9b0da40-aef8-480a-bb63-d1daacecf555" providerId="ADAL" clId="{B93E19F7-CF17-4898-9657-10FD6636A87B}" dt="2024-10-05T13:03:26.546" v="2392" actId="207"/>
          <ac:spMkLst>
            <pc:docMk/>
            <pc:sldMk cId="1480265116" sldId="266"/>
            <ac:spMk id="2" creationId="{C41871F3-B595-E36C-AF47-CCEBC8A95B2E}"/>
          </ac:spMkLst>
        </pc:spChg>
        <pc:spChg chg="add mod">
          <ac:chgData name="Sohag Kabir" userId="e9b0da40-aef8-480a-bb63-d1daacecf555" providerId="ADAL" clId="{B93E19F7-CF17-4898-9657-10FD6636A87B}" dt="2024-10-05T13:04:08.936" v="2397" actId="14100"/>
          <ac:spMkLst>
            <pc:docMk/>
            <pc:sldMk cId="1480265116" sldId="266"/>
            <ac:spMk id="3" creationId="{677288F0-F0F5-CD03-B0DC-F0852D06708C}"/>
          </ac:spMkLst>
        </pc:spChg>
        <pc:spChg chg="mod">
          <ac:chgData name="Sohag Kabir" userId="e9b0da40-aef8-480a-bb63-d1daacecf555" providerId="ADAL" clId="{B93E19F7-CF17-4898-9657-10FD6636A87B}" dt="2024-10-05T13:01:02.224" v="2384" actId="1076"/>
          <ac:spMkLst>
            <pc:docMk/>
            <pc:sldMk cId="1480265116" sldId="266"/>
            <ac:spMk id="4" creationId="{8B3BBD20-CA54-1CCC-FDC5-4B2C938D023F}"/>
          </ac:spMkLst>
        </pc:spChg>
        <pc:spChg chg="add mod">
          <ac:chgData name="Sohag Kabir" userId="e9b0da40-aef8-480a-bb63-d1daacecf555" providerId="ADAL" clId="{B93E19F7-CF17-4898-9657-10FD6636A87B}" dt="2024-10-05T13:07:51.210" v="2401" actId="113"/>
          <ac:spMkLst>
            <pc:docMk/>
            <pc:sldMk cId="1480265116" sldId="266"/>
            <ac:spMk id="7" creationId="{BC63AF23-A25D-5605-6DA9-36B36320F996}"/>
          </ac:spMkLst>
        </pc:spChg>
        <pc:spChg chg="add del mod">
          <ac:chgData name="Sohag Kabir" userId="e9b0da40-aef8-480a-bb63-d1daacecf555" providerId="ADAL" clId="{B93E19F7-CF17-4898-9657-10FD6636A87B}" dt="2024-10-05T13:02:33.353" v="2386" actId="478"/>
          <ac:spMkLst>
            <pc:docMk/>
            <pc:sldMk cId="1480265116" sldId="266"/>
            <ac:spMk id="9" creationId="{954EA3AE-56F8-BAF9-DDBD-CCA7704776EE}"/>
          </ac:spMkLst>
        </pc:spChg>
        <pc:grpChg chg="del">
          <ac:chgData name="Sohag Kabir" userId="e9b0da40-aef8-480a-bb63-d1daacecf555" providerId="ADAL" clId="{B93E19F7-CF17-4898-9657-10FD6636A87B}" dt="2024-10-05T12:53:23.481" v="2378" actId="478"/>
          <ac:grpSpMkLst>
            <pc:docMk/>
            <pc:sldMk cId="1480265116" sldId="266"/>
            <ac:grpSpMk id="22" creationId="{83734901-8D72-C4F9-8A2C-2F0FA82EE86F}"/>
          </ac:grpSpMkLst>
        </pc:grpChg>
        <pc:picChg chg="del">
          <ac:chgData name="Sohag Kabir" userId="e9b0da40-aef8-480a-bb63-d1daacecf555" providerId="ADAL" clId="{B93E19F7-CF17-4898-9657-10FD6636A87B}" dt="2024-10-05T12:53:21.585" v="2377" actId="478"/>
          <ac:picMkLst>
            <pc:docMk/>
            <pc:sldMk cId="1480265116" sldId="266"/>
            <ac:picMk id="5" creationId="{73C3FC7A-B18C-801D-A078-C8C8D407B711}"/>
          </ac:picMkLst>
        </pc:picChg>
      </pc:sldChg>
      <pc:sldChg chg="del">
        <pc:chgData name="Sohag Kabir" userId="e9b0da40-aef8-480a-bb63-d1daacecf555" providerId="ADAL" clId="{B93E19F7-CF17-4898-9657-10FD6636A87B}" dt="2024-10-05T13:26:20.417" v="2426" actId="47"/>
        <pc:sldMkLst>
          <pc:docMk/>
          <pc:sldMk cId="4000026248" sldId="270"/>
        </pc:sldMkLst>
      </pc:sldChg>
      <pc:sldChg chg="del">
        <pc:chgData name="Sohag Kabir" userId="e9b0da40-aef8-480a-bb63-d1daacecf555" providerId="ADAL" clId="{B93E19F7-CF17-4898-9657-10FD6636A87B}" dt="2024-10-05T13:26:12.295" v="2423" actId="47"/>
        <pc:sldMkLst>
          <pc:docMk/>
          <pc:sldMk cId="4132999612" sldId="271"/>
        </pc:sldMkLst>
      </pc:sldChg>
      <pc:sldChg chg="addSp delSp modSp mod modAnim">
        <pc:chgData name="Sohag Kabir" userId="e9b0da40-aef8-480a-bb63-d1daacecf555" providerId="ADAL" clId="{B93E19F7-CF17-4898-9657-10FD6636A87B}" dt="2024-10-05T12:08:24.078" v="2332" actId="20577"/>
        <pc:sldMkLst>
          <pc:docMk/>
          <pc:sldMk cId="249088773" sldId="274"/>
        </pc:sldMkLst>
        <pc:spChg chg="mod">
          <ac:chgData name="Sohag Kabir" userId="e9b0da40-aef8-480a-bb63-d1daacecf555" providerId="ADAL" clId="{B93E19F7-CF17-4898-9657-10FD6636A87B}" dt="2024-10-05T12:01:28.763" v="2290" actId="255"/>
          <ac:spMkLst>
            <pc:docMk/>
            <pc:sldMk cId="249088773" sldId="274"/>
            <ac:spMk id="2" creationId="{3530B774-9001-449E-924A-4229028B4A25}"/>
          </ac:spMkLst>
        </pc:spChg>
        <pc:spChg chg="add mod">
          <ac:chgData name="Sohag Kabir" userId="e9b0da40-aef8-480a-bb63-d1daacecf555" providerId="ADAL" clId="{B93E19F7-CF17-4898-9657-10FD6636A87B}" dt="2024-10-05T12:02:48.565" v="2298" actId="1076"/>
          <ac:spMkLst>
            <pc:docMk/>
            <pc:sldMk cId="249088773" sldId="274"/>
            <ac:spMk id="3" creationId="{4A53CAC7-C63D-FD07-64B6-21A515D61196}"/>
          </ac:spMkLst>
        </pc:spChg>
        <pc:spChg chg="add mod">
          <ac:chgData name="Sohag Kabir" userId="e9b0da40-aef8-480a-bb63-d1daacecf555" providerId="ADAL" clId="{B93E19F7-CF17-4898-9657-10FD6636A87B}" dt="2024-10-05T12:03:44.769" v="2303" actId="1076"/>
          <ac:spMkLst>
            <pc:docMk/>
            <pc:sldMk cId="249088773" sldId="274"/>
            <ac:spMk id="7" creationId="{002BECB4-813A-AB3D-E83A-8F72DA4CB88A}"/>
          </ac:spMkLst>
        </pc:spChg>
        <pc:spChg chg="add mod">
          <ac:chgData name="Sohag Kabir" userId="e9b0da40-aef8-480a-bb63-d1daacecf555" providerId="ADAL" clId="{B93E19F7-CF17-4898-9657-10FD6636A87B}" dt="2024-10-05T12:08:24.078" v="2332" actId="20577"/>
          <ac:spMkLst>
            <pc:docMk/>
            <pc:sldMk cId="249088773" sldId="274"/>
            <ac:spMk id="18" creationId="{C8396839-4867-B84D-99D5-F365B7222258}"/>
          </ac:spMkLst>
        </pc:spChg>
        <pc:spChg chg="add mod">
          <ac:chgData name="Sohag Kabir" userId="e9b0da40-aef8-480a-bb63-d1daacecf555" providerId="ADAL" clId="{B93E19F7-CF17-4898-9657-10FD6636A87B}" dt="2024-10-05T12:06:24.041" v="2321" actId="1076"/>
          <ac:spMkLst>
            <pc:docMk/>
            <pc:sldMk cId="249088773" sldId="274"/>
            <ac:spMk id="19" creationId="{6F470AD4-F11C-D6F9-6B93-4615BA0031CD}"/>
          </ac:spMkLst>
        </pc:spChg>
        <pc:grpChg chg="del">
          <ac:chgData name="Sohag Kabir" userId="e9b0da40-aef8-480a-bb63-d1daacecf555" providerId="ADAL" clId="{B93E19F7-CF17-4898-9657-10FD6636A87B}" dt="2024-10-05T12:01:31.453" v="2291" actId="478"/>
          <ac:grpSpMkLst>
            <pc:docMk/>
            <pc:sldMk cId="249088773" sldId="274"/>
            <ac:grpSpMk id="36" creationId="{BEBC9702-2A01-C721-E8B5-B7EECD7F03AE}"/>
          </ac:grpSpMkLst>
        </pc:grpChg>
        <pc:graphicFrameChg chg="add mod modGraphic">
          <ac:chgData name="Sohag Kabir" userId="e9b0da40-aef8-480a-bb63-d1daacecf555" providerId="ADAL" clId="{B93E19F7-CF17-4898-9657-10FD6636A87B}" dt="2024-10-05T12:03:07.454" v="2301" actId="14100"/>
          <ac:graphicFrameMkLst>
            <pc:docMk/>
            <pc:sldMk cId="249088773" sldId="274"/>
            <ac:graphicFrameMk id="4" creationId="{9D9EBFBC-0A97-636A-E0DE-6CEFDA69CF87}"/>
          </ac:graphicFrameMkLst>
        </pc:graphicFrameChg>
        <pc:graphicFrameChg chg="add mod modGraphic">
          <ac:chgData name="Sohag Kabir" userId="e9b0da40-aef8-480a-bb63-d1daacecf555" providerId="ADAL" clId="{B93E19F7-CF17-4898-9657-10FD6636A87B}" dt="2024-10-05T12:04:15.632" v="2307" actId="14100"/>
          <ac:graphicFrameMkLst>
            <pc:docMk/>
            <pc:sldMk cId="249088773" sldId="274"/>
            <ac:graphicFrameMk id="8" creationId="{1365D5D7-FA64-0D30-6987-DF1DE3E8BD76}"/>
          </ac:graphicFrameMkLst>
        </pc:graphicFrameChg>
        <pc:cxnChg chg="mod">
          <ac:chgData name="Sohag Kabir" userId="e9b0da40-aef8-480a-bb63-d1daacecf555" providerId="ADAL" clId="{B93E19F7-CF17-4898-9657-10FD6636A87B}" dt="2024-10-05T12:01:31.453" v="2291" actId="478"/>
          <ac:cxnSpMkLst>
            <pc:docMk/>
            <pc:sldMk cId="249088773" sldId="274"/>
            <ac:cxnSpMk id="23" creationId="{BAB9D8A7-BAE2-14D2-26AA-5D60C2C583F1}"/>
          </ac:cxnSpMkLst>
        </pc:cxnChg>
        <pc:cxnChg chg="mod">
          <ac:chgData name="Sohag Kabir" userId="e9b0da40-aef8-480a-bb63-d1daacecf555" providerId="ADAL" clId="{B93E19F7-CF17-4898-9657-10FD6636A87B}" dt="2024-10-05T12:01:31.453" v="2291" actId="478"/>
          <ac:cxnSpMkLst>
            <pc:docMk/>
            <pc:sldMk cId="249088773" sldId="274"/>
            <ac:cxnSpMk id="25" creationId="{555FD488-9101-BF30-73C5-DC2346552816}"/>
          </ac:cxnSpMkLst>
        </pc:cxnChg>
        <pc:cxnChg chg="mod">
          <ac:chgData name="Sohag Kabir" userId="e9b0da40-aef8-480a-bb63-d1daacecf555" providerId="ADAL" clId="{B93E19F7-CF17-4898-9657-10FD6636A87B}" dt="2024-10-05T12:01:31.453" v="2291" actId="478"/>
          <ac:cxnSpMkLst>
            <pc:docMk/>
            <pc:sldMk cId="249088773" sldId="274"/>
            <ac:cxnSpMk id="29" creationId="{F0DD0348-E42C-2026-F990-022B9E2F6279}"/>
          </ac:cxnSpMkLst>
        </pc:cxnChg>
        <pc:cxnChg chg="mod">
          <ac:chgData name="Sohag Kabir" userId="e9b0da40-aef8-480a-bb63-d1daacecf555" providerId="ADAL" clId="{B93E19F7-CF17-4898-9657-10FD6636A87B}" dt="2024-10-05T12:01:31.453" v="2291" actId="478"/>
          <ac:cxnSpMkLst>
            <pc:docMk/>
            <pc:sldMk cId="249088773" sldId="274"/>
            <ac:cxnSpMk id="31" creationId="{7C077BDD-FCEA-AF2F-E984-BA3444044752}"/>
          </ac:cxnSpMkLst>
        </pc:cxnChg>
        <pc:cxnChg chg="mod">
          <ac:chgData name="Sohag Kabir" userId="e9b0da40-aef8-480a-bb63-d1daacecf555" providerId="ADAL" clId="{B93E19F7-CF17-4898-9657-10FD6636A87B}" dt="2024-10-05T12:01:31.453" v="2291" actId="478"/>
          <ac:cxnSpMkLst>
            <pc:docMk/>
            <pc:sldMk cId="249088773" sldId="274"/>
            <ac:cxnSpMk id="33" creationId="{F253A55A-A466-85FA-4075-4B574D3D9DDE}"/>
          </ac:cxnSpMkLst>
        </pc:cxnChg>
        <pc:cxnChg chg="mod">
          <ac:chgData name="Sohag Kabir" userId="e9b0da40-aef8-480a-bb63-d1daacecf555" providerId="ADAL" clId="{B93E19F7-CF17-4898-9657-10FD6636A87B}" dt="2024-10-05T12:01:31.453" v="2291" actId="478"/>
          <ac:cxnSpMkLst>
            <pc:docMk/>
            <pc:sldMk cId="249088773" sldId="274"/>
            <ac:cxnSpMk id="35" creationId="{94C74513-F00D-15A8-6843-5A9C444FDB64}"/>
          </ac:cxnSpMkLst>
        </pc:cxnChg>
      </pc:sldChg>
      <pc:sldChg chg="del">
        <pc:chgData name="Sohag Kabir" userId="e9b0da40-aef8-480a-bb63-d1daacecf555" providerId="ADAL" clId="{B93E19F7-CF17-4898-9657-10FD6636A87B}" dt="2024-10-05T13:26:00.550" v="2420" actId="47"/>
        <pc:sldMkLst>
          <pc:docMk/>
          <pc:sldMk cId="161335234" sldId="275"/>
        </pc:sldMkLst>
      </pc:sldChg>
      <pc:sldChg chg="del">
        <pc:chgData name="Sohag Kabir" userId="e9b0da40-aef8-480a-bb63-d1daacecf555" providerId="ADAL" clId="{B93E19F7-CF17-4898-9657-10FD6636A87B}" dt="2024-10-05T13:26:20.417" v="2426" actId="47"/>
        <pc:sldMkLst>
          <pc:docMk/>
          <pc:sldMk cId="2518863157" sldId="276"/>
        </pc:sldMkLst>
      </pc:sldChg>
      <pc:sldChg chg="del">
        <pc:chgData name="Sohag Kabir" userId="e9b0da40-aef8-480a-bb63-d1daacecf555" providerId="ADAL" clId="{B93E19F7-CF17-4898-9657-10FD6636A87B}" dt="2024-10-05T13:26:00.550" v="2420" actId="47"/>
        <pc:sldMkLst>
          <pc:docMk/>
          <pc:sldMk cId="3470196385" sldId="277"/>
        </pc:sldMkLst>
      </pc:sldChg>
      <pc:sldChg chg="del">
        <pc:chgData name="Sohag Kabir" userId="e9b0da40-aef8-480a-bb63-d1daacecf555" providerId="ADAL" clId="{B93E19F7-CF17-4898-9657-10FD6636A87B}" dt="2024-10-05T13:26:04.740" v="2421" actId="47"/>
        <pc:sldMkLst>
          <pc:docMk/>
          <pc:sldMk cId="4215629215" sldId="278"/>
        </pc:sldMkLst>
      </pc:sldChg>
      <pc:sldChg chg="addSp delSp modSp mod delAnim modAnim">
        <pc:chgData name="Sohag Kabir" userId="e9b0da40-aef8-480a-bb63-d1daacecf555" providerId="ADAL" clId="{B93E19F7-CF17-4898-9657-10FD6636A87B}" dt="2024-10-05T10:37:48.361" v="132"/>
        <pc:sldMkLst>
          <pc:docMk/>
          <pc:sldMk cId="616367942" sldId="279"/>
        </pc:sldMkLst>
        <pc:spChg chg="mod">
          <ac:chgData name="Sohag Kabir" userId="e9b0da40-aef8-480a-bb63-d1daacecf555" providerId="ADAL" clId="{B93E19F7-CF17-4898-9657-10FD6636A87B}" dt="2024-10-05T10:29:07.892" v="88" actId="6549"/>
          <ac:spMkLst>
            <pc:docMk/>
            <pc:sldMk cId="616367942" sldId="279"/>
            <ac:spMk id="2" creationId="{DE13D453-4D7B-47BF-AED4-27D56C3644AA}"/>
          </ac:spMkLst>
        </pc:spChg>
        <pc:spChg chg="add mod">
          <ac:chgData name="Sohag Kabir" userId="e9b0da40-aef8-480a-bb63-d1daacecf555" providerId="ADAL" clId="{B93E19F7-CF17-4898-9657-10FD6636A87B}" dt="2024-10-05T10:35:28.672" v="112" actId="1076"/>
          <ac:spMkLst>
            <pc:docMk/>
            <pc:sldMk cId="616367942" sldId="279"/>
            <ac:spMk id="5" creationId="{8143AF44-8037-97CC-53ED-2FE1F44FC034}"/>
          </ac:spMkLst>
        </pc:spChg>
        <pc:spChg chg="add mod">
          <ac:chgData name="Sohag Kabir" userId="e9b0da40-aef8-480a-bb63-d1daacecf555" providerId="ADAL" clId="{B93E19F7-CF17-4898-9657-10FD6636A87B}" dt="2024-10-05T10:37:39.784" v="131" actId="1076"/>
          <ac:spMkLst>
            <pc:docMk/>
            <pc:sldMk cId="616367942" sldId="279"/>
            <ac:spMk id="9" creationId="{B06106E6-D5F4-FBA7-3A0D-73F4DF202DD3}"/>
          </ac:spMkLst>
        </pc:spChg>
        <pc:spChg chg="del mod">
          <ac:chgData name="Sohag Kabir" userId="e9b0da40-aef8-480a-bb63-d1daacecf555" providerId="ADAL" clId="{B93E19F7-CF17-4898-9657-10FD6636A87B}" dt="2024-10-05T10:22:07.361" v="57" actId="478"/>
          <ac:spMkLst>
            <pc:docMk/>
            <pc:sldMk cId="616367942" sldId="279"/>
            <ac:spMk id="17" creationId="{AE07A529-53E8-8DF5-1062-AD0057D37E2E}"/>
          </ac:spMkLst>
        </pc:spChg>
        <pc:spChg chg="del mod">
          <ac:chgData name="Sohag Kabir" userId="e9b0da40-aef8-480a-bb63-d1daacecf555" providerId="ADAL" clId="{B93E19F7-CF17-4898-9657-10FD6636A87B}" dt="2024-10-05T10:22:16.473" v="61" actId="478"/>
          <ac:spMkLst>
            <pc:docMk/>
            <pc:sldMk cId="616367942" sldId="279"/>
            <ac:spMk id="22" creationId="{99AB6468-528C-A815-2057-77E3B2587DAB}"/>
          </ac:spMkLst>
        </pc:spChg>
        <pc:spChg chg="del">
          <ac:chgData name="Sohag Kabir" userId="e9b0da40-aef8-480a-bb63-d1daacecf555" providerId="ADAL" clId="{B93E19F7-CF17-4898-9657-10FD6636A87B}" dt="2024-10-05T10:22:20.060" v="63" actId="478"/>
          <ac:spMkLst>
            <pc:docMk/>
            <pc:sldMk cId="616367942" sldId="279"/>
            <ac:spMk id="31" creationId="{83B548FD-DDFE-7A74-AB64-22EAD0B1ADC5}"/>
          </ac:spMkLst>
        </pc:spChg>
        <pc:grpChg chg="del">
          <ac:chgData name="Sohag Kabir" userId="e9b0da40-aef8-480a-bb63-d1daacecf555" providerId="ADAL" clId="{B93E19F7-CF17-4898-9657-10FD6636A87B}" dt="2024-10-05T10:22:09.432" v="58" actId="478"/>
          <ac:grpSpMkLst>
            <pc:docMk/>
            <pc:sldMk cId="616367942" sldId="279"/>
            <ac:grpSpMk id="16" creationId="{DB6FE659-BA02-BE9A-F5AA-73DE71D41BE5}"/>
          </ac:grpSpMkLst>
        </pc:grpChg>
        <pc:grpChg chg="del">
          <ac:chgData name="Sohag Kabir" userId="e9b0da40-aef8-480a-bb63-d1daacecf555" providerId="ADAL" clId="{B93E19F7-CF17-4898-9657-10FD6636A87B}" dt="2024-10-05T10:22:18.103" v="62" actId="478"/>
          <ac:grpSpMkLst>
            <pc:docMk/>
            <pc:sldMk cId="616367942" sldId="279"/>
            <ac:grpSpMk id="20" creationId="{5D781849-0FED-DD65-FB9E-2D69A7200C70}"/>
          </ac:grpSpMkLst>
        </pc:grpChg>
        <pc:grpChg chg="del">
          <ac:chgData name="Sohag Kabir" userId="e9b0da40-aef8-480a-bb63-d1daacecf555" providerId="ADAL" clId="{B93E19F7-CF17-4898-9657-10FD6636A87B}" dt="2024-10-05T10:22:11.124" v="59" actId="478"/>
          <ac:grpSpMkLst>
            <pc:docMk/>
            <pc:sldMk cId="616367942" sldId="279"/>
            <ac:grpSpMk id="30" creationId="{D9EC2A41-88AF-B394-C3A2-D134ECCB53CC}"/>
          </ac:grpSpMkLst>
        </pc:grpChg>
      </pc:sldChg>
      <pc:sldChg chg="addSp delSp modSp mod delAnim">
        <pc:chgData name="Sohag Kabir" userId="e9b0da40-aef8-480a-bb63-d1daacecf555" providerId="ADAL" clId="{B93E19F7-CF17-4898-9657-10FD6636A87B}" dt="2024-10-05T11:25:29.334" v="1237" actId="113"/>
        <pc:sldMkLst>
          <pc:docMk/>
          <pc:sldMk cId="641033179" sldId="280"/>
        </pc:sldMkLst>
        <pc:spChg chg="mod">
          <ac:chgData name="Sohag Kabir" userId="e9b0da40-aef8-480a-bb63-d1daacecf555" providerId="ADAL" clId="{B93E19F7-CF17-4898-9657-10FD6636A87B}" dt="2024-10-05T10:52:16.557" v="220" actId="255"/>
          <ac:spMkLst>
            <pc:docMk/>
            <pc:sldMk cId="641033179" sldId="280"/>
            <ac:spMk id="2" creationId="{DE13D453-4D7B-47BF-AED4-27D56C3644AA}"/>
          </ac:spMkLst>
        </pc:spChg>
        <pc:spChg chg="del">
          <ac:chgData name="Sohag Kabir" userId="e9b0da40-aef8-480a-bb63-d1daacecf555" providerId="ADAL" clId="{B93E19F7-CF17-4898-9657-10FD6636A87B}" dt="2024-10-05T10:49:01.498" v="157" actId="478"/>
          <ac:spMkLst>
            <pc:docMk/>
            <pc:sldMk cId="641033179" sldId="280"/>
            <ac:spMk id="8" creationId="{A0985119-32A5-C2F9-D3E3-A5C753C11C2B}"/>
          </ac:spMkLst>
        </pc:spChg>
        <pc:spChg chg="del">
          <ac:chgData name="Sohag Kabir" userId="e9b0da40-aef8-480a-bb63-d1daacecf555" providerId="ADAL" clId="{B93E19F7-CF17-4898-9657-10FD6636A87B}" dt="2024-10-05T10:48:58.112" v="156" actId="478"/>
          <ac:spMkLst>
            <pc:docMk/>
            <pc:sldMk cId="641033179" sldId="280"/>
            <ac:spMk id="9" creationId="{83DBB9E9-BFA8-182A-7B39-9D86B867C339}"/>
          </ac:spMkLst>
        </pc:spChg>
        <pc:graphicFrameChg chg="add mod modGraphic">
          <ac:chgData name="Sohag Kabir" userId="e9b0da40-aef8-480a-bb63-d1daacecf555" providerId="ADAL" clId="{B93E19F7-CF17-4898-9657-10FD6636A87B}" dt="2024-10-05T11:25:29.334" v="1237" actId="113"/>
          <ac:graphicFrameMkLst>
            <pc:docMk/>
            <pc:sldMk cId="641033179" sldId="280"/>
            <ac:graphicFrameMk id="3" creationId="{5E0E26A6-CCC8-2BBF-4CE9-1FE499F39FFC}"/>
          </ac:graphicFrameMkLst>
        </pc:graphicFrameChg>
        <pc:picChg chg="del">
          <ac:chgData name="Sohag Kabir" userId="e9b0da40-aef8-480a-bb63-d1daacecf555" providerId="ADAL" clId="{B93E19F7-CF17-4898-9657-10FD6636A87B}" dt="2024-10-05T10:48:53.071" v="155" actId="478"/>
          <ac:picMkLst>
            <pc:docMk/>
            <pc:sldMk cId="641033179" sldId="280"/>
            <ac:picMk id="4" creationId="{36020D2A-540F-A16C-2A73-0DED848EEB84}"/>
          </ac:picMkLst>
        </pc:picChg>
      </pc:sldChg>
      <pc:sldChg chg="addSp delSp modSp mod delAnim">
        <pc:chgData name="Sohag Kabir" userId="e9b0da40-aef8-480a-bb63-d1daacecf555" providerId="ADAL" clId="{B93E19F7-CF17-4898-9657-10FD6636A87B}" dt="2024-10-05T11:55:12.779" v="2268" actId="1076"/>
        <pc:sldMkLst>
          <pc:docMk/>
          <pc:sldMk cId="1477951119" sldId="281"/>
        </pc:sldMkLst>
        <pc:spChg chg="mod">
          <ac:chgData name="Sohag Kabir" userId="e9b0da40-aef8-480a-bb63-d1daacecf555" providerId="ADAL" clId="{B93E19F7-CF17-4898-9657-10FD6636A87B}" dt="2024-10-05T11:54:20.699" v="2260"/>
          <ac:spMkLst>
            <pc:docMk/>
            <pc:sldMk cId="1477951119" sldId="281"/>
            <ac:spMk id="2" creationId="{DE13D453-4D7B-47BF-AED4-27D56C3644AA}"/>
          </ac:spMkLst>
        </pc:spChg>
        <pc:spChg chg="del mod">
          <ac:chgData name="Sohag Kabir" userId="e9b0da40-aef8-480a-bb63-d1daacecf555" providerId="ADAL" clId="{B93E19F7-CF17-4898-9657-10FD6636A87B}" dt="2024-10-05T11:52:24.155" v="2255" actId="478"/>
          <ac:spMkLst>
            <pc:docMk/>
            <pc:sldMk cId="1477951119" sldId="281"/>
            <ac:spMk id="9" creationId="{83DBB9E9-BFA8-182A-7B39-9D86B867C339}"/>
          </ac:spMkLst>
        </pc:spChg>
        <pc:spChg chg="del">
          <ac:chgData name="Sohag Kabir" userId="e9b0da40-aef8-480a-bb63-d1daacecf555" providerId="ADAL" clId="{B93E19F7-CF17-4898-9657-10FD6636A87B}" dt="2024-10-05T11:52:32.676" v="2256" actId="478"/>
          <ac:spMkLst>
            <pc:docMk/>
            <pc:sldMk cId="1477951119" sldId="281"/>
            <ac:spMk id="11" creationId="{688F0361-647D-318E-0CBC-1A54F270F376}"/>
          </ac:spMkLst>
        </pc:spChg>
        <pc:spChg chg="del">
          <ac:chgData name="Sohag Kabir" userId="e9b0da40-aef8-480a-bb63-d1daacecf555" providerId="ADAL" clId="{B93E19F7-CF17-4898-9657-10FD6636A87B}" dt="2024-10-05T11:52:39.555" v="2259" actId="478"/>
          <ac:spMkLst>
            <pc:docMk/>
            <pc:sldMk cId="1477951119" sldId="281"/>
            <ac:spMk id="12" creationId="{10F1B2D9-9696-056B-9B1C-F7645B049421}"/>
          </ac:spMkLst>
        </pc:spChg>
        <pc:picChg chg="del">
          <ac:chgData name="Sohag Kabir" userId="e9b0da40-aef8-480a-bb63-d1daacecf555" providerId="ADAL" clId="{B93E19F7-CF17-4898-9657-10FD6636A87B}" dt="2024-10-05T11:52:19.639" v="2253" actId="478"/>
          <ac:picMkLst>
            <pc:docMk/>
            <pc:sldMk cId="1477951119" sldId="281"/>
            <ac:picMk id="3" creationId="{24EEC880-794D-40E7-B5E5-8A0EDAC074A1}"/>
          </ac:picMkLst>
        </pc:picChg>
        <pc:picChg chg="add mod modCrop">
          <ac:chgData name="Sohag Kabir" userId="e9b0da40-aef8-480a-bb63-d1daacecf555" providerId="ADAL" clId="{B93E19F7-CF17-4898-9657-10FD6636A87B}" dt="2024-10-05T11:55:12.779" v="2268" actId="1076"/>
          <ac:picMkLst>
            <pc:docMk/>
            <pc:sldMk cId="1477951119" sldId="281"/>
            <ac:picMk id="4" creationId="{46AA2E3E-7D4A-164A-083A-E82118BA255B}"/>
          </ac:picMkLst>
        </pc:picChg>
        <pc:picChg chg="del">
          <ac:chgData name="Sohag Kabir" userId="e9b0da40-aef8-480a-bb63-d1daacecf555" providerId="ADAL" clId="{B93E19F7-CF17-4898-9657-10FD6636A87B}" dt="2024-10-05T11:52:35.131" v="2257" actId="478"/>
          <ac:picMkLst>
            <pc:docMk/>
            <pc:sldMk cId="1477951119" sldId="281"/>
            <ac:picMk id="5" creationId="{5B003D8C-8732-218C-B62B-44FC9E55136B}"/>
          </ac:picMkLst>
        </pc:picChg>
        <pc:picChg chg="del">
          <ac:chgData name="Sohag Kabir" userId="e9b0da40-aef8-480a-bb63-d1daacecf555" providerId="ADAL" clId="{B93E19F7-CF17-4898-9657-10FD6636A87B}" dt="2024-10-05T11:52:37.133" v="2258" actId="478"/>
          <ac:picMkLst>
            <pc:docMk/>
            <pc:sldMk cId="1477951119" sldId="281"/>
            <ac:picMk id="10" creationId="{D2549343-6F27-7B0D-4142-BDF2D1B7359E}"/>
          </ac:picMkLst>
        </pc:picChg>
      </pc:sldChg>
      <pc:sldChg chg="del">
        <pc:chgData name="Sohag Kabir" userId="e9b0da40-aef8-480a-bb63-d1daacecf555" providerId="ADAL" clId="{B93E19F7-CF17-4898-9657-10FD6636A87B}" dt="2024-10-05T13:26:00.550" v="2420" actId="47"/>
        <pc:sldMkLst>
          <pc:docMk/>
          <pc:sldMk cId="3529504122" sldId="282"/>
        </pc:sldMkLst>
      </pc:sldChg>
      <pc:sldChg chg="del">
        <pc:chgData name="Sohag Kabir" userId="e9b0da40-aef8-480a-bb63-d1daacecf555" providerId="ADAL" clId="{B93E19F7-CF17-4898-9657-10FD6636A87B}" dt="2024-10-05T13:26:00.550" v="2420" actId="47"/>
        <pc:sldMkLst>
          <pc:docMk/>
          <pc:sldMk cId="3093025796" sldId="283"/>
        </pc:sldMkLst>
      </pc:sldChg>
      <pc:sldChg chg="del">
        <pc:chgData name="Sohag Kabir" userId="e9b0da40-aef8-480a-bb63-d1daacecf555" providerId="ADAL" clId="{B93E19F7-CF17-4898-9657-10FD6636A87B}" dt="2024-10-05T13:26:04.740" v="2421" actId="47"/>
        <pc:sldMkLst>
          <pc:docMk/>
          <pc:sldMk cId="3299150616" sldId="284"/>
        </pc:sldMkLst>
      </pc:sldChg>
      <pc:sldChg chg="del">
        <pc:chgData name="Sohag Kabir" userId="e9b0da40-aef8-480a-bb63-d1daacecf555" providerId="ADAL" clId="{B93E19F7-CF17-4898-9657-10FD6636A87B}" dt="2024-10-05T13:26:04.740" v="2421" actId="47"/>
        <pc:sldMkLst>
          <pc:docMk/>
          <pc:sldMk cId="1975243977" sldId="285"/>
        </pc:sldMkLst>
      </pc:sldChg>
      <pc:sldChg chg="del">
        <pc:chgData name="Sohag Kabir" userId="e9b0da40-aef8-480a-bb63-d1daacecf555" providerId="ADAL" clId="{B93E19F7-CF17-4898-9657-10FD6636A87B}" dt="2024-10-05T13:26:09.729" v="2422" actId="47"/>
        <pc:sldMkLst>
          <pc:docMk/>
          <pc:sldMk cId="3773334495" sldId="286"/>
        </pc:sldMkLst>
      </pc:sldChg>
      <pc:sldChg chg="del">
        <pc:chgData name="Sohag Kabir" userId="e9b0da40-aef8-480a-bb63-d1daacecf555" providerId="ADAL" clId="{B93E19F7-CF17-4898-9657-10FD6636A87B}" dt="2024-10-05T13:26:09.729" v="2422" actId="47"/>
        <pc:sldMkLst>
          <pc:docMk/>
          <pc:sldMk cId="743092061" sldId="287"/>
        </pc:sldMkLst>
      </pc:sldChg>
      <pc:sldChg chg="del">
        <pc:chgData name="Sohag Kabir" userId="e9b0da40-aef8-480a-bb63-d1daacecf555" providerId="ADAL" clId="{B93E19F7-CF17-4898-9657-10FD6636A87B}" dt="2024-10-05T13:26:09.729" v="2422" actId="47"/>
        <pc:sldMkLst>
          <pc:docMk/>
          <pc:sldMk cId="2923510616" sldId="288"/>
        </pc:sldMkLst>
      </pc:sldChg>
      <pc:sldChg chg="del">
        <pc:chgData name="Sohag Kabir" userId="e9b0da40-aef8-480a-bb63-d1daacecf555" providerId="ADAL" clId="{B93E19F7-CF17-4898-9657-10FD6636A87B}" dt="2024-10-05T13:26:12.295" v="2423" actId="47"/>
        <pc:sldMkLst>
          <pc:docMk/>
          <pc:sldMk cId="2324322734" sldId="289"/>
        </pc:sldMkLst>
      </pc:sldChg>
      <pc:sldChg chg="del">
        <pc:chgData name="Sohag Kabir" userId="e9b0da40-aef8-480a-bb63-d1daacecf555" providerId="ADAL" clId="{B93E19F7-CF17-4898-9657-10FD6636A87B}" dt="2024-10-05T13:26:12.295" v="2423" actId="47"/>
        <pc:sldMkLst>
          <pc:docMk/>
          <pc:sldMk cId="2997775987" sldId="290"/>
        </pc:sldMkLst>
      </pc:sldChg>
      <pc:sldChg chg="del">
        <pc:chgData name="Sohag Kabir" userId="e9b0da40-aef8-480a-bb63-d1daacecf555" providerId="ADAL" clId="{B93E19F7-CF17-4898-9657-10FD6636A87B}" dt="2024-10-05T13:26:14.963" v="2424" actId="47"/>
        <pc:sldMkLst>
          <pc:docMk/>
          <pc:sldMk cId="522993105" sldId="291"/>
        </pc:sldMkLst>
      </pc:sldChg>
      <pc:sldChg chg="del">
        <pc:chgData name="Sohag Kabir" userId="e9b0da40-aef8-480a-bb63-d1daacecf555" providerId="ADAL" clId="{B93E19F7-CF17-4898-9657-10FD6636A87B}" dt="2024-10-05T13:26:14.963" v="2424" actId="47"/>
        <pc:sldMkLst>
          <pc:docMk/>
          <pc:sldMk cId="1047879687" sldId="292"/>
        </pc:sldMkLst>
      </pc:sldChg>
      <pc:sldChg chg="del">
        <pc:chgData name="Sohag Kabir" userId="e9b0da40-aef8-480a-bb63-d1daacecf555" providerId="ADAL" clId="{B93E19F7-CF17-4898-9657-10FD6636A87B}" dt="2024-10-05T13:26:17.661" v="2425" actId="47"/>
        <pc:sldMkLst>
          <pc:docMk/>
          <pc:sldMk cId="84711293" sldId="293"/>
        </pc:sldMkLst>
      </pc:sldChg>
      <pc:sldChg chg="del">
        <pc:chgData name="Sohag Kabir" userId="e9b0da40-aef8-480a-bb63-d1daacecf555" providerId="ADAL" clId="{B93E19F7-CF17-4898-9657-10FD6636A87B}" dt="2024-10-05T13:26:14.963" v="2424" actId="47"/>
        <pc:sldMkLst>
          <pc:docMk/>
          <pc:sldMk cId="1163318038" sldId="294"/>
        </pc:sldMkLst>
      </pc:sldChg>
      <pc:sldChg chg="del">
        <pc:chgData name="Sohag Kabir" userId="e9b0da40-aef8-480a-bb63-d1daacecf555" providerId="ADAL" clId="{B93E19F7-CF17-4898-9657-10FD6636A87B}" dt="2024-10-05T13:26:17.661" v="2425" actId="47"/>
        <pc:sldMkLst>
          <pc:docMk/>
          <pc:sldMk cId="1736692387" sldId="295"/>
        </pc:sldMkLst>
      </pc:sldChg>
      <pc:sldChg chg="del">
        <pc:chgData name="Sohag Kabir" userId="e9b0da40-aef8-480a-bb63-d1daacecf555" providerId="ADAL" clId="{B93E19F7-CF17-4898-9657-10FD6636A87B}" dt="2024-10-05T13:28:11.196" v="2427" actId="2696"/>
        <pc:sldMkLst>
          <pc:docMk/>
          <pc:sldMk cId="1404130163" sldId="296"/>
        </pc:sldMkLst>
      </pc:sldChg>
      <pc:sldChg chg="del">
        <pc:chgData name="Sohag Kabir" userId="e9b0da40-aef8-480a-bb63-d1daacecf555" providerId="ADAL" clId="{B93E19F7-CF17-4898-9657-10FD6636A87B}" dt="2024-10-05T13:28:11.196" v="2427" actId="2696"/>
        <pc:sldMkLst>
          <pc:docMk/>
          <pc:sldMk cId="3364632169" sldId="297"/>
        </pc:sldMkLst>
      </pc:sldChg>
      <pc:sldChg chg="del">
        <pc:chgData name="Sohag Kabir" userId="e9b0da40-aef8-480a-bb63-d1daacecf555" providerId="ADAL" clId="{B93E19F7-CF17-4898-9657-10FD6636A87B}" dt="2024-10-05T16:53:08.551" v="3143" actId="2696"/>
        <pc:sldMkLst>
          <pc:docMk/>
          <pc:sldMk cId="683997717" sldId="298"/>
        </pc:sldMkLst>
      </pc:sldChg>
      <pc:sldChg chg="addSp delSp modSp add mod delAnim">
        <pc:chgData name="Sohag Kabir" userId="e9b0da40-aef8-480a-bb63-d1daacecf555" providerId="ADAL" clId="{B93E19F7-CF17-4898-9657-10FD6636A87B}" dt="2024-10-05T10:43:25.794" v="154" actId="14100"/>
        <pc:sldMkLst>
          <pc:docMk/>
          <pc:sldMk cId="2123858380" sldId="299"/>
        </pc:sldMkLst>
        <pc:spChg chg="del">
          <ac:chgData name="Sohag Kabir" userId="e9b0da40-aef8-480a-bb63-d1daacecf555" providerId="ADAL" clId="{B93E19F7-CF17-4898-9657-10FD6636A87B}" dt="2024-10-05T10:41:18.271" v="135" actId="478"/>
          <ac:spMkLst>
            <pc:docMk/>
            <pc:sldMk cId="2123858380" sldId="299"/>
            <ac:spMk id="5" creationId="{8143AF44-8037-97CC-53ED-2FE1F44FC034}"/>
          </ac:spMkLst>
        </pc:spChg>
        <pc:spChg chg="add mod">
          <ac:chgData name="Sohag Kabir" userId="e9b0da40-aef8-480a-bb63-d1daacecf555" providerId="ADAL" clId="{B93E19F7-CF17-4898-9657-10FD6636A87B}" dt="2024-10-05T10:43:25.794" v="154" actId="14100"/>
          <ac:spMkLst>
            <pc:docMk/>
            <pc:sldMk cId="2123858380" sldId="299"/>
            <ac:spMk id="8" creationId="{25475156-E9E2-8B99-9CBE-9207C1E8E81F}"/>
          </ac:spMkLst>
        </pc:spChg>
        <pc:spChg chg="del">
          <ac:chgData name="Sohag Kabir" userId="e9b0da40-aef8-480a-bb63-d1daacecf555" providerId="ADAL" clId="{B93E19F7-CF17-4898-9657-10FD6636A87B}" dt="2024-10-05T10:38:39.118" v="134" actId="478"/>
          <ac:spMkLst>
            <pc:docMk/>
            <pc:sldMk cId="2123858380" sldId="299"/>
            <ac:spMk id="9" creationId="{B06106E6-D5F4-FBA7-3A0D-73F4DF202DD3}"/>
          </ac:spMkLst>
        </pc:spChg>
        <pc:picChg chg="add mod">
          <ac:chgData name="Sohag Kabir" userId="e9b0da40-aef8-480a-bb63-d1daacecf555" providerId="ADAL" clId="{B93E19F7-CF17-4898-9657-10FD6636A87B}" dt="2024-10-05T10:41:36.583" v="139" actId="14100"/>
          <ac:picMkLst>
            <pc:docMk/>
            <pc:sldMk cId="2123858380" sldId="299"/>
            <ac:picMk id="3" creationId="{776E4644-0C9D-8AD1-0535-525E6C1A383A}"/>
          </ac:picMkLst>
        </pc:picChg>
      </pc:sldChg>
      <pc:sldChg chg="modSp add mod">
        <pc:chgData name="Sohag Kabir" userId="e9b0da40-aef8-480a-bb63-d1daacecf555" providerId="ADAL" clId="{B93E19F7-CF17-4898-9657-10FD6636A87B}" dt="2024-10-05T11:25:22.271" v="1236" actId="113"/>
        <pc:sldMkLst>
          <pc:docMk/>
          <pc:sldMk cId="1426418876" sldId="300"/>
        </pc:sldMkLst>
        <pc:spChg chg="mod">
          <ac:chgData name="Sohag Kabir" userId="e9b0da40-aef8-480a-bb63-d1daacecf555" providerId="ADAL" clId="{B93E19F7-CF17-4898-9657-10FD6636A87B}" dt="2024-10-05T11:08:04.628" v="612" actId="14100"/>
          <ac:spMkLst>
            <pc:docMk/>
            <pc:sldMk cId="1426418876" sldId="300"/>
            <ac:spMk id="2" creationId="{DE13D453-4D7B-47BF-AED4-27D56C3644AA}"/>
          </ac:spMkLst>
        </pc:spChg>
        <pc:graphicFrameChg chg="mod modGraphic">
          <ac:chgData name="Sohag Kabir" userId="e9b0da40-aef8-480a-bb63-d1daacecf555" providerId="ADAL" clId="{B93E19F7-CF17-4898-9657-10FD6636A87B}" dt="2024-10-05T11:25:22.271" v="1236" actId="113"/>
          <ac:graphicFrameMkLst>
            <pc:docMk/>
            <pc:sldMk cId="1426418876" sldId="300"/>
            <ac:graphicFrameMk id="3" creationId="{5E0E26A6-CCC8-2BBF-4CE9-1FE499F39FFC}"/>
          </ac:graphicFrameMkLst>
        </pc:graphicFrameChg>
      </pc:sldChg>
      <pc:sldChg chg="modSp add mod">
        <pc:chgData name="Sohag Kabir" userId="e9b0da40-aef8-480a-bb63-d1daacecf555" providerId="ADAL" clId="{B93E19F7-CF17-4898-9657-10FD6636A87B}" dt="2024-10-05T11:51:39.950" v="2252" actId="113"/>
        <pc:sldMkLst>
          <pc:docMk/>
          <pc:sldMk cId="4245518297" sldId="301"/>
        </pc:sldMkLst>
        <pc:spChg chg="mod">
          <ac:chgData name="Sohag Kabir" userId="e9b0da40-aef8-480a-bb63-d1daacecf555" providerId="ADAL" clId="{B93E19F7-CF17-4898-9657-10FD6636A87B}" dt="2024-10-05T11:26:32.301" v="1263" actId="20577"/>
          <ac:spMkLst>
            <pc:docMk/>
            <pc:sldMk cId="4245518297" sldId="301"/>
            <ac:spMk id="2" creationId="{DE13D453-4D7B-47BF-AED4-27D56C3644AA}"/>
          </ac:spMkLst>
        </pc:spChg>
        <pc:graphicFrameChg chg="mod modGraphic">
          <ac:chgData name="Sohag Kabir" userId="e9b0da40-aef8-480a-bb63-d1daacecf555" providerId="ADAL" clId="{B93E19F7-CF17-4898-9657-10FD6636A87B}" dt="2024-10-05T11:51:39.950" v="2252" actId="113"/>
          <ac:graphicFrameMkLst>
            <pc:docMk/>
            <pc:sldMk cId="4245518297" sldId="301"/>
            <ac:graphicFrameMk id="3" creationId="{5E0E26A6-CCC8-2BBF-4CE9-1FE499F39FFC}"/>
          </ac:graphicFrameMkLst>
        </pc:graphicFrameChg>
      </pc:sldChg>
      <pc:sldChg chg="modSp add mod">
        <pc:chgData name="Sohag Kabir" userId="e9b0da40-aef8-480a-bb63-d1daacecf555" providerId="ADAL" clId="{B93E19F7-CF17-4898-9657-10FD6636A87B}" dt="2024-10-05T11:48:50.124" v="2245" actId="207"/>
        <pc:sldMkLst>
          <pc:docMk/>
          <pc:sldMk cId="846972630" sldId="302"/>
        </pc:sldMkLst>
        <pc:graphicFrameChg chg="mod modGraphic">
          <ac:chgData name="Sohag Kabir" userId="e9b0da40-aef8-480a-bb63-d1daacecf555" providerId="ADAL" clId="{B93E19F7-CF17-4898-9657-10FD6636A87B}" dt="2024-10-05T11:48:50.124" v="2245" actId="207"/>
          <ac:graphicFrameMkLst>
            <pc:docMk/>
            <pc:sldMk cId="846972630" sldId="302"/>
            <ac:graphicFrameMk id="3" creationId="{5E0E26A6-CCC8-2BBF-4CE9-1FE499F39FFC}"/>
          </ac:graphicFrameMkLst>
        </pc:graphicFrameChg>
      </pc:sldChg>
      <pc:sldChg chg="addSp delSp modSp add mod addAnim delAnim">
        <pc:chgData name="Sohag Kabir" userId="e9b0da40-aef8-480a-bb63-d1daacecf555" providerId="ADAL" clId="{B93E19F7-CF17-4898-9657-10FD6636A87B}" dt="2024-10-05T12:12:26.606" v="2350" actId="20577"/>
        <pc:sldMkLst>
          <pc:docMk/>
          <pc:sldMk cId="3111864872" sldId="303"/>
        </pc:sldMkLst>
        <pc:spChg chg="del">
          <ac:chgData name="Sohag Kabir" userId="e9b0da40-aef8-480a-bb63-d1daacecf555" providerId="ADAL" clId="{B93E19F7-CF17-4898-9657-10FD6636A87B}" dt="2024-10-05T12:09:50.079" v="2334" actId="478"/>
          <ac:spMkLst>
            <pc:docMk/>
            <pc:sldMk cId="3111864872" sldId="303"/>
            <ac:spMk id="3" creationId="{4A53CAC7-C63D-FD07-64B6-21A515D61196}"/>
          </ac:spMkLst>
        </pc:spChg>
        <pc:spChg chg="add mod">
          <ac:chgData name="Sohag Kabir" userId="e9b0da40-aef8-480a-bb63-d1daacecf555" providerId="ADAL" clId="{B93E19F7-CF17-4898-9657-10FD6636A87B}" dt="2024-10-05T12:10:05.734" v="2338" actId="1076"/>
          <ac:spMkLst>
            <pc:docMk/>
            <pc:sldMk cId="3111864872" sldId="303"/>
            <ac:spMk id="5" creationId="{015E5EFF-5540-010A-D066-2C5D27390FB0}"/>
          </ac:spMkLst>
        </pc:spChg>
        <pc:spChg chg="mod">
          <ac:chgData name="Sohag Kabir" userId="e9b0da40-aef8-480a-bb63-d1daacecf555" providerId="ADAL" clId="{B93E19F7-CF17-4898-9657-10FD6636A87B}" dt="2024-10-05T12:12:26.606" v="2350" actId="20577"/>
          <ac:spMkLst>
            <pc:docMk/>
            <pc:sldMk cId="3111864872" sldId="303"/>
            <ac:spMk id="18" creationId="{C8396839-4867-B84D-99D5-F365B7222258}"/>
          </ac:spMkLst>
        </pc:spChg>
        <pc:graphicFrameChg chg="add del mod modGraphic">
          <ac:chgData name="Sohag Kabir" userId="e9b0da40-aef8-480a-bb63-d1daacecf555" providerId="ADAL" clId="{B93E19F7-CF17-4898-9657-10FD6636A87B}" dt="2024-10-05T12:11:54.650" v="2349" actId="1076"/>
          <ac:graphicFrameMkLst>
            <pc:docMk/>
            <pc:sldMk cId="3111864872" sldId="303"/>
            <ac:graphicFrameMk id="8" creationId="{1365D5D7-FA64-0D30-6987-DF1DE3E8BD76}"/>
          </ac:graphicFrameMkLst>
        </pc:graphicFrameChg>
      </pc:sldChg>
      <pc:sldChg chg="addSp delSp modSp add mod">
        <pc:chgData name="Sohag Kabir" userId="e9b0da40-aef8-480a-bb63-d1daacecf555" providerId="ADAL" clId="{B93E19F7-CF17-4898-9657-10FD6636A87B}" dt="2024-10-05T13:25:10.268" v="2419" actId="255"/>
        <pc:sldMkLst>
          <pc:docMk/>
          <pc:sldMk cId="3848471798" sldId="304"/>
        </pc:sldMkLst>
        <pc:spChg chg="mod">
          <ac:chgData name="Sohag Kabir" userId="e9b0da40-aef8-480a-bb63-d1daacecf555" providerId="ADAL" clId="{B93E19F7-CF17-4898-9657-10FD6636A87B}" dt="2024-10-05T13:22:52.316" v="2403"/>
          <ac:spMkLst>
            <pc:docMk/>
            <pc:sldMk cId="3848471798" sldId="304"/>
            <ac:spMk id="2" creationId="{C41871F3-B595-E36C-AF47-CCEBC8A95B2E}"/>
          </ac:spMkLst>
        </pc:spChg>
        <pc:spChg chg="del">
          <ac:chgData name="Sohag Kabir" userId="e9b0da40-aef8-480a-bb63-d1daacecf555" providerId="ADAL" clId="{B93E19F7-CF17-4898-9657-10FD6636A87B}" dt="2024-10-05T13:22:59.495" v="2405" actId="478"/>
          <ac:spMkLst>
            <pc:docMk/>
            <pc:sldMk cId="3848471798" sldId="304"/>
            <ac:spMk id="3" creationId="{677288F0-F0F5-CD03-B0DC-F0852D06708C}"/>
          </ac:spMkLst>
        </pc:spChg>
        <pc:spChg chg="add del mod">
          <ac:chgData name="Sohag Kabir" userId="e9b0da40-aef8-480a-bb63-d1daacecf555" providerId="ADAL" clId="{B93E19F7-CF17-4898-9657-10FD6636A87B}" dt="2024-10-05T13:23:11.591" v="2406" actId="478"/>
          <ac:spMkLst>
            <pc:docMk/>
            <pc:sldMk cId="3848471798" sldId="304"/>
            <ac:spMk id="5" creationId="{9898B6D7-18BE-0544-81A8-D82BE7070F8A}"/>
          </ac:spMkLst>
        </pc:spChg>
        <pc:spChg chg="del">
          <ac:chgData name="Sohag Kabir" userId="e9b0da40-aef8-480a-bb63-d1daacecf555" providerId="ADAL" clId="{B93E19F7-CF17-4898-9657-10FD6636A87B}" dt="2024-10-05T13:22:58.079" v="2404" actId="478"/>
          <ac:spMkLst>
            <pc:docMk/>
            <pc:sldMk cId="3848471798" sldId="304"/>
            <ac:spMk id="7" creationId="{BC63AF23-A25D-5605-6DA9-36B36320F996}"/>
          </ac:spMkLst>
        </pc:spChg>
        <pc:spChg chg="add mod">
          <ac:chgData name="Sohag Kabir" userId="e9b0da40-aef8-480a-bb63-d1daacecf555" providerId="ADAL" clId="{B93E19F7-CF17-4898-9657-10FD6636A87B}" dt="2024-10-05T13:24:21.403" v="2414" actId="113"/>
          <ac:spMkLst>
            <pc:docMk/>
            <pc:sldMk cId="3848471798" sldId="304"/>
            <ac:spMk id="9" creationId="{CD50F2F8-1B2B-49A9-19F1-DB709D949017}"/>
          </ac:spMkLst>
        </pc:spChg>
        <pc:spChg chg="add mod">
          <ac:chgData name="Sohag Kabir" userId="e9b0da40-aef8-480a-bb63-d1daacecf555" providerId="ADAL" clId="{B93E19F7-CF17-4898-9657-10FD6636A87B}" dt="2024-10-05T13:25:10.268" v="2419" actId="255"/>
          <ac:spMkLst>
            <pc:docMk/>
            <pc:sldMk cId="3848471798" sldId="304"/>
            <ac:spMk id="10" creationId="{00E9F602-A3E5-2A9F-2415-D3BCE043D970}"/>
          </ac:spMkLst>
        </pc:spChg>
        <pc:spChg chg="add mod">
          <ac:chgData name="Sohag Kabir" userId="e9b0da40-aef8-480a-bb63-d1daacecf555" providerId="ADAL" clId="{B93E19F7-CF17-4898-9657-10FD6636A87B}" dt="2024-10-05T13:24:55.804" v="2417" actId="113"/>
          <ac:spMkLst>
            <pc:docMk/>
            <pc:sldMk cId="3848471798" sldId="304"/>
            <ac:spMk id="11" creationId="{AF86D1AE-A74F-85E0-A187-4D1857150FEF}"/>
          </ac:spMkLst>
        </pc:spChg>
        <pc:spChg chg="add mod">
          <ac:chgData name="Sohag Kabir" userId="e9b0da40-aef8-480a-bb63-d1daacecf555" providerId="ADAL" clId="{B93E19F7-CF17-4898-9657-10FD6636A87B}" dt="2024-10-05T13:23:21.823" v="2408" actId="1076"/>
          <ac:spMkLst>
            <pc:docMk/>
            <pc:sldMk cId="3848471798" sldId="304"/>
            <ac:spMk id="14" creationId="{A2F61D9D-25BA-DC84-A2E1-582A0F34418B}"/>
          </ac:spMkLst>
        </pc:spChg>
        <pc:spChg chg="add mod">
          <ac:chgData name="Sohag Kabir" userId="e9b0da40-aef8-480a-bb63-d1daacecf555" providerId="ADAL" clId="{B93E19F7-CF17-4898-9657-10FD6636A87B}" dt="2024-10-05T13:23:21.823" v="2408" actId="1076"/>
          <ac:spMkLst>
            <pc:docMk/>
            <pc:sldMk cId="3848471798" sldId="304"/>
            <ac:spMk id="15" creationId="{0998D7DF-3631-0AFC-4F75-315D4EC54AB5}"/>
          </ac:spMkLst>
        </pc:spChg>
        <pc:graphicFrameChg chg="add mod">
          <ac:chgData name="Sohag Kabir" userId="e9b0da40-aef8-480a-bb63-d1daacecf555" providerId="ADAL" clId="{B93E19F7-CF17-4898-9657-10FD6636A87B}" dt="2024-10-05T13:23:21.823" v="2408" actId="1076"/>
          <ac:graphicFrameMkLst>
            <pc:docMk/>
            <pc:sldMk cId="3848471798" sldId="304"/>
            <ac:graphicFrameMk id="12" creationId="{1DAFEA42-501C-66BE-C6CF-46F60F090DB5}"/>
          </ac:graphicFrameMkLst>
        </pc:graphicFrameChg>
        <pc:graphicFrameChg chg="add mod">
          <ac:chgData name="Sohag Kabir" userId="e9b0da40-aef8-480a-bb63-d1daacecf555" providerId="ADAL" clId="{B93E19F7-CF17-4898-9657-10FD6636A87B}" dt="2024-10-05T13:23:21.823" v="2408" actId="1076"/>
          <ac:graphicFrameMkLst>
            <pc:docMk/>
            <pc:sldMk cId="3848471798" sldId="304"/>
            <ac:graphicFrameMk id="13" creationId="{081B124B-A8AF-B868-834D-AE0938E734CE}"/>
          </ac:graphicFrameMkLst>
        </pc:graphicFrameChg>
      </pc:sldChg>
      <pc:sldChg chg="addSp delSp modSp add mod modAnim">
        <pc:chgData name="Sohag Kabir" userId="e9b0da40-aef8-480a-bb63-d1daacecf555" providerId="ADAL" clId="{B93E19F7-CF17-4898-9657-10FD6636A87B}" dt="2024-10-05T13:32:33.670" v="2448" actId="1076"/>
        <pc:sldMkLst>
          <pc:docMk/>
          <pc:sldMk cId="1153240218" sldId="305"/>
        </pc:sldMkLst>
        <pc:spChg chg="mod">
          <ac:chgData name="Sohag Kabir" userId="e9b0da40-aef8-480a-bb63-d1daacecf555" providerId="ADAL" clId="{B93E19F7-CF17-4898-9657-10FD6636A87B}" dt="2024-10-05T13:28:52.372" v="2430" actId="1076"/>
          <ac:spMkLst>
            <pc:docMk/>
            <pc:sldMk cId="1153240218" sldId="305"/>
            <ac:spMk id="2" creationId="{C41871F3-B595-E36C-AF47-CCEBC8A95B2E}"/>
          </ac:spMkLst>
        </pc:spChg>
        <pc:spChg chg="add mod">
          <ac:chgData name="Sohag Kabir" userId="e9b0da40-aef8-480a-bb63-d1daacecf555" providerId="ADAL" clId="{B93E19F7-CF17-4898-9657-10FD6636A87B}" dt="2024-10-05T13:30:49.911" v="2439" actId="1076"/>
          <ac:spMkLst>
            <pc:docMk/>
            <pc:sldMk cId="1153240218" sldId="305"/>
            <ac:spMk id="3" creationId="{B5B3383F-3495-18F9-D8E4-55694B3E22AC}"/>
          </ac:spMkLst>
        </pc:spChg>
        <pc:spChg chg="add mod">
          <ac:chgData name="Sohag Kabir" userId="e9b0da40-aef8-480a-bb63-d1daacecf555" providerId="ADAL" clId="{B93E19F7-CF17-4898-9657-10FD6636A87B}" dt="2024-10-05T13:32:31.967" v="2447" actId="1076"/>
          <ac:spMkLst>
            <pc:docMk/>
            <pc:sldMk cId="1153240218" sldId="305"/>
            <ac:spMk id="5" creationId="{D3C9AED7-9BE9-ABF0-7BAD-38B772E3CA82}"/>
          </ac:spMkLst>
        </pc:spChg>
        <pc:spChg chg="add mod">
          <ac:chgData name="Sohag Kabir" userId="e9b0da40-aef8-480a-bb63-d1daacecf555" providerId="ADAL" clId="{B93E19F7-CF17-4898-9657-10FD6636A87B}" dt="2024-10-05T13:32:33.670" v="2448" actId="1076"/>
          <ac:spMkLst>
            <pc:docMk/>
            <pc:sldMk cId="1153240218" sldId="305"/>
            <ac:spMk id="7" creationId="{DF1CD9A0-79D2-1AE1-FB7A-FC44A5225AE3}"/>
          </ac:spMkLst>
        </pc:spChg>
        <pc:spChg chg="del">
          <ac:chgData name="Sohag Kabir" userId="e9b0da40-aef8-480a-bb63-d1daacecf555" providerId="ADAL" clId="{B93E19F7-CF17-4898-9657-10FD6636A87B}" dt="2024-10-05T13:28:56.523" v="2431" actId="478"/>
          <ac:spMkLst>
            <pc:docMk/>
            <pc:sldMk cId="1153240218" sldId="305"/>
            <ac:spMk id="9" creationId="{CD50F2F8-1B2B-49A9-19F1-DB709D949017}"/>
          </ac:spMkLst>
        </pc:spChg>
        <pc:spChg chg="del">
          <ac:chgData name="Sohag Kabir" userId="e9b0da40-aef8-480a-bb63-d1daacecf555" providerId="ADAL" clId="{B93E19F7-CF17-4898-9657-10FD6636A87B}" dt="2024-10-05T13:28:56.523" v="2431" actId="478"/>
          <ac:spMkLst>
            <pc:docMk/>
            <pc:sldMk cId="1153240218" sldId="305"/>
            <ac:spMk id="10" creationId="{00E9F602-A3E5-2A9F-2415-D3BCE043D970}"/>
          </ac:spMkLst>
        </pc:spChg>
        <pc:spChg chg="del">
          <ac:chgData name="Sohag Kabir" userId="e9b0da40-aef8-480a-bb63-d1daacecf555" providerId="ADAL" clId="{B93E19F7-CF17-4898-9657-10FD6636A87B}" dt="2024-10-05T13:28:56.523" v="2431" actId="478"/>
          <ac:spMkLst>
            <pc:docMk/>
            <pc:sldMk cId="1153240218" sldId="305"/>
            <ac:spMk id="11" creationId="{AF86D1AE-A74F-85E0-A187-4D1857150FEF}"/>
          </ac:spMkLst>
        </pc:spChg>
        <pc:spChg chg="del">
          <ac:chgData name="Sohag Kabir" userId="e9b0da40-aef8-480a-bb63-d1daacecf555" providerId="ADAL" clId="{B93E19F7-CF17-4898-9657-10FD6636A87B}" dt="2024-10-05T13:28:56.523" v="2431" actId="478"/>
          <ac:spMkLst>
            <pc:docMk/>
            <pc:sldMk cId="1153240218" sldId="305"/>
            <ac:spMk id="14" creationId="{A2F61D9D-25BA-DC84-A2E1-582A0F34418B}"/>
          </ac:spMkLst>
        </pc:spChg>
        <pc:spChg chg="del">
          <ac:chgData name="Sohag Kabir" userId="e9b0da40-aef8-480a-bb63-d1daacecf555" providerId="ADAL" clId="{B93E19F7-CF17-4898-9657-10FD6636A87B}" dt="2024-10-05T13:28:56.523" v="2431" actId="478"/>
          <ac:spMkLst>
            <pc:docMk/>
            <pc:sldMk cId="1153240218" sldId="305"/>
            <ac:spMk id="15" creationId="{0998D7DF-3631-0AFC-4F75-315D4EC54AB5}"/>
          </ac:spMkLst>
        </pc:spChg>
        <pc:graphicFrameChg chg="del">
          <ac:chgData name="Sohag Kabir" userId="e9b0da40-aef8-480a-bb63-d1daacecf555" providerId="ADAL" clId="{B93E19F7-CF17-4898-9657-10FD6636A87B}" dt="2024-10-05T13:28:56.523" v="2431" actId="478"/>
          <ac:graphicFrameMkLst>
            <pc:docMk/>
            <pc:sldMk cId="1153240218" sldId="305"/>
            <ac:graphicFrameMk id="12" creationId="{1DAFEA42-501C-66BE-C6CF-46F60F090DB5}"/>
          </ac:graphicFrameMkLst>
        </pc:graphicFrameChg>
        <pc:graphicFrameChg chg="del">
          <ac:chgData name="Sohag Kabir" userId="e9b0da40-aef8-480a-bb63-d1daacecf555" providerId="ADAL" clId="{B93E19F7-CF17-4898-9657-10FD6636A87B}" dt="2024-10-05T13:28:56.523" v="2431" actId="478"/>
          <ac:graphicFrameMkLst>
            <pc:docMk/>
            <pc:sldMk cId="1153240218" sldId="305"/>
            <ac:graphicFrameMk id="13" creationId="{081B124B-A8AF-B868-834D-AE0938E734CE}"/>
          </ac:graphicFrameMkLst>
        </pc:graphicFrameChg>
      </pc:sldChg>
      <pc:sldChg chg="addSp delSp modSp add mod delAnim modAnim">
        <pc:chgData name="Sohag Kabir" userId="e9b0da40-aef8-480a-bb63-d1daacecf555" providerId="ADAL" clId="{B93E19F7-CF17-4898-9657-10FD6636A87B}" dt="2024-10-05T13:50:05.637" v="2496" actId="14100"/>
        <pc:sldMkLst>
          <pc:docMk/>
          <pc:sldMk cId="2096964769" sldId="306"/>
        </pc:sldMkLst>
        <pc:spChg chg="del">
          <ac:chgData name="Sohag Kabir" userId="e9b0da40-aef8-480a-bb63-d1daacecf555" providerId="ADAL" clId="{B93E19F7-CF17-4898-9657-10FD6636A87B}" dt="2024-10-05T13:34:49.323" v="2454" actId="478"/>
          <ac:spMkLst>
            <pc:docMk/>
            <pc:sldMk cId="2096964769" sldId="306"/>
            <ac:spMk id="2" creationId="{C41871F3-B595-E36C-AF47-CCEBC8A95B2E}"/>
          </ac:spMkLst>
        </pc:spChg>
        <pc:spChg chg="del">
          <ac:chgData name="Sohag Kabir" userId="e9b0da40-aef8-480a-bb63-d1daacecf555" providerId="ADAL" clId="{B93E19F7-CF17-4898-9657-10FD6636A87B}" dt="2024-10-05T13:34:52.987" v="2456" actId="478"/>
          <ac:spMkLst>
            <pc:docMk/>
            <pc:sldMk cId="2096964769" sldId="306"/>
            <ac:spMk id="3" creationId="{B5B3383F-3495-18F9-D8E4-55694B3E22AC}"/>
          </ac:spMkLst>
        </pc:spChg>
        <pc:spChg chg="mod">
          <ac:chgData name="Sohag Kabir" userId="e9b0da40-aef8-480a-bb63-d1daacecf555" providerId="ADAL" clId="{B93E19F7-CF17-4898-9657-10FD6636A87B}" dt="2024-10-05T13:34:44.243" v="2453" actId="255"/>
          <ac:spMkLst>
            <pc:docMk/>
            <pc:sldMk cId="2096964769" sldId="306"/>
            <ac:spMk id="4" creationId="{8B3BBD20-CA54-1CCC-FDC5-4B2C938D023F}"/>
          </ac:spMkLst>
        </pc:spChg>
        <pc:spChg chg="del">
          <ac:chgData name="Sohag Kabir" userId="e9b0da40-aef8-480a-bb63-d1daacecf555" providerId="ADAL" clId="{B93E19F7-CF17-4898-9657-10FD6636A87B}" dt="2024-10-05T13:34:54.180" v="2457" actId="478"/>
          <ac:spMkLst>
            <pc:docMk/>
            <pc:sldMk cId="2096964769" sldId="306"/>
            <ac:spMk id="5" creationId="{D3C9AED7-9BE9-ABF0-7BAD-38B772E3CA82}"/>
          </ac:spMkLst>
        </pc:spChg>
        <pc:spChg chg="del">
          <ac:chgData name="Sohag Kabir" userId="e9b0da40-aef8-480a-bb63-d1daacecf555" providerId="ADAL" clId="{B93E19F7-CF17-4898-9657-10FD6636A87B}" dt="2024-10-05T13:34:55.896" v="2458" actId="478"/>
          <ac:spMkLst>
            <pc:docMk/>
            <pc:sldMk cId="2096964769" sldId="306"/>
            <ac:spMk id="7" creationId="{DF1CD9A0-79D2-1AE1-FB7A-FC44A5225AE3}"/>
          </ac:spMkLst>
        </pc:spChg>
        <pc:spChg chg="add del mod">
          <ac:chgData name="Sohag Kabir" userId="e9b0da40-aef8-480a-bb63-d1daacecf555" providerId="ADAL" clId="{B93E19F7-CF17-4898-9657-10FD6636A87B}" dt="2024-10-05T13:34:52.080" v="2455" actId="478"/>
          <ac:spMkLst>
            <pc:docMk/>
            <pc:sldMk cId="2096964769" sldId="306"/>
            <ac:spMk id="9" creationId="{C23F14D2-B20E-F552-92DE-EDEE1B4B42EB}"/>
          </ac:spMkLst>
        </pc:spChg>
        <pc:spChg chg="add mod">
          <ac:chgData name="Sohag Kabir" userId="e9b0da40-aef8-480a-bb63-d1daacecf555" providerId="ADAL" clId="{B93E19F7-CF17-4898-9657-10FD6636A87B}" dt="2024-10-05T13:48:32.150" v="2492" actId="20577"/>
          <ac:spMkLst>
            <pc:docMk/>
            <pc:sldMk cId="2096964769" sldId="306"/>
            <ac:spMk id="10" creationId="{B2167580-6AE3-B019-0A0B-25B81FEC490F}"/>
          </ac:spMkLst>
        </pc:spChg>
        <pc:spChg chg="add mod">
          <ac:chgData name="Sohag Kabir" userId="e9b0da40-aef8-480a-bb63-d1daacecf555" providerId="ADAL" clId="{B93E19F7-CF17-4898-9657-10FD6636A87B}" dt="2024-10-05T13:50:05.637" v="2496" actId="14100"/>
          <ac:spMkLst>
            <pc:docMk/>
            <pc:sldMk cId="2096964769" sldId="306"/>
            <ac:spMk id="11" creationId="{16C08D9D-8210-7594-DCB1-8636CADD417A}"/>
          </ac:spMkLst>
        </pc:spChg>
        <pc:spChg chg="add mod">
          <ac:chgData name="Sohag Kabir" userId="e9b0da40-aef8-480a-bb63-d1daacecf555" providerId="ADAL" clId="{B93E19F7-CF17-4898-9657-10FD6636A87B}" dt="2024-10-05T13:35:30.987" v="2462" actId="1076"/>
          <ac:spMkLst>
            <pc:docMk/>
            <pc:sldMk cId="2096964769" sldId="306"/>
            <ac:spMk id="14" creationId="{134DAA3B-FD39-1994-7742-282CD08FDB49}"/>
          </ac:spMkLst>
        </pc:spChg>
        <pc:spChg chg="add mod">
          <ac:chgData name="Sohag Kabir" userId="e9b0da40-aef8-480a-bb63-d1daacecf555" providerId="ADAL" clId="{B93E19F7-CF17-4898-9657-10FD6636A87B}" dt="2024-10-05T13:35:30.987" v="2462" actId="1076"/>
          <ac:spMkLst>
            <pc:docMk/>
            <pc:sldMk cId="2096964769" sldId="306"/>
            <ac:spMk id="15" creationId="{48718829-4A29-D25E-0D6E-B11E0C2F51C8}"/>
          </ac:spMkLst>
        </pc:spChg>
        <pc:spChg chg="add mod">
          <ac:chgData name="Sohag Kabir" userId="e9b0da40-aef8-480a-bb63-d1daacecf555" providerId="ADAL" clId="{B93E19F7-CF17-4898-9657-10FD6636A87B}" dt="2024-10-05T13:47:33.958" v="2490" actId="1076"/>
          <ac:spMkLst>
            <pc:docMk/>
            <pc:sldMk cId="2096964769" sldId="306"/>
            <ac:spMk id="16" creationId="{CEA3C46F-B05F-05C3-021B-D8713F34F20E}"/>
          </ac:spMkLst>
        </pc:spChg>
        <pc:spChg chg="add mod">
          <ac:chgData name="Sohag Kabir" userId="e9b0da40-aef8-480a-bb63-d1daacecf555" providerId="ADAL" clId="{B93E19F7-CF17-4898-9657-10FD6636A87B}" dt="2024-10-05T13:35:30.987" v="2462" actId="1076"/>
          <ac:spMkLst>
            <pc:docMk/>
            <pc:sldMk cId="2096964769" sldId="306"/>
            <ac:spMk id="19" creationId="{4C8E8417-F9EF-BCBA-63EF-6F9F1E77FB3B}"/>
          </ac:spMkLst>
        </pc:spChg>
        <pc:graphicFrameChg chg="add mod modGraphic">
          <ac:chgData name="Sohag Kabir" userId="e9b0da40-aef8-480a-bb63-d1daacecf555" providerId="ADAL" clId="{B93E19F7-CF17-4898-9657-10FD6636A87B}" dt="2024-10-05T13:45:27.118" v="2469" actId="207"/>
          <ac:graphicFrameMkLst>
            <pc:docMk/>
            <pc:sldMk cId="2096964769" sldId="306"/>
            <ac:graphicFrameMk id="12" creationId="{04AF308F-67D8-575D-87D6-1C89DA2E768E}"/>
          </ac:graphicFrameMkLst>
        </pc:graphicFrameChg>
        <pc:graphicFrameChg chg="add mod modGraphic">
          <ac:chgData name="Sohag Kabir" userId="e9b0da40-aef8-480a-bb63-d1daacecf555" providerId="ADAL" clId="{B93E19F7-CF17-4898-9657-10FD6636A87B}" dt="2024-10-05T13:45:37.466" v="2470" actId="207"/>
          <ac:graphicFrameMkLst>
            <pc:docMk/>
            <pc:sldMk cId="2096964769" sldId="306"/>
            <ac:graphicFrameMk id="13" creationId="{04E29480-DA40-6D18-BE63-B63F72CFC601}"/>
          </ac:graphicFrameMkLst>
        </pc:graphicFrameChg>
        <pc:cxnChg chg="add mod">
          <ac:chgData name="Sohag Kabir" userId="e9b0da40-aef8-480a-bb63-d1daacecf555" providerId="ADAL" clId="{B93E19F7-CF17-4898-9657-10FD6636A87B}" dt="2024-10-05T13:35:30.987" v="2462" actId="1076"/>
          <ac:cxnSpMkLst>
            <pc:docMk/>
            <pc:sldMk cId="2096964769" sldId="306"/>
            <ac:cxnSpMk id="17" creationId="{E4F47166-E16A-2E97-B890-D0C584FACE0F}"/>
          </ac:cxnSpMkLst>
        </pc:cxnChg>
        <pc:cxnChg chg="add mod">
          <ac:chgData name="Sohag Kabir" userId="e9b0da40-aef8-480a-bb63-d1daacecf555" providerId="ADAL" clId="{B93E19F7-CF17-4898-9657-10FD6636A87B}" dt="2024-10-05T13:35:30.987" v="2462" actId="1076"/>
          <ac:cxnSpMkLst>
            <pc:docMk/>
            <pc:sldMk cId="2096964769" sldId="306"/>
            <ac:cxnSpMk id="18" creationId="{FEE7526F-4867-7105-D47F-EFCFFC45A8E4}"/>
          </ac:cxnSpMkLst>
        </pc:cxnChg>
      </pc:sldChg>
      <pc:sldChg chg="addSp delSp modSp add mod delAnim modAnim">
        <pc:chgData name="Sohag Kabir" userId="e9b0da40-aef8-480a-bb63-d1daacecf555" providerId="ADAL" clId="{B93E19F7-CF17-4898-9657-10FD6636A87B}" dt="2024-10-05T13:53:51.490" v="2521" actId="1076"/>
        <pc:sldMkLst>
          <pc:docMk/>
          <pc:sldMk cId="3822761777" sldId="307"/>
        </pc:sldMkLst>
        <pc:spChg chg="add del mod">
          <ac:chgData name="Sohag Kabir" userId="e9b0da40-aef8-480a-bb63-d1daacecf555" providerId="ADAL" clId="{B93E19F7-CF17-4898-9657-10FD6636A87B}" dt="2024-10-05T13:50:55.459" v="2501" actId="478"/>
          <ac:spMkLst>
            <pc:docMk/>
            <pc:sldMk cId="3822761777" sldId="307"/>
            <ac:spMk id="2" creationId="{F3BAF6B0-BEC8-7477-E801-C7EBE00A934E}"/>
          </ac:spMkLst>
        </pc:spChg>
        <pc:spChg chg="add mod">
          <ac:chgData name="Sohag Kabir" userId="e9b0da40-aef8-480a-bb63-d1daacecf555" providerId="ADAL" clId="{B93E19F7-CF17-4898-9657-10FD6636A87B}" dt="2024-10-05T13:53:48.598" v="2520" actId="1076"/>
          <ac:spMkLst>
            <pc:docMk/>
            <pc:sldMk cId="3822761777" sldId="307"/>
            <ac:spMk id="3" creationId="{0C4F1D13-7504-0E39-3F4E-FB3DFAEE379A}"/>
          </ac:spMkLst>
        </pc:spChg>
        <pc:spChg chg="mod">
          <ac:chgData name="Sohag Kabir" userId="e9b0da40-aef8-480a-bb63-d1daacecf555" providerId="ADAL" clId="{B93E19F7-CF17-4898-9657-10FD6636A87B}" dt="2024-10-05T13:50:49.110" v="2498"/>
          <ac:spMkLst>
            <pc:docMk/>
            <pc:sldMk cId="3822761777" sldId="307"/>
            <ac:spMk id="4" creationId="{8B3BBD20-CA54-1CCC-FDC5-4B2C938D023F}"/>
          </ac:spMkLst>
        </pc:spChg>
        <pc:spChg chg="add mod">
          <ac:chgData name="Sohag Kabir" userId="e9b0da40-aef8-480a-bb63-d1daacecf555" providerId="ADAL" clId="{B93E19F7-CF17-4898-9657-10FD6636A87B}" dt="2024-10-05T13:53:51.490" v="2521" actId="1076"/>
          <ac:spMkLst>
            <pc:docMk/>
            <pc:sldMk cId="3822761777" sldId="307"/>
            <ac:spMk id="5" creationId="{8FBE6B5F-C7ED-EFF3-C325-5DCB0BCE061B}"/>
          </ac:spMkLst>
        </pc:spChg>
        <pc:spChg chg="add mod">
          <ac:chgData name="Sohag Kabir" userId="e9b0da40-aef8-480a-bb63-d1daacecf555" providerId="ADAL" clId="{B93E19F7-CF17-4898-9657-10FD6636A87B}" dt="2024-10-05T13:53:12.622" v="2513" actId="27636"/>
          <ac:spMkLst>
            <pc:docMk/>
            <pc:sldMk cId="3822761777" sldId="307"/>
            <ac:spMk id="7" creationId="{E5397D9E-053A-D30F-5EC0-13FF2FA32234}"/>
          </ac:spMkLst>
        </pc:spChg>
        <pc:spChg chg="add mod">
          <ac:chgData name="Sohag Kabir" userId="e9b0da40-aef8-480a-bb63-d1daacecf555" providerId="ADAL" clId="{B93E19F7-CF17-4898-9657-10FD6636A87B}" dt="2024-10-05T13:53:17.045" v="2514" actId="1076"/>
          <ac:spMkLst>
            <pc:docMk/>
            <pc:sldMk cId="3822761777" sldId="307"/>
            <ac:spMk id="9" creationId="{63329360-C29D-60BE-A3DB-B1E388AC1C06}"/>
          </ac:spMkLst>
        </pc:spChg>
        <pc:spChg chg="del">
          <ac:chgData name="Sohag Kabir" userId="e9b0da40-aef8-480a-bb63-d1daacecf555" providerId="ADAL" clId="{B93E19F7-CF17-4898-9657-10FD6636A87B}" dt="2024-10-05T13:50:52.715" v="2499" actId="478"/>
          <ac:spMkLst>
            <pc:docMk/>
            <pc:sldMk cId="3822761777" sldId="307"/>
            <ac:spMk id="10" creationId="{B2167580-6AE3-B019-0A0B-25B81FEC490F}"/>
          </ac:spMkLst>
        </pc:spChg>
        <pc:spChg chg="del">
          <ac:chgData name="Sohag Kabir" userId="e9b0da40-aef8-480a-bb63-d1daacecf555" providerId="ADAL" clId="{B93E19F7-CF17-4898-9657-10FD6636A87B}" dt="2024-10-05T13:50:58.875" v="2502" actId="478"/>
          <ac:spMkLst>
            <pc:docMk/>
            <pc:sldMk cId="3822761777" sldId="307"/>
            <ac:spMk id="11" creationId="{16C08D9D-8210-7594-DCB1-8636CADD417A}"/>
          </ac:spMkLst>
        </pc:spChg>
        <pc:spChg chg="del">
          <ac:chgData name="Sohag Kabir" userId="e9b0da40-aef8-480a-bb63-d1daacecf555" providerId="ADAL" clId="{B93E19F7-CF17-4898-9657-10FD6636A87B}" dt="2024-10-05T13:50:58.875" v="2502" actId="478"/>
          <ac:spMkLst>
            <pc:docMk/>
            <pc:sldMk cId="3822761777" sldId="307"/>
            <ac:spMk id="14" creationId="{134DAA3B-FD39-1994-7742-282CD08FDB49}"/>
          </ac:spMkLst>
        </pc:spChg>
        <pc:spChg chg="del">
          <ac:chgData name="Sohag Kabir" userId="e9b0da40-aef8-480a-bb63-d1daacecf555" providerId="ADAL" clId="{B93E19F7-CF17-4898-9657-10FD6636A87B}" dt="2024-10-05T13:50:58.875" v="2502" actId="478"/>
          <ac:spMkLst>
            <pc:docMk/>
            <pc:sldMk cId="3822761777" sldId="307"/>
            <ac:spMk id="15" creationId="{48718829-4A29-D25E-0D6E-B11E0C2F51C8}"/>
          </ac:spMkLst>
        </pc:spChg>
        <pc:spChg chg="del">
          <ac:chgData name="Sohag Kabir" userId="e9b0da40-aef8-480a-bb63-d1daacecf555" providerId="ADAL" clId="{B93E19F7-CF17-4898-9657-10FD6636A87B}" dt="2024-10-05T13:50:59.911" v="2503" actId="478"/>
          <ac:spMkLst>
            <pc:docMk/>
            <pc:sldMk cId="3822761777" sldId="307"/>
            <ac:spMk id="16" creationId="{CEA3C46F-B05F-05C3-021B-D8713F34F20E}"/>
          </ac:spMkLst>
        </pc:spChg>
        <pc:spChg chg="del">
          <ac:chgData name="Sohag Kabir" userId="e9b0da40-aef8-480a-bb63-d1daacecf555" providerId="ADAL" clId="{B93E19F7-CF17-4898-9657-10FD6636A87B}" dt="2024-10-05T13:50:54.431" v="2500" actId="478"/>
          <ac:spMkLst>
            <pc:docMk/>
            <pc:sldMk cId="3822761777" sldId="307"/>
            <ac:spMk id="19" creationId="{4C8E8417-F9EF-BCBA-63EF-6F9F1E77FB3B}"/>
          </ac:spMkLst>
        </pc:spChg>
        <pc:graphicFrameChg chg="del">
          <ac:chgData name="Sohag Kabir" userId="e9b0da40-aef8-480a-bb63-d1daacecf555" providerId="ADAL" clId="{B93E19F7-CF17-4898-9657-10FD6636A87B}" dt="2024-10-05T13:50:58.875" v="2502" actId="478"/>
          <ac:graphicFrameMkLst>
            <pc:docMk/>
            <pc:sldMk cId="3822761777" sldId="307"/>
            <ac:graphicFrameMk id="12" creationId="{04AF308F-67D8-575D-87D6-1C89DA2E768E}"/>
          </ac:graphicFrameMkLst>
        </pc:graphicFrameChg>
        <pc:graphicFrameChg chg="del">
          <ac:chgData name="Sohag Kabir" userId="e9b0da40-aef8-480a-bb63-d1daacecf555" providerId="ADAL" clId="{B93E19F7-CF17-4898-9657-10FD6636A87B}" dt="2024-10-05T13:50:58.875" v="2502" actId="478"/>
          <ac:graphicFrameMkLst>
            <pc:docMk/>
            <pc:sldMk cId="3822761777" sldId="307"/>
            <ac:graphicFrameMk id="13" creationId="{04E29480-DA40-6D18-BE63-B63F72CFC601}"/>
          </ac:graphicFrameMkLst>
        </pc:graphicFrameChg>
        <pc:cxnChg chg="del">
          <ac:chgData name="Sohag Kabir" userId="e9b0da40-aef8-480a-bb63-d1daacecf555" providerId="ADAL" clId="{B93E19F7-CF17-4898-9657-10FD6636A87B}" dt="2024-10-05T13:50:58.875" v="2502" actId="478"/>
          <ac:cxnSpMkLst>
            <pc:docMk/>
            <pc:sldMk cId="3822761777" sldId="307"/>
            <ac:cxnSpMk id="17" creationId="{E4F47166-E16A-2E97-B890-D0C584FACE0F}"/>
          </ac:cxnSpMkLst>
        </pc:cxnChg>
        <pc:cxnChg chg="del">
          <ac:chgData name="Sohag Kabir" userId="e9b0da40-aef8-480a-bb63-d1daacecf555" providerId="ADAL" clId="{B93E19F7-CF17-4898-9657-10FD6636A87B}" dt="2024-10-05T13:50:58.875" v="2502" actId="478"/>
          <ac:cxnSpMkLst>
            <pc:docMk/>
            <pc:sldMk cId="3822761777" sldId="307"/>
            <ac:cxnSpMk id="18" creationId="{FEE7526F-4867-7105-D47F-EFCFFC45A8E4}"/>
          </ac:cxnSpMkLst>
        </pc:cxnChg>
      </pc:sldChg>
      <pc:sldChg chg="addSp delSp modSp add mod delAnim modAnim">
        <pc:chgData name="Sohag Kabir" userId="e9b0da40-aef8-480a-bb63-d1daacecf555" providerId="ADAL" clId="{B93E19F7-CF17-4898-9657-10FD6636A87B}" dt="2024-10-05T15:15:11.112" v="2654" actId="1076"/>
        <pc:sldMkLst>
          <pc:docMk/>
          <pc:sldMk cId="486127999" sldId="308"/>
        </pc:sldMkLst>
        <pc:spChg chg="add del mod">
          <ac:chgData name="Sohag Kabir" userId="e9b0da40-aef8-480a-bb63-d1daacecf555" providerId="ADAL" clId="{B93E19F7-CF17-4898-9657-10FD6636A87B}" dt="2024-10-05T14:57:16.552" v="2527" actId="478"/>
          <ac:spMkLst>
            <pc:docMk/>
            <pc:sldMk cId="486127999" sldId="308"/>
            <ac:spMk id="2" creationId="{F9D377D4-B6AC-C662-F5AE-C07F1945B342}"/>
          </ac:spMkLst>
        </pc:spChg>
        <pc:spChg chg="del">
          <ac:chgData name="Sohag Kabir" userId="e9b0da40-aef8-480a-bb63-d1daacecf555" providerId="ADAL" clId="{B93E19F7-CF17-4898-9657-10FD6636A87B}" dt="2024-10-05T14:57:14.262" v="2526" actId="478"/>
          <ac:spMkLst>
            <pc:docMk/>
            <pc:sldMk cId="486127999" sldId="308"/>
            <ac:spMk id="3" creationId="{0C4F1D13-7504-0E39-3F4E-FB3DFAEE379A}"/>
          </ac:spMkLst>
        </pc:spChg>
        <pc:spChg chg="mod">
          <ac:chgData name="Sohag Kabir" userId="e9b0da40-aef8-480a-bb63-d1daacecf555" providerId="ADAL" clId="{B93E19F7-CF17-4898-9657-10FD6636A87B}" dt="2024-10-05T15:00:41.948" v="2610" actId="20577"/>
          <ac:spMkLst>
            <pc:docMk/>
            <pc:sldMk cId="486127999" sldId="308"/>
            <ac:spMk id="4" creationId="{8B3BBD20-CA54-1CCC-FDC5-4B2C938D023F}"/>
          </ac:spMkLst>
        </pc:spChg>
        <pc:spChg chg="del">
          <ac:chgData name="Sohag Kabir" userId="e9b0da40-aef8-480a-bb63-d1daacecf555" providerId="ADAL" clId="{B93E19F7-CF17-4898-9657-10FD6636A87B}" dt="2024-10-05T14:57:04.841" v="2523" actId="478"/>
          <ac:spMkLst>
            <pc:docMk/>
            <pc:sldMk cId="486127999" sldId="308"/>
            <ac:spMk id="5" creationId="{8FBE6B5F-C7ED-EFF3-C325-5DCB0BCE061B}"/>
          </ac:spMkLst>
        </pc:spChg>
        <pc:spChg chg="del">
          <ac:chgData name="Sohag Kabir" userId="e9b0da40-aef8-480a-bb63-d1daacecf555" providerId="ADAL" clId="{B93E19F7-CF17-4898-9657-10FD6636A87B}" dt="2024-10-05T14:57:09.421" v="2524" actId="478"/>
          <ac:spMkLst>
            <pc:docMk/>
            <pc:sldMk cId="486127999" sldId="308"/>
            <ac:spMk id="7" creationId="{E5397D9E-053A-D30F-5EC0-13FF2FA32234}"/>
          </ac:spMkLst>
        </pc:spChg>
        <pc:spChg chg="del">
          <ac:chgData name="Sohag Kabir" userId="e9b0da40-aef8-480a-bb63-d1daacecf555" providerId="ADAL" clId="{B93E19F7-CF17-4898-9657-10FD6636A87B}" dt="2024-10-05T14:57:11.555" v="2525" actId="478"/>
          <ac:spMkLst>
            <pc:docMk/>
            <pc:sldMk cId="486127999" sldId="308"/>
            <ac:spMk id="9" creationId="{63329360-C29D-60BE-A3DB-B1E388AC1C06}"/>
          </ac:spMkLst>
        </pc:spChg>
        <pc:spChg chg="add mod">
          <ac:chgData name="Sohag Kabir" userId="e9b0da40-aef8-480a-bb63-d1daacecf555" providerId="ADAL" clId="{B93E19F7-CF17-4898-9657-10FD6636A87B}" dt="2024-10-05T15:15:11.112" v="2654" actId="1076"/>
          <ac:spMkLst>
            <pc:docMk/>
            <pc:sldMk cId="486127999" sldId="308"/>
            <ac:spMk id="11" creationId="{7CB2361F-A402-B8C2-A81A-41FE849B4D99}"/>
          </ac:spMkLst>
        </pc:spChg>
        <pc:spChg chg="add mod">
          <ac:chgData name="Sohag Kabir" userId="e9b0da40-aef8-480a-bb63-d1daacecf555" providerId="ADAL" clId="{B93E19F7-CF17-4898-9657-10FD6636A87B}" dt="2024-10-05T15:14:45.217" v="2649" actId="2711"/>
          <ac:spMkLst>
            <pc:docMk/>
            <pc:sldMk cId="486127999" sldId="308"/>
            <ac:spMk id="12" creationId="{BB4F1B59-0E32-B224-0487-3A6469ADCC4D}"/>
          </ac:spMkLst>
        </pc:spChg>
        <pc:spChg chg="add mod">
          <ac:chgData name="Sohag Kabir" userId="e9b0da40-aef8-480a-bb63-d1daacecf555" providerId="ADAL" clId="{B93E19F7-CF17-4898-9657-10FD6636A87B}" dt="2024-10-05T15:00:16.125" v="2609"/>
          <ac:spMkLst>
            <pc:docMk/>
            <pc:sldMk cId="486127999" sldId="308"/>
            <ac:spMk id="14" creationId="{107CEA64-5A89-E765-8B27-27EA17D7B0C6}"/>
          </ac:spMkLst>
        </pc:spChg>
        <pc:graphicFrameChg chg="add mod modGraphic">
          <ac:chgData name="Sohag Kabir" userId="e9b0da40-aef8-480a-bb63-d1daacecf555" providerId="ADAL" clId="{B93E19F7-CF17-4898-9657-10FD6636A87B}" dt="2024-10-05T15:01:00.868" v="2612" actId="115"/>
          <ac:graphicFrameMkLst>
            <pc:docMk/>
            <pc:sldMk cId="486127999" sldId="308"/>
            <ac:graphicFrameMk id="10" creationId="{BB843080-E7CA-A2DB-47E0-214B70A2E3CD}"/>
          </ac:graphicFrameMkLst>
        </pc:graphicFrameChg>
        <pc:graphicFrameChg chg="add mod modGraphic">
          <ac:chgData name="Sohag Kabir" userId="e9b0da40-aef8-480a-bb63-d1daacecf555" providerId="ADAL" clId="{B93E19F7-CF17-4898-9657-10FD6636A87B}" dt="2024-10-05T15:00:57.957" v="2611" actId="115"/>
          <ac:graphicFrameMkLst>
            <pc:docMk/>
            <pc:sldMk cId="486127999" sldId="308"/>
            <ac:graphicFrameMk id="13" creationId="{43F94652-1285-A2F1-70C5-B60602CCFA52}"/>
          </ac:graphicFrameMkLst>
        </pc:graphicFrameChg>
      </pc:sldChg>
      <pc:sldChg chg="addSp delSp modSp add mod">
        <pc:chgData name="Sohag Kabir" userId="e9b0da40-aef8-480a-bb63-d1daacecf555" providerId="ADAL" clId="{B93E19F7-CF17-4898-9657-10FD6636A87B}" dt="2024-10-05T15:15:19.436" v="2656" actId="1076"/>
        <pc:sldMkLst>
          <pc:docMk/>
          <pc:sldMk cId="722230659" sldId="309"/>
        </pc:sldMkLst>
        <pc:spChg chg="add mod">
          <ac:chgData name="Sohag Kabir" userId="e9b0da40-aef8-480a-bb63-d1daacecf555" providerId="ADAL" clId="{B93E19F7-CF17-4898-9657-10FD6636A87B}" dt="2024-10-05T15:01:36.848" v="2615"/>
          <ac:spMkLst>
            <pc:docMk/>
            <pc:sldMk cId="722230659" sldId="309"/>
            <ac:spMk id="2" creationId="{B0AEA295-1E93-12D0-4884-24057EE77261}"/>
          </ac:spMkLst>
        </pc:spChg>
        <pc:spChg chg="add mod">
          <ac:chgData name="Sohag Kabir" userId="e9b0da40-aef8-480a-bb63-d1daacecf555" providerId="ADAL" clId="{B93E19F7-CF17-4898-9657-10FD6636A87B}" dt="2024-10-05T15:02:29.843" v="2622" actId="2711"/>
          <ac:spMkLst>
            <pc:docMk/>
            <pc:sldMk cId="722230659" sldId="309"/>
            <ac:spMk id="3" creationId="{C1DB10CC-F017-9600-CA24-6FED2CBC1749}"/>
          </ac:spMkLst>
        </pc:spChg>
        <pc:spChg chg="del">
          <ac:chgData name="Sohag Kabir" userId="e9b0da40-aef8-480a-bb63-d1daacecf555" providerId="ADAL" clId="{B93E19F7-CF17-4898-9657-10FD6636A87B}" dt="2024-10-05T15:01:26.775" v="2614" actId="478"/>
          <ac:spMkLst>
            <pc:docMk/>
            <pc:sldMk cId="722230659" sldId="309"/>
            <ac:spMk id="4" creationId="{8B3BBD20-CA54-1CCC-FDC5-4B2C938D023F}"/>
          </ac:spMkLst>
        </pc:spChg>
        <pc:spChg chg="add mod">
          <ac:chgData name="Sohag Kabir" userId="e9b0da40-aef8-480a-bb63-d1daacecf555" providerId="ADAL" clId="{B93E19F7-CF17-4898-9657-10FD6636A87B}" dt="2024-10-05T15:02:20.200" v="2619" actId="1076"/>
          <ac:spMkLst>
            <pc:docMk/>
            <pc:sldMk cId="722230659" sldId="309"/>
            <ac:spMk id="5" creationId="{6B6AB2DA-B46F-0A99-1390-A523FD766EDF}"/>
          </ac:spMkLst>
        </pc:spChg>
        <pc:spChg chg="add mod">
          <ac:chgData name="Sohag Kabir" userId="e9b0da40-aef8-480a-bb63-d1daacecf555" providerId="ADAL" clId="{B93E19F7-CF17-4898-9657-10FD6636A87B}" dt="2024-10-05T15:13:16.474" v="2643" actId="207"/>
          <ac:spMkLst>
            <pc:docMk/>
            <pc:sldMk cId="722230659" sldId="309"/>
            <ac:spMk id="7" creationId="{7DA11DF3-B7D7-733B-93C7-B5A7D1A3F4EB}"/>
          </ac:spMkLst>
        </pc:spChg>
        <pc:spChg chg="add mod">
          <ac:chgData name="Sohag Kabir" userId="e9b0da40-aef8-480a-bb63-d1daacecf555" providerId="ADAL" clId="{B93E19F7-CF17-4898-9657-10FD6636A87B}" dt="2024-10-05T15:14:16.231" v="2646" actId="1076"/>
          <ac:spMkLst>
            <pc:docMk/>
            <pc:sldMk cId="722230659" sldId="309"/>
            <ac:spMk id="9" creationId="{881550EA-DF4B-8AC4-086B-BE54A0A6B11A}"/>
          </ac:spMkLst>
        </pc:spChg>
        <pc:spChg chg="del">
          <ac:chgData name="Sohag Kabir" userId="e9b0da40-aef8-480a-bb63-d1daacecf555" providerId="ADAL" clId="{B93E19F7-CF17-4898-9657-10FD6636A87B}" dt="2024-10-05T15:01:58.232" v="2617" actId="478"/>
          <ac:spMkLst>
            <pc:docMk/>
            <pc:sldMk cId="722230659" sldId="309"/>
            <ac:spMk id="11" creationId="{7CB2361F-A402-B8C2-A81A-41FE849B4D99}"/>
          </ac:spMkLst>
        </pc:spChg>
        <pc:spChg chg="del">
          <ac:chgData name="Sohag Kabir" userId="e9b0da40-aef8-480a-bb63-d1daacecf555" providerId="ADAL" clId="{B93E19F7-CF17-4898-9657-10FD6636A87B}" dt="2024-10-05T15:01:58.232" v="2617" actId="478"/>
          <ac:spMkLst>
            <pc:docMk/>
            <pc:sldMk cId="722230659" sldId="309"/>
            <ac:spMk id="12" creationId="{BB4F1B59-0E32-B224-0487-3A6469ADCC4D}"/>
          </ac:spMkLst>
        </pc:spChg>
        <pc:spChg chg="del">
          <ac:chgData name="Sohag Kabir" userId="e9b0da40-aef8-480a-bb63-d1daacecf555" providerId="ADAL" clId="{B93E19F7-CF17-4898-9657-10FD6636A87B}" dt="2024-10-05T15:01:54.601" v="2616" actId="478"/>
          <ac:spMkLst>
            <pc:docMk/>
            <pc:sldMk cId="722230659" sldId="309"/>
            <ac:spMk id="14" creationId="{107CEA64-5A89-E765-8B27-27EA17D7B0C6}"/>
          </ac:spMkLst>
        </pc:spChg>
        <pc:spChg chg="add mod">
          <ac:chgData name="Sohag Kabir" userId="e9b0da40-aef8-480a-bb63-d1daacecf555" providerId="ADAL" clId="{B93E19F7-CF17-4898-9657-10FD6636A87B}" dt="2024-10-05T15:04:07.486" v="2625" actId="2711"/>
          <ac:spMkLst>
            <pc:docMk/>
            <pc:sldMk cId="722230659" sldId="309"/>
            <ac:spMk id="15" creationId="{DD3EA391-0508-749A-168B-D11E3A06FA28}"/>
          </ac:spMkLst>
        </pc:spChg>
        <pc:spChg chg="add mod">
          <ac:chgData name="Sohag Kabir" userId="e9b0da40-aef8-480a-bb63-d1daacecf555" providerId="ADAL" clId="{B93E19F7-CF17-4898-9657-10FD6636A87B}" dt="2024-10-05T15:15:06.574" v="2652" actId="1076"/>
          <ac:spMkLst>
            <pc:docMk/>
            <pc:sldMk cId="722230659" sldId="309"/>
            <ac:spMk id="18" creationId="{EE77ACBE-343D-3E6C-7148-863131103E27}"/>
          </ac:spMkLst>
        </pc:spChg>
        <pc:spChg chg="add mod">
          <ac:chgData name="Sohag Kabir" userId="e9b0da40-aef8-480a-bb63-d1daacecf555" providerId="ADAL" clId="{B93E19F7-CF17-4898-9657-10FD6636A87B}" dt="2024-10-05T15:15:19.436" v="2656" actId="1076"/>
          <ac:spMkLst>
            <pc:docMk/>
            <pc:sldMk cId="722230659" sldId="309"/>
            <ac:spMk id="19" creationId="{56C6B8A7-F978-3EC6-ADD2-63CE5BCB6F0B}"/>
          </ac:spMkLst>
        </pc:spChg>
        <pc:graphicFrameChg chg="del">
          <ac:chgData name="Sohag Kabir" userId="e9b0da40-aef8-480a-bb63-d1daacecf555" providerId="ADAL" clId="{B93E19F7-CF17-4898-9657-10FD6636A87B}" dt="2024-10-05T15:01:58.232" v="2617" actId="478"/>
          <ac:graphicFrameMkLst>
            <pc:docMk/>
            <pc:sldMk cId="722230659" sldId="309"/>
            <ac:graphicFrameMk id="10" creationId="{BB843080-E7CA-A2DB-47E0-214B70A2E3CD}"/>
          </ac:graphicFrameMkLst>
        </pc:graphicFrameChg>
        <pc:graphicFrameChg chg="del">
          <ac:chgData name="Sohag Kabir" userId="e9b0da40-aef8-480a-bb63-d1daacecf555" providerId="ADAL" clId="{B93E19F7-CF17-4898-9657-10FD6636A87B}" dt="2024-10-05T15:01:58.232" v="2617" actId="478"/>
          <ac:graphicFrameMkLst>
            <pc:docMk/>
            <pc:sldMk cId="722230659" sldId="309"/>
            <ac:graphicFrameMk id="13" creationId="{43F94652-1285-A2F1-70C5-B60602CCFA52}"/>
          </ac:graphicFrameMkLst>
        </pc:graphicFrameChg>
        <pc:graphicFrameChg chg="add mod">
          <ac:chgData name="Sohag Kabir" userId="e9b0da40-aef8-480a-bb63-d1daacecf555" providerId="ADAL" clId="{B93E19F7-CF17-4898-9657-10FD6636A87B}" dt="2024-10-05T15:14:34.432" v="2648" actId="1076"/>
          <ac:graphicFrameMkLst>
            <pc:docMk/>
            <pc:sldMk cId="722230659" sldId="309"/>
            <ac:graphicFrameMk id="16" creationId="{2BB2A1A4-EE9D-F4E6-7DAC-33229BC4DBDD}"/>
          </ac:graphicFrameMkLst>
        </pc:graphicFrameChg>
        <pc:graphicFrameChg chg="add mod">
          <ac:chgData name="Sohag Kabir" userId="e9b0da40-aef8-480a-bb63-d1daacecf555" providerId="ADAL" clId="{B93E19F7-CF17-4898-9657-10FD6636A87B}" dt="2024-10-05T15:14:25.584" v="2647" actId="1076"/>
          <ac:graphicFrameMkLst>
            <pc:docMk/>
            <pc:sldMk cId="722230659" sldId="309"/>
            <ac:graphicFrameMk id="17" creationId="{E3B78874-221C-FB54-3813-8798D74E1FDC}"/>
          </ac:graphicFrameMkLst>
        </pc:graphicFrameChg>
      </pc:sldChg>
      <pc:sldChg chg="addSp delSp modSp add mod">
        <pc:chgData name="Sohag Kabir" userId="e9b0da40-aef8-480a-bb63-d1daacecf555" providerId="ADAL" clId="{B93E19F7-CF17-4898-9657-10FD6636A87B}" dt="2024-10-05T15:19:46.038" v="2678" actId="1076"/>
        <pc:sldMkLst>
          <pc:docMk/>
          <pc:sldMk cId="3109045321" sldId="310"/>
        </pc:sldMkLst>
        <pc:spChg chg="add mod">
          <ac:chgData name="Sohag Kabir" userId="e9b0da40-aef8-480a-bb63-d1daacecf555" providerId="ADAL" clId="{B93E19F7-CF17-4898-9657-10FD6636A87B}" dt="2024-10-05T15:18:15.860" v="2670" actId="207"/>
          <ac:spMkLst>
            <pc:docMk/>
            <pc:sldMk cId="3109045321" sldId="310"/>
            <ac:spMk id="4" creationId="{3BF102D5-A236-8EB4-C7B8-8336DAF9F3EF}"/>
          </ac:spMkLst>
        </pc:spChg>
        <pc:spChg chg="mod">
          <ac:chgData name="Sohag Kabir" userId="e9b0da40-aef8-480a-bb63-d1daacecf555" providerId="ADAL" clId="{B93E19F7-CF17-4898-9657-10FD6636A87B}" dt="2024-10-05T15:19:46.038" v="2678" actId="1076"/>
          <ac:spMkLst>
            <pc:docMk/>
            <pc:sldMk cId="3109045321" sldId="310"/>
            <ac:spMk id="7" creationId="{7DA11DF3-B7D7-733B-93C7-B5A7D1A3F4EB}"/>
          </ac:spMkLst>
        </pc:spChg>
        <pc:spChg chg="mod">
          <ac:chgData name="Sohag Kabir" userId="e9b0da40-aef8-480a-bb63-d1daacecf555" providerId="ADAL" clId="{B93E19F7-CF17-4898-9657-10FD6636A87B}" dt="2024-10-05T15:17:11.743" v="2662" actId="1076"/>
          <ac:spMkLst>
            <pc:docMk/>
            <pc:sldMk cId="3109045321" sldId="310"/>
            <ac:spMk id="9" creationId="{881550EA-DF4B-8AC4-086B-BE54A0A6B11A}"/>
          </ac:spMkLst>
        </pc:spChg>
        <pc:spChg chg="add mod">
          <ac:chgData name="Sohag Kabir" userId="e9b0da40-aef8-480a-bb63-d1daacecf555" providerId="ADAL" clId="{B93E19F7-CF17-4898-9657-10FD6636A87B}" dt="2024-10-05T15:19:11.781" v="2677" actId="2711"/>
          <ac:spMkLst>
            <pc:docMk/>
            <pc:sldMk cId="3109045321" sldId="310"/>
            <ac:spMk id="10" creationId="{509BB4DF-9803-44D7-DF03-DEDA0F0AB91B}"/>
          </ac:spMkLst>
        </pc:spChg>
        <pc:spChg chg="mod">
          <ac:chgData name="Sohag Kabir" userId="e9b0da40-aef8-480a-bb63-d1daacecf555" providerId="ADAL" clId="{B93E19F7-CF17-4898-9657-10FD6636A87B}" dt="2024-10-05T15:18:49.578" v="2674" actId="113"/>
          <ac:spMkLst>
            <pc:docMk/>
            <pc:sldMk cId="3109045321" sldId="310"/>
            <ac:spMk id="15" creationId="{DD3EA391-0508-749A-168B-D11E3A06FA28}"/>
          </ac:spMkLst>
        </pc:spChg>
        <pc:spChg chg="del">
          <ac:chgData name="Sohag Kabir" userId="e9b0da40-aef8-480a-bb63-d1daacecf555" providerId="ADAL" clId="{B93E19F7-CF17-4898-9657-10FD6636A87B}" dt="2024-10-05T15:16:55.864" v="2658" actId="478"/>
          <ac:spMkLst>
            <pc:docMk/>
            <pc:sldMk cId="3109045321" sldId="310"/>
            <ac:spMk id="18" creationId="{EE77ACBE-343D-3E6C-7148-863131103E27}"/>
          </ac:spMkLst>
        </pc:spChg>
        <pc:spChg chg="del">
          <ac:chgData name="Sohag Kabir" userId="e9b0da40-aef8-480a-bb63-d1daacecf555" providerId="ADAL" clId="{B93E19F7-CF17-4898-9657-10FD6636A87B}" dt="2024-10-05T15:17:05.969" v="2661" actId="478"/>
          <ac:spMkLst>
            <pc:docMk/>
            <pc:sldMk cId="3109045321" sldId="310"/>
            <ac:spMk id="19" creationId="{56C6B8A7-F978-3EC6-ADD2-63CE5BCB6F0B}"/>
          </ac:spMkLst>
        </pc:spChg>
        <pc:graphicFrameChg chg="del">
          <ac:chgData name="Sohag Kabir" userId="e9b0da40-aef8-480a-bb63-d1daacecf555" providerId="ADAL" clId="{B93E19F7-CF17-4898-9657-10FD6636A87B}" dt="2024-10-05T15:16:59.604" v="2659" actId="478"/>
          <ac:graphicFrameMkLst>
            <pc:docMk/>
            <pc:sldMk cId="3109045321" sldId="310"/>
            <ac:graphicFrameMk id="16" creationId="{2BB2A1A4-EE9D-F4E6-7DAC-33229BC4DBDD}"/>
          </ac:graphicFrameMkLst>
        </pc:graphicFrameChg>
        <pc:graphicFrameChg chg="del">
          <ac:chgData name="Sohag Kabir" userId="e9b0da40-aef8-480a-bb63-d1daacecf555" providerId="ADAL" clId="{B93E19F7-CF17-4898-9657-10FD6636A87B}" dt="2024-10-05T15:17:03.196" v="2660" actId="478"/>
          <ac:graphicFrameMkLst>
            <pc:docMk/>
            <pc:sldMk cId="3109045321" sldId="310"/>
            <ac:graphicFrameMk id="17" creationId="{E3B78874-221C-FB54-3813-8798D74E1FDC}"/>
          </ac:graphicFrameMkLst>
        </pc:graphicFrameChg>
      </pc:sldChg>
      <pc:sldChg chg="addSp delSp modSp add mod">
        <pc:chgData name="Sohag Kabir" userId="e9b0da40-aef8-480a-bb63-d1daacecf555" providerId="ADAL" clId="{B93E19F7-CF17-4898-9657-10FD6636A87B}" dt="2024-10-05T15:28:03.126" v="2708" actId="20577"/>
        <pc:sldMkLst>
          <pc:docMk/>
          <pc:sldMk cId="46135408" sldId="311"/>
        </pc:sldMkLst>
        <pc:spChg chg="del">
          <ac:chgData name="Sohag Kabir" userId="e9b0da40-aef8-480a-bb63-d1daacecf555" providerId="ADAL" clId="{B93E19F7-CF17-4898-9657-10FD6636A87B}" dt="2024-10-05T15:24:30.839" v="2682" actId="478"/>
          <ac:spMkLst>
            <pc:docMk/>
            <pc:sldMk cId="46135408" sldId="311"/>
            <ac:spMk id="4" creationId="{3BF102D5-A236-8EB4-C7B8-8336DAF9F3EF}"/>
          </ac:spMkLst>
        </pc:spChg>
        <pc:spChg chg="del">
          <ac:chgData name="Sohag Kabir" userId="e9b0da40-aef8-480a-bb63-d1daacecf555" providerId="ADAL" clId="{B93E19F7-CF17-4898-9657-10FD6636A87B}" dt="2024-10-05T15:24:26.919" v="2680" actId="478"/>
          <ac:spMkLst>
            <pc:docMk/>
            <pc:sldMk cId="46135408" sldId="311"/>
            <ac:spMk id="9" creationId="{881550EA-DF4B-8AC4-086B-BE54A0A6B11A}"/>
          </ac:spMkLst>
        </pc:spChg>
        <pc:spChg chg="del">
          <ac:chgData name="Sohag Kabir" userId="e9b0da40-aef8-480a-bb63-d1daacecf555" providerId="ADAL" clId="{B93E19F7-CF17-4898-9657-10FD6636A87B}" dt="2024-10-05T15:24:30.153" v="2681" actId="478"/>
          <ac:spMkLst>
            <pc:docMk/>
            <pc:sldMk cId="46135408" sldId="311"/>
            <ac:spMk id="10" creationId="{509BB4DF-9803-44D7-DF03-DEDA0F0AB91B}"/>
          </ac:spMkLst>
        </pc:spChg>
        <pc:spChg chg="add mod">
          <ac:chgData name="Sohag Kabir" userId="e9b0da40-aef8-480a-bb63-d1daacecf555" providerId="ADAL" clId="{B93E19F7-CF17-4898-9657-10FD6636A87B}" dt="2024-10-05T15:25:20.675" v="2690" actId="2711"/>
          <ac:spMkLst>
            <pc:docMk/>
            <pc:sldMk cId="46135408" sldId="311"/>
            <ac:spMk id="11" creationId="{17989832-1184-F644-DCE2-34925193156B}"/>
          </ac:spMkLst>
        </pc:spChg>
        <pc:spChg chg="add mod">
          <ac:chgData name="Sohag Kabir" userId="e9b0da40-aef8-480a-bb63-d1daacecf555" providerId="ADAL" clId="{B93E19F7-CF17-4898-9657-10FD6636A87B}" dt="2024-10-05T15:27:17.102" v="2706" actId="1076"/>
          <ac:spMkLst>
            <pc:docMk/>
            <pc:sldMk cId="46135408" sldId="311"/>
            <ac:spMk id="12" creationId="{5F8FC942-7736-D4B5-34B0-2E20AF79CC16}"/>
          </ac:spMkLst>
        </pc:spChg>
        <pc:spChg chg="add mod">
          <ac:chgData name="Sohag Kabir" userId="e9b0da40-aef8-480a-bb63-d1daacecf555" providerId="ADAL" clId="{B93E19F7-CF17-4898-9657-10FD6636A87B}" dt="2024-10-05T15:28:03.126" v="2708" actId="20577"/>
          <ac:spMkLst>
            <pc:docMk/>
            <pc:sldMk cId="46135408" sldId="311"/>
            <ac:spMk id="13" creationId="{B8CD22EC-97F5-0C68-1EBF-8E3CD278B841}"/>
          </ac:spMkLst>
        </pc:spChg>
        <pc:spChg chg="mod">
          <ac:chgData name="Sohag Kabir" userId="e9b0da40-aef8-480a-bb63-d1daacecf555" providerId="ADAL" clId="{B93E19F7-CF17-4898-9657-10FD6636A87B}" dt="2024-10-05T15:25:05.284" v="2688" actId="207"/>
          <ac:spMkLst>
            <pc:docMk/>
            <pc:sldMk cId="46135408" sldId="311"/>
            <ac:spMk id="15" creationId="{DD3EA391-0508-749A-168B-D11E3A06FA28}"/>
          </ac:spMkLst>
        </pc:spChg>
      </pc:sldChg>
      <pc:sldChg chg="addSp delSp modSp add mod delAnim modAnim">
        <pc:chgData name="Sohag Kabir" userId="e9b0da40-aef8-480a-bb63-d1daacecf555" providerId="ADAL" clId="{B93E19F7-CF17-4898-9657-10FD6636A87B}" dt="2024-10-05T15:51:59.215" v="2861" actId="20577"/>
        <pc:sldMkLst>
          <pc:docMk/>
          <pc:sldMk cId="972723603" sldId="312"/>
        </pc:sldMkLst>
        <pc:spChg chg="del">
          <ac:chgData name="Sohag Kabir" userId="e9b0da40-aef8-480a-bb63-d1daacecf555" providerId="ADAL" clId="{B93E19F7-CF17-4898-9657-10FD6636A87B}" dt="2024-10-05T15:28:50.640" v="2710" actId="478"/>
          <ac:spMkLst>
            <pc:docMk/>
            <pc:sldMk cId="972723603" sldId="312"/>
            <ac:spMk id="7" creationId="{7DA11DF3-B7D7-733B-93C7-B5A7D1A3F4EB}"/>
          </ac:spMkLst>
        </pc:spChg>
        <pc:spChg chg="add mod">
          <ac:chgData name="Sohag Kabir" userId="e9b0da40-aef8-480a-bb63-d1daacecf555" providerId="ADAL" clId="{B93E19F7-CF17-4898-9657-10FD6636A87B}" dt="2024-10-05T15:30:16.070" v="2721" actId="207"/>
          <ac:spMkLst>
            <pc:docMk/>
            <pc:sldMk cId="972723603" sldId="312"/>
            <ac:spMk id="9" creationId="{0EA4A4FE-63CC-D5E7-8C2A-19A94B023FB4}"/>
          </ac:spMkLst>
        </pc:spChg>
        <pc:spChg chg="add mod">
          <ac:chgData name="Sohag Kabir" userId="e9b0da40-aef8-480a-bb63-d1daacecf555" providerId="ADAL" clId="{B93E19F7-CF17-4898-9657-10FD6636A87B}" dt="2024-10-05T15:30:07.354" v="2717" actId="1076"/>
          <ac:spMkLst>
            <pc:docMk/>
            <pc:sldMk cId="972723603" sldId="312"/>
            <ac:spMk id="10" creationId="{2126FFE9-47E3-ED1C-C903-FC22E4F7EC9F}"/>
          </ac:spMkLst>
        </pc:spChg>
        <pc:spChg chg="del">
          <ac:chgData name="Sohag Kabir" userId="e9b0da40-aef8-480a-bb63-d1daacecf555" providerId="ADAL" clId="{B93E19F7-CF17-4898-9657-10FD6636A87B}" dt="2024-10-05T15:28:53.893" v="2711" actId="478"/>
          <ac:spMkLst>
            <pc:docMk/>
            <pc:sldMk cId="972723603" sldId="312"/>
            <ac:spMk id="11" creationId="{17989832-1184-F644-DCE2-34925193156B}"/>
          </ac:spMkLst>
        </pc:spChg>
        <pc:spChg chg="del">
          <ac:chgData name="Sohag Kabir" userId="e9b0da40-aef8-480a-bb63-d1daacecf555" providerId="ADAL" clId="{B93E19F7-CF17-4898-9657-10FD6636A87B}" dt="2024-10-05T15:28:59.114" v="2713" actId="478"/>
          <ac:spMkLst>
            <pc:docMk/>
            <pc:sldMk cId="972723603" sldId="312"/>
            <ac:spMk id="12" creationId="{5F8FC942-7736-D4B5-34B0-2E20AF79CC16}"/>
          </ac:spMkLst>
        </pc:spChg>
        <pc:spChg chg="del">
          <ac:chgData name="Sohag Kabir" userId="e9b0da40-aef8-480a-bb63-d1daacecf555" providerId="ADAL" clId="{B93E19F7-CF17-4898-9657-10FD6636A87B}" dt="2024-10-05T15:29:01.131" v="2714" actId="478"/>
          <ac:spMkLst>
            <pc:docMk/>
            <pc:sldMk cId="972723603" sldId="312"/>
            <ac:spMk id="13" creationId="{B8CD22EC-97F5-0C68-1EBF-8E3CD278B841}"/>
          </ac:spMkLst>
        </pc:spChg>
        <pc:spChg chg="del">
          <ac:chgData name="Sohag Kabir" userId="e9b0da40-aef8-480a-bb63-d1daacecf555" providerId="ADAL" clId="{B93E19F7-CF17-4898-9657-10FD6636A87B}" dt="2024-10-05T15:28:55.839" v="2712" actId="478"/>
          <ac:spMkLst>
            <pc:docMk/>
            <pc:sldMk cId="972723603" sldId="312"/>
            <ac:spMk id="15" creationId="{DD3EA391-0508-749A-168B-D11E3A06FA28}"/>
          </ac:spMkLst>
        </pc:spChg>
        <pc:spChg chg="add mod">
          <ac:chgData name="Sohag Kabir" userId="e9b0da40-aef8-480a-bb63-d1daacecf555" providerId="ADAL" clId="{B93E19F7-CF17-4898-9657-10FD6636A87B}" dt="2024-10-05T15:30:02.670" v="2716" actId="1076"/>
          <ac:spMkLst>
            <pc:docMk/>
            <pc:sldMk cId="972723603" sldId="312"/>
            <ac:spMk id="17" creationId="{DE2ED53C-3535-F084-BD5C-E695F42B4FCA}"/>
          </ac:spMkLst>
        </pc:spChg>
        <pc:spChg chg="add mod">
          <ac:chgData name="Sohag Kabir" userId="e9b0da40-aef8-480a-bb63-d1daacecf555" providerId="ADAL" clId="{B93E19F7-CF17-4898-9657-10FD6636A87B}" dt="2024-10-05T15:32:09.180" v="2739" actId="1076"/>
          <ac:spMkLst>
            <pc:docMk/>
            <pc:sldMk cId="972723603" sldId="312"/>
            <ac:spMk id="22" creationId="{581AE0CF-00EC-0E1B-3B2C-76C48A3A3F05}"/>
          </ac:spMkLst>
        </pc:spChg>
        <pc:spChg chg="add mod">
          <ac:chgData name="Sohag Kabir" userId="e9b0da40-aef8-480a-bb63-d1daacecf555" providerId="ADAL" clId="{B93E19F7-CF17-4898-9657-10FD6636A87B}" dt="2024-10-05T15:30:02.670" v="2716" actId="1076"/>
          <ac:spMkLst>
            <pc:docMk/>
            <pc:sldMk cId="972723603" sldId="312"/>
            <ac:spMk id="23" creationId="{62111ABD-7285-E6BA-4100-F87BC7056B9F}"/>
          </ac:spMkLst>
        </pc:spChg>
        <pc:spChg chg="add del mod">
          <ac:chgData name="Sohag Kabir" userId="e9b0da40-aef8-480a-bb63-d1daacecf555" providerId="ADAL" clId="{B93E19F7-CF17-4898-9657-10FD6636A87B}" dt="2024-10-05T15:51:40.099" v="2859" actId="478"/>
          <ac:spMkLst>
            <pc:docMk/>
            <pc:sldMk cId="972723603" sldId="312"/>
            <ac:spMk id="24" creationId="{1094F5EB-934A-07DC-3F01-F9949AC33D05}"/>
          </ac:spMkLst>
        </pc:spChg>
        <pc:spChg chg="add mod">
          <ac:chgData name="Sohag Kabir" userId="e9b0da40-aef8-480a-bb63-d1daacecf555" providerId="ADAL" clId="{B93E19F7-CF17-4898-9657-10FD6636A87B}" dt="2024-10-05T15:51:43.682" v="2860" actId="1076"/>
          <ac:spMkLst>
            <pc:docMk/>
            <pc:sldMk cId="972723603" sldId="312"/>
            <ac:spMk id="55" creationId="{7068D5B7-D851-F8B2-7625-7F5D4D14B364}"/>
          </ac:spMkLst>
        </pc:spChg>
        <pc:grpChg chg="add del mod">
          <ac:chgData name="Sohag Kabir" userId="e9b0da40-aef8-480a-bb63-d1daacecf555" providerId="ADAL" clId="{B93E19F7-CF17-4898-9657-10FD6636A87B}" dt="2024-10-05T15:39:46.662" v="2787" actId="478"/>
          <ac:grpSpMkLst>
            <pc:docMk/>
            <pc:sldMk cId="972723603" sldId="312"/>
            <ac:grpSpMk id="38" creationId="{2AD589E0-B4FC-8FAD-9D9B-35EB3B9CE2AF}"/>
          </ac:grpSpMkLst>
        </pc:grpChg>
        <pc:grpChg chg="add mod">
          <ac:chgData name="Sohag Kabir" userId="e9b0da40-aef8-480a-bb63-d1daacecf555" providerId="ADAL" clId="{B93E19F7-CF17-4898-9657-10FD6636A87B}" dt="2024-10-05T15:40:59.389" v="2794" actId="164"/>
          <ac:grpSpMkLst>
            <pc:docMk/>
            <pc:sldMk cId="972723603" sldId="312"/>
            <ac:grpSpMk id="54" creationId="{9064D32D-AD04-B93E-1561-14A134CDA535}"/>
          </ac:grpSpMkLst>
        </pc:grpChg>
        <pc:graphicFrameChg chg="add mod modGraphic">
          <ac:chgData name="Sohag Kabir" userId="e9b0da40-aef8-480a-bb63-d1daacecf555" providerId="ADAL" clId="{B93E19F7-CF17-4898-9657-10FD6636A87B}" dt="2024-10-05T15:32:02.701" v="2738" actId="14734"/>
          <ac:graphicFrameMkLst>
            <pc:docMk/>
            <pc:sldMk cId="972723603" sldId="312"/>
            <ac:graphicFrameMk id="4" creationId="{44634729-9557-1BA6-2CF4-CC65C815DD6A}"/>
          </ac:graphicFrameMkLst>
        </pc:graphicFrameChg>
        <pc:graphicFrameChg chg="add mod modGraphic">
          <ac:chgData name="Sohag Kabir" userId="e9b0da40-aef8-480a-bb63-d1daacecf555" providerId="ADAL" clId="{B93E19F7-CF17-4898-9657-10FD6636A87B}" dt="2024-10-05T15:51:59.215" v="2861" actId="20577"/>
          <ac:graphicFrameMkLst>
            <pc:docMk/>
            <pc:sldMk cId="972723603" sldId="312"/>
            <ac:graphicFrameMk id="14" creationId="{96CDC2C2-7C96-68B4-B82D-0DE9E7F87226}"/>
          </ac:graphicFrameMkLst>
        </pc:graphicFrameChg>
        <pc:graphicFrameChg chg="add mod">
          <ac:chgData name="Sohag Kabir" userId="e9b0da40-aef8-480a-bb63-d1daacecf555" providerId="ADAL" clId="{B93E19F7-CF17-4898-9657-10FD6636A87B}" dt="2024-10-05T15:51:24.579" v="2857" actId="1076"/>
          <ac:graphicFrameMkLst>
            <pc:docMk/>
            <pc:sldMk cId="972723603" sldId="312"/>
            <ac:graphicFrameMk id="16" creationId="{AFC31546-187B-07C2-6B9E-A53771919621}"/>
          </ac:graphicFrameMkLst>
        </pc:graphicFrameChg>
        <pc:cxnChg chg="add del mod">
          <ac:chgData name="Sohag Kabir" userId="e9b0da40-aef8-480a-bb63-d1daacecf555" providerId="ADAL" clId="{B93E19F7-CF17-4898-9657-10FD6636A87B}" dt="2024-10-05T15:35:34.790" v="2755" actId="478"/>
          <ac:cxnSpMkLst>
            <pc:docMk/>
            <pc:sldMk cId="972723603" sldId="312"/>
            <ac:cxnSpMk id="18" creationId="{D6654F0A-1601-A036-A7E7-7FAB3ECA8C52}"/>
          </ac:cxnSpMkLst>
        </pc:cxnChg>
        <pc:cxnChg chg="add del mod">
          <ac:chgData name="Sohag Kabir" userId="e9b0da40-aef8-480a-bb63-d1daacecf555" providerId="ADAL" clId="{B93E19F7-CF17-4898-9657-10FD6636A87B}" dt="2024-10-05T15:35:36.871" v="2756" actId="478"/>
          <ac:cxnSpMkLst>
            <pc:docMk/>
            <pc:sldMk cId="972723603" sldId="312"/>
            <ac:cxnSpMk id="19" creationId="{582D0E42-4611-709A-DE64-1A3B627F664F}"/>
          </ac:cxnSpMkLst>
        </pc:cxnChg>
        <pc:cxnChg chg="add del mod">
          <ac:chgData name="Sohag Kabir" userId="e9b0da40-aef8-480a-bb63-d1daacecf555" providerId="ADAL" clId="{B93E19F7-CF17-4898-9657-10FD6636A87B}" dt="2024-10-05T15:35:32.397" v="2754" actId="478"/>
          <ac:cxnSpMkLst>
            <pc:docMk/>
            <pc:sldMk cId="972723603" sldId="312"/>
            <ac:cxnSpMk id="20" creationId="{B53E1844-10D9-E14D-0D37-A46413ADBE94}"/>
          </ac:cxnSpMkLst>
        </pc:cxnChg>
        <pc:cxnChg chg="add del mod">
          <ac:chgData name="Sohag Kabir" userId="e9b0da40-aef8-480a-bb63-d1daacecf555" providerId="ADAL" clId="{B93E19F7-CF17-4898-9657-10FD6636A87B}" dt="2024-10-05T15:35:30.193" v="2753" actId="478"/>
          <ac:cxnSpMkLst>
            <pc:docMk/>
            <pc:sldMk cId="972723603" sldId="312"/>
            <ac:cxnSpMk id="21" creationId="{244A0ABB-A1EF-8C21-53BA-FEBC7E0C7C57}"/>
          </ac:cxnSpMkLst>
        </pc:cxnChg>
        <pc:cxnChg chg="add mod topLvl">
          <ac:chgData name="Sohag Kabir" userId="e9b0da40-aef8-480a-bb63-d1daacecf555" providerId="ADAL" clId="{B93E19F7-CF17-4898-9657-10FD6636A87B}" dt="2024-10-05T15:40:59.389" v="2794" actId="164"/>
          <ac:cxnSpMkLst>
            <pc:docMk/>
            <pc:sldMk cId="972723603" sldId="312"/>
            <ac:cxnSpMk id="33" creationId="{8A699203-ACCF-536D-88D6-6624089E732F}"/>
          </ac:cxnSpMkLst>
        </pc:cxnChg>
        <pc:cxnChg chg="add del mod topLvl">
          <ac:chgData name="Sohag Kabir" userId="e9b0da40-aef8-480a-bb63-d1daacecf555" providerId="ADAL" clId="{B93E19F7-CF17-4898-9657-10FD6636A87B}" dt="2024-10-05T15:39:46.662" v="2787" actId="478"/>
          <ac:cxnSpMkLst>
            <pc:docMk/>
            <pc:sldMk cId="972723603" sldId="312"/>
            <ac:cxnSpMk id="37" creationId="{190533B9-8302-717D-5D58-9EEA203F7459}"/>
          </ac:cxnSpMkLst>
        </pc:cxnChg>
        <pc:cxnChg chg="add mod">
          <ac:chgData name="Sohag Kabir" userId="e9b0da40-aef8-480a-bb63-d1daacecf555" providerId="ADAL" clId="{B93E19F7-CF17-4898-9657-10FD6636A87B}" dt="2024-10-05T15:37:43.437" v="2770" actId="208"/>
          <ac:cxnSpMkLst>
            <pc:docMk/>
            <pc:sldMk cId="972723603" sldId="312"/>
            <ac:cxnSpMk id="40" creationId="{6A4E58DC-EA93-2705-EDF8-615CA99F36D7}"/>
          </ac:cxnSpMkLst>
        </pc:cxnChg>
        <pc:cxnChg chg="add del mod">
          <ac:chgData name="Sohag Kabir" userId="e9b0da40-aef8-480a-bb63-d1daacecf555" providerId="ADAL" clId="{B93E19F7-CF17-4898-9657-10FD6636A87B}" dt="2024-10-05T15:38:13.033" v="2773" actId="478"/>
          <ac:cxnSpMkLst>
            <pc:docMk/>
            <pc:sldMk cId="972723603" sldId="312"/>
            <ac:cxnSpMk id="43" creationId="{FC410A21-93E7-D5B0-851E-0050310CFA42}"/>
          </ac:cxnSpMkLst>
        </pc:cxnChg>
        <pc:cxnChg chg="add mod">
          <ac:chgData name="Sohag Kabir" userId="e9b0da40-aef8-480a-bb63-d1daacecf555" providerId="ADAL" clId="{B93E19F7-CF17-4898-9657-10FD6636A87B}" dt="2024-10-05T15:39:15.588" v="2782" actId="208"/>
          <ac:cxnSpMkLst>
            <pc:docMk/>
            <pc:sldMk cId="972723603" sldId="312"/>
            <ac:cxnSpMk id="46" creationId="{991FF77C-173B-5DE6-6001-3B69845B4F88}"/>
          </ac:cxnSpMkLst>
        </pc:cxnChg>
        <pc:cxnChg chg="add del">
          <ac:chgData name="Sohag Kabir" userId="e9b0da40-aef8-480a-bb63-d1daacecf555" providerId="ADAL" clId="{B93E19F7-CF17-4898-9657-10FD6636A87B}" dt="2024-10-05T15:39:54.254" v="2789" actId="11529"/>
          <ac:cxnSpMkLst>
            <pc:docMk/>
            <pc:sldMk cId="972723603" sldId="312"/>
            <ac:cxnSpMk id="50" creationId="{5499B533-85BC-282E-B10C-7F6FC26D0411}"/>
          </ac:cxnSpMkLst>
        </pc:cxnChg>
        <pc:cxnChg chg="add mod">
          <ac:chgData name="Sohag Kabir" userId="e9b0da40-aef8-480a-bb63-d1daacecf555" providerId="ADAL" clId="{B93E19F7-CF17-4898-9657-10FD6636A87B}" dt="2024-10-05T15:40:59.389" v="2794" actId="164"/>
          <ac:cxnSpMkLst>
            <pc:docMk/>
            <pc:sldMk cId="972723603" sldId="312"/>
            <ac:cxnSpMk id="52" creationId="{9CA0DC7D-C14F-AACB-FAAF-9FF1ECE9412F}"/>
          </ac:cxnSpMkLst>
        </pc:cxnChg>
      </pc:sldChg>
      <pc:sldChg chg="addSp delSp modSp add mod delAnim">
        <pc:chgData name="Sohag Kabir" userId="e9b0da40-aef8-480a-bb63-d1daacecf555" providerId="ADAL" clId="{B93E19F7-CF17-4898-9657-10FD6636A87B}" dt="2024-10-05T15:55:31.184" v="2895" actId="1076"/>
        <pc:sldMkLst>
          <pc:docMk/>
          <pc:sldMk cId="239066561" sldId="313"/>
        </pc:sldMkLst>
        <pc:spChg chg="mod">
          <ac:chgData name="Sohag Kabir" userId="e9b0da40-aef8-480a-bb63-d1daacecf555" providerId="ADAL" clId="{B93E19F7-CF17-4898-9657-10FD6636A87B}" dt="2024-10-05T15:43:27.383" v="2811" actId="20577"/>
          <ac:spMkLst>
            <pc:docMk/>
            <pc:sldMk cId="239066561" sldId="313"/>
            <ac:spMk id="3" creationId="{C1DB10CC-F017-9600-CA24-6FED2CBC1749}"/>
          </ac:spMkLst>
        </pc:spChg>
        <pc:spChg chg="del">
          <ac:chgData name="Sohag Kabir" userId="e9b0da40-aef8-480a-bb63-d1daacecf555" providerId="ADAL" clId="{B93E19F7-CF17-4898-9657-10FD6636A87B}" dt="2024-10-05T15:43:39.667" v="2814" actId="478"/>
          <ac:spMkLst>
            <pc:docMk/>
            <pc:sldMk cId="239066561" sldId="313"/>
            <ac:spMk id="5" creationId="{6B6AB2DA-B46F-0A99-1390-A523FD766EDF}"/>
          </ac:spMkLst>
        </pc:spChg>
        <pc:spChg chg="del">
          <ac:chgData name="Sohag Kabir" userId="e9b0da40-aef8-480a-bb63-d1daacecf555" providerId="ADAL" clId="{B93E19F7-CF17-4898-9657-10FD6636A87B}" dt="2024-10-05T15:43:31.153" v="2812" actId="478"/>
          <ac:spMkLst>
            <pc:docMk/>
            <pc:sldMk cId="239066561" sldId="313"/>
            <ac:spMk id="9" creationId="{0EA4A4FE-63CC-D5E7-8C2A-19A94B023FB4}"/>
          </ac:spMkLst>
        </pc:spChg>
        <pc:spChg chg="del">
          <ac:chgData name="Sohag Kabir" userId="e9b0da40-aef8-480a-bb63-d1daacecf555" providerId="ADAL" clId="{B93E19F7-CF17-4898-9657-10FD6636A87B}" dt="2024-10-05T15:43:43.049" v="2815" actId="478"/>
          <ac:spMkLst>
            <pc:docMk/>
            <pc:sldMk cId="239066561" sldId="313"/>
            <ac:spMk id="10" creationId="{2126FFE9-47E3-ED1C-C903-FC22E4F7EC9F}"/>
          </ac:spMkLst>
        </pc:spChg>
        <pc:spChg chg="add del">
          <ac:chgData name="Sohag Kabir" userId="e9b0da40-aef8-480a-bb63-d1daacecf555" providerId="ADAL" clId="{B93E19F7-CF17-4898-9657-10FD6636A87B}" dt="2024-10-05T15:49:04.298" v="2840"/>
          <ac:spMkLst>
            <pc:docMk/>
            <pc:sldMk cId="239066561" sldId="313"/>
            <ac:spMk id="15" creationId="{7AA1B1C3-E9F1-2C53-1685-10C14B98BE85}"/>
          </ac:spMkLst>
        </pc:spChg>
        <pc:spChg chg="del">
          <ac:chgData name="Sohag Kabir" userId="e9b0da40-aef8-480a-bb63-d1daacecf555" providerId="ADAL" clId="{B93E19F7-CF17-4898-9657-10FD6636A87B}" dt="2024-10-05T15:43:39.667" v="2814" actId="478"/>
          <ac:spMkLst>
            <pc:docMk/>
            <pc:sldMk cId="239066561" sldId="313"/>
            <ac:spMk id="17" creationId="{DE2ED53C-3535-F084-BD5C-E695F42B4FCA}"/>
          </ac:spMkLst>
        </pc:spChg>
        <pc:spChg chg="add mod">
          <ac:chgData name="Sohag Kabir" userId="e9b0da40-aef8-480a-bb63-d1daacecf555" providerId="ADAL" clId="{B93E19F7-CF17-4898-9657-10FD6636A87B}" dt="2024-10-05T15:54:42.808" v="2874" actId="1076"/>
          <ac:spMkLst>
            <pc:docMk/>
            <pc:sldMk cId="239066561" sldId="313"/>
            <ac:spMk id="19" creationId="{A3C1245C-164A-6101-796E-3D6F84914C99}"/>
          </ac:spMkLst>
        </pc:spChg>
        <pc:spChg chg="add del">
          <ac:chgData name="Sohag Kabir" userId="e9b0da40-aef8-480a-bb63-d1daacecf555" providerId="ADAL" clId="{B93E19F7-CF17-4898-9657-10FD6636A87B}" dt="2024-10-05T15:53:34.172" v="2863"/>
          <ac:spMkLst>
            <pc:docMk/>
            <pc:sldMk cId="239066561" sldId="313"/>
            <ac:spMk id="20" creationId="{01ED2127-0381-FEF4-C91A-5FA0C7741738}"/>
          </ac:spMkLst>
        </pc:spChg>
        <pc:spChg chg="del">
          <ac:chgData name="Sohag Kabir" userId="e9b0da40-aef8-480a-bb63-d1daacecf555" providerId="ADAL" clId="{B93E19F7-CF17-4898-9657-10FD6636A87B}" dt="2024-10-05T15:43:39.667" v="2814" actId="478"/>
          <ac:spMkLst>
            <pc:docMk/>
            <pc:sldMk cId="239066561" sldId="313"/>
            <ac:spMk id="22" creationId="{581AE0CF-00EC-0E1B-3B2C-76C48A3A3F05}"/>
          </ac:spMkLst>
        </pc:spChg>
        <pc:spChg chg="del">
          <ac:chgData name="Sohag Kabir" userId="e9b0da40-aef8-480a-bb63-d1daacecf555" providerId="ADAL" clId="{B93E19F7-CF17-4898-9657-10FD6636A87B}" dt="2024-10-05T15:43:39.667" v="2814" actId="478"/>
          <ac:spMkLst>
            <pc:docMk/>
            <pc:sldMk cId="239066561" sldId="313"/>
            <ac:spMk id="23" creationId="{62111ABD-7285-E6BA-4100-F87BC7056B9F}"/>
          </ac:spMkLst>
        </pc:spChg>
        <pc:spChg chg="del">
          <ac:chgData name="Sohag Kabir" userId="e9b0da40-aef8-480a-bb63-d1daacecf555" providerId="ADAL" clId="{B93E19F7-CF17-4898-9657-10FD6636A87B}" dt="2024-10-05T15:43:39.667" v="2814" actId="478"/>
          <ac:spMkLst>
            <pc:docMk/>
            <pc:sldMk cId="239066561" sldId="313"/>
            <ac:spMk id="24" creationId="{1094F5EB-934A-07DC-3F01-F9949AC33D05}"/>
          </ac:spMkLst>
        </pc:spChg>
        <pc:spChg chg="add mod">
          <ac:chgData name="Sohag Kabir" userId="e9b0da40-aef8-480a-bb63-d1daacecf555" providerId="ADAL" clId="{B93E19F7-CF17-4898-9657-10FD6636A87B}" dt="2024-10-05T15:54:45.120" v="2875" actId="1076"/>
          <ac:spMkLst>
            <pc:docMk/>
            <pc:sldMk cId="239066561" sldId="313"/>
            <ac:spMk id="25" creationId="{B6B95082-828B-BBD2-37A6-3628E02ABC6F}"/>
          </ac:spMkLst>
        </pc:spChg>
        <pc:spChg chg="add mod">
          <ac:chgData name="Sohag Kabir" userId="e9b0da40-aef8-480a-bb63-d1daacecf555" providerId="ADAL" clId="{B93E19F7-CF17-4898-9657-10FD6636A87B}" dt="2024-10-05T15:55:31.184" v="2895" actId="1076"/>
          <ac:spMkLst>
            <pc:docMk/>
            <pc:sldMk cId="239066561" sldId="313"/>
            <ac:spMk id="27" creationId="{79ABA30F-70D3-DCDE-8FCA-7716564D6032}"/>
          </ac:spMkLst>
        </pc:spChg>
        <pc:grpChg chg="del">
          <ac:chgData name="Sohag Kabir" userId="e9b0da40-aef8-480a-bb63-d1daacecf555" providerId="ADAL" clId="{B93E19F7-CF17-4898-9657-10FD6636A87B}" dt="2024-10-05T15:43:39.667" v="2814" actId="478"/>
          <ac:grpSpMkLst>
            <pc:docMk/>
            <pc:sldMk cId="239066561" sldId="313"/>
            <ac:grpSpMk id="54" creationId="{9064D32D-AD04-B93E-1561-14A134CDA535}"/>
          </ac:grpSpMkLst>
        </pc:grpChg>
        <pc:graphicFrameChg chg="del">
          <ac:chgData name="Sohag Kabir" userId="e9b0da40-aef8-480a-bb63-d1daacecf555" providerId="ADAL" clId="{B93E19F7-CF17-4898-9657-10FD6636A87B}" dt="2024-10-05T15:43:34.016" v="2813" actId="478"/>
          <ac:graphicFrameMkLst>
            <pc:docMk/>
            <pc:sldMk cId="239066561" sldId="313"/>
            <ac:graphicFrameMk id="4" creationId="{44634729-9557-1BA6-2CF4-CC65C815DD6A}"/>
          </ac:graphicFrameMkLst>
        </pc:graphicFrameChg>
        <pc:graphicFrameChg chg="del">
          <ac:chgData name="Sohag Kabir" userId="e9b0da40-aef8-480a-bb63-d1daacecf555" providerId="ADAL" clId="{B93E19F7-CF17-4898-9657-10FD6636A87B}" dt="2024-10-05T15:43:39.667" v="2814" actId="478"/>
          <ac:graphicFrameMkLst>
            <pc:docMk/>
            <pc:sldMk cId="239066561" sldId="313"/>
            <ac:graphicFrameMk id="14" creationId="{96CDC2C2-7C96-68B4-B82D-0DE9E7F87226}"/>
          </ac:graphicFrameMkLst>
        </pc:graphicFrameChg>
        <pc:graphicFrameChg chg="del">
          <ac:chgData name="Sohag Kabir" userId="e9b0da40-aef8-480a-bb63-d1daacecf555" providerId="ADAL" clId="{B93E19F7-CF17-4898-9657-10FD6636A87B}" dt="2024-10-05T15:43:39.667" v="2814" actId="478"/>
          <ac:graphicFrameMkLst>
            <pc:docMk/>
            <pc:sldMk cId="239066561" sldId="313"/>
            <ac:graphicFrameMk id="16" creationId="{AFC31546-187B-07C2-6B9E-A53771919621}"/>
          </ac:graphicFrameMkLst>
        </pc:graphicFrameChg>
        <pc:picChg chg="add mod">
          <ac:chgData name="Sohag Kabir" userId="e9b0da40-aef8-480a-bb63-d1daacecf555" providerId="ADAL" clId="{B93E19F7-CF17-4898-9657-10FD6636A87B}" dt="2024-10-05T15:54:34.653" v="2872" actId="1076"/>
          <ac:picMkLst>
            <pc:docMk/>
            <pc:sldMk cId="239066561" sldId="313"/>
            <ac:picMk id="11" creationId="{A6E068B8-16EE-02B0-706F-0DB68AD39AD7}"/>
          </ac:picMkLst>
        </pc:picChg>
        <pc:picChg chg="add mod">
          <ac:chgData name="Sohag Kabir" userId="e9b0da40-aef8-480a-bb63-d1daacecf555" providerId="ADAL" clId="{B93E19F7-CF17-4898-9657-10FD6636A87B}" dt="2024-10-05T15:54:39.849" v="2873" actId="1076"/>
          <ac:picMkLst>
            <pc:docMk/>
            <pc:sldMk cId="239066561" sldId="313"/>
            <ac:picMk id="13" creationId="{4652618A-FDAB-80CE-D762-F2AD80DABF7C}"/>
          </ac:picMkLst>
        </pc:picChg>
        <pc:cxnChg chg="del">
          <ac:chgData name="Sohag Kabir" userId="e9b0da40-aef8-480a-bb63-d1daacecf555" providerId="ADAL" clId="{B93E19F7-CF17-4898-9657-10FD6636A87B}" dt="2024-10-05T15:43:39.667" v="2814" actId="478"/>
          <ac:cxnSpMkLst>
            <pc:docMk/>
            <pc:sldMk cId="239066561" sldId="313"/>
            <ac:cxnSpMk id="40" creationId="{6A4E58DC-EA93-2705-EDF8-615CA99F36D7}"/>
          </ac:cxnSpMkLst>
        </pc:cxnChg>
        <pc:cxnChg chg="del">
          <ac:chgData name="Sohag Kabir" userId="e9b0da40-aef8-480a-bb63-d1daacecf555" providerId="ADAL" clId="{B93E19F7-CF17-4898-9657-10FD6636A87B}" dt="2024-10-05T15:43:39.667" v="2814" actId="478"/>
          <ac:cxnSpMkLst>
            <pc:docMk/>
            <pc:sldMk cId="239066561" sldId="313"/>
            <ac:cxnSpMk id="46" creationId="{991FF77C-173B-5DE6-6001-3B69845B4F88}"/>
          </ac:cxnSpMkLst>
        </pc:cxnChg>
      </pc:sldChg>
      <pc:sldChg chg="addSp delSp modSp add mod">
        <pc:chgData name="Sohag Kabir" userId="e9b0da40-aef8-480a-bb63-d1daacecf555" providerId="ADAL" clId="{B93E19F7-CF17-4898-9657-10FD6636A87B}" dt="2024-10-05T15:58:36.317" v="2918" actId="1076"/>
        <pc:sldMkLst>
          <pc:docMk/>
          <pc:sldMk cId="915143749" sldId="314"/>
        </pc:sldMkLst>
        <pc:spChg chg="add mod">
          <ac:chgData name="Sohag Kabir" userId="e9b0da40-aef8-480a-bb63-d1daacecf555" providerId="ADAL" clId="{B93E19F7-CF17-4898-9657-10FD6636A87B}" dt="2024-10-05T15:55:46.243" v="2896"/>
          <ac:spMkLst>
            <pc:docMk/>
            <pc:sldMk cId="915143749" sldId="314"/>
            <ac:spMk id="10" creationId="{E5A1BAB9-0466-62F2-AA34-F2DD4296C5C7}"/>
          </ac:spMkLst>
        </pc:spChg>
        <pc:spChg chg="add mod">
          <ac:chgData name="Sohag Kabir" userId="e9b0da40-aef8-480a-bb63-d1daacecf555" providerId="ADAL" clId="{B93E19F7-CF17-4898-9657-10FD6636A87B}" dt="2024-10-05T15:58:26.832" v="2917" actId="1076"/>
          <ac:spMkLst>
            <pc:docMk/>
            <pc:sldMk cId="915143749" sldId="314"/>
            <ac:spMk id="14" creationId="{350D9874-D847-E2BC-23A3-E0A589852829}"/>
          </ac:spMkLst>
        </pc:spChg>
        <pc:spChg chg="add mod">
          <ac:chgData name="Sohag Kabir" userId="e9b0da40-aef8-480a-bb63-d1daacecf555" providerId="ADAL" clId="{B93E19F7-CF17-4898-9657-10FD6636A87B}" dt="2024-10-05T15:58:36.317" v="2918" actId="1076"/>
          <ac:spMkLst>
            <pc:docMk/>
            <pc:sldMk cId="915143749" sldId="314"/>
            <ac:spMk id="16" creationId="{DA31708D-2D74-648E-DDB0-543361F89EB9}"/>
          </ac:spMkLst>
        </pc:spChg>
        <pc:picChg chg="add mod">
          <ac:chgData name="Sohag Kabir" userId="e9b0da40-aef8-480a-bb63-d1daacecf555" providerId="ADAL" clId="{B93E19F7-CF17-4898-9657-10FD6636A87B}" dt="2024-10-05T15:55:50.456" v="2897" actId="1076"/>
          <ac:picMkLst>
            <pc:docMk/>
            <pc:sldMk cId="915143749" sldId="314"/>
            <ac:picMk id="5" creationId="{40F02713-0B73-5098-A717-9CFD4847E26F}"/>
          </ac:picMkLst>
        </pc:picChg>
        <pc:picChg chg="add mod">
          <ac:chgData name="Sohag Kabir" userId="e9b0da40-aef8-480a-bb63-d1daacecf555" providerId="ADAL" clId="{B93E19F7-CF17-4898-9657-10FD6636A87B}" dt="2024-10-05T15:56:47.335" v="2907" actId="1076"/>
          <ac:picMkLst>
            <pc:docMk/>
            <pc:sldMk cId="915143749" sldId="314"/>
            <ac:picMk id="9" creationId="{F93520AA-17ED-387F-CC8D-CFB664469D07}"/>
          </ac:picMkLst>
        </pc:picChg>
        <pc:picChg chg="del">
          <ac:chgData name="Sohag Kabir" userId="e9b0da40-aef8-480a-bb63-d1daacecf555" providerId="ADAL" clId="{B93E19F7-CF17-4898-9657-10FD6636A87B}" dt="2024-10-05T15:47:39.905" v="2827" actId="478"/>
          <ac:picMkLst>
            <pc:docMk/>
            <pc:sldMk cId="915143749" sldId="314"/>
            <ac:picMk id="11" creationId="{A6E068B8-16EE-02B0-706F-0DB68AD39AD7}"/>
          </ac:picMkLst>
        </pc:picChg>
        <pc:picChg chg="del">
          <ac:chgData name="Sohag Kabir" userId="e9b0da40-aef8-480a-bb63-d1daacecf555" providerId="ADAL" clId="{B93E19F7-CF17-4898-9657-10FD6636A87B}" dt="2024-10-05T15:47:49.399" v="2832" actId="478"/>
          <ac:picMkLst>
            <pc:docMk/>
            <pc:sldMk cId="915143749" sldId="314"/>
            <ac:picMk id="13" creationId="{4652618A-FDAB-80CE-D762-F2AD80DABF7C}"/>
          </ac:picMkLst>
        </pc:picChg>
      </pc:sldChg>
      <pc:sldChg chg="add del">
        <pc:chgData name="Sohag Kabir" userId="e9b0da40-aef8-480a-bb63-d1daacecf555" providerId="ADAL" clId="{B93E19F7-CF17-4898-9657-10FD6636A87B}" dt="2024-10-05T16:12:30.397" v="2963" actId="2696"/>
        <pc:sldMkLst>
          <pc:docMk/>
          <pc:sldMk cId="1173708504" sldId="315"/>
        </pc:sldMkLst>
      </pc:sldChg>
      <pc:sldChg chg="addSp modSp add mod ord">
        <pc:chgData name="Sohag Kabir" userId="e9b0da40-aef8-480a-bb63-d1daacecf555" providerId="ADAL" clId="{B93E19F7-CF17-4898-9657-10FD6636A87B}" dt="2024-10-05T17:07:53.200" v="3293" actId="1076"/>
        <pc:sldMkLst>
          <pc:docMk/>
          <pc:sldMk cId="176035261" sldId="316"/>
        </pc:sldMkLst>
        <pc:spChg chg="mod">
          <ac:chgData name="Sohag Kabir" userId="e9b0da40-aef8-480a-bb63-d1daacecf555" providerId="ADAL" clId="{B93E19F7-CF17-4898-9657-10FD6636A87B}" dt="2024-10-05T17:07:45.836" v="3291" actId="255"/>
          <ac:spMkLst>
            <pc:docMk/>
            <pc:sldMk cId="176035261" sldId="316"/>
            <ac:spMk id="2" creationId="{DE13D453-4D7B-47BF-AED4-27D56C3644AA}"/>
          </ac:spMkLst>
        </pc:spChg>
        <pc:spChg chg="add mod">
          <ac:chgData name="Sohag Kabir" userId="e9b0da40-aef8-480a-bb63-d1daacecf555" providerId="ADAL" clId="{B93E19F7-CF17-4898-9657-10FD6636A87B}" dt="2024-10-05T17:07:33.578" v="3287"/>
          <ac:spMkLst>
            <pc:docMk/>
            <pc:sldMk cId="176035261" sldId="316"/>
            <ac:spMk id="4" creationId="{D903712E-E8C2-4330-A532-DC1100294489}"/>
          </ac:spMkLst>
        </pc:spChg>
        <pc:graphicFrameChg chg="mod">
          <ac:chgData name="Sohag Kabir" userId="e9b0da40-aef8-480a-bb63-d1daacecf555" providerId="ADAL" clId="{B93E19F7-CF17-4898-9657-10FD6636A87B}" dt="2024-10-05T17:07:53.200" v="3293" actId="1076"/>
          <ac:graphicFrameMkLst>
            <pc:docMk/>
            <pc:sldMk cId="176035261" sldId="316"/>
            <ac:graphicFrameMk id="3" creationId="{5E0E26A6-CCC8-2BBF-4CE9-1FE499F39FFC}"/>
          </ac:graphicFrameMkLst>
        </pc:graphicFrameChg>
      </pc:sldChg>
      <pc:sldChg chg="addSp delSp modSp add mod modAnim">
        <pc:chgData name="Sohag Kabir" userId="e9b0da40-aef8-480a-bb63-d1daacecf555" providerId="ADAL" clId="{B93E19F7-CF17-4898-9657-10FD6636A87B}" dt="2024-10-05T17:07:07.761" v="3284" actId="20577"/>
        <pc:sldMkLst>
          <pc:docMk/>
          <pc:sldMk cId="3739762811" sldId="317"/>
        </pc:sldMkLst>
        <pc:spChg chg="mod">
          <ac:chgData name="Sohag Kabir" userId="e9b0da40-aef8-480a-bb63-d1daacecf555" providerId="ADAL" clId="{B93E19F7-CF17-4898-9657-10FD6636A87B}" dt="2024-10-05T17:07:07.761" v="3284" actId="20577"/>
          <ac:spMkLst>
            <pc:docMk/>
            <pc:sldMk cId="3739762811" sldId="317"/>
            <ac:spMk id="2" creationId="{DE13D453-4D7B-47BF-AED4-27D56C3644AA}"/>
          </ac:spMkLst>
        </pc:spChg>
        <pc:spChg chg="add mod">
          <ac:chgData name="Sohag Kabir" userId="e9b0da40-aef8-480a-bb63-d1daacecf555" providerId="ADAL" clId="{B93E19F7-CF17-4898-9657-10FD6636A87B}" dt="2024-10-05T17:06:37.547" v="3277" actId="1035"/>
          <ac:spMkLst>
            <pc:docMk/>
            <pc:sldMk cId="3739762811" sldId="317"/>
            <ac:spMk id="4" creationId="{11A42578-1366-59FF-5040-068538845988}"/>
          </ac:spMkLst>
        </pc:spChg>
        <pc:spChg chg="add mod">
          <ac:chgData name="Sohag Kabir" userId="e9b0da40-aef8-480a-bb63-d1daacecf555" providerId="ADAL" clId="{B93E19F7-CF17-4898-9657-10FD6636A87B}" dt="2024-10-05T17:06:37.547" v="3277" actId="1035"/>
          <ac:spMkLst>
            <pc:docMk/>
            <pc:sldMk cId="3739762811" sldId="317"/>
            <ac:spMk id="5" creationId="{2D09689E-32EF-6145-87DE-4DC952C2F508}"/>
          </ac:spMkLst>
        </pc:spChg>
        <pc:spChg chg="add mod">
          <ac:chgData name="Sohag Kabir" userId="e9b0da40-aef8-480a-bb63-d1daacecf555" providerId="ADAL" clId="{B93E19F7-CF17-4898-9657-10FD6636A87B}" dt="2024-10-05T17:06:37.547" v="3277" actId="1035"/>
          <ac:spMkLst>
            <pc:docMk/>
            <pc:sldMk cId="3739762811" sldId="317"/>
            <ac:spMk id="8" creationId="{C74724B6-B40A-B9AF-81B8-A57F2A790D6C}"/>
          </ac:spMkLst>
        </pc:spChg>
        <pc:spChg chg="add mod">
          <ac:chgData name="Sohag Kabir" userId="e9b0da40-aef8-480a-bb63-d1daacecf555" providerId="ADAL" clId="{B93E19F7-CF17-4898-9657-10FD6636A87B}" dt="2024-10-05T17:06:37.547" v="3277" actId="1035"/>
          <ac:spMkLst>
            <pc:docMk/>
            <pc:sldMk cId="3739762811" sldId="317"/>
            <ac:spMk id="9" creationId="{31FD7733-BABC-9499-FCE9-2DE3A06EFC31}"/>
          </ac:spMkLst>
        </pc:spChg>
        <pc:spChg chg="add mod">
          <ac:chgData name="Sohag Kabir" userId="e9b0da40-aef8-480a-bb63-d1daacecf555" providerId="ADAL" clId="{B93E19F7-CF17-4898-9657-10FD6636A87B}" dt="2024-10-05T17:06:24.056" v="3260"/>
          <ac:spMkLst>
            <pc:docMk/>
            <pc:sldMk cId="3739762811" sldId="317"/>
            <ac:spMk id="10" creationId="{B109C00D-AE93-76A8-40BD-C5967F97982B}"/>
          </ac:spMkLst>
        </pc:spChg>
        <pc:graphicFrameChg chg="del">
          <ac:chgData name="Sohag Kabir" userId="e9b0da40-aef8-480a-bb63-d1daacecf555" providerId="ADAL" clId="{B93E19F7-CF17-4898-9657-10FD6636A87B}" dt="2024-10-05T16:08:36.063" v="2945" actId="478"/>
          <ac:graphicFrameMkLst>
            <pc:docMk/>
            <pc:sldMk cId="3739762811" sldId="317"/>
            <ac:graphicFrameMk id="3" creationId="{5E0E26A6-CCC8-2BBF-4CE9-1FE499F39FFC}"/>
          </ac:graphicFrameMkLst>
        </pc:graphicFrameChg>
      </pc:sldChg>
      <pc:sldChg chg="addSp delSp modSp add mod delAnim modAnim">
        <pc:chgData name="Sohag Kabir" userId="e9b0da40-aef8-480a-bb63-d1daacecf555" providerId="ADAL" clId="{B93E19F7-CF17-4898-9657-10FD6636A87B}" dt="2024-10-05T17:06:09.728" v="3259" actId="1035"/>
        <pc:sldMkLst>
          <pc:docMk/>
          <pc:sldMk cId="2072777590" sldId="318"/>
        </pc:sldMkLst>
        <pc:spChg chg="mod">
          <ac:chgData name="Sohag Kabir" userId="e9b0da40-aef8-480a-bb63-d1daacecf555" providerId="ADAL" clId="{B93E19F7-CF17-4898-9657-10FD6636A87B}" dt="2024-10-05T17:06:00.464" v="3255" actId="255"/>
          <ac:spMkLst>
            <pc:docMk/>
            <pc:sldMk cId="2072777590" sldId="318"/>
            <ac:spMk id="2" creationId="{DE13D453-4D7B-47BF-AED4-27D56C3644AA}"/>
          </ac:spMkLst>
        </pc:spChg>
        <pc:spChg chg="add mod">
          <ac:chgData name="Sohag Kabir" userId="e9b0da40-aef8-480a-bb63-d1daacecf555" providerId="ADAL" clId="{B93E19F7-CF17-4898-9657-10FD6636A87B}" dt="2024-10-05T17:06:09.728" v="3259" actId="1035"/>
          <ac:spMkLst>
            <pc:docMk/>
            <pc:sldMk cId="2072777590" sldId="318"/>
            <ac:spMk id="3" creationId="{2E646940-8E91-E289-6411-2AB0E0BD6F00}"/>
          </ac:spMkLst>
        </pc:spChg>
        <pc:spChg chg="del">
          <ac:chgData name="Sohag Kabir" userId="e9b0da40-aef8-480a-bb63-d1daacecf555" providerId="ADAL" clId="{B93E19F7-CF17-4898-9657-10FD6636A87B}" dt="2024-10-05T16:13:51.165" v="2982" actId="478"/>
          <ac:spMkLst>
            <pc:docMk/>
            <pc:sldMk cId="2072777590" sldId="318"/>
            <ac:spMk id="4" creationId="{11A42578-1366-59FF-5040-068538845988}"/>
          </ac:spMkLst>
        </pc:spChg>
        <pc:spChg chg="del">
          <ac:chgData name="Sohag Kabir" userId="e9b0da40-aef8-480a-bb63-d1daacecf555" providerId="ADAL" clId="{B93E19F7-CF17-4898-9657-10FD6636A87B}" dt="2024-10-05T16:13:51.165" v="2982" actId="478"/>
          <ac:spMkLst>
            <pc:docMk/>
            <pc:sldMk cId="2072777590" sldId="318"/>
            <ac:spMk id="5" creationId="{2D09689E-32EF-6145-87DE-4DC952C2F508}"/>
          </ac:spMkLst>
        </pc:spChg>
        <pc:spChg chg="del">
          <ac:chgData name="Sohag Kabir" userId="e9b0da40-aef8-480a-bb63-d1daacecf555" providerId="ADAL" clId="{B93E19F7-CF17-4898-9657-10FD6636A87B}" dt="2024-10-05T16:13:51.165" v="2982" actId="478"/>
          <ac:spMkLst>
            <pc:docMk/>
            <pc:sldMk cId="2072777590" sldId="318"/>
            <ac:spMk id="8" creationId="{C74724B6-B40A-B9AF-81B8-A57F2A790D6C}"/>
          </ac:spMkLst>
        </pc:spChg>
        <pc:spChg chg="del">
          <ac:chgData name="Sohag Kabir" userId="e9b0da40-aef8-480a-bb63-d1daacecf555" providerId="ADAL" clId="{B93E19F7-CF17-4898-9657-10FD6636A87B}" dt="2024-10-05T16:13:51.165" v="2982" actId="478"/>
          <ac:spMkLst>
            <pc:docMk/>
            <pc:sldMk cId="2072777590" sldId="318"/>
            <ac:spMk id="9" creationId="{31FD7733-BABC-9499-FCE9-2DE3A06EFC31}"/>
          </ac:spMkLst>
        </pc:spChg>
        <pc:spChg chg="add mod">
          <ac:chgData name="Sohag Kabir" userId="e9b0da40-aef8-480a-bb63-d1daacecf555" providerId="ADAL" clId="{B93E19F7-CF17-4898-9657-10FD6636A87B}" dt="2024-10-05T17:06:09.728" v="3259" actId="1035"/>
          <ac:spMkLst>
            <pc:docMk/>
            <pc:sldMk cId="2072777590" sldId="318"/>
            <ac:spMk id="10" creationId="{0429D3D5-D9A3-818D-B93F-21A0D862B685}"/>
          </ac:spMkLst>
        </pc:spChg>
        <pc:spChg chg="add mod">
          <ac:chgData name="Sohag Kabir" userId="e9b0da40-aef8-480a-bb63-d1daacecf555" providerId="ADAL" clId="{B93E19F7-CF17-4898-9657-10FD6636A87B}" dt="2024-10-05T17:06:09.728" v="3259" actId="1035"/>
          <ac:spMkLst>
            <pc:docMk/>
            <pc:sldMk cId="2072777590" sldId="318"/>
            <ac:spMk id="11" creationId="{6103E712-A448-54AC-CAC9-88744E4CA541}"/>
          </ac:spMkLst>
        </pc:spChg>
        <pc:spChg chg="add mod">
          <ac:chgData name="Sohag Kabir" userId="e9b0da40-aef8-480a-bb63-d1daacecf555" providerId="ADAL" clId="{B93E19F7-CF17-4898-9657-10FD6636A87B}" dt="2024-10-05T17:06:09.728" v="3259" actId="1035"/>
          <ac:spMkLst>
            <pc:docMk/>
            <pc:sldMk cId="2072777590" sldId="318"/>
            <ac:spMk id="12" creationId="{36638D1E-B0FF-D190-AB31-FCAD697FD0F6}"/>
          </ac:spMkLst>
        </pc:spChg>
        <pc:spChg chg="add mod">
          <ac:chgData name="Sohag Kabir" userId="e9b0da40-aef8-480a-bb63-d1daacecf555" providerId="ADAL" clId="{B93E19F7-CF17-4898-9657-10FD6636A87B}" dt="2024-10-05T17:06:09.728" v="3259" actId="1035"/>
          <ac:spMkLst>
            <pc:docMk/>
            <pc:sldMk cId="2072777590" sldId="318"/>
            <ac:spMk id="13" creationId="{35E9A9CD-EF94-D4ED-0921-6F9B1F3C639B}"/>
          </ac:spMkLst>
        </pc:spChg>
        <pc:spChg chg="add del mod">
          <ac:chgData name="Sohag Kabir" userId="e9b0da40-aef8-480a-bb63-d1daacecf555" providerId="ADAL" clId="{B93E19F7-CF17-4898-9657-10FD6636A87B}" dt="2024-10-05T17:05:18.985" v="3237" actId="478"/>
          <ac:spMkLst>
            <pc:docMk/>
            <pc:sldMk cId="2072777590" sldId="318"/>
            <ac:spMk id="14" creationId="{D7B0022B-1E65-E9E9-A73B-ABFBE37BC115}"/>
          </ac:spMkLst>
        </pc:spChg>
        <pc:spChg chg="add mod">
          <ac:chgData name="Sohag Kabir" userId="e9b0da40-aef8-480a-bb63-d1daacecf555" providerId="ADAL" clId="{B93E19F7-CF17-4898-9657-10FD6636A87B}" dt="2024-10-05T17:05:26.063" v="3238"/>
          <ac:spMkLst>
            <pc:docMk/>
            <pc:sldMk cId="2072777590" sldId="318"/>
            <ac:spMk id="15" creationId="{95724DBC-B706-D172-8C7C-4B463F8721DF}"/>
          </ac:spMkLst>
        </pc:spChg>
      </pc:sldChg>
      <pc:sldChg chg="addSp delSp modSp add mod delAnim modAnim">
        <pc:chgData name="Sohag Kabir" userId="e9b0da40-aef8-480a-bb63-d1daacecf555" providerId="ADAL" clId="{B93E19F7-CF17-4898-9657-10FD6636A87B}" dt="2024-10-05T17:05:04.625" v="3235" actId="1076"/>
        <pc:sldMkLst>
          <pc:docMk/>
          <pc:sldMk cId="2430164481" sldId="319"/>
        </pc:sldMkLst>
        <pc:spChg chg="del mod">
          <ac:chgData name="Sohag Kabir" userId="e9b0da40-aef8-480a-bb63-d1daacecf555" providerId="ADAL" clId="{B93E19F7-CF17-4898-9657-10FD6636A87B}" dt="2024-10-05T17:04:46.432" v="3231" actId="478"/>
          <ac:spMkLst>
            <pc:docMk/>
            <pc:sldMk cId="2430164481" sldId="319"/>
            <ac:spMk id="2" creationId="{DE13D453-4D7B-47BF-AED4-27D56C3644AA}"/>
          </ac:spMkLst>
        </pc:spChg>
        <pc:spChg chg="del">
          <ac:chgData name="Sohag Kabir" userId="e9b0da40-aef8-480a-bb63-d1daacecf555" providerId="ADAL" clId="{B93E19F7-CF17-4898-9657-10FD6636A87B}" dt="2024-10-05T16:16:39.308" v="3004" actId="478"/>
          <ac:spMkLst>
            <pc:docMk/>
            <pc:sldMk cId="2430164481" sldId="319"/>
            <ac:spMk id="3" creationId="{2E646940-8E91-E289-6411-2AB0E0BD6F00}"/>
          </ac:spMkLst>
        </pc:spChg>
        <pc:spChg chg="add mod">
          <ac:chgData name="Sohag Kabir" userId="e9b0da40-aef8-480a-bb63-d1daacecf555" providerId="ADAL" clId="{B93E19F7-CF17-4898-9657-10FD6636A87B}" dt="2024-10-05T16:18:22.084" v="3017" actId="113"/>
          <ac:spMkLst>
            <pc:docMk/>
            <pc:sldMk cId="2430164481" sldId="319"/>
            <ac:spMk id="4" creationId="{8B0E281B-5484-F2B1-B4DC-0AD7FF8E271C}"/>
          </ac:spMkLst>
        </pc:spChg>
        <pc:spChg chg="add mod">
          <ac:chgData name="Sohag Kabir" userId="e9b0da40-aef8-480a-bb63-d1daacecf555" providerId="ADAL" clId="{B93E19F7-CF17-4898-9657-10FD6636A87B}" dt="2024-10-05T16:18:47.753" v="3020" actId="2711"/>
          <ac:spMkLst>
            <pc:docMk/>
            <pc:sldMk cId="2430164481" sldId="319"/>
            <ac:spMk id="5" creationId="{F3699E71-0DF6-B597-50AF-32F6C8068B76}"/>
          </ac:spMkLst>
        </pc:spChg>
        <pc:spChg chg="add mod">
          <ac:chgData name="Sohag Kabir" userId="e9b0da40-aef8-480a-bb63-d1daacecf555" providerId="ADAL" clId="{B93E19F7-CF17-4898-9657-10FD6636A87B}" dt="2024-10-05T16:18:39.087" v="3019" actId="2711"/>
          <ac:spMkLst>
            <pc:docMk/>
            <pc:sldMk cId="2430164481" sldId="319"/>
            <ac:spMk id="8" creationId="{AB6C0F93-687B-1B4E-939D-99FC6BB9941A}"/>
          </ac:spMkLst>
        </pc:spChg>
        <pc:spChg chg="add mod">
          <ac:chgData name="Sohag Kabir" userId="e9b0da40-aef8-480a-bb63-d1daacecf555" providerId="ADAL" clId="{B93E19F7-CF17-4898-9657-10FD6636A87B}" dt="2024-10-05T17:05:04.625" v="3235" actId="1076"/>
          <ac:spMkLst>
            <pc:docMk/>
            <pc:sldMk cId="2430164481" sldId="319"/>
            <ac:spMk id="9" creationId="{824DC434-999D-92C1-E690-1EE740446A41}"/>
          </ac:spMkLst>
        </pc:spChg>
        <pc:spChg chg="del">
          <ac:chgData name="Sohag Kabir" userId="e9b0da40-aef8-480a-bb63-d1daacecf555" providerId="ADAL" clId="{B93E19F7-CF17-4898-9657-10FD6636A87B}" dt="2024-10-05T16:16:42.937" v="3005" actId="478"/>
          <ac:spMkLst>
            <pc:docMk/>
            <pc:sldMk cId="2430164481" sldId="319"/>
            <ac:spMk id="10" creationId="{0429D3D5-D9A3-818D-B93F-21A0D862B685}"/>
          </ac:spMkLst>
        </pc:spChg>
        <pc:spChg chg="del">
          <ac:chgData name="Sohag Kabir" userId="e9b0da40-aef8-480a-bb63-d1daacecf555" providerId="ADAL" clId="{B93E19F7-CF17-4898-9657-10FD6636A87B}" dt="2024-10-05T16:16:42.937" v="3005" actId="478"/>
          <ac:spMkLst>
            <pc:docMk/>
            <pc:sldMk cId="2430164481" sldId="319"/>
            <ac:spMk id="11" creationId="{6103E712-A448-54AC-CAC9-88744E4CA541}"/>
          </ac:spMkLst>
        </pc:spChg>
        <pc:spChg chg="del">
          <ac:chgData name="Sohag Kabir" userId="e9b0da40-aef8-480a-bb63-d1daacecf555" providerId="ADAL" clId="{B93E19F7-CF17-4898-9657-10FD6636A87B}" dt="2024-10-05T16:16:42.937" v="3005" actId="478"/>
          <ac:spMkLst>
            <pc:docMk/>
            <pc:sldMk cId="2430164481" sldId="319"/>
            <ac:spMk id="12" creationId="{36638D1E-B0FF-D190-AB31-FCAD697FD0F6}"/>
          </ac:spMkLst>
        </pc:spChg>
        <pc:spChg chg="del">
          <ac:chgData name="Sohag Kabir" userId="e9b0da40-aef8-480a-bb63-d1daacecf555" providerId="ADAL" clId="{B93E19F7-CF17-4898-9657-10FD6636A87B}" dt="2024-10-05T16:16:42.937" v="3005" actId="478"/>
          <ac:spMkLst>
            <pc:docMk/>
            <pc:sldMk cId="2430164481" sldId="319"/>
            <ac:spMk id="13" creationId="{35E9A9CD-EF94-D4ED-0921-6F9B1F3C639B}"/>
          </ac:spMkLst>
        </pc:spChg>
        <pc:spChg chg="add del mod">
          <ac:chgData name="Sohag Kabir" userId="e9b0da40-aef8-480a-bb63-d1daacecf555" providerId="ADAL" clId="{B93E19F7-CF17-4898-9657-10FD6636A87B}" dt="2024-10-05T17:04:48.644" v="3232" actId="478"/>
          <ac:spMkLst>
            <pc:docMk/>
            <pc:sldMk cId="2430164481" sldId="319"/>
            <ac:spMk id="14" creationId="{22C02A7D-D6D4-6E51-B7C3-B0080AB1D9AF}"/>
          </ac:spMkLst>
        </pc:spChg>
        <pc:spChg chg="add mod">
          <ac:chgData name="Sohag Kabir" userId="e9b0da40-aef8-480a-bb63-d1daacecf555" providerId="ADAL" clId="{B93E19F7-CF17-4898-9657-10FD6636A87B}" dt="2024-10-05T17:04:50.249" v="3233"/>
          <ac:spMkLst>
            <pc:docMk/>
            <pc:sldMk cId="2430164481" sldId="319"/>
            <ac:spMk id="15" creationId="{28BD77BA-9D2A-8B60-549B-1830762F98C7}"/>
          </ac:spMkLst>
        </pc:spChg>
        <pc:spChg chg="add mod">
          <ac:chgData name="Sohag Kabir" userId="e9b0da40-aef8-480a-bb63-d1daacecf555" providerId="ADAL" clId="{B93E19F7-CF17-4898-9657-10FD6636A87B}" dt="2024-10-05T17:04:59.182" v="3234"/>
          <ac:spMkLst>
            <pc:docMk/>
            <pc:sldMk cId="2430164481" sldId="319"/>
            <ac:spMk id="16" creationId="{4CFA05D3-D385-9A82-EF70-DEDAC7F49EA1}"/>
          </ac:spMkLst>
        </pc:spChg>
      </pc:sldChg>
      <pc:sldChg chg="addSp delSp modSp add mod delAnim modAnim">
        <pc:chgData name="Sohag Kabir" userId="e9b0da40-aef8-480a-bb63-d1daacecf555" providerId="ADAL" clId="{B93E19F7-CF17-4898-9657-10FD6636A87B}" dt="2024-10-05T17:04:32.992" v="3230" actId="1076"/>
        <pc:sldMkLst>
          <pc:docMk/>
          <pc:sldMk cId="1104326229" sldId="320"/>
        </pc:sldMkLst>
        <pc:spChg chg="mod">
          <ac:chgData name="Sohag Kabir" userId="e9b0da40-aef8-480a-bb63-d1daacecf555" providerId="ADAL" clId="{B93E19F7-CF17-4898-9657-10FD6636A87B}" dt="2024-10-05T17:04:23.072" v="3226" actId="1076"/>
          <ac:spMkLst>
            <pc:docMk/>
            <pc:sldMk cId="1104326229" sldId="320"/>
            <ac:spMk id="2" creationId="{DE13D453-4D7B-47BF-AED4-27D56C3644AA}"/>
          </ac:spMkLst>
        </pc:spChg>
        <pc:spChg chg="add mod">
          <ac:chgData name="Sohag Kabir" userId="e9b0da40-aef8-480a-bb63-d1daacecf555" providerId="ADAL" clId="{B93E19F7-CF17-4898-9657-10FD6636A87B}" dt="2024-10-05T17:04:32.992" v="3230" actId="1076"/>
          <ac:spMkLst>
            <pc:docMk/>
            <pc:sldMk cId="1104326229" sldId="320"/>
            <ac:spMk id="3" creationId="{B87B28DA-EDB4-E5DD-0006-1D2602CF1383}"/>
          </ac:spMkLst>
        </pc:spChg>
        <pc:spChg chg="del">
          <ac:chgData name="Sohag Kabir" userId="e9b0da40-aef8-480a-bb63-d1daacecf555" providerId="ADAL" clId="{B93E19F7-CF17-4898-9657-10FD6636A87B}" dt="2024-10-05T16:21:22.648" v="3022" actId="478"/>
          <ac:spMkLst>
            <pc:docMk/>
            <pc:sldMk cId="1104326229" sldId="320"/>
            <ac:spMk id="4" creationId="{8B0E281B-5484-F2B1-B4DC-0AD7FF8E271C}"/>
          </ac:spMkLst>
        </pc:spChg>
        <pc:spChg chg="del">
          <ac:chgData name="Sohag Kabir" userId="e9b0da40-aef8-480a-bb63-d1daacecf555" providerId="ADAL" clId="{B93E19F7-CF17-4898-9657-10FD6636A87B}" dt="2024-10-05T16:21:30.157" v="3025" actId="478"/>
          <ac:spMkLst>
            <pc:docMk/>
            <pc:sldMk cId="1104326229" sldId="320"/>
            <ac:spMk id="5" creationId="{F3699E71-0DF6-B597-50AF-32F6C8068B76}"/>
          </ac:spMkLst>
        </pc:spChg>
        <pc:spChg chg="del">
          <ac:chgData name="Sohag Kabir" userId="e9b0da40-aef8-480a-bb63-d1daacecf555" providerId="ADAL" clId="{B93E19F7-CF17-4898-9657-10FD6636A87B}" dt="2024-10-05T16:21:26.790" v="3024" actId="478"/>
          <ac:spMkLst>
            <pc:docMk/>
            <pc:sldMk cId="1104326229" sldId="320"/>
            <ac:spMk id="8" creationId="{AB6C0F93-687B-1B4E-939D-99FC6BB9941A}"/>
          </ac:spMkLst>
        </pc:spChg>
        <pc:spChg chg="del">
          <ac:chgData name="Sohag Kabir" userId="e9b0da40-aef8-480a-bb63-d1daacecf555" providerId="ADAL" clId="{B93E19F7-CF17-4898-9657-10FD6636A87B}" dt="2024-10-05T16:21:24.285" v="3023" actId="478"/>
          <ac:spMkLst>
            <pc:docMk/>
            <pc:sldMk cId="1104326229" sldId="320"/>
            <ac:spMk id="9" creationId="{824DC434-999D-92C1-E690-1EE740446A41}"/>
          </ac:spMkLst>
        </pc:spChg>
        <pc:spChg chg="add mod">
          <ac:chgData name="Sohag Kabir" userId="e9b0da40-aef8-480a-bb63-d1daacecf555" providerId="ADAL" clId="{B93E19F7-CF17-4898-9657-10FD6636A87B}" dt="2024-10-05T17:04:30.328" v="3229" actId="1076"/>
          <ac:spMkLst>
            <pc:docMk/>
            <pc:sldMk cId="1104326229" sldId="320"/>
            <ac:spMk id="10" creationId="{4B40CAE1-3F2E-6AB5-4585-569DB760C13E}"/>
          </ac:spMkLst>
        </pc:spChg>
        <pc:spChg chg="add mod">
          <ac:chgData name="Sohag Kabir" userId="e9b0da40-aef8-480a-bb63-d1daacecf555" providerId="ADAL" clId="{B93E19F7-CF17-4898-9657-10FD6636A87B}" dt="2024-10-05T17:04:28.392" v="3228" actId="1076"/>
          <ac:spMkLst>
            <pc:docMk/>
            <pc:sldMk cId="1104326229" sldId="320"/>
            <ac:spMk id="11" creationId="{576FE5C2-F1AD-860F-56A1-069F3427ED16}"/>
          </ac:spMkLst>
        </pc:spChg>
        <pc:spChg chg="add mod">
          <ac:chgData name="Sohag Kabir" userId="e9b0da40-aef8-480a-bb63-d1daacecf555" providerId="ADAL" clId="{B93E19F7-CF17-4898-9657-10FD6636A87B}" dt="2024-10-05T17:04:05.828" v="3222"/>
          <ac:spMkLst>
            <pc:docMk/>
            <pc:sldMk cId="1104326229" sldId="320"/>
            <ac:spMk id="12" creationId="{E3D2B5C3-728C-9804-6298-00C2294EC97A}"/>
          </ac:spMkLst>
        </pc:spChg>
      </pc:sldChg>
      <pc:sldChg chg="addSp delSp modSp add mod delAnim modAnim">
        <pc:chgData name="Sohag Kabir" userId="e9b0da40-aef8-480a-bb63-d1daacecf555" providerId="ADAL" clId="{B93E19F7-CF17-4898-9657-10FD6636A87B}" dt="2024-10-05T17:03:36.306" v="3217" actId="478"/>
        <pc:sldMkLst>
          <pc:docMk/>
          <pc:sldMk cId="3732061710" sldId="321"/>
        </pc:sldMkLst>
        <pc:spChg chg="del mod">
          <ac:chgData name="Sohag Kabir" userId="e9b0da40-aef8-480a-bb63-d1daacecf555" providerId="ADAL" clId="{B93E19F7-CF17-4898-9657-10FD6636A87B}" dt="2024-10-05T17:03:34.580" v="3216" actId="478"/>
          <ac:spMkLst>
            <pc:docMk/>
            <pc:sldMk cId="3732061710" sldId="321"/>
            <ac:spMk id="2" creationId="{DE13D453-4D7B-47BF-AED4-27D56C3644AA}"/>
          </ac:spMkLst>
        </pc:spChg>
        <pc:spChg chg="del mod">
          <ac:chgData name="Sohag Kabir" userId="e9b0da40-aef8-480a-bb63-d1daacecf555" providerId="ADAL" clId="{B93E19F7-CF17-4898-9657-10FD6636A87B}" dt="2024-10-05T16:29:52.214" v="3063" actId="478"/>
          <ac:spMkLst>
            <pc:docMk/>
            <pc:sldMk cId="3732061710" sldId="321"/>
            <ac:spMk id="3" creationId="{B87B28DA-EDB4-E5DD-0006-1D2602CF1383}"/>
          </ac:spMkLst>
        </pc:spChg>
        <pc:spChg chg="add mod">
          <ac:chgData name="Sohag Kabir" userId="e9b0da40-aef8-480a-bb63-d1daacecf555" providerId="ADAL" clId="{B93E19F7-CF17-4898-9657-10FD6636A87B}" dt="2024-10-05T16:30:08.181" v="3064"/>
          <ac:spMkLst>
            <pc:docMk/>
            <pc:sldMk cId="3732061710" sldId="321"/>
            <ac:spMk id="5" creationId="{D7FAA704-9AE9-4A7A-998B-10A6ECE5217F}"/>
          </ac:spMkLst>
        </pc:spChg>
        <pc:spChg chg="add mod">
          <ac:chgData name="Sohag Kabir" userId="e9b0da40-aef8-480a-bb63-d1daacecf555" providerId="ADAL" clId="{B93E19F7-CF17-4898-9657-10FD6636A87B}" dt="2024-10-05T16:30:08.181" v="3064"/>
          <ac:spMkLst>
            <pc:docMk/>
            <pc:sldMk cId="3732061710" sldId="321"/>
            <ac:spMk id="8" creationId="{099C9850-D96F-112A-BB7F-4FE1B24E6395}"/>
          </ac:spMkLst>
        </pc:spChg>
        <pc:spChg chg="add mod">
          <ac:chgData name="Sohag Kabir" userId="e9b0da40-aef8-480a-bb63-d1daacecf555" providerId="ADAL" clId="{B93E19F7-CF17-4898-9657-10FD6636A87B}" dt="2024-10-05T17:03:28.971" v="3214"/>
          <ac:spMkLst>
            <pc:docMk/>
            <pc:sldMk cId="3732061710" sldId="321"/>
            <ac:spMk id="9" creationId="{49ECE5C9-1635-C03A-E38F-39D8026FE5AE}"/>
          </ac:spMkLst>
        </pc:spChg>
        <pc:spChg chg="mod">
          <ac:chgData name="Sohag Kabir" userId="e9b0da40-aef8-480a-bb63-d1daacecf555" providerId="ADAL" clId="{B93E19F7-CF17-4898-9657-10FD6636A87B}" dt="2024-10-05T16:29:41.168" v="3061" actId="113"/>
          <ac:spMkLst>
            <pc:docMk/>
            <pc:sldMk cId="3732061710" sldId="321"/>
            <ac:spMk id="10" creationId="{4B40CAE1-3F2E-6AB5-4585-569DB760C13E}"/>
          </ac:spMkLst>
        </pc:spChg>
        <pc:spChg chg="mod">
          <ac:chgData name="Sohag Kabir" userId="e9b0da40-aef8-480a-bb63-d1daacecf555" providerId="ADAL" clId="{B93E19F7-CF17-4898-9657-10FD6636A87B}" dt="2024-10-05T16:40:51.545" v="3071" actId="207"/>
          <ac:spMkLst>
            <pc:docMk/>
            <pc:sldMk cId="3732061710" sldId="321"/>
            <ac:spMk id="11" creationId="{576FE5C2-F1AD-860F-56A1-069F3427ED16}"/>
          </ac:spMkLst>
        </pc:spChg>
        <pc:spChg chg="add del mod">
          <ac:chgData name="Sohag Kabir" userId="e9b0da40-aef8-480a-bb63-d1daacecf555" providerId="ADAL" clId="{B93E19F7-CF17-4898-9657-10FD6636A87B}" dt="2024-10-05T17:03:36.306" v="3217" actId="478"/>
          <ac:spMkLst>
            <pc:docMk/>
            <pc:sldMk cId="3732061710" sldId="321"/>
            <ac:spMk id="12" creationId="{18185E06-9C16-6B2E-48C0-3BE4F4785A6D}"/>
          </ac:spMkLst>
        </pc:spChg>
        <pc:graphicFrameChg chg="add mod">
          <ac:chgData name="Sohag Kabir" userId="e9b0da40-aef8-480a-bb63-d1daacecf555" providerId="ADAL" clId="{B93E19F7-CF17-4898-9657-10FD6636A87B}" dt="2024-10-05T16:30:08.181" v="3064"/>
          <ac:graphicFrameMkLst>
            <pc:docMk/>
            <pc:sldMk cId="3732061710" sldId="321"/>
            <ac:graphicFrameMk id="4" creationId="{061A5A06-4460-3A4F-0AA7-AB06974AF33A}"/>
          </ac:graphicFrameMkLst>
        </pc:graphicFrameChg>
      </pc:sldChg>
      <pc:sldChg chg="addSp delSp modSp add mod delAnim modAnim">
        <pc:chgData name="Sohag Kabir" userId="e9b0da40-aef8-480a-bb63-d1daacecf555" providerId="ADAL" clId="{B93E19F7-CF17-4898-9657-10FD6636A87B}" dt="2024-10-05T17:03:18.565" v="3213" actId="1076"/>
        <pc:sldMkLst>
          <pc:docMk/>
          <pc:sldMk cId="4110926446" sldId="322"/>
        </pc:sldMkLst>
        <pc:spChg chg="del">
          <ac:chgData name="Sohag Kabir" userId="e9b0da40-aef8-480a-bb63-d1daacecf555" providerId="ADAL" clId="{B93E19F7-CF17-4898-9657-10FD6636A87B}" dt="2024-10-05T17:03:08.514" v="3210" actId="478"/>
          <ac:spMkLst>
            <pc:docMk/>
            <pc:sldMk cId="4110926446" sldId="322"/>
            <ac:spMk id="2" creationId="{DE13D453-4D7B-47BF-AED4-27D56C3644AA}"/>
          </ac:spMkLst>
        </pc:spChg>
        <pc:spChg chg="del">
          <ac:chgData name="Sohag Kabir" userId="e9b0da40-aef8-480a-bb63-d1daacecf555" providerId="ADAL" clId="{B93E19F7-CF17-4898-9657-10FD6636A87B}" dt="2024-10-05T16:41:42.514" v="3076" actId="478"/>
          <ac:spMkLst>
            <pc:docMk/>
            <pc:sldMk cId="4110926446" sldId="322"/>
            <ac:spMk id="5" creationId="{D7FAA704-9AE9-4A7A-998B-10A6ECE5217F}"/>
          </ac:spMkLst>
        </pc:spChg>
        <pc:spChg chg="del">
          <ac:chgData name="Sohag Kabir" userId="e9b0da40-aef8-480a-bb63-d1daacecf555" providerId="ADAL" clId="{B93E19F7-CF17-4898-9657-10FD6636A87B}" dt="2024-10-05T16:41:42.514" v="3076" actId="478"/>
          <ac:spMkLst>
            <pc:docMk/>
            <pc:sldMk cId="4110926446" sldId="322"/>
            <ac:spMk id="8" creationId="{099C9850-D96F-112A-BB7F-4FE1B24E6395}"/>
          </ac:spMkLst>
        </pc:spChg>
        <pc:spChg chg="add mod">
          <ac:chgData name="Sohag Kabir" userId="e9b0da40-aef8-480a-bb63-d1daacecf555" providerId="ADAL" clId="{B93E19F7-CF17-4898-9657-10FD6636A87B}" dt="2024-10-05T16:42:01.177" v="3078" actId="1076"/>
          <ac:spMkLst>
            <pc:docMk/>
            <pc:sldMk cId="4110926446" sldId="322"/>
            <ac:spMk id="9" creationId="{40492858-A6B1-7E06-1EF5-4C368BFA2987}"/>
          </ac:spMkLst>
        </pc:spChg>
        <pc:spChg chg="mod">
          <ac:chgData name="Sohag Kabir" userId="e9b0da40-aef8-480a-bb63-d1daacecf555" providerId="ADAL" clId="{B93E19F7-CF17-4898-9657-10FD6636A87B}" dt="2024-10-05T16:40:08.879" v="3069" actId="113"/>
          <ac:spMkLst>
            <pc:docMk/>
            <pc:sldMk cId="4110926446" sldId="322"/>
            <ac:spMk id="10" creationId="{4B40CAE1-3F2E-6AB5-4585-569DB760C13E}"/>
          </ac:spMkLst>
        </pc:spChg>
        <pc:spChg chg="mod">
          <ac:chgData name="Sohag Kabir" userId="e9b0da40-aef8-480a-bb63-d1daacecf555" providerId="ADAL" clId="{B93E19F7-CF17-4898-9657-10FD6636A87B}" dt="2024-10-05T16:41:37.826" v="3075" actId="207"/>
          <ac:spMkLst>
            <pc:docMk/>
            <pc:sldMk cId="4110926446" sldId="322"/>
            <ac:spMk id="11" creationId="{576FE5C2-F1AD-860F-56A1-069F3427ED16}"/>
          </ac:spMkLst>
        </pc:spChg>
        <pc:spChg chg="add mod">
          <ac:chgData name="Sohag Kabir" userId="e9b0da40-aef8-480a-bb63-d1daacecf555" providerId="ADAL" clId="{B93E19F7-CF17-4898-9657-10FD6636A87B}" dt="2024-10-05T16:42:01.177" v="3078" actId="1076"/>
          <ac:spMkLst>
            <pc:docMk/>
            <pc:sldMk cId="4110926446" sldId="322"/>
            <ac:spMk id="12" creationId="{AA30936E-25A0-5268-B383-D7C7E1F3D62E}"/>
          </ac:spMkLst>
        </pc:spChg>
        <pc:spChg chg="add mod">
          <ac:chgData name="Sohag Kabir" userId="e9b0da40-aef8-480a-bb63-d1daacecf555" providerId="ADAL" clId="{B93E19F7-CF17-4898-9657-10FD6636A87B}" dt="2024-10-05T17:03:18.565" v="3213" actId="1076"/>
          <ac:spMkLst>
            <pc:docMk/>
            <pc:sldMk cId="4110926446" sldId="322"/>
            <ac:spMk id="14" creationId="{5723A14A-6F0D-8BF7-E38E-3463AF855B12}"/>
          </ac:spMkLst>
        </pc:spChg>
        <pc:spChg chg="add del mod">
          <ac:chgData name="Sohag Kabir" userId="e9b0da40-aef8-480a-bb63-d1daacecf555" providerId="ADAL" clId="{B93E19F7-CF17-4898-9657-10FD6636A87B}" dt="2024-10-05T17:03:15.614" v="3212" actId="478"/>
          <ac:spMkLst>
            <pc:docMk/>
            <pc:sldMk cId="4110926446" sldId="322"/>
            <ac:spMk id="15" creationId="{21E5315C-80BF-AE49-4A2A-B91CC4A57E91}"/>
          </ac:spMkLst>
        </pc:spChg>
        <pc:graphicFrameChg chg="add mod">
          <ac:chgData name="Sohag Kabir" userId="e9b0da40-aef8-480a-bb63-d1daacecf555" providerId="ADAL" clId="{B93E19F7-CF17-4898-9657-10FD6636A87B}" dt="2024-10-05T16:42:01.177" v="3078" actId="1076"/>
          <ac:graphicFrameMkLst>
            <pc:docMk/>
            <pc:sldMk cId="4110926446" sldId="322"/>
            <ac:graphicFrameMk id="3" creationId="{2B64EBE4-5D83-A79F-07D5-7B15AA7D0455}"/>
          </ac:graphicFrameMkLst>
        </pc:graphicFrameChg>
        <pc:graphicFrameChg chg="del">
          <ac:chgData name="Sohag Kabir" userId="e9b0da40-aef8-480a-bb63-d1daacecf555" providerId="ADAL" clId="{B93E19F7-CF17-4898-9657-10FD6636A87B}" dt="2024-10-05T16:41:42.514" v="3076" actId="478"/>
          <ac:graphicFrameMkLst>
            <pc:docMk/>
            <pc:sldMk cId="4110926446" sldId="322"/>
            <ac:graphicFrameMk id="4" creationId="{061A5A06-4460-3A4F-0AA7-AB06974AF33A}"/>
          </ac:graphicFrameMkLst>
        </pc:graphicFrameChg>
        <pc:graphicFrameChg chg="add mod">
          <ac:chgData name="Sohag Kabir" userId="e9b0da40-aef8-480a-bb63-d1daacecf555" providerId="ADAL" clId="{B93E19F7-CF17-4898-9657-10FD6636A87B}" dt="2024-10-05T16:42:01.177" v="3078" actId="1076"/>
          <ac:graphicFrameMkLst>
            <pc:docMk/>
            <pc:sldMk cId="4110926446" sldId="322"/>
            <ac:graphicFrameMk id="13" creationId="{5708C091-ABA6-8745-D960-C1E9668F8D6F}"/>
          </ac:graphicFrameMkLst>
        </pc:graphicFrameChg>
      </pc:sldChg>
      <pc:sldChg chg="addSp delSp modSp add mod delAnim modAnim">
        <pc:chgData name="Sohag Kabir" userId="e9b0da40-aef8-480a-bb63-d1daacecf555" providerId="ADAL" clId="{B93E19F7-CF17-4898-9657-10FD6636A87B}" dt="2024-10-05T17:02:49.710" v="3207" actId="478"/>
        <pc:sldMkLst>
          <pc:docMk/>
          <pc:sldMk cId="1701472916" sldId="323"/>
        </pc:sldMkLst>
        <pc:spChg chg="del mod">
          <ac:chgData name="Sohag Kabir" userId="e9b0da40-aef8-480a-bb63-d1daacecf555" providerId="ADAL" clId="{B93E19F7-CF17-4898-9657-10FD6636A87B}" dt="2024-10-05T17:02:47.783" v="3206" actId="478"/>
          <ac:spMkLst>
            <pc:docMk/>
            <pc:sldMk cId="1701472916" sldId="323"/>
            <ac:spMk id="2" creationId="{DE13D453-4D7B-47BF-AED4-27D56C3644AA}"/>
          </ac:spMkLst>
        </pc:spChg>
        <pc:spChg chg="add mod">
          <ac:chgData name="Sohag Kabir" userId="e9b0da40-aef8-480a-bb63-d1daacecf555" providerId="ADAL" clId="{B93E19F7-CF17-4898-9657-10FD6636A87B}" dt="2024-10-05T16:44:39.098" v="3088"/>
          <ac:spMkLst>
            <pc:docMk/>
            <pc:sldMk cId="1701472916" sldId="323"/>
            <ac:spMk id="4" creationId="{CA6E6E9B-DB6F-CB67-67C1-7C0A8AB512A8}"/>
          </ac:spMkLst>
        </pc:spChg>
        <pc:spChg chg="add mod">
          <ac:chgData name="Sohag Kabir" userId="e9b0da40-aef8-480a-bb63-d1daacecf555" providerId="ADAL" clId="{B93E19F7-CF17-4898-9657-10FD6636A87B}" dt="2024-10-05T16:44:39.098" v="3088"/>
          <ac:spMkLst>
            <pc:docMk/>
            <pc:sldMk cId="1701472916" sldId="323"/>
            <ac:spMk id="8" creationId="{6F6FECEE-603A-2ECF-A1F1-EF06A61CE69A}"/>
          </ac:spMkLst>
        </pc:spChg>
        <pc:spChg chg="del">
          <ac:chgData name="Sohag Kabir" userId="e9b0da40-aef8-480a-bb63-d1daacecf555" providerId="ADAL" clId="{B93E19F7-CF17-4898-9657-10FD6636A87B}" dt="2024-10-05T16:44:24.004" v="3087" actId="478"/>
          <ac:spMkLst>
            <pc:docMk/>
            <pc:sldMk cId="1701472916" sldId="323"/>
            <ac:spMk id="9" creationId="{40492858-A6B1-7E06-1EF5-4C368BFA2987}"/>
          </ac:spMkLst>
        </pc:spChg>
        <pc:spChg chg="mod">
          <ac:chgData name="Sohag Kabir" userId="e9b0da40-aef8-480a-bb63-d1daacecf555" providerId="ADAL" clId="{B93E19F7-CF17-4898-9657-10FD6636A87B}" dt="2024-10-05T16:44:12.261" v="3086" actId="207"/>
          <ac:spMkLst>
            <pc:docMk/>
            <pc:sldMk cId="1701472916" sldId="323"/>
            <ac:spMk id="10" creationId="{4B40CAE1-3F2E-6AB5-4585-569DB760C13E}"/>
          </ac:spMkLst>
        </pc:spChg>
        <pc:spChg chg="mod">
          <ac:chgData name="Sohag Kabir" userId="e9b0da40-aef8-480a-bb63-d1daacecf555" providerId="ADAL" clId="{B93E19F7-CF17-4898-9657-10FD6636A87B}" dt="2024-10-05T16:43:51.867" v="3082" actId="207"/>
          <ac:spMkLst>
            <pc:docMk/>
            <pc:sldMk cId="1701472916" sldId="323"/>
            <ac:spMk id="11" creationId="{576FE5C2-F1AD-860F-56A1-069F3427ED16}"/>
          </ac:spMkLst>
        </pc:spChg>
        <pc:spChg chg="del">
          <ac:chgData name="Sohag Kabir" userId="e9b0da40-aef8-480a-bb63-d1daacecf555" providerId="ADAL" clId="{B93E19F7-CF17-4898-9657-10FD6636A87B}" dt="2024-10-05T16:44:24.004" v="3087" actId="478"/>
          <ac:spMkLst>
            <pc:docMk/>
            <pc:sldMk cId="1701472916" sldId="323"/>
            <ac:spMk id="12" creationId="{AA30936E-25A0-5268-B383-D7C7E1F3D62E}"/>
          </ac:spMkLst>
        </pc:spChg>
        <pc:spChg chg="add mod">
          <ac:chgData name="Sohag Kabir" userId="e9b0da40-aef8-480a-bb63-d1daacecf555" providerId="ADAL" clId="{B93E19F7-CF17-4898-9657-10FD6636A87B}" dt="2024-10-05T17:02:44.674" v="3205" actId="1076"/>
          <ac:spMkLst>
            <pc:docMk/>
            <pc:sldMk cId="1701472916" sldId="323"/>
            <ac:spMk id="15" creationId="{8E18BE2F-D5C9-3D15-9F73-5E8E37344BC0}"/>
          </ac:spMkLst>
        </pc:spChg>
        <pc:spChg chg="add del mod">
          <ac:chgData name="Sohag Kabir" userId="e9b0da40-aef8-480a-bb63-d1daacecf555" providerId="ADAL" clId="{B93E19F7-CF17-4898-9657-10FD6636A87B}" dt="2024-10-05T17:02:49.710" v="3207" actId="478"/>
          <ac:spMkLst>
            <pc:docMk/>
            <pc:sldMk cId="1701472916" sldId="323"/>
            <ac:spMk id="16" creationId="{7DC2835B-4734-BF0D-EE17-9E1EBC2AD353}"/>
          </ac:spMkLst>
        </pc:spChg>
        <pc:graphicFrameChg chg="del">
          <ac:chgData name="Sohag Kabir" userId="e9b0da40-aef8-480a-bb63-d1daacecf555" providerId="ADAL" clId="{B93E19F7-CF17-4898-9657-10FD6636A87B}" dt="2024-10-05T16:44:24.004" v="3087" actId="478"/>
          <ac:graphicFrameMkLst>
            <pc:docMk/>
            <pc:sldMk cId="1701472916" sldId="323"/>
            <ac:graphicFrameMk id="3" creationId="{2B64EBE4-5D83-A79F-07D5-7B15AA7D0455}"/>
          </ac:graphicFrameMkLst>
        </pc:graphicFrameChg>
        <pc:graphicFrameChg chg="add mod">
          <ac:chgData name="Sohag Kabir" userId="e9b0da40-aef8-480a-bb63-d1daacecf555" providerId="ADAL" clId="{B93E19F7-CF17-4898-9657-10FD6636A87B}" dt="2024-10-05T16:44:39.098" v="3088"/>
          <ac:graphicFrameMkLst>
            <pc:docMk/>
            <pc:sldMk cId="1701472916" sldId="323"/>
            <ac:graphicFrameMk id="5" creationId="{30949C66-603C-628C-C329-33F5B42F60CA}"/>
          </ac:graphicFrameMkLst>
        </pc:graphicFrameChg>
        <pc:graphicFrameChg chg="del">
          <ac:chgData name="Sohag Kabir" userId="e9b0da40-aef8-480a-bb63-d1daacecf555" providerId="ADAL" clId="{B93E19F7-CF17-4898-9657-10FD6636A87B}" dt="2024-10-05T16:44:24.004" v="3087" actId="478"/>
          <ac:graphicFrameMkLst>
            <pc:docMk/>
            <pc:sldMk cId="1701472916" sldId="323"/>
            <ac:graphicFrameMk id="13" creationId="{5708C091-ABA6-8745-D960-C1E9668F8D6F}"/>
          </ac:graphicFrameMkLst>
        </pc:graphicFrameChg>
        <pc:graphicFrameChg chg="add mod">
          <ac:chgData name="Sohag Kabir" userId="e9b0da40-aef8-480a-bb63-d1daacecf555" providerId="ADAL" clId="{B93E19F7-CF17-4898-9657-10FD6636A87B}" dt="2024-10-05T16:44:39.098" v="3088"/>
          <ac:graphicFrameMkLst>
            <pc:docMk/>
            <pc:sldMk cId="1701472916" sldId="323"/>
            <ac:graphicFrameMk id="14" creationId="{78CF29FF-CF86-38C5-8F88-881DD08629E0}"/>
          </ac:graphicFrameMkLst>
        </pc:graphicFrameChg>
      </pc:sldChg>
      <pc:sldChg chg="addSp delSp modSp add mod delAnim modAnim">
        <pc:chgData name="Sohag Kabir" userId="e9b0da40-aef8-480a-bb63-d1daacecf555" providerId="ADAL" clId="{B93E19F7-CF17-4898-9657-10FD6636A87B}" dt="2024-10-05T17:02:19.974" v="3201" actId="113"/>
        <pc:sldMkLst>
          <pc:docMk/>
          <pc:sldMk cId="3154535261" sldId="324"/>
        </pc:sldMkLst>
        <pc:spChg chg="del mod">
          <ac:chgData name="Sohag Kabir" userId="e9b0da40-aef8-480a-bb63-d1daacecf555" providerId="ADAL" clId="{B93E19F7-CF17-4898-9657-10FD6636A87B}" dt="2024-10-05T17:02:06.647" v="3199" actId="478"/>
          <ac:spMkLst>
            <pc:docMk/>
            <pc:sldMk cId="3154535261" sldId="324"/>
            <ac:spMk id="2" creationId="{DE13D453-4D7B-47BF-AED4-27D56C3644AA}"/>
          </ac:spMkLst>
        </pc:spChg>
        <pc:spChg chg="add mod">
          <ac:chgData name="Sohag Kabir" userId="e9b0da40-aef8-480a-bb63-d1daacecf555" providerId="ADAL" clId="{B93E19F7-CF17-4898-9657-10FD6636A87B}" dt="2024-10-05T16:46:15.937" v="3109" actId="2711"/>
          <ac:spMkLst>
            <pc:docMk/>
            <pc:sldMk cId="3154535261" sldId="324"/>
            <ac:spMk id="3" creationId="{97B05D5E-AF09-9EF8-8C4B-5942E8D8A9C2}"/>
          </ac:spMkLst>
        </pc:spChg>
        <pc:spChg chg="del">
          <ac:chgData name="Sohag Kabir" userId="e9b0da40-aef8-480a-bb63-d1daacecf555" providerId="ADAL" clId="{B93E19F7-CF17-4898-9657-10FD6636A87B}" dt="2024-10-05T16:45:50.992" v="3104" actId="478"/>
          <ac:spMkLst>
            <pc:docMk/>
            <pc:sldMk cId="3154535261" sldId="324"/>
            <ac:spMk id="4" creationId="{CA6E6E9B-DB6F-CB67-67C1-7C0A8AB512A8}"/>
          </ac:spMkLst>
        </pc:spChg>
        <pc:spChg chg="del">
          <ac:chgData name="Sohag Kabir" userId="e9b0da40-aef8-480a-bb63-d1daacecf555" providerId="ADAL" clId="{B93E19F7-CF17-4898-9657-10FD6636A87B}" dt="2024-10-05T16:45:50.992" v="3104" actId="478"/>
          <ac:spMkLst>
            <pc:docMk/>
            <pc:sldMk cId="3154535261" sldId="324"/>
            <ac:spMk id="8" creationId="{6F6FECEE-603A-2ECF-A1F1-EF06A61CE69A}"/>
          </ac:spMkLst>
        </pc:spChg>
        <pc:spChg chg="add mod">
          <ac:chgData name="Sohag Kabir" userId="e9b0da40-aef8-480a-bb63-d1daacecf555" providerId="ADAL" clId="{B93E19F7-CF17-4898-9657-10FD6636A87B}" dt="2024-10-05T16:46:40.451" v="3115" actId="2711"/>
          <ac:spMkLst>
            <pc:docMk/>
            <pc:sldMk cId="3154535261" sldId="324"/>
            <ac:spMk id="9" creationId="{02832820-69D1-A2D1-28E9-C756101A04D4}"/>
          </ac:spMkLst>
        </pc:spChg>
        <pc:spChg chg="mod">
          <ac:chgData name="Sohag Kabir" userId="e9b0da40-aef8-480a-bb63-d1daacecf555" providerId="ADAL" clId="{B93E19F7-CF17-4898-9657-10FD6636A87B}" dt="2024-10-05T17:02:19.974" v="3201" actId="113"/>
          <ac:spMkLst>
            <pc:docMk/>
            <pc:sldMk cId="3154535261" sldId="324"/>
            <ac:spMk id="10" creationId="{4B40CAE1-3F2E-6AB5-4585-569DB760C13E}"/>
          </ac:spMkLst>
        </pc:spChg>
        <pc:spChg chg="del">
          <ac:chgData name="Sohag Kabir" userId="e9b0da40-aef8-480a-bb63-d1daacecf555" providerId="ADAL" clId="{B93E19F7-CF17-4898-9657-10FD6636A87B}" dt="2024-10-05T16:45:47.864" v="3103" actId="478"/>
          <ac:spMkLst>
            <pc:docMk/>
            <pc:sldMk cId="3154535261" sldId="324"/>
            <ac:spMk id="11" creationId="{576FE5C2-F1AD-860F-56A1-069F3427ED16}"/>
          </ac:spMkLst>
        </pc:spChg>
        <pc:spChg chg="add mod">
          <ac:chgData name="Sohag Kabir" userId="e9b0da40-aef8-480a-bb63-d1daacecf555" providerId="ADAL" clId="{B93E19F7-CF17-4898-9657-10FD6636A87B}" dt="2024-10-05T16:46:32.342" v="3114" actId="113"/>
          <ac:spMkLst>
            <pc:docMk/>
            <pc:sldMk cId="3154535261" sldId="324"/>
            <ac:spMk id="12" creationId="{80053CB0-8FFF-2D55-8786-A7B6B44E26CF}"/>
          </ac:spMkLst>
        </pc:spChg>
        <pc:spChg chg="add mod">
          <ac:chgData name="Sohag Kabir" userId="e9b0da40-aef8-480a-bb63-d1daacecf555" providerId="ADAL" clId="{B93E19F7-CF17-4898-9657-10FD6636A87B}" dt="2024-10-05T16:46:45.563" v="3116" actId="2711"/>
          <ac:spMkLst>
            <pc:docMk/>
            <pc:sldMk cId="3154535261" sldId="324"/>
            <ac:spMk id="13" creationId="{A7186E1A-F5ED-B1E6-DEEB-9CE5BEA62981}"/>
          </ac:spMkLst>
        </pc:spChg>
        <pc:spChg chg="add mod">
          <ac:chgData name="Sohag Kabir" userId="e9b0da40-aef8-480a-bb63-d1daacecf555" providerId="ADAL" clId="{B93E19F7-CF17-4898-9657-10FD6636A87B}" dt="2024-10-05T17:02:04.151" v="3198" actId="1076"/>
          <ac:spMkLst>
            <pc:docMk/>
            <pc:sldMk cId="3154535261" sldId="324"/>
            <ac:spMk id="15" creationId="{20F5FDE2-87A7-DB58-3DD0-075EF2E338D0}"/>
          </ac:spMkLst>
        </pc:spChg>
        <pc:spChg chg="add del mod">
          <ac:chgData name="Sohag Kabir" userId="e9b0da40-aef8-480a-bb63-d1daacecf555" providerId="ADAL" clId="{B93E19F7-CF17-4898-9657-10FD6636A87B}" dt="2024-10-05T17:02:08.916" v="3200" actId="478"/>
          <ac:spMkLst>
            <pc:docMk/>
            <pc:sldMk cId="3154535261" sldId="324"/>
            <ac:spMk id="16" creationId="{1DF46F48-6883-C127-F813-9F0285125283}"/>
          </ac:spMkLst>
        </pc:spChg>
        <pc:graphicFrameChg chg="del">
          <ac:chgData name="Sohag Kabir" userId="e9b0da40-aef8-480a-bb63-d1daacecf555" providerId="ADAL" clId="{B93E19F7-CF17-4898-9657-10FD6636A87B}" dt="2024-10-05T16:45:50.992" v="3104" actId="478"/>
          <ac:graphicFrameMkLst>
            <pc:docMk/>
            <pc:sldMk cId="3154535261" sldId="324"/>
            <ac:graphicFrameMk id="5" creationId="{30949C66-603C-628C-C329-33F5B42F60CA}"/>
          </ac:graphicFrameMkLst>
        </pc:graphicFrameChg>
        <pc:graphicFrameChg chg="del">
          <ac:chgData name="Sohag Kabir" userId="e9b0da40-aef8-480a-bb63-d1daacecf555" providerId="ADAL" clId="{B93E19F7-CF17-4898-9657-10FD6636A87B}" dt="2024-10-05T16:45:50.992" v="3104" actId="478"/>
          <ac:graphicFrameMkLst>
            <pc:docMk/>
            <pc:sldMk cId="3154535261" sldId="324"/>
            <ac:graphicFrameMk id="14" creationId="{78CF29FF-CF86-38C5-8F88-881DD08629E0}"/>
          </ac:graphicFrameMkLst>
        </pc:graphicFrameChg>
      </pc:sldChg>
      <pc:sldChg chg="addSp delSp modSp add mod delAnim modAnim">
        <pc:chgData name="Sohag Kabir" userId="e9b0da40-aef8-480a-bb63-d1daacecf555" providerId="ADAL" clId="{B93E19F7-CF17-4898-9657-10FD6636A87B}" dt="2024-10-05T16:59:33.534" v="3194" actId="20577"/>
        <pc:sldMkLst>
          <pc:docMk/>
          <pc:sldMk cId="3053571331" sldId="325"/>
        </pc:sldMkLst>
        <pc:spChg chg="del">
          <ac:chgData name="Sohag Kabir" userId="e9b0da40-aef8-480a-bb63-d1daacecf555" providerId="ADAL" clId="{B93E19F7-CF17-4898-9657-10FD6636A87B}" dt="2024-10-05T16:59:20.382" v="3190" actId="478"/>
          <ac:spMkLst>
            <pc:docMk/>
            <pc:sldMk cId="3053571331" sldId="325"/>
            <ac:spMk id="2" creationId="{DE13D453-4D7B-47BF-AED4-27D56C3644AA}"/>
          </ac:spMkLst>
        </pc:spChg>
        <pc:spChg chg="del">
          <ac:chgData name="Sohag Kabir" userId="e9b0da40-aef8-480a-bb63-d1daacecf555" providerId="ADAL" clId="{B93E19F7-CF17-4898-9657-10FD6636A87B}" dt="2024-10-05T16:47:48.891" v="3120" actId="478"/>
          <ac:spMkLst>
            <pc:docMk/>
            <pc:sldMk cId="3053571331" sldId="325"/>
            <ac:spMk id="3" creationId="{97B05D5E-AF09-9EF8-8C4B-5942E8D8A9C2}"/>
          </ac:spMkLst>
        </pc:spChg>
        <pc:spChg chg="add mod">
          <ac:chgData name="Sohag Kabir" userId="e9b0da40-aef8-480a-bb63-d1daacecf555" providerId="ADAL" clId="{B93E19F7-CF17-4898-9657-10FD6636A87B}" dt="2024-10-05T16:49:35.721" v="3132" actId="14100"/>
          <ac:spMkLst>
            <pc:docMk/>
            <pc:sldMk cId="3053571331" sldId="325"/>
            <ac:spMk id="4" creationId="{8D92EEB7-90F5-47FC-12BB-704773C36992}"/>
          </ac:spMkLst>
        </pc:spChg>
        <pc:spChg chg="add mod">
          <ac:chgData name="Sohag Kabir" userId="e9b0da40-aef8-480a-bb63-d1daacecf555" providerId="ADAL" clId="{B93E19F7-CF17-4898-9657-10FD6636A87B}" dt="2024-10-05T16:50:02.049" v="3139" actId="113"/>
          <ac:spMkLst>
            <pc:docMk/>
            <pc:sldMk cId="3053571331" sldId="325"/>
            <ac:spMk id="5" creationId="{53821C7E-571F-400D-BE92-0414D24490C0}"/>
          </ac:spMkLst>
        </pc:spChg>
        <pc:spChg chg="add mod">
          <ac:chgData name="Sohag Kabir" userId="e9b0da40-aef8-480a-bb63-d1daacecf555" providerId="ADAL" clId="{B93E19F7-CF17-4898-9657-10FD6636A87B}" dt="2024-10-05T16:54:14.560" v="3153" actId="255"/>
          <ac:spMkLst>
            <pc:docMk/>
            <pc:sldMk cId="3053571331" sldId="325"/>
            <ac:spMk id="8" creationId="{9FA0EB76-0391-AE87-EEF9-EEA7D3184701}"/>
          </ac:spMkLst>
        </pc:spChg>
        <pc:spChg chg="del">
          <ac:chgData name="Sohag Kabir" userId="e9b0da40-aef8-480a-bb63-d1daacecf555" providerId="ADAL" clId="{B93E19F7-CF17-4898-9657-10FD6636A87B}" dt="2024-10-05T16:47:50.703" v="3121" actId="478"/>
          <ac:spMkLst>
            <pc:docMk/>
            <pc:sldMk cId="3053571331" sldId="325"/>
            <ac:spMk id="9" creationId="{02832820-69D1-A2D1-28E9-C756101A04D4}"/>
          </ac:spMkLst>
        </pc:spChg>
        <pc:spChg chg="mod">
          <ac:chgData name="Sohag Kabir" userId="e9b0da40-aef8-480a-bb63-d1daacecf555" providerId="ADAL" clId="{B93E19F7-CF17-4898-9657-10FD6636A87B}" dt="2024-10-05T16:59:33.534" v="3194" actId="20577"/>
          <ac:spMkLst>
            <pc:docMk/>
            <pc:sldMk cId="3053571331" sldId="325"/>
            <ac:spMk id="10" creationId="{4B40CAE1-3F2E-6AB5-4585-569DB760C13E}"/>
          </ac:spMkLst>
        </pc:spChg>
        <pc:spChg chg="add mod">
          <ac:chgData name="Sohag Kabir" userId="e9b0da40-aef8-480a-bb63-d1daacecf555" providerId="ADAL" clId="{B93E19F7-CF17-4898-9657-10FD6636A87B}" dt="2024-10-05T16:52:56.819" v="3142" actId="207"/>
          <ac:spMkLst>
            <pc:docMk/>
            <pc:sldMk cId="3053571331" sldId="325"/>
            <ac:spMk id="11" creationId="{FBE0F8E4-EB70-0EEE-1162-80DDC3E99884}"/>
          </ac:spMkLst>
        </pc:spChg>
        <pc:spChg chg="del">
          <ac:chgData name="Sohag Kabir" userId="e9b0da40-aef8-480a-bb63-d1daacecf555" providerId="ADAL" clId="{B93E19F7-CF17-4898-9657-10FD6636A87B}" dt="2024-10-05T16:47:46.987" v="3119" actId="478"/>
          <ac:spMkLst>
            <pc:docMk/>
            <pc:sldMk cId="3053571331" sldId="325"/>
            <ac:spMk id="12" creationId="{80053CB0-8FFF-2D55-8786-A7B6B44E26CF}"/>
          </ac:spMkLst>
        </pc:spChg>
        <pc:spChg chg="del">
          <ac:chgData name="Sohag Kabir" userId="e9b0da40-aef8-480a-bb63-d1daacecf555" providerId="ADAL" clId="{B93E19F7-CF17-4898-9657-10FD6636A87B}" dt="2024-10-05T16:47:51.667" v="3122" actId="478"/>
          <ac:spMkLst>
            <pc:docMk/>
            <pc:sldMk cId="3053571331" sldId="325"/>
            <ac:spMk id="13" creationId="{A7186E1A-F5ED-B1E6-DEEB-9CE5BEA62981}"/>
          </ac:spMkLst>
        </pc:spChg>
        <pc:spChg chg="add mod">
          <ac:chgData name="Sohag Kabir" userId="e9b0da40-aef8-480a-bb63-d1daacecf555" providerId="ADAL" clId="{B93E19F7-CF17-4898-9657-10FD6636A87B}" dt="2024-10-05T16:59:28.644" v="3192" actId="1076"/>
          <ac:spMkLst>
            <pc:docMk/>
            <pc:sldMk cId="3053571331" sldId="325"/>
            <ac:spMk id="14" creationId="{83527BF9-4E9D-39E0-B781-85440CD1D3F0}"/>
          </ac:spMkLst>
        </pc:spChg>
        <pc:spChg chg="add del mod">
          <ac:chgData name="Sohag Kabir" userId="e9b0da40-aef8-480a-bb63-d1daacecf555" providerId="ADAL" clId="{B93E19F7-CF17-4898-9657-10FD6636A87B}" dt="2024-10-05T16:59:23.959" v="3191" actId="478"/>
          <ac:spMkLst>
            <pc:docMk/>
            <pc:sldMk cId="3053571331" sldId="325"/>
            <ac:spMk id="15" creationId="{71F1E55C-2FD4-6D54-273E-BC436C57D349}"/>
          </ac:spMkLst>
        </pc:spChg>
      </pc:sldChg>
      <pc:sldChg chg="addSp delSp modSp add mod delAnim modAnim">
        <pc:chgData name="Sohag Kabir" userId="e9b0da40-aef8-480a-bb63-d1daacecf555" providerId="ADAL" clId="{B93E19F7-CF17-4898-9657-10FD6636A87B}" dt="2024-10-05T16:58:52.896" v="3187" actId="6549"/>
        <pc:sldMkLst>
          <pc:docMk/>
          <pc:sldMk cId="421772403" sldId="326"/>
        </pc:sldMkLst>
        <pc:spChg chg="mod">
          <ac:chgData name="Sohag Kabir" userId="e9b0da40-aef8-480a-bb63-d1daacecf555" providerId="ADAL" clId="{B93E19F7-CF17-4898-9657-10FD6636A87B}" dt="2024-10-05T16:58:46.544" v="3185" actId="1076"/>
          <ac:spMkLst>
            <pc:docMk/>
            <pc:sldMk cId="421772403" sldId="326"/>
            <ac:spMk id="2" creationId="{DE13D453-4D7B-47BF-AED4-27D56C3644AA}"/>
          </ac:spMkLst>
        </pc:spChg>
        <pc:spChg chg="add del mod">
          <ac:chgData name="Sohag Kabir" userId="e9b0da40-aef8-480a-bb63-d1daacecf555" providerId="ADAL" clId="{B93E19F7-CF17-4898-9657-10FD6636A87B}" dt="2024-10-05T16:53:24.720" v="3149" actId="478"/>
          <ac:spMkLst>
            <pc:docMk/>
            <pc:sldMk cId="421772403" sldId="326"/>
            <ac:spMk id="3" creationId="{3814EFDB-7B05-54A5-76CD-547B1DD9440A}"/>
          </ac:spMkLst>
        </pc:spChg>
        <pc:spChg chg="del">
          <ac:chgData name="Sohag Kabir" userId="e9b0da40-aef8-480a-bb63-d1daacecf555" providerId="ADAL" clId="{B93E19F7-CF17-4898-9657-10FD6636A87B}" dt="2024-10-05T16:53:19.962" v="3147" actId="478"/>
          <ac:spMkLst>
            <pc:docMk/>
            <pc:sldMk cId="421772403" sldId="326"/>
            <ac:spMk id="4" creationId="{8D92EEB7-90F5-47FC-12BB-704773C36992}"/>
          </ac:spMkLst>
        </pc:spChg>
        <pc:spChg chg="del">
          <ac:chgData name="Sohag Kabir" userId="e9b0da40-aef8-480a-bb63-d1daacecf555" providerId="ADAL" clId="{B93E19F7-CF17-4898-9657-10FD6636A87B}" dt="2024-10-05T16:53:16.480" v="3145" actId="478"/>
          <ac:spMkLst>
            <pc:docMk/>
            <pc:sldMk cId="421772403" sldId="326"/>
            <ac:spMk id="5" creationId="{53821C7E-571F-400D-BE92-0414D24490C0}"/>
          </ac:spMkLst>
        </pc:spChg>
        <pc:spChg chg="del">
          <ac:chgData name="Sohag Kabir" userId="e9b0da40-aef8-480a-bb63-d1daacecf555" providerId="ADAL" clId="{B93E19F7-CF17-4898-9657-10FD6636A87B}" dt="2024-10-05T16:53:22.817" v="3148" actId="478"/>
          <ac:spMkLst>
            <pc:docMk/>
            <pc:sldMk cId="421772403" sldId="326"/>
            <ac:spMk id="8" creationId="{9FA0EB76-0391-AE87-EEF9-EEA7D3184701}"/>
          </ac:spMkLst>
        </pc:spChg>
        <pc:spChg chg="add mod">
          <ac:chgData name="Sohag Kabir" userId="e9b0da40-aef8-480a-bb63-d1daacecf555" providerId="ADAL" clId="{B93E19F7-CF17-4898-9657-10FD6636A87B}" dt="2024-10-05T16:54:46.513" v="3161" actId="14100"/>
          <ac:spMkLst>
            <pc:docMk/>
            <pc:sldMk cId="421772403" sldId="326"/>
            <ac:spMk id="9" creationId="{5F90E2BD-79F3-0DF1-146A-F5D6220A08DD}"/>
          </ac:spMkLst>
        </pc:spChg>
        <pc:spChg chg="mod">
          <ac:chgData name="Sohag Kabir" userId="e9b0da40-aef8-480a-bb63-d1daacecf555" providerId="ADAL" clId="{B93E19F7-CF17-4898-9657-10FD6636A87B}" dt="2024-10-05T16:58:52.896" v="3187" actId="6549"/>
          <ac:spMkLst>
            <pc:docMk/>
            <pc:sldMk cId="421772403" sldId="326"/>
            <ac:spMk id="10" creationId="{4B40CAE1-3F2E-6AB5-4585-569DB760C13E}"/>
          </ac:spMkLst>
        </pc:spChg>
        <pc:spChg chg="del">
          <ac:chgData name="Sohag Kabir" userId="e9b0da40-aef8-480a-bb63-d1daacecf555" providerId="ADAL" clId="{B93E19F7-CF17-4898-9657-10FD6636A87B}" dt="2024-10-05T16:53:17.539" v="3146" actId="478"/>
          <ac:spMkLst>
            <pc:docMk/>
            <pc:sldMk cId="421772403" sldId="326"/>
            <ac:spMk id="11" creationId="{FBE0F8E4-EB70-0EEE-1162-80DDC3E99884}"/>
          </ac:spMkLst>
        </pc:spChg>
        <pc:spChg chg="add mod">
          <ac:chgData name="Sohag Kabir" userId="e9b0da40-aef8-480a-bb63-d1daacecf555" providerId="ADAL" clId="{B93E19F7-CF17-4898-9657-10FD6636A87B}" dt="2024-10-05T16:55:39.051" v="3168" actId="113"/>
          <ac:spMkLst>
            <pc:docMk/>
            <pc:sldMk cId="421772403" sldId="326"/>
            <ac:spMk id="12" creationId="{85AC87BF-5433-AEF2-9186-1B035A976D89}"/>
          </ac:spMkLst>
        </pc:spChg>
        <pc:spChg chg="add mod">
          <ac:chgData name="Sohag Kabir" userId="e9b0da40-aef8-480a-bb63-d1daacecf555" providerId="ADAL" clId="{B93E19F7-CF17-4898-9657-10FD6636A87B}" dt="2024-10-05T16:57:20.303" v="3177" actId="113"/>
          <ac:spMkLst>
            <pc:docMk/>
            <pc:sldMk cId="421772403" sldId="326"/>
            <ac:spMk id="13" creationId="{925CCD30-D361-1AA8-DABA-B28462F393A7}"/>
          </ac:spMkLst>
        </pc:spChg>
        <pc:spChg chg="add mod">
          <ac:chgData name="Sohag Kabir" userId="e9b0da40-aef8-480a-bb63-d1daacecf555" providerId="ADAL" clId="{B93E19F7-CF17-4898-9657-10FD6636A87B}" dt="2024-10-05T16:56:40.897" v="3171" actId="207"/>
          <ac:spMkLst>
            <pc:docMk/>
            <pc:sldMk cId="421772403" sldId="326"/>
            <ac:spMk id="14" creationId="{9DFC92A5-EC52-A47A-40AE-BAEC2096EEAF}"/>
          </ac:spMkLst>
        </pc:spChg>
        <pc:spChg chg="add mod">
          <ac:chgData name="Sohag Kabir" userId="e9b0da40-aef8-480a-bb63-d1daacecf555" providerId="ADAL" clId="{B93E19F7-CF17-4898-9657-10FD6636A87B}" dt="2024-10-05T16:58:02.778" v="3179" actId="1076"/>
          <ac:spMkLst>
            <pc:docMk/>
            <pc:sldMk cId="421772403" sldId="326"/>
            <ac:spMk id="15" creationId="{928FCAA6-7383-E923-CC72-71833AAC85DD}"/>
          </ac:spMkLst>
        </pc:spChg>
        <pc:spChg chg="add mod">
          <ac:chgData name="Sohag Kabir" userId="e9b0da40-aef8-480a-bb63-d1daacecf555" providerId="ADAL" clId="{B93E19F7-CF17-4898-9657-10FD6636A87B}" dt="2024-10-05T16:54:26.565" v="3157" actId="1076"/>
          <ac:spMkLst>
            <pc:docMk/>
            <pc:sldMk cId="421772403" sldId="326"/>
            <ac:spMk id="16" creationId="{6A654C86-EE57-ABAE-B1AF-18FB5BB37447}"/>
          </ac:spMkLst>
        </pc:spChg>
      </pc:sldChg>
    </pc:docChg>
  </pc:docChgLst>
  <pc:docChgLst>
    <pc:chgData name="Amanda Hurford" userId="98930892-8a15-421c-920a-5ad07b8152e5" providerId="ADAL" clId="{B7381A77-56A2-4C4C-BE6A-076B8D709D33}"/>
    <pc:docChg chg="custSel addSld modSld">
      <pc:chgData name="Amanda Hurford" userId="98930892-8a15-421c-920a-5ad07b8152e5" providerId="ADAL" clId="{B7381A77-56A2-4C4C-BE6A-076B8D709D33}" dt="2019-09-18T11:25:11.948" v="584" actId="20577"/>
      <pc:docMkLst>
        <pc:docMk/>
      </pc:docMkLst>
      <pc:sldChg chg="modSp">
        <pc:chgData name="Amanda Hurford" userId="98930892-8a15-421c-920a-5ad07b8152e5" providerId="ADAL" clId="{B7381A77-56A2-4C4C-BE6A-076B8D709D33}" dt="2019-09-18T11:25:11.948" v="584" actId="20577"/>
        <pc:sldMkLst>
          <pc:docMk/>
          <pc:sldMk cId="2795566495" sldId="256"/>
        </pc:sldMkLst>
        <pc:spChg chg="mod">
          <ac:chgData name="Amanda Hurford" userId="98930892-8a15-421c-920a-5ad07b8152e5" providerId="ADAL" clId="{B7381A77-56A2-4C4C-BE6A-076B8D709D33}" dt="2019-09-18T11:24:39.244" v="580" actId="403"/>
          <ac:spMkLst>
            <pc:docMk/>
            <pc:sldMk cId="2795566495" sldId="256"/>
            <ac:spMk id="2" creationId="{00000000-0000-0000-0000-000000000000}"/>
          </ac:spMkLst>
        </pc:spChg>
        <pc:spChg chg="mod">
          <ac:chgData name="Amanda Hurford" userId="98930892-8a15-421c-920a-5ad07b8152e5" providerId="ADAL" clId="{B7381A77-56A2-4C4C-BE6A-076B8D709D33}" dt="2019-09-18T11:25:11.948" v="584" actId="20577"/>
          <ac:spMkLst>
            <pc:docMk/>
            <pc:sldMk cId="2795566495" sldId="256"/>
            <ac:spMk id="3" creationId="{00000000-0000-0000-0000-000000000000}"/>
          </ac:spMkLst>
        </pc:spChg>
        <pc:spChg chg="mod">
          <ac:chgData name="Amanda Hurford" userId="98930892-8a15-421c-920a-5ad07b8152e5" providerId="ADAL" clId="{B7381A77-56A2-4C4C-BE6A-076B8D709D33}" dt="2019-09-18T11:16:33.173" v="91" actId="20577"/>
          <ac:spMkLst>
            <pc:docMk/>
            <pc:sldMk cId="2795566495" sldId="256"/>
            <ac:spMk id="5" creationId="{00000000-0000-0000-0000-000000000000}"/>
          </ac:spMkLst>
        </pc:spChg>
      </pc:sldChg>
      <pc:sldChg chg="modSp">
        <pc:chgData name="Amanda Hurford" userId="98930892-8a15-421c-920a-5ad07b8152e5" providerId="ADAL" clId="{B7381A77-56A2-4C4C-BE6A-076B8D709D33}" dt="2019-09-18T11:16:45.883" v="92"/>
        <pc:sldMkLst>
          <pc:docMk/>
          <pc:sldMk cId="1986263407" sldId="257"/>
        </pc:sldMkLst>
        <pc:spChg chg="mod">
          <ac:chgData name="Amanda Hurford" userId="98930892-8a15-421c-920a-5ad07b8152e5" providerId="ADAL" clId="{B7381A77-56A2-4C4C-BE6A-076B8D709D33}" dt="2019-09-18T11:16:45.883" v="92"/>
          <ac:spMkLst>
            <pc:docMk/>
            <pc:sldMk cId="1986263407" sldId="257"/>
            <ac:spMk id="5" creationId="{00000000-0000-0000-0000-000000000000}"/>
          </ac:spMkLst>
        </pc:spChg>
      </pc:sldChg>
      <pc:sldChg chg="modSp">
        <pc:chgData name="Amanda Hurford" userId="98930892-8a15-421c-920a-5ad07b8152e5" providerId="ADAL" clId="{B7381A77-56A2-4C4C-BE6A-076B8D709D33}" dt="2019-09-18T11:16:52.459" v="93"/>
        <pc:sldMkLst>
          <pc:docMk/>
          <pc:sldMk cId="1234101355" sldId="258"/>
        </pc:sldMkLst>
        <pc:spChg chg="mod">
          <ac:chgData name="Amanda Hurford" userId="98930892-8a15-421c-920a-5ad07b8152e5" providerId="ADAL" clId="{B7381A77-56A2-4C4C-BE6A-076B8D709D33}" dt="2019-09-18T11:16:52.459" v="93"/>
          <ac:spMkLst>
            <pc:docMk/>
            <pc:sldMk cId="1234101355" sldId="258"/>
            <ac:spMk id="5" creationId="{AB568B8D-5DEC-4622-8655-9E7A8EFC5867}"/>
          </ac:spMkLst>
        </pc:spChg>
      </pc:sldChg>
      <pc:sldChg chg="modSp">
        <pc:chgData name="Amanda Hurford" userId="98930892-8a15-421c-920a-5ad07b8152e5" providerId="ADAL" clId="{B7381A77-56A2-4C4C-BE6A-076B8D709D33}" dt="2019-09-18T11:16:57.654" v="94"/>
        <pc:sldMkLst>
          <pc:docMk/>
          <pc:sldMk cId="2490493203" sldId="259"/>
        </pc:sldMkLst>
        <pc:spChg chg="mod">
          <ac:chgData name="Amanda Hurford" userId="98930892-8a15-421c-920a-5ad07b8152e5" providerId="ADAL" clId="{B7381A77-56A2-4C4C-BE6A-076B8D709D33}" dt="2019-09-18T11:16:57.654" v="94"/>
          <ac:spMkLst>
            <pc:docMk/>
            <pc:sldMk cId="2490493203" sldId="259"/>
            <ac:spMk id="5" creationId="{56ED9CFA-7891-4219-8507-55A9B2B0A487}"/>
          </ac:spMkLst>
        </pc:spChg>
      </pc:sldChg>
      <pc:sldChg chg="modSp">
        <pc:chgData name="Amanda Hurford" userId="98930892-8a15-421c-920a-5ad07b8152e5" providerId="ADAL" clId="{B7381A77-56A2-4C4C-BE6A-076B8D709D33}" dt="2019-09-18T11:17:03.833" v="95"/>
        <pc:sldMkLst>
          <pc:docMk/>
          <pc:sldMk cId="4036761262" sldId="260"/>
        </pc:sldMkLst>
        <pc:spChg chg="mod">
          <ac:chgData name="Amanda Hurford" userId="98930892-8a15-421c-920a-5ad07b8152e5" providerId="ADAL" clId="{B7381A77-56A2-4C4C-BE6A-076B8D709D33}" dt="2019-09-18T11:14:28.023" v="38" actId="20577"/>
          <ac:spMkLst>
            <pc:docMk/>
            <pc:sldMk cId="4036761262" sldId="260"/>
            <ac:spMk id="3" creationId="{69629499-4F36-4E83-817C-E10C4F24E0FA}"/>
          </ac:spMkLst>
        </pc:spChg>
        <pc:spChg chg="mod">
          <ac:chgData name="Amanda Hurford" userId="98930892-8a15-421c-920a-5ad07b8152e5" providerId="ADAL" clId="{B7381A77-56A2-4C4C-BE6A-076B8D709D33}" dt="2019-09-18T11:17:03.833" v="95"/>
          <ac:spMkLst>
            <pc:docMk/>
            <pc:sldMk cId="4036761262" sldId="260"/>
            <ac:spMk id="5" creationId="{AA9C24D0-E70A-4C62-A662-6E5ED0F91303}"/>
          </ac:spMkLst>
        </pc:spChg>
      </pc:sldChg>
      <pc:sldChg chg="modSp">
        <pc:chgData name="Amanda Hurford" userId="98930892-8a15-421c-920a-5ad07b8152e5" providerId="ADAL" clId="{B7381A77-56A2-4C4C-BE6A-076B8D709D33}" dt="2019-09-18T11:17:09.650" v="96"/>
        <pc:sldMkLst>
          <pc:docMk/>
          <pc:sldMk cId="1583876998" sldId="261"/>
        </pc:sldMkLst>
        <pc:spChg chg="mod">
          <ac:chgData name="Amanda Hurford" userId="98930892-8a15-421c-920a-5ad07b8152e5" providerId="ADAL" clId="{B7381A77-56A2-4C4C-BE6A-076B8D709D33}" dt="2019-09-18T11:15:23.389" v="55" actId="20577"/>
          <ac:spMkLst>
            <pc:docMk/>
            <pc:sldMk cId="1583876998" sldId="261"/>
            <ac:spMk id="3" creationId="{EED54D9B-AF01-422B-9E17-D88AC1FF4E57}"/>
          </ac:spMkLst>
        </pc:spChg>
        <pc:spChg chg="mod">
          <ac:chgData name="Amanda Hurford" userId="98930892-8a15-421c-920a-5ad07b8152e5" providerId="ADAL" clId="{B7381A77-56A2-4C4C-BE6A-076B8D709D33}" dt="2019-09-18T11:17:09.650" v="96"/>
          <ac:spMkLst>
            <pc:docMk/>
            <pc:sldMk cId="1583876998" sldId="261"/>
            <ac:spMk id="5" creationId="{200F95E4-5BD9-4085-BAD0-D3E5D1C44D77}"/>
          </ac:spMkLst>
        </pc:spChg>
      </pc:sldChg>
      <pc:sldChg chg="modSp">
        <pc:chgData name="Amanda Hurford" userId="98930892-8a15-421c-920a-5ad07b8152e5" providerId="ADAL" clId="{B7381A77-56A2-4C4C-BE6A-076B8D709D33}" dt="2019-09-18T11:17:15.322" v="97"/>
        <pc:sldMkLst>
          <pc:docMk/>
          <pc:sldMk cId="3003749866" sldId="262"/>
        </pc:sldMkLst>
        <pc:spChg chg="mod">
          <ac:chgData name="Amanda Hurford" userId="98930892-8a15-421c-920a-5ad07b8152e5" providerId="ADAL" clId="{B7381A77-56A2-4C4C-BE6A-076B8D709D33}" dt="2019-09-18T11:17:15.322" v="97"/>
          <ac:spMkLst>
            <pc:docMk/>
            <pc:sldMk cId="3003749866" sldId="262"/>
            <ac:spMk id="5" creationId="{22558A92-9278-406E-B669-A405AD4FE70D}"/>
          </ac:spMkLst>
        </pc:spChg>
      </pc:sldChg>
      <pc:sldChg chg="modSp">
        <pc:chgData name="Amanda Hurford" userId="98930892-8a15-421c-920a-5ad07b8152e5" providerId="ADAL" clId="{B7381A77-56A2-4C4C-BE6A-076B8D709D33}" dt="2019-09-18T11:17:20.563" v="98"/>
        <pc:sldMkLst>
          <pc:docMk/>
          <pc:sldMk cId="1736237551" sldId="263"/>
        </pc:sldMkLst>
        <pc:spChg chg="mod">
          <ac:chgData name="Amanda Hurford" userId="98930892-8a15-421c-920a-5ad07b8152e5" providerId="ADAL" clId="{B7381A77-56A2-4C4C-BE6A-076B8D709D33}" dt="2019-09-18T11:17:20.563" v="98"/>
          <ac:spMkLst>
            <pc:docMk/>
            <pc:sldMk cId="1736237551" sldId="263"/>
            <ac:spMk id="5" creationId="{22558A92-9278-406E-B669-A405AD4FE70D}"/>
          </ac:spMkLst>
        </pc:spChg>
      </pc:sldChg>
      <pc:sldChg chg="modSp add">
        <pc:chgData name="Amanda Hurford" userId="98930892-8a15-421c-920a-5ad07b8152e5" providerId="ADAL" clId="{B7381A77-56A2-4C4C-BE6A-076B8D709D33}" dt="2019-09-18T11:24:01.468" v="576" actId="207"/>
        <pc:sldMkLst>
          <pc:docMk/>
          <pc:sldMk cId="4146333179" sldId="264"/>
        </pc:sldMkLst>
        <pc:spChg chg="mod">
          <ac:chgData name="Amanda Hurford" userId="98930892-8a15-421c-920a-5ad07b8152e5" providerId="ADAL" clId="{B7381A77-56A2-4C4C-BE6A-076B8D709D33}" dt="2019-09-18T11:22:25.830" v="525" actId="14100"/>
          <ac:spMkLst>
            <pc:docMk/>
            <pc:sldMk cId="4146333179" sldId="264"/>
            <ac:spMk id="2" creationId="{81C438A6-3010-496D-B29E-036E43E273F3}"/>
          </ac:spMkLst>
        </pc:spChg>
        <pc:spChg chg="mod">
          <ac:chgData name="Amanda Hurford" userId="98930892-8a15-421c-920a-5ad07b8152e5" providerId="ADAL" clId="{B7381A77-56A2-4C4C-BE6A-076B8D709D33}" dt="2019-09-18T11:24:01.468" v="576" actId="207"/>
          <ac:spMkLst>
            <pc:docMk/>
            <pc:sldMk cId="4146333179" sldId="264"/>
            <ac:spMk id="3" creationId="{137897C8-6888-440A-86A8-79A78F9FA733}"/>
          </ac:spMkLst>
        </pc:spChg>
        <pc:spChg chg="mod">
          <ac:chgData name="Amanda Hurford" userId="98930892-8a15-421c-920a-5ad07b8152e5" providerId="ADAL" clId="{B7381A77-56A2-4C4C-BE6A-076B8D709D33}" dt="2019-09-18T11:18:49.731" v="311"/>
          <ac:spMkLst>
            <pc:docMk/>
            <pc:sldMk cId="4146333179" sldId="264"/>
            <ac:spMk id="5" creationId="{7D1D752A-DA38-4D95-A111-CCDE204D5FB2}"/>
          </ac:spMkLst>
        </pc:spChg>
      </pc:sldChg>
    </pc:docChg>
  </pc:docChgLst>
  <pc:docChgLst>
    <pc:chgData name="Sohag Kabir" userId="e9b0da40-aef8-480a-bb63-d1daacecf555" providerId="ADAL" clId="{59E50A16-9BA8-49D3-AC37-5E7298F40FAE}"/>
    <pc:docChg chg="custSel addSld modSld">
      <pc:chgData name="Sohag Kabir" userId="e9b0da40-aef8-480a-bb63-d1daacecf555" providerId="ADAL" clId="{59E50A16-9BA8-49D3-AC37-5E7298F40FAE}" dt="2020-01-20T20:37:55.826" v="150"/>
      <pc:docMkLst>
        <pc:docMk/>
      </pc:docMkLst>
      <pc:sldChg chg="addSp delSp modSp">
        <pc:chgData name="Sohag Kabir" userId="e9b0da40-aef8-480a-bb63-d1daacecf555" providerId="ADAL" clId="{59E50A16-9BA8-49D3-AC37-5E7298F40FAE}" dt="2020-01-19T16:11:03.471" v="0" actId="931"/>
        <pc:sldMkLst>
          <pc:docMk/>
          <pc:sldMk cId="2795566495" sldId="256"/>
        </pc:sldMkLst>
        <pc:spChg chg="del">
          <ac:chgData name="Sohag Kabir" userId="e9b0da40-aef8-480a-bb63-d1daacecf555" providerId="ADAL" clId="{59E50A16-9BA8-49D3-AC37-5E7298F40FAE}" dt="2020-01-19T16:11:03.471" v="0" actId="931"/>
          <ac:spMkLst>
            <pc:docMk/>
            <pc:sldMk cId="2795566495" sldId="256"/>
            <ac:spMk id="12" creationId="{C6D9A962-5194-4168-828C-6A9FAA810FBB}"/>
          </ac:spMkLst>
        </pc:spChg>
        <pc:picChg chg="add mod">
          <ac:chgData name="Sohag Kabir" userId="e9b0da40-aef8-480a-bb63-d1daacecf555" providerId="ADAL" clId="{59E50A16-9BA8-49D3-AC37-5E7298F40FAE}" dt="2020-01-19T16:11:03.471" v="0" actId="931"/>
          <ac:picMkLst>
            <pc:docMk/>
            <pc:sldMk cId="2795566495" sldId="256"/>
            <ac:picMk id="8" creationId="{87EED139-1016-44E1-8501-F6FBB1F75440}"/>
          </ac:picMkLst>
        </pc:picChg>
      </pc:sldChg>
      <pc:sldChg chg="modSp modAnim">
        <pc:chgData name="Sohag Kabir" userId="e9b0da40-aef8-480a-bb63-d1daacecf555" providerId="ADAL" clId="{59E50A16-9BA8-49D3-AC37-5E7298F40FAE}" dt="2020-01-20T20:30:46.866" v="133"/>
        <pc:sldMkLst>
          <pc:docMk/>
          <pc:sldMk cId="1986263407" sldId="257"/>
        </pc:sldMkLst>
        <pc:spChg chg="mod">
          <ac:chgData name="Sohag Kabir" userId="e9b0da40-aef8-480a-bb63-d1daacecf555" providerId="ADAL" clId="{59E50A16-9BA8-49D3-AC37-5E7298F40FAE}" dt="2020-01-20T20:30:06.337" v="132" actId="2711"/>
          <ac:spMkLst>
            <pc:docMk/>
            <pc:sldMk cId="1986263407" sldId="257"/>
            <ac:spMk id="8" creationId="{00000000-0000-0000-0000-000000000000}"/>
          </ac:spMkLst>
        </pc:spChg>
      </pc:sldChg>
      <pc:sldChg chg="modSp">
        <pc:chgData name="Sohag Kabir" userId="e9b0da40-aef8-480a-bb63-d1daacecf555" providerId="ADAL" clId="{59E50A16-9BA8-49D3-AC37-5E7298F40FAE}" dt="2020-01-20T20:26:52.680" v="110" actId="2"/>
        <pc:sldMkLst>
          <pc:docMk/>
          <pc:sldMk cId="1234101355" sldId="258"/>
        </pc:sldMkLst>
        <pc:spChg chg="mod">
          <ac:chgData name="Sohag Kabir" userId="e9b0da40-aef8-480a-bb63-d1daacecf555" providerId="ADAL" clId="{59E50A16-9BA8-49D3-AC37-5E7298F40FAE}" dt="2020-01-20T20:26:52.680" v="110" actId="2"/>
          <ac:spMkLst>
            <pc:docMk/>
            <pc:sldMk cId="1234101355" sldId="258"/>
            <ac:spMk id="11" creationId="{00000000-0000-0000-0000-000000000000}"/>
          </ac:spMkLst>
        </pc:spChg>
      </pc:sldChg>
      <pc:sldChg chg="modSp">
        <pc:chgData name="Sohag Kabir" userId="e9b0da40-aef8-480a-bb63-d1daacecf555" providerId="ADAL" clId="{59E50A16-9BA8-49D3-AC37-5E7298F40FAE}" dt="2020-01-19T16:31:30.529" v="32" actId="14100"/>
        <pc:sldMkLst>
          <pc:docMk/>
          <pc:sldMk cId="2490493203" sldId="259"/>
        </pc:sldMkLst>
        <pc:spChg chg="mod">
          <ac:chgData name="Sohag Kabir" userId="e9b0da40-aef8-480a-bb63-d1daacecf555" providerId="ADAL" clId="{59E50A16-9BA8-49D3-AC37-5E7298F40FAE}" dt="2020-01-19T16:31:30.529" v="32" actId="14100"/>
          <ac:spMkLst>
            <pc:docMk/>
            <pc:sldMk cId="2490493203" sldId="259"/>
            <ac:spMk id="3" creationId="{107ACF01-04B5-406F-ADB3-2AFFF21F732C}"/>
          </ac:spMkLst>
        </pc:spChg>
      </pc:sldChg>
      <pc:sldChg chg="modSp">
        <pc:chgData name="Sohag Kabir" userId="e9b0da40-aef8-480a-bb63-d1daacecf555" providerId="ADAL" clId="{59E50A16-9BA8-49D3-AC37-5E7298F40FAE}" dt="2020-01-20T20:26:59.677" v="112" actId="2"/>
        <pc:sldMkLst>
          <pc:docMk/>
          <pc:sldMk cId="4036761262" sldId="260"/>
        </pc:sldMkLst>
        <pc:spChg chg="mod">
          <ac:chgData name="Sohag Kabir" userId="e9b0da40-aef8-480a-bb63-d1daacecf555" providerId="ADAL" clId="{59E50A16-9BA8-49D3-AC37-5E7298F40FAE}" dt="2020-01-20T20:26:59.677" v="112" actId="2"/>
          <ac:spMkLst>
            <pc:docMk/>
            <pc:sldMk cId="4036761262" sldId="260"/>
            <ac:spMk id="7" creationId="{00000000-0000-0000-0000-000000000000}"/>
          </ac:spMkLst>
        </pc:spChg>
      </pc:sldChg>
      <pc:sldChg chg="addSp">
        <pc:chgData name="Sohag Kabir" userId="e9b0da40-aef8-480a-bb63-d1daacecf555" providerId="ADAL" clId="{59E50A16-9BA8-49D3-AC37-5E7298F40FAE}" dt="2020-01-19T17:34:50.740" v="67"/>
        <pc:sldMkLst>
          <pc:docMk/>
          <pc:sldMk cId="1583876998" sldId="261"/>
        </pc:sldMkLst>
        <pc:spChg chg="add">
          <ac:chgData name="Sohag Kabir" userId="e9b0da40-aef8-480a-bb63-d1daacecf555" providerId="ADAL" clId="{59E50A16-9BA8-49D3-AC37-5E7298F40FAE}" dt="2020-01-19T17:34:50.740" v="67"/>
          <ac:spMkLst>
            <pc:docMk/>
            <pc:sldMk cId="1583876998" sldId="261"/>
            <ac:spMk id="7" creationId="{2FDE415C-F3CC-4D2E-B0F5-4EADDCEE714F}"/>
          </ac:spMkLst>
        </pc:spChg>
      </pc:sldChg>
      <pc:sldChg chg="addSp delSp modSp modAnim">
        <pc:chgData name="Sohag Kabir" userId="e9b0da40-aef8-480a-bb63-d1daacecf555" providerId="ADAL" clId="{59E50A16-9BA8-49D3-AC37-5E7298F40FAE}" dt="2020-01-19T17:35:02.328" v="68"/>
        <pc:sldMkLst>
          <pc:docMk/>
          <pc:sldMk cId="3003749866" sldId="262"/>
        </pc:sldMkLst>
        <pc:spChg chg="mod">
          <ac:chgData name="Sohag Kabir" userId="e9b0da40-aef8-480a-bb63-d1daacecf555" providerId="ADAL" clId="{59E50A16-9BA8-49D3-AC37-5E7298F40FAE}" dt="2020-01-19T16:49:26.172" v="37" actId="1076"/>
          <ac:spMkLst>
            <pc:docMk/>
            <pc:sldMk cId="3003749866" sldId="262"/>
            <ac:spMk id="2" creationId="{34E1E058-61F9-4514-99F0-93DE3829F95E}"/>
          </ac:spMkLst>
        </pc:spChg>
        <pc:spChg chg="del">
          <ac:chgData name="Sohag Kabir" userId="e9b0da40-aef8-480a-bb63-d1daacecf555" providerId="ADAL" clId="{59E50A16-9BA8-49D3-AC37-5E7298F40FAE}" dt="2020-01-19T16:49:09.263" v="35" actId="478"/>
          <ac:spMkLst>
            <pc:docMk/>
            <pc:sldMk cId="3003749866" sldId="262"/>
            <ac:spMk id="3" creationId="{4FECE58C-1470-4554-BDBF-7AF02ACC5DA9}"/>
          </ac:spMkLst>
        </pc:spChg>
        <pc:spChg chg="add del mod">
          <ac:chgData name="Sohag Kabir" userId="e9b0da40-aef8-480a-bb63-d1daacecf555" providerId="ADAL" clId="{59E50A16-9BA8-49D3-AC37-5E7298F40FAE}" dt="2020-01-19T16:49:13.573" v="36" actId="478"/>
          <ac:spMkLst>
            <pc:docMk/>
            <pc:sldMk cId="3003749866" sldId="262"/>
            <ac:spMk id="8" creationId="{01C05073-0598-45FD-9B16-1DADB41DB973}"/>
          </ac:spMkLst>
        </pc:spChg>
        <pc:spChg chg="add mod">
          <ac:chgData name="Sohag Kabir" userId="e9b0da40-aef8-480a-bb63-d1daacecf555" providerId="ADAL" clId="{59E50A16-9BA8-49D3-AC37-5E7298F40FAE}" dt="2020-01-19T16:59:34.496" v="66" actId="207"/>
          <ac:spMkLst>
            <pc:docMk/>
            <pc:sldMk cId="3003749866" sldId="262"/>
            <ac:spMk id="9" creationId="{47EDDBB4-03E5-49E4-A152-D1BD4CD5B6B3}"/>
          </ac:spMkLst>
        </pc:spChg>
        <pc:spChg chg="add">
          <ac:chgData name="Sohag Kabir" userId="e9b0da40-aef8-480a-bb63-d1daacecf555" providerId="ADAL" clId="{59E50A16-9BA8-49D3-AC37-5E7298F40FAE}" dt="2020-01-19T16:50:20.031" v="39"/>
          <ac:spMkLst>
            <pc:docMk/>
            <pc:sldMk cId="3003749866" sldId="262"/>
            <ac:spMk id="10" creationId="{B0FD6F9F-A13C-426F-B0EC-76F2D771CE4D}"/>
          </ac:spMkLst>
        </pc:spChg>
        <pc:spChg chg="add">
          <ac:chgData name="Sohag Kabir" userId="e9b0da40-aef8-480a-bb63-d1daacecf555" providerId="ADAL" clId="{59E50A16-9BA8-49D3-AC37-5E7298F40FAE}" dt="2020-01-19T17:35:02.328" v="68"/>
          <ac:spMkLst>
            <pc:docMk/>
            <pc:sldMk cId="3003749866" sldId="262"/>
            <ac:spMk id="11" creationId="{5758E4BD-E4C6-438F-AC96-10BC886775E6}"/>
          </ac:spMkLst>
        </pc:spChg>
      </pc:sldChg>
      <pc:sldChg chg="addSp delSp modSp">
        <pc:chgData name="Sohag Kabir" userId="e9b0da40-aef8-480a-bb63-d1daacecf555" providerId="ADAL" clId="{59E50A16-9BA8-49D3-AC37-5E7298F40FAE}" dt="2020-01-20T20:27:14.902" v="115" actId="2"/>
        <pc:sldMkLst>
          <pc:docMk/>
          <pc:sldMk cId="1736237551" sldId="263"/>
        </pc:sldMkLst>
        <pc:spChg chg="mod">
          <ac:chgData name="Sohag Kabir" userId="e9b0da40-aef8-480a-bb63-d1daacecf555" providerId="ADAL" clId="{59E50A16-9BA8-49D3-AC37-5E7298F40FAE}" dt="2020-01-19T17:35:26.145" v="69" actId="1076"/>
          <ac:spMkLst>
            <pc:docMk/>
            <pc:sldMk cId="1736237551" sldId="263"/>
            <ac:spMk id="2" creationId="{34E1E058-61F9-4514-99F0-93DE3829F95E}"/>
          </ac:spMkLst>
        </pc:spChg>
        <pc:spChg chg="add del mod">
          <ac:chgData name="Sohag Kabir" userId="e9b0da40-aef8-480a-bb63-d1daacecf555" providerId="ADAL" clId="{59E50A16-9BA8-49D3-AC37-5E7298F40FAE}" dt="2020-01-19T17:35:39.529" v="71" actId="478"/>
          <ac:spMkLst>
            <pc:docMk/>
            <pc:sldMk cId="1736237551" sldId="263"/>
            <ac:spMk id="3" creationId="{B68EC9E4-BB2E-4B3A-9B4C-48A48F08F2C1}"/>
          </ac:spMkLst>
        </pc:spChg>
        <pc:spChg chg="del">
          <ac:chgData name="Sohag Kabir" userId="e9b0da40-aef8-480a-bb63-d1daacecf555" providerId="ADAL" clId="{59E50A16-9BA8-49D3-AC37-5E7298F40FAE}" dt="2020-01-19T17:35:36.824" v="70" actId="478"/>
          <ac:spMkLst>
            <pc:docMk/>
            <pc:sldMk cId="1736237551" sldId="263"/>
            <ac:spMk id="9" creationId="{09EEC3A2-4007-4053-819F-505214486A4B}"/>
          </ac:spMkLst>
        </pc:spChg>
        <pc:spChg chg="add">
          <ac:chgData name="Sohag Kabir" userId="e9b0da40-aef8-480a-bb63-d1daacecf555" providerId="ADAL" clId="{59E50A16-9BA8-49D3-AC37-5E7298F40FAE}" dt="2020-01-19T17:35:45.589" v="73"/>
          <ac:spMkLst>
            <pc:docMk/>
            <pc:sldMk cId="1736237551" sldId="263"/>
            <ac:spMk id="11" creationId="{81EC2EC8-08AF-4F2E-9595-B1D7A68CEB49}"/>
          </ac:spMkLst>
        </pc:spChg>
        <pc:spChg chg="add mod">
          <ac:chgData name="Sohag Kabir" userId="e9b0da40-aef8-480a-bb63-d1daacecf555" providerId="ADAL" clId="{59E50A16-9BA8-49D3-AC37-5E7298F40FAE}" dt="2020-01-20T20:27:14.902" v="115" actId="2"/>
          <ac:spMkLst>
            <pc:docMk/>
            <pc:sldMk cId="1736237551" sldId="263"/>
            <ac:spMk id="12" creationId="{AE427AB6-2C9B-44F8-B549-F145AA134E2A}"/>
          </ac:spMkLst>
        </pc:spChg>
        <pc:spChg chg="add del mod">
          <ac:chgData name="Sohag Kabir" userId="e9b0da40-aef8-480a-bb63-d1daacecf555" providerId="ADAL" clId="{59E50A16-9BA8-49D3-AC37-5E7298F40FAE}" dt="2020-01-19T17:37:23.708" v="79"/>
          <ac:spMkLst>
            <pc:docMk/>
            <pc:sldMk cId="1736237551" sldId="263"/>
            <ac:spMk id="13" creationId="{00735706-B3A0-4CD3-8E6A-56B12E38BE45}"/>
          </ac:spMkLst>
        </pc:spChg>
        <pc:graphicFrameChg chg="add del">
          <ac:chgData name="Sohag Kabir" userId="e9b0da40-aef8-480a-bb63-d1daacecf555" providerId="ADAL" clId="{59E50A16-9BA8-49D3-AC37-5E7298F40FAE}" dt="2020-01-19T17:43:40.828" v="83"/>
          <ac:graphicFrameMkLst>
            <pc:docMk/>
            <pc:sldMk cId="1736237551" sldId="263"/>
            <ac:graphicFrameMk id="7" creationId="{DD039B24-6416-40E1-9876-BF284A8F299E}"/>
          </ac:graphicFrameMkLst>
        </pc:graphicFrameChg>
        <pc:picChg chg="del">
          <ac:chgData name="Sohag Kabir" userId="e9b0da40-aef8-480a-bb63-d1daacecf555" providerId="ADAL" clId="{59E50A16-9BA8-49D3-AC37-5E7298F40FAE}" dt="2020-01-19T17:35:41.308" v="72" actId="478"/>
          <ac:picMkLst>
            <pc:docMk/>
            <pc:sldMk cId="1736237551" sldId="263"/>
            <ac:picMk id="10" creationId="{A45DFAB6-72A7-40A0-AB66-35882A504896}"/>
          </ac:picMkLst>
        </pc:picChg>
      </pc:sldChg>
      <pc:sldChg chg="addSp delSp modSp">
        <pc:chgData name="Sohag Kabir" userId="e9b0da40-aef8-480a-bb63-d1daacecf555" providerId="ADAL" clId="{59E50A16-9BA8-49D3-AC37-5E7298F40FAE}" dt="2020-01-20T20:37:55.826" v="150"/>
        <pc:sldMkLst>
          <pc:docMk/>
          <pc:sldMk cId="4146333179" sldId="264"/>
        </pc:sldMkLst>
        <pc:spChg chg="mod">
          <ac:chgData name="Sohag Kabir" userId="e9b0da40-aef8-480a-bb63-d1daacecf555" providerId="ADAL" clId="{59E50A16-9BA8-49D3-AC37-5E7298F40FAE}" dt="2020-01-19T17:53:13.991" v="88" actId="1076"/>
          <ac:spMkLst>
            <pc:docMk/>
            <pc:sldMk cId="4146333179" sldId="264"/>
            <ac:spMk id="2" creationId="{81C438A6-3010-496D-B29E-036E43E273F3}"/>
          </ac:spMkLst>
        </pc:spChg>
        <pc:spChg chg="del mod">
          <ac:chgData name="Sohag Kabir" userId="e9b0da40-aef8-480a-bb63-d1daacecf555" providerId="ADAL" clId="{59E50A16-9BA8-49D3-AC37-5E7298F40FAE}" dt="2020-01-19T17:53:23.356" v="90" actId="478"/>
          <ac:spMkLst>
            <pc:docMk/>
            <pc:sldMk cId="4146333179" sldId="264"/>
            <ac:spMk id="3" creationId="{137897C8-6888-440A-86A8-79A78F9FA733}"/>
          </ac:spMkLst>
        </pc:spChg>
        <pc:spChg chg="del">
          <ac:chgData name="Sohag Kabir" userId="e9b0da40-aef8-480a-bb63-d1daacecf555" providerId="ADAL" clId="{59E50A16-9BA8-49D3-AC37-5E7298F40FAE}" dt="2020-01-20T20:37:44.028" v="149" actId="478"/>
          <ac:spMkLst>
            <pc:docMk/>
            <pc:sldMk cId="4146333179" sldId="264"/>
            <ac:spMk id="5" creationId="{7D1D752A-DA38-4D95-A111-CCDE204D5FB2}"/>
          </ac:spMkLst>
        </pc:spChg>
        <pc:spChg chg="add del mod">
          <ac:chgData name="Sohag Kabir" userId="e9b0da40-aef8-480a-bb63-d1daacecf555" providerId="ADAL" clId="{59E50A16-9BA8-49D3-AC37-5E7298F40FAE}" dt="2020-01-19T17:53:25.581" v="91" actId="478"/>
          <ac:spMkLst>
            <pc:docMk/>
            <pc:sldMk cId="4146333179" sldId="264"/>
            <ac:spMk id="7" creationId="{F3EBDE52-C61F-44C2-8D42-1F0303DCC111}"/>
          </ac:spMkLst>
        </pc:spChg>
        <pc:spChg chg="add mod">
          <ac:chgData name="Sohag Kabir" userId="e9b0da40-aef8-480a-bb63-d1daacecf555" providerId="ADAL" clId="{59E50A16-9BA8-49D3-AC37-5E7298F40FAE}" dt="2020-01-19T18:07:19.320" v="105" actId="14100"/>
          <ac:spMkLst>
            <pc:docMk/>
            <pc:sldMk cId="4146333179" sldId="264"/>
            <ac:spMk id="8" creationId="{0CAEA833-7FC5-4738-B55E-A41BE3BB8F6F}"/>
          </ac:spMkLst>
        </pc:spChg>
        <pc:spChg chg="add mod">
          <ac:chgData name="Sohag Kabir" userId="e9b0da40-aef8-480a-bb63-d1daacecf555" providerId="ADAL" clId="{59E50A16-9BA8-49D3-AC37-5E7298F40FAE}" dt="2020-01-19T17:59:56.025" v="99" actId="164"/>
          <ac:spMkLst>
            <pc:docMk/>
            <pc:sldMk cId="4146333179" sldId="264"/>
            <ac:spMk id="10" creationId="{D7E8282F-1762-4AA3-BFF3-C2A59A6BE4D5}"/>
          </ac:spMkLst>
        </pc:spChg>
        <pc:spChg chg="add mod">
          <ac:chgData name="Sohag Kabir" userId="e9b0da40-aef8-480a-bb63-d1daacecf555" providerId="ADAL" clId="{59E50A16-9BA8-49D3-AC37-5E7298F40FAE}" dt="2020-01-19T18:08:17.615" v="109" actId="207"/>
          <ac:spMkLst>
            <pc:docMk/>
            <pc:sldMk cId="4146333179" sldId="264"/>
            <ac:spMk id="12" creationId="{F5C0CF33-7E78-446B-B43D-A97F12571726}"/>
          </ac:spMkLst>
        </pc:spChg>
        <pc:spChg chg="add">
          <ac:chgData name="Sohag Kabir" userId="e9b0da40-aef8-480a-bb63-d1daacecf555" providerId="ADAL" clId="{59E50A16-9BA8-49D3-AC37-5E7298F40FAE}" dt="2020-01-20T20:37:55.826" v="150"/>
          <ac:spMkLst>
            <pc:docMk/>
            <pc:sldMk cId="4146333179" sldId="264"/>
            <ac:spMk id="13" creationId="{B05BF201-15EA-4712-87E8-E69CA936FC58}"/>
          </ac:spMkLst>
        </pc:spChg>
        <pc:grpChg chg="add mod">
          <ac:chgData name="Sohag Kabir" userId="e9b0da40-aef8-480a-bb63-d1daacecf555" providerId="ADAL" clId="{59E50A16-9BA8-49D3-AC37-5E7298F40FAE}" dt="2020-01-19T17:59:56.025" v="99" actId="164"/>
          <ac:grpSpMkLst>
            <pc:docMk/>
            <pc:sldMk cId="4146333179" sldId="264"/>
            <ac:grpSpMk id="11" creationId="{A6630F8C-E1A3-43A8-A982-9F125FD94C83}"/>
          </ac:grpSpMkLst>
        </pc:grpChg>
        <pc:picChg chg="add mod">
          <ac:chgData name="Sohag Kabir" userId="e9b0da40-aef8-480a-bb63-d1daacecf555" providerId="ADAL" clId="{59E50A16-9BA8-49D3-AC37-5E7298F40FAE}" dt="2020-01-19T17:59:56.025" v="99" actId="164"/>
          <ac:picMkLst>
            <pc:docMk/>
            <pc:sldMk cId="4146333179" sldId="264"/>
            <ac:picMk id="9" creationId="{CFD1A598-37EB-4561-ACE1-7AC5EF6EFEEE}"/>
          </ac:picMkLst>
        </pc:picChg>
      </pc:sldChg>
      <pc:sldChg chg="modAnim">
        <pc:chgData name="Sohag Kabir" userId="e9b0da40-aef8-480a-bb63-d1daacecf555" providerId="ADAL" clId="{59E50A16-9BA8-49D3-AC37-5E7298F40FAE}" dt="2020-01-20T20:34:30.621" v="148"/>
        <pc:sldMkLst>
          <pc:docMk/>
          <pc:sldMk cId="1671400381" sldId="265"/>
        </pc:sldMkLst>
      </pc:sldChg>
      <pc:sldChg chg="modSp">
        <pc:chgData name="Sohag Kabir" userId="e9b0da40-aef8-480a-bb63-d1daacecf555" providerId="ADAL" clId="{59E50A16-9BA8-49D3-AC37-5E7298F40FAE}" dt="2020-01-19T16:47:26.198" v="34" actId="1076"/>
        <pc:sldMkLst>
          <pc:docMk/>
          <pc:sldMk cId="1480265116" sldId="266"/>
        </pc:sldMkLst>
        <pc:spChg chg="mod">
          <ac:chgData name="Sohag Kabir" userId="e9b0da40-aef8-480a-bb63-d1daacecf555" providerId="ADAL" clId="{59E50A16-9BA8-49D3-AC37-5E7298F40FAE}" dt="2020-01-19T16:47:26.198" v="34" actId="1076"/>
          <ac:spMkLst>
            <pc:docMk/>
            <pc:sldMk cId="1480265116" sldId="266"/>
            <ac:spMk id="7" creationId="{00000000-0000-0000-0000-000000000000}"/>
          </ac:spMkLst>
        </pc:spChg>
      </pc:sldChg>
      <pc:sldChg chg="addSp delSp modSp add modAnim">
        <pc:chgData name="Sohag Kabir" userId="e9b0da40-aef8-480a-bb63-d1daacecf555" providerId="ADAL" clId="{59E50A16-9BA8-49D3-AC37-5E7298F40FAE}" dt="2020-01-19T16:26:10.250" v="25"/>
        <pc:sldMkLst>
          <pc:docMk/>
          <pc:sldMk cId="763715465" sldId="267"/>
        </pc:sldMkLst>
        <pc:spChg chg="del">
          <ac:chgData name="Sohag Kabir" userId="e9b0da40-aef8-480a-bb63-d1daacecf555" providerId="ADAL" clId="{59E50A16-9BA8-49D3-AC37-5E7298F40FAE}" dt="2020-01-19T16:19:59.297" v="2" actId="478"/>
          <ac:spMkLst>
            <pc:docMk/>
            <pc:sldMk cId="763715465" sldId="267"/>
            <ac:spMk id="3" creationId="{69629499-4F36-4E83-817C-E10C4F24E0FA}"/>
          </ac:spMkLst>
        </pc:spChg>
        <pc:spChg chg="add del mod">
          <ac:chgData name="Sohag Kabir" userId="e9b0da40-aef8-480a-bb63-d1daacecf555" providerId="ADAL" clId="{59E50A16-9BA8-49D3-AC37-5E7298F40FAE}" dt="2020-01-19T16:20:02.570" v="3" actId="478"/>
          <ac:spMkLst>
            <pc:docMk/>
            <pc:sldMk cId="763715465" sldId="267"/>
            <ac:spMk id="5" creationId="{54B8C9BA-72A9-41E3-B0B4-461D55DC0DF6}"/>
          </ac:spMkLst>
        </pc:spChg>
        <pc:spChg chg="del">
          <ac:chgData name="Sohag Kabir" userId="e9b0da40-aef8-480a-bb63-d1daacecf555" providerId="ADAL" clId="{59E50A16-9BA8-49D3-AC37-5E7298F40FAE}" dt="2020-01-19T16:20:06.809" v="4" actId="478"/>
          <ac:spMkLst>
            <pc:docMk/>
            <pc:sldMk cId="763715465" sldId="267"/>
            <ac:spMk id="7" creationId="{00000000-0000-0000-0000-000000000000}"/>
          </ac:spMkLst>
        </pc:spChg>
        <pc:spChg chg="add mod">
          <ac:chgData name="Sohag Kabir" userId="e9b0da40-aef8-480a-bb63-d1daacecf555" providerId="ADAL" clId="{59E50A16-9BA8-49D3-AC37-5E7298F40FAE}" dt="2020-01-19T16:23:49.984" v="22" actId="2711"/>
          <ac:spMkLst>
            <pc:docMk/>
            <pc:sldMk cId="763715465" sldId="267"/>
            <ac:spMk id="9" creationId="{9E6DEDB7-5C1D-4218-BC42-03F64F79B30F}"/>
          </ac:spMkLst>
        </pc:spChg>
        <pc:spChg chg="add">
          <ac:chgData name="Sohag Kabir" userId="e9b0da40-aef8-480a-bb63-d1daacecf555" providerId="ADAL" clId="{59E50A16-9BA8-49D3-AC37-5E7298F40FAE}" dt="2020-01-19T16:24:31.497" v="23"/>
          <ac:spMkLst>
            <pc:docMk/>
            <pc:sldMk cId="763715465" sldId="267"/>
            <ac:spMk id="10" creationId="{4D7C4C03-7F78-4DA0-84CF-A42FAA18DE46}"/>
          </ac:spMkLst>
        </pc:spChg>
        <pc:spChg chg="add">
          <ac:chgData name="Sohag Kabir" userId="e9b0da40-aef8-480a-bb63-d1daacecf555" providerId="ADAL" clId="{59E50A16-9BA8-49D3-AC37-5E7298F40FAE}" dt="2020-01-19T16:25:13.316" v="24"/>
          <ac:spMkLst>
            <pc:docMk/>
            <pc:sldMk cId="763715465" sldId="267"/>
            <ac:spMk id="11" creationId="{9A34254E-D667-478E-96BD-878B419BD3CB}"/>
          </ac:spMkLst>
        </pc:spChg>
        <pc:spChg chg="add">
          <ac:chgData name="Sohag Kabir" userId="e9b0da40-aef8-480a-bb63-d1daacecf555" providerId="ADAL" clId="{59E50A16-9BA8-49D3-AC37-5E7298F40FAE}" dt="2020-01-19T16:26:10.250" v="25"/>
          <ac:spMkLst>
            <pc:docMk/>
            <pc:sldMk cId="763715465" sldId="267"/>
            <ac:spMk id="12" creationId="{E835A126-53D2-495B-A096-2309B8B452AE}"/>
          </ac:spMkLst>
        </pc:spChg>
      </pc:sldChg>
    </pc:docChg>
  </pc:docChgLst>
  <pc:docChgLst>
    <pc:chgData name="Sohag Kabir" userId="e9b0da40-aef8-480a-bb63-d1daacecf555" providerId="ADAL" clId="{5C408035-4E8D-4ADF-9233-ED281F8B05DA}"/>
    <pc:docChg chg="undo redo custSel addSld delSld modSld sldOrd replTag delTag">
      <pc:chgData name="Sohag Kabir" userId="e9b0da40-aef8-480a-bb63-d1daacecf555" providerId="ADAL" clId="{5C408035-4E8D-4ADF-9233-ED281F8B05DA}" dt="2024-09-29T16:14:23.061" v="6521" actId="6549"/>
      <pc:docMkLst>
        <pc:docMk/>
      </pc:docMkLst>
      <pc:sldChg chg="modSp mod">
        <pc:chgData name="Sohag Kabir" userId="e9b0da40-aef8-480a-bb63-d1daacecf555" providerId="ADAL" clId="{5C408035-4E8D-4ADF-9233-ED281F8B05DA}" dt="2024-09-28T14:45:51.587" v="1882" actId="27636"/>
        <pc:sldMkLst>
          <pc:docMk/>
          <pc:sldMk cId="2795566495" sldId="256"/>
        </pc:sldMkLst>
        <pc:spChg chg="mod">
          <ac:chgData name="Sohag Kabir" userId="e9b0da40-aef8-480a-bb63-d1daacecf555" providerId="ADAL" clId="{5C408035-4E8D-4ADF-9233-ED281F8B05DA}" dt="2024-09-21T21:17:27.203" v="10" actId="2711"/>
          <ac:spMkLst>
            <pc:docMk/>
            <pc:sldMk cId="2795566495" sldId="256"/>
            <ac:spMk id="2" creationId="{00000000-0000-0000-0000-000000000000}"/>
          </ac:spMkLst>
        </pc:spChg>
        <pc:spChg chg="mod">
          <ac:chgData name="Sohag Kabir" userId="e9b0da40-aef8-480a-bb63-d1daacecf555" providerId="ADAL" clId="{5C408035-4E8D-4ADF-9233-ED281F8B05DA}" dt="2024-09-21T21:27:01.748" v="15"/>
          <ac:spMkLst>
            <pc:docMk/>
            <pc:sldMk cId="2795566495" sldId="256"/>
            <ac:spMk id="5" creationId="{00000000-0000-0000-0000-000000000000}"/>
          </ac:spMkLst>
        </pc:spChg>
        <pc:spChg chg="mod">
          <ac:chgData name="Sohag Kabir" userId="e9b0da40-aef8-480a-bb63-d1daacecf555" providerId="ADAL" clId="{5C408035-4E8D-4ADF-9233-ED281F8B05DA}" dt="2024-09-28T14:45:51.587" v="1882" actId="27636"/>
          <ac:spMkLst>
            <pc:docMk/>
            <pc:sldMk cId="2795566495" sldId="256"/>
            <ac:spMk id="7" creationId="{2A7F24C1-BF6E-43D8-A57F-60FFBF172E51}"/>
          </ac:spMkLst>
        </pc:spChg>
      </pc:sldChg>
      <pc:sldChg chg="addSp delSp modSp mod delAnim modAnim">
        <pc:chgData name="Sohag Kabir" userId="e9b0da40-aef8-480a-bb63-d1daacecf555" providerId="ADAL" clId="{5C408035-4E8D-4ADF-9233-ED281F8B05DA}" dt="2024-09-29T09:09:24.812" v="2480" actId="14100"/>
        <pc:sldMkLst>
          <pc:docMk/>
          <pc:sldMk cId="1234101355" sldId="258"/>
        </pc:sldMkLst>
        <pc:spChg chg="mod">
          <ac:chgData name="Sohag Kabir" userId="e9b0da40-aef8-480a-bb63-d1daacecf555" providerId="ADAL" clId="{5C408035-4E8D-4ADF-9233-ED281F8B05DA}" dt="2024-09-28T16:29:37.032" v="1930" actId="20577"/>
          <ac:spMkLst>
            <pc:docMk/>
            <pc:sldMk cId="1234101355" sldId="258"/>
            <ac:spMk id="2" creationId="{DE13D453-4D7B-47BF-AED4-27D56C3644AA}"/>
          </ac:spMkLst>
        </pc:spChg>
        <pc:spChg chg="add del mod">
          <ac:chgData name="Sohag Kabir" userId="e9b0da40-aef8-480a-bb63-d1daacecf555" providerId="ADAL" clId="{5C408035-4E8D-4ADF-9233-ED281F8B05DA}" dt="2024-09-28T16:02:32.883" v="1898" actId="478"/>
          <ac:spMkLst>
            <pc:docMk/>
            <pc:sldMk cId="1234101355" sldId="258"/>
            <ac:spMk id="5" creationId="{C8D01486-C518-9C76-513A-218AD0265503}"/>
          </ac:spMkLst>
        </pc:spChg>
        <pc:spChg chg="mod">
          <ac:chgData name="Sohag Kabir" userId="e9b0da40-aef8-480a-bb63-d1daacecf555" providerId="ADAL" clId="{5C408035-4E8D-4ADF-9233-ED281F8B05DA}" dt="2024-09-21T21:51:14.037" v="82"/>
          <ac:spMkLst>
            <pc:docMk/>
            <pc:sldMk cId="1234101355" sldId="258"/>
            <ac:spMk id="7" creationId="{00000000-0000-0000-0000-000000000000}"/>
          </ac:spMkLst>
        </pc:spChg>
        <pc:spChg chg="add del mod">
          <ac:chgData name="Sohag Kabir" userId="e9b0da40-aef8-480a-bb63-d1daacecf555" providerId="ADAL" clId="{5C408035-4E8D-4ADF-9233-ED281F8B05DA}" dt="2024-09-28T16:29:43.996" v="1932" actId="478"/>
          <ac:spMkLst>
            <pc:docMk/>
            <pc:sldMk cId="1234101355" sldId="258"/>
            <ac:spMk id="8" creationId="{A0985119-32A5-C2F9-D3E3-A5C753C11C2B}"/>
          </ac:spMkLst>
        </pc:spChg>
        <pc:spChg chg="del mod">
          <ac:chgData name="Sohag Kabir" userId="e9b0da40-aef8-480a-bb63-d1daacecf555" providerId="ADAL" clId="{5C408035-4E8D-4ADF-9233-ED281F8B05DA}" dt="2024-09-28T16:02:30.096" v="1897" actId="478"/>
          <ac:spMkLst>
            <pc:docMk/>
            <pc:sldMk cId="1234101355" sldId="258"/>
            <ac:spMk id="11" creationId="{00000000-0000-0000-0000-000000000000}"/>
          </ac:spMkLst>
        </pc:spChg>
        <pc:spChg chg="add mod">
          <ac:chgData name="Sohag Kabir" userId="e9b0da40-aef8-480a-bb63-d1daacecf555" providerId="ADAL" clId="{5C408035-4E8D-4ADF-9233-ED281F8B05DA}" dt="2024-09-28T16:39:04.054" v="2002" actId="1038"/>
          <ac:spMkLst>
            <pc:docMk/>
            <pc:sldMk cId="1234101355" sldId="258"/>
            <ac:spMk id="13" creationId="{51E7DD38-3A4E-E236-8DA6-E2E51A13D62A}"/>
          </ac:spMkLst>
        </pc:spChg>
        <pc:spChg chg="add mod">
          <ac:chgData name="Sohag Kabir" userId="e9b0da40-aef8-480a-bb63-d1daacecf555" providerId="ADAL" clId="{5C408035-4E8D-4ADF-9233-ED281F8B05DA}" dt="2024-09-28T16:39:46.818" v="2012" actId="1076"/>
          <ac:spMkLst>
            <pc:docMk/>
            <pc:sldMk cId="1234101355" sldId="258"/>
            <ac:spMk id="15" creationId="{515006A4-5FEA-C619-68BB-7F6D6368B102}"/>
          </ac:spMkLst>
        </pc:spChg>
        <pc:spChg chg="add mod">
          <ac:chgData name="Sohag Kabir" userId="e9b0da40-aef8-480a-bb63-d1daacecf555" providerId="ADAL" clId="{5C408035-4E8D-4ADF-9233-ED281F8B05DA}" dt="2024-09-28T16:41:27.495" v="2032" actId="1076"/>
          <ac:spMkLst>
            <pc:docMk/>
            <pc:sldMk cId="1234101355" sldId="258"/>
            <ac:spMk id="16" creationId="{FD0D1805-9FC8-5CA2-20E3-B6DD0E688E0D}"/>
          </ac:spMkLst>
        </pc:spChg>
        <pc:picChg chg="add del mod">
          <ac:chgData name="Sohag Kabir" userId="e9b0da40-aef8-480a-bb63-d1daacecf555" providerId="ADAL" clId="{5C408035-4E8D-4ADF-9233-ED281F8B05DA}" dt="2024-09-28T16:29:40.853" v="1931" actId="478"/>
          <ac:picMkLst>
            <pc:docMk/>
            <pc:sldMk cId="1234101355" sldId="258"/>
            <ac:picMk id="4" creationId="{36020D2A-540F-A16C-2A73-0DED848EEB84}"/>
          </ac:picMkLst>
        </pc:picChg>
        <pc:picChg chg="add del mod modCrop">
          <ac:chgData name="Sohag Kabir" userId="e9b0da40-aef8-480a-bb63-d1daacecf555" providerId="ADAL" clId="{5C408035-4E8D-4ADF-9233-ED281F8B05DA}" dt="2024-09-29T09:07:19.508" v="2467" actId="478"/>
          <ac:picMkLst>
            <pc:docMk/>
            <pc:sldMk cId="1234101355" sldId="258"/>
            <ac:picMk id="9" creationId="{078AAEF4-3673-D700-800F-5BD2558D66F4}"/>
          </ac:picMkLst>
        </pc:picChg>
        <pc:picChg chg="add mod modCrop">
          <ac:chgData name="Sohag Kabir" userId="e9b0da40-aef8-480a-bb63-d1daacecf555" providerId="ADAL" clId="{5C408035-4E8D-4ADF-9233-ED281F8B05DA}" dt="2024-09-28T16:40:15.863" v="2019" actId="14100"/>
          <ac:picMkLst>
            <pc:docMk/>
            <pc:sldMk cId="1234101355" sldId="258"/>
            <ac:picMk id="12" creationId="{C8B76F36-681D-536B-E450-91882A118005}"/>
          </ac:picMkLst>
        </pc:picChg>
        <pc:picChg chg="add del mod">
          <ac:chgData name="Sohag Kabir" userId="e9b0da40-aef8-480a-bb63-d1daacecf555" providerId="ADAL" clId="{5C408035-4E8D-4ADF-9233-ED281F8B05DA}" dt="2024-09-29T09:08:05.862" v="2473" actId="478"/>
          <ac:picMkLst>
            <pc:docMk/>
            <pc:sldMk cId="1234101355" sldId="258"/>
            <ac:picMk id="14" creationId="{925CA853-7E55-D8BC-99D7-7E9ED02B29ED}"/>
          </ac:picMkLst>
        </pc:picChg>
        <pc:picChg chg="add mod">
          <ac:chgData name="Sohag Kabir" userId="e9b0da40-aef8-480a-bb63-d1daacecf555" providerId="ADAL" clId="{5C408035-4E8D-4ADF-9233-ED281F8B05DA}" dt="2024-09-29T09:07:59.116" v="2472" actId="14100"/>
          <ac:picMkLst>
            <pc:docMk/>
            <pc:sldMk cId="1234101355" sldId="258"/>
            <ac:picMk id="17" creationId="{3A5C98C1-69C8-50CA-86DE-E22EA0C90F03}"/>
          </ac:picMkLst>
        </pc:picChg>
        <pc:picChg chg="add mod">
          <ac:chgData name="Sohag Kabir" userId="e9b0da40-aef8-480a-bb63-d1daacecf555" providerId="ADAL" clId="{5C408035-4E8D-4ADF-9233-ED281F8B05DA}" dt="2024-09-29T09:09:24.812" v="2480" actId="14100"/>
          <ac:picMkLst>
            <pc:docMk/>
            <pc:sldMk cId="1234101355" sldId="258"/>
            <ac:picMk id="18" creationId="{C6ED1E53-424E-0203-4AE3-CAB061ED8CAF}"/>
          </ac:picMkLst>
        </pc:picChg>
        <pc:picChg chg="add mod">
          <ac:chgData name="Sohag Kabir" userId="e9b0da40-aef8-480a-bb63-d1daacecf555" providerId="ADAL" clId="{5C408035-4E8D-4ADF-9233-ED281F8B05DA}" dt="2024-09-29T09:09:20.500" v="2479" actId="14100"/>
          <ac:picMkLst>
            <pc:docMk/>
            <pc:sldMk cId="1234101355" sldId="258"/>
            <ac:picMk id="1026" creationId="{0CA2D96E-5837-5AB6-3300-9A61DF99D7A8}"/>
          </ac:picMkLst>
        </pc:picChg>
      </pc:sldChg>
      <pc:sldChg chg="addSp delSp modSp mod">
        <pc:chgData name="Sohag Kabir" userId="e9b0da40-aef8-480a-bb63-d1daacecf555" providerId="ADAL" clId="{5C408035-4E8D-4ADF-9233-ED281F8B05DA}" dt="2024-09-29T09:42:41.043" v="2581" actId="1076"/>
        <pc:sldMkLst>
          <pc:docMk/>
          <pc:sldMk cId="2490493203" sldId="259"/>
        </pc:sldMkLst>
        <pc:spChg chg="mod">
          <ac:chgData name="Sohag Kabir" userId="e9b0da40-aef8-480a-bb63-d1daacecf555" providerId="ADAL" clId="{5C408035-4E8D-4ADF-9233-ED281F8B05DA}" dt="2024-09-29T09:34:45.452" v="2570" actId="6549"/>
          <ac:spMkLst>
            <pc:docMk/>
            <pc:sldMk cId="2490493203" sldId="259"/>
            <ac:spMk id="2" creationId="{3530B774-9001-449E-924A-4229028B4A25}"/>
          </ac:spMkLst>
        </pc:spChg>
        <pc:spChg chg="del mod">
          <ac:chgData name="Sohag Kabir" userId="e9b0da40-aef8-480a-bb63-d1daacecf555" providerId="ADAL" clId="{5C408035-4E8D-4ADF-9233-ED281F8B05DA}" dt="2024-09-29T09:34:49.379" v="2571" actId="478"/>
          <ac:spMkLst>
            <pc:docMk/>
            <pc:sldMk cId="2490493203" sldId="259"/>
            <ac:spMk id="3" creationId="{107ACF01-04B5-406F-ADB3-2AFFF21F732C}"/>
          </ac:spMkLst>
        </pc:spChg>
        <pc:spChg chg="add del mod">
          <ac:chgData name="Sohag Kabir" userId="e9b0da40-aef8-480a-bb63-d1daacecf555" providerId="ADAL" clId="{5C408035-4E8D-4ADF-9233-ED281F8B05DA}" dt="2024-09-28T16:09:26.507" v="1913"/>
          <ac:spMkLst>
            <pc:docMk/>
            <pc:sldMk cId="2490493203" sldId="259"/>
            <ac:spMk id="4" creationId="{AE0DD6D5-6E9D-E755-7138-CA8145B1F0B1}"/>
          </ac:spMkLst>
        </pc:spChg>
        <pc:spChg chg="add del mod">
          <ac:chgData name="Sohag Kabir" userId="e9b0da40-aef8-480a-bb63-d1daacecf555" providerId="ADAL" clId="{5C408035-4E8D-4ADF-9233-ED281F8B05DA}" dt="2024-09-29T09:34:51.435" v="2572" actId="478"/>
          <ac:spMkLst>
            <pc:docMk/>
            <pc:sldMk cId="2490493203" sldId="259"/>
            <ac:spMk id="5" creationId="{DAD5ABA9-6FD2-D39F-A786-8D93E89DBAD5}"/>
          </ac:spMkLst>
        </pc:spChg>
        <pc:spChg chg="mod">
          <ac:chgData name="Sohag Kabir" userId="e9b0da40-aef8-480a-bb63-d1daacecf555" providerId="ADAL" clId="{5C408035-4E8D-4ADF-9233-ED281F8B05DA}" dt="2024-09-21T21:51:22.585" v="83"/>
          <ac:spMkLst>
            <pc:docMk/>
            <pc:sldMk cId="2490493203" sldId="259"/>
            <ac:spMk id="9" creationId="{00000000-0000-0000-0000-000000000000}"/>
          </ac:spMkLst>
        </pc:spChg>
        <pc:picChg chg="del mod">
          <ac:chgData name="Sohag Kabir" userId="e9b0da40-aef8-480a-bb63-d1daacecf555" providerId="ADAL" clId="{5C408035-4E8D-4ADF-9233-ED281F8B05DA}" dt="2024-09-29T09:34:53.267" v="2573" actId="478"/>
          <ac:picMkLst>
            <pc:docMk/>
            <pc:sldMk cId="2490493203" sldId="259"/>
            <ac:picMk id="7" creationId="{00000000-0000-0000-0000-000000000000}"/>
          </ac:picMkLst>
        </pc:picChg>
        <pc:picChg chg="add mod">
          <ac:chgData name="Sohag Kabir" userId="e9b0da40-aef8-480a-bb63-d1daacecf555" providerId="ADAL" clId="{5C408035-4E8D-4ADF-9233-ED281F8B05DA}" dt="2024-09-29T09:35:02.507" v="2575" actId="1076"/>
          <ac:picMkLst>
            <pc:docMk/>
            <pc:sldMk cId="2490493203" sldId="259"/>
            <ac:picMk id="8" creationId="{9EEC136A-2A0B-36E6-F70E-7045D9828D75}"/>
          </ac:picMkLst>
        </pc:picChg>
        <pc:picChg chg="add mod">
          <ac:chgData name="Sohag Kabir" userId="e9b0da40-aef8-480a-bb63-d1daacecf555" providerId="ADAL" clId="{5C408035-4E8D-4ADF-9233-ED281F8B05DA}" dt="2024-09-29T09:42:41.043" v="2581" actId="1076"/>
          <ac:picMkLst>
            <pc:docMk/>
            <pc:sldMk cId="2490493203" sldId="259"/>
            <ac:picMk id="10" creationId="{CCF6FCBE-5BEB-47F3-0D9E-3634B0A5CAF6}"/>
          </ac:picMkLst>
        </pc:picChg>
      </pc:sldChg>
      <pc:sldChg chg="addSp delSp modSp mod">
        <pc:chgData name="Sohag Kabir" userId="e9b0da40-aef8-480a-bb63-d1daacecf555" providerId="ADAL" clId="{5C408035-4E8D-4ADF-9233-ED281F8B05DA}" dt="2024-09-29T15:26:38.610" v="5904" actId="1076"/>
        <pc:sldMkLst>
          <pc:docMk/>
          <pc:sldMk cId="1583876998" sldId="261"/>
        </pc:sldMkLst>
        <pc:spChg chg="del">
          <ac:chgData name="Sohag Kabir" userId="e9b0da40-aef8-480a-bb63-d1daacecf555" providerId="ADAL" clId="{5C408035-4E8D-4ADF-9233-ED281F8B05DA}" dt="2024-09-29T14:43:07.518" v="5451" actId="478"/>
          <ac:spMkLst>
            <pc:docMk/>
            <pc:sldMk cId="1583876998" sldId="261"/>
            <ac:spMk id="2" creationId="{72ABD1FB-AEB1-45F3-94A9-40E0FDAAAB12}"/>
          </ac:spMkLst>
        </pc:spChg>
        <pc:spChg chg="add del mod">
          <ac:chgData name="Sohag Kabir" userId="e9b0da40-aef8-480a-bb63-d1daacecf555" providerId="ADAL" clId="{5C408035-4E8D-4ADF-9233-ED281F8B05DA}" dt="2024-09-21T23:58:09.292" v="1139" actId="478"/>
          <ac:spMkLst>
            <pc:docMk/>
            <pc:sldMk cId="1583876998" sldId="261"/>
            <ac:spMk id="3" creationId="{6EA310F0-355F-9DAF-4F9A-21DD3F3B9AAD}"/>
          </ac:spMkLst>
        </pc:spChg>
        <pc:spChg chg="add del mod">
          <ac:chgData name="Sohag Kabir" userId="e9b0da40-aef8-480a-bb63-d1daacecf555" providerId="ADAL" clId="{5C408035-4E8D-4ADF-9233-ED281F8B05DA}" dt="2024-09-29T14:43:09.805" v="5452" actId="478"/>
          <ac:spMkLst>
            <pc:docMk/>
            <pc:sldMk cId="1583876998" sldId="261"/>
            <ac:spMk id="5" creationId="{A0DFFFD8-9F48-3B86-8434-CBBE193A070C}"/>
          </ac:spMkLst>
        </pc:spChg>
        <pc:spChg chg="mod">
          <ac:chgData name="Sohag Kabir" userId="e9b0da40-aef8-480a-bb63-d1daacecf555" providerId="ADAL" clId="{5C408035-4E8D-4ADF-9233-ED281F8B05DA}" dt="2024-09-22T00:25:01.897" v="1557"/>
          <ac:spMkLst>
            <pc:docMk/>
            <pc:sldMk cId="1583876998" sldId="261"/>
            <ac:spMk id="7" creationId="{2FDE415C-F3CC-4D2E-B0F5-4EADDCEE714F}"/>
          </ac:spMkLst>
        </pc:spChg>
        <pc:spChg chg="del mod">
          <ac:chgData name="Sohag Kabir" userId="e9b0da40-aef8-480a-bb63-d1daacecf555" providerId="ADAL" clId="{5C408035-4E8D-4ADF-9233-ED281F8B05DA}" dt="2024-09-29T14:43:02.279" v="5448" actId="478"/>
          <ac:spMkLst>
            <pc:docMk/>
            <pc:sldMk cId="1583876998" sldId="261"/>
            <ac:spMk id="8" creationId="{00000000-0000-0000-0000-000000000000}"/>
          </ac:spMkLst>
        </pc:spChg>
        <pc:spChg chg="add mod">
          <ac:chgData name="Sohag Kabir" userId="e9b0da40-aef8-480a-bb63-d1daacecf555" providerId="ADAL" clId="{5C408035-4E8D-4ADF-9233-ED281F8B05DA}" dt="2024-09-29T15:07:56.843" v="5673" actId="1035"/>
          <ac:spMkLst>
            <pc:docMk/>
            <pc:sldMk cId="1583876998" sldId="261"/>
            <ac:spMk id="11" creationId="{1E09ABB6-8E37-DDEE-2E26-FFB134E4425E}"/>
          </ac:spMkLst>
        </pc:spChg>
        <pc:spChg chg="add mod">
          <ac:chgData name="Sohag Kabir" userId="e9b0da40-aef8-480a-bb63-d1daacecf555" providerId="ADAL" clId="{5C408035-4E8D-4ADF-9233-ED281F8B05DA}" dt="2024-09-29T15:26:38.610" v="5904" actId="1076"/>
          <ac:spMkLst>
            <pc:docMk/>
            <pc:sldMk cId="1583876998" sldId="261"/>
            <ac:spMk id="12" creationId="{B95AD034-E7E4-A4C9-284E-2FB9AE9D92F9}"/>
          </ac:spMkLst>
        </pc:spChg>
        <pc:spChg chg="add mod">
          <ac:chgData name="Sohag Kabir" userId="e9b0da40-aef8-480a-bb63-d1daacecf555" providerId="ADAL" clId="{5C408035-4E8D-4ADF-9233-ED281F8B05DA}" dt="2024-09-29T15:26:38.610" v="5904" actId="1076"/>
          <ac:spMkLst>
            <pc:docMk/>
            <pc:sldMk cId="1583876998" sldId="261"/>
            <ac:spMk id="13" creationId="{5715E57D-D97A-B0F8-0978-7D1D7C02A4D1}"/>
          </ac:spMkLst>
        </pc:spChg>
        <pc:spChg chg="add mod">
          <ac:chgData name="Sohag Kabir" userId="e9b0da40-aef8-480a-bb63-d1daacecf555" providerId="ADAL" clId="{5C408035-4E8D-4ADF-9233-ED281F8B05DA}" dt="2024-09-29T15:26:38.610" v="5904" actId="1076"/>
          <ac:spMkLst>
            <pc:docMk/>
            <pc:sldMk cId="1583876998" sldId="261"/>
            <ac:spMk id="14" creationId="{61A25ADB-FEFF-C626-ADE9-1445DEA99791}"/>
          </ac:spMkLst>
        </pc:spChg>
        <pc:spChg chg="add mod">
          <ac:chgData name="Sohag Kabir" userId="e9b0da40-aef8-480a-bb63-d1daacecf555" providerId="ADAL" clId="{5C408035-4E8D-4ADF-9233-ED281F8B05DA}" dt="2024-09-29T15:26:38.610" v="5904" actId="1076"/>
          <ac:spMkLst>
            <pc:docMk/>
            <pc:sldMk cId="1583876998" sldId="261"/>
            <ac:spMk id="15" creationId="{11290782-4FA6-30DC-8E9C-DA260763A4F1}"/>
          </ac:spMkLst>
        </pc:spChg>
        <pc:spChg chg="add mod">
          <ac:chgData name="Sohag Kabir" userId="e9b0da40-aef8-480a-bb63-d1daacecf555" providerId="ADAL" clId="{5C408035-4E8D-4ADF-9233-ED281F8B05DA}" dt="2024-09-29T15:26:38.610" v="5904" actId="1076"/>
          <ac:spMkLst>
            <pc:docMk/>
            <pc:sldMk cId="1583876998" sldId="261"/>
            <ac:spMk id="16" creationId="{E7376AA4-6122-4B5D-BA92-3E5D9C4C15A6}"/>
          </ac:spMkLst>
        </pc:spChg>
        <pc:spChg chg="add mod">
          <ac:chgData name="Sohag Kabir" userId="e9b0da40-aef8-480a-bb63-d1daacecf555" providerId="ADAL" clId="{5C408035-4E8D-4ADF-9233-ED281F8B05DA}" dt="2024-09-29T15:26:38.610" v="5904" actId="1076"/>
          <ac:spMkLst>
            <pc:docMk/>
            <pc:sldMk cId="1583876998" sldId="261"/>
            <ac:spMk id="17" creationId="{C811A1CC-F813-4A55-5A53-66E8D5E8B82A}"/>
          </ac:spMkLst>
        </pc:spChg>
        <pc:spChg chg="add mod">
          <ac:chgData name="Sohag Kabir" userId="e9b0da40-aef8-480a-bb63-d1daacecf555" providerId="ADAL" clId="{5C408035-4E8D-4ADF-9233-ED281F8B05DA}" dt="2024-09-29T15:26:38.610" v="5904" actId="1076"/>
          <ac:spMkLst>
            <pc:docMk/>
            <pc:sldMk cId="1583876998" sldId="261"/>
            <ac:spMk id="18" creationId="{A97F594E-E166-4DDF-49B5-A2724CF0B7F8}"/>
          </ac:spMkLst>
        </pc:spChg>
        <pc:spChg chg="add mod">
          <ac:chgData name="Sohag Kabir" userId="e9b0da40-aef8-480a-bb63-d1daacecf555" providerId="ADAL" clId="{5C408035-4E8D-4ADF-9233-ED281F8B05DA}" dt="2024-09-29T15:26:38.610" v="5904" actId="1076"/>
          <ac:spMkLst>
            <pc:docMk/>
            <pc:sldMk cId="1583876998" sldId="261"/>
            <ac:spMk id="19" creationId="{3C96BA45-4001-3025-0458-6562DD9CB15B}"/>
          </ac:spMkLst>
        </pc:spChg>
        <pc:spChg chg="add mod">
          <ac:chgData name="Sohag Kabir" userId="e9b0da40-aef8-480a-bb63-d1daacecf555" providerId="ADAL" clId="{5C408035-4E8D-4ADF-9233-ED281F8B05DA}" dt="2024-09-29T15:26:38.610" v="5904" actId="1076"/>
          <ac:spMkLst>
            <pc:docMk/>
            <pc:sldMk cId="1583876998" sldId="261"/>
            <ac:spMk id="21" creationId="{6E9D397A-7406-A8AC-9C7B-460366515FAD}"/>
          </ac:spMkLst>
        </pc:spChg>
        <pc:spChg chg="add mod">
          <ac:chgData name="Sohag Kabir" userId="e9b0da40-aef8-480a-bb63-d1daacecf555" providerId="ADAL" clId="{5C408035-4E8D-4ADF-9233-ED281F8B05DA}" dt="2024-09-29T15:26:38.610" v="5904" actId="1076"/>
          <ac:spMkLst>
            <pc:docMk/>
            <pc:sldMk cId="1583876998" sldId="261"/>
            <ac:spMk id="22" creationId="{7F9E7EC7-A1AB-8240-BDFC-CEF1AE252BE3}"/>
          </ac:spMkLst>
        </pc:spChg>
        <pc:spChg chg="add mod">
          <ac:chgData name="Sohag Kabir" userId="e9b0da40-aef8-480a-bb63-d1daacecf555" providerId="ADAL" clId="{5C408035-4E8D-4ADF-9233-ED281F8B05DA}" dt="2024-09-29T15:26:38.610" v="5904" actId="1076"/>
          <ac:spMkLst>
            <pc:docMk/>
            <pc:sldMk cId="1583876998" sldId="261"/>
            <ac:spMk id="23" creationId="{A967C76E-EA47-C7BE-E1F2-38F88A81882C}"/>
          </ac:spMkLst>
        </pc:spChg>
        <pc:grpChg chg="add mod">
          <ac:chgData name="Sohag Kabir" userId="e9b0da40-aef8-480a-bb63-d1daacecf555" providerId="ADAL" clId="{5C408035-4E8D-4ADF-9233-ED281F8B05DA}" dt="2024-09-29T15:26:38.610" v="5904" actId="1076"/>
          <ac:grpSpMkLst>
            <pc:docMk/>
            <pc:sldMk cId="1583876998" sldId="261"/>
            <ac:grpSpMk id="24" creationId="{959A0793-A3D0-4F22-398C-0D2B361EA227}"/>
          </ac:grpSpMkLst>
        </pc:grpChg>
        <pc:grpChg chg="add mod">
          <ac:chgData name="Sohag Kabir" userId="e9b0da40-aef8-480a-bb63-d1daacecf555" providerId="ADAL" clId="{5C408035-4E8D-4ADF-9233-ED281F8B05DA}" dt="2024-09-29T15:26:38.610" v="5904" actId="1076"/>
          <ac:grpSpMkLst>
            <pc:docMk/>
            <pc:sldMk cId="1583876998" sldId="261"/>
            <ac:grpSpMk id="25" creationId="{9DBEE125-E72A-BBF0-BEA4-D3C1869D8055}"/>
          </ac:grpSpMkLst>
        </pc:grpChg>
        <pc:picChg chg="add del">
          <ac:chgData name="Sohag Kabir" userId="e9b0da40-aef8-480a-bb63-d1daacecf555" providerId="ADAL" clId="{5C408035-4E8D-4ADF-9233-ED281F8B05DA}" dt="2024-09-29T14:43:05.107" v="5450" actId="22"/>
          <ac:picMkLst>
            <pc:docMk/>
            <pc:sldMk cId="1583876998" sldId="261"/>
            <ac:picMk id="4" creationId="{E482A7F7-E5DF-62CC-90AD-5D5F00B2348A}"/>
          </ac:picMkLst>
        </pc:picChg>
        <pc:picChg chg="add mod">
          <ac:chgData name="Sohag Kabir" userId="e9b0da40-aef8-480a-bb63-d1daacecf555" providerId="ADAL" clId="{5C408035-4E8D-4ADF-9233-ED281F8B05DA}" dt="2024-09-29T15:26:38.610" v="5904" actId="1076"/>
          <ac:picMkLst>
            <pc:docMk/>
            <pc:sldMk cId="1583876998" sldId="261"/>
            <ac:picMk id="10" creationId="{3F46535C-477D-E49B-6B7C-D64B3A718EA8}"/>
          </ac:picMkLst>
        </pc:picChg>
        <pc:picChg chg="add mod ord">
          <ac:chgData name="Sohag Kabir" userId="e9b0da40-aef8-480a-bb63-d1daacecf555" providerId="ADAL" clId="{5C408035-4E8D-4ADF-9233-ED281F8B05DA}" dt="2024-09-29T15:26:38.610" v="5904" actId="1076"/>
          <ac:picMkLst>
            <pc:docMk/>
            <pc:sldMk cId="1583876998" sldId="261"/>
            <ac:picMk id="20" creationId="{DA1166E4-1119-83F3-D595-E4275F2E503D}"/>
          </ac:picMkLst>
        </pc:picChg>
      </pc:sldChg>
      <pc:sldChg chg="addSp delSp modSp mod modNotesTx">
        <pc:chgData name="Sohag Kabir" userId="e9b0da40-aef8-480a-bb63-d1daacecf555" providerId="ADAL" clId="{5C408035-4E8D-4ADF-9233-ED281F8B05DA}" dt="2024-09-29T15:56:05.631" v="6240" actId="1076"/>
        <pc:sldMkLst>
          <pc:docMk/>
          <pc:sldMk cId="4146333179" sldId="264"/>
        </pc:sldMkLst>
        <pc:spChg chg="mod">
          <ac:chgData name="Sohag Kabir" userId="e9b0da40-aef8-480a-bb63-d1daacecf555" providerId="ADAL" clId="{5C408035-4E8D-4ADF-9233-ED281F8B05DA}" dt="2024-09-29T15:56:05.631" v="6240" actId="1076"/>
          <ac:spMkLst>
            <pc:docMk/>
            <pc:sldMk cId="4146333179" sldId="264"/>
            <ac:spMk id="2" creationId="{81C438A6-3010-496D-B29E-036E43E273F3}"/>
          </ac:spMkLst>
        </pc:spChg>
        <pc:spChg chg="add del mod">
          <ac:chgData name="Sohag Kabir" userId="e9b0da40-aef8-480a-bb63-d1daacecf555" providerId="ADAL" clId="{5C408035-4E8D-4ADF-9233-ED281F8B05DA}" dt="2024-09-29T15:42:05.311" v="6064" actId="478"/>
          <ac:spMkLst>
            <pc:docMk/>
            <pc:sldMk cId="4146333179" sldId="264"/>
            <ac:spMk id="3" creationId="{02954BEB-AC32-9E78-D2C5-52FB33C6C8EE}"/>
          </ac:spMkLst>
        </pc:spChg>
        <pc:spChg chg="del mod">
          <ac:chgData name="Sohag Kabir" userId="e9b0da40-aef8-480a-bb63-d1daacecf555" providerId="ADAL" clId="{5C408035-4E8D-4ADF-9233-ED281F8B05DA}" dt="2024-09-29T15:42:01.879" v="6063" actId="478"/>
          <ac:spMkLst>
            <pc:docMk/>
            <pc:sldMk cId="4146333179" sldId="264"/>
            <ac:spMk id="7" creationId="{00000000-0000-0000-0000-000000000000}"/>
          </ac:spMkLst>
        </pc:spChg>
        <pc:spChg chg="mod">
          <ac:chgData name="Sohag Kabir" userId="e9b0da40-aef8-480a-bb63-d1daacecf555" providerId="ADAL" clId="{5C408035-4E8D-4ADF-9233-ED281F8B05DA}" dt="2024-09-22T00:25:17.266" v="1560"/>
          <ac:spMkLst>
            <pc:docMk/>
            <pc:sldMk cId="4146333179" sldId="264"/>
            <ac:spMk id="13" creationId="{B05BF201-15EA-4712-87E8-E69CA936FC58}"/>
          </ac:spMkLst>
        </pc:spChg>
        <pc:picChg chg="add del mod">
          <ac:chgData name="Sohag Kabir" userId="e9b0da40-aef8-480a-bb63-d1daacecf555" providerId="ADAL" clId="{5C408035-4E8D-4ADF-9233-ED281F8B05DA}" dt="2024-09-29T15:46:14.794" v="6070" actId="478"/>
          <ac:picMkLst>
            <pc:docMk/>
            <pc:sldMk cId="4146333179" sldId="264"/>
            <ac:picMk id="5" creationId="{AAB077CA-4110-FD6A-FF45-A5D814E51265}"/>
          </ac:picMkLst>
        </pc:picChg>
        <pc:picChg chg="add mod">
          <ac:chgData name="Sohag Kabir" userId="e9b0da40-aef8-480a-bb63-d1daacecf555" providerId="ADAL" clId="{5C408035-4E8D-4ADF-9233-ED281F8B05DA}" dt="2024-09-29T15:46:44.024" v="6099" actId="14100"/>
          <ac:picMkLst>
            <pc:docMk/>
            <pc:sldMk cId="4146333179" sldId="264"/>
            <ac:picMk id="11266" creationId="{B555FE88-D3E2-586D-98D7-0E6AB7E5E2B5}"/>
          </ac:picMkLst>
        </pc:picChg>
      </pc:sldChg>
      <pc:sldChg chg="addSp delSp modSp mod ord delAnim modAnim">
        <pc:chgData name="Sohag Kabir" userId="e9b0da40-aef8-480a-bb63-d1daacecf555" providerId="ADAL" clId="{5C408035-4E8D-4ADF-9233-ED281F8B05DA}" dt="2024-09-29T15:59:25.256" v="6248" actId="20577"/>
        <pc:sldMkLst>
          <pc:docMk/>
          <pc:sldMk cId="1671400381" sldId="265"/>
        </pc:sldMkLst>
        <pc:spChg chg="mod">
          <ac:chgData name="Sohag Kabir" userId="e9b0da40-aef8-480a-bb63-d1daacecf555" providerId="ADAL" clId="{5C408035-4E8D-4ADF-9233-ED281F8B05DA}" dt="2024-09-29T11:14:48.140" v="3207" actId="255"/>
          <ac:spMkLst>
            <pc:docMk/>
            <pc:sldMk cId="1671400381" sldId="265"/>
            <ac:spMk id="2" creationId="{F2A4DAD3-1E36-4CAD-94D1-E06B348A4ADD}"/>
          </ac:spMkLst>
        </pc:spChg>
        <pc:spChg chg="del mod">
          <ac:chgData name="Sohag Kabir" userId="e9b0da40-aef8-480a-bb63-d1daacecf555" providerId="ADAL" clId="{5C408035-4E8D-4ADF-9233-ED281F8B05DA}" dt="2024-09-29T11:13:09.188" v="3161" actId="478"/>
          <ac:spMkLst>
            <pc:docMk/>
            <pc:sldMk cId="1671400381" sldId="265"/>
            <ac:spMk id="3" creationId="{69629499-4F36-4E83-817C-E10C4F24E0FA}"/>
          </ac:spMkLst>
        </pc:spChg>
        <pc:spChg chg="add del mod">
          <ac:chgData name="Sohag Kabir" userId="e9b0da40-aef8-480a-bb63-d1daacecf555" providerId="ADAL" clId="{5C408035-4E8D-4ADF-9233-ED281F8B05DA}" dt="2024-09-29T11:13:12.420" v="3162" actId="478"/>
          <ac:spMkLst>
            <pc:docMk/>
            <pc:sldMk cId="1671400381" sldId="265"/>
            <ac:spMk id="4" creationId="{DDDA1F26-79C2-A7DF-64D7-65471715CC52}"/>
          </ac:spMkLst>
        </pc:spChg>
        <pc:spChg chg="del">
          <ac:chgData name="Sohag Kabir" userId="e9b0da40-aef8-480a-bb63-d1daacecf555" providerId="ADAL" clId="{5C408035-4E8D-4ADF-9233-ED281F8B05DA}" dt="2024-09-21T22:35:00.682" v="237" actId="478"/>
          <ac:spMkLst>
            <pc:docMk/>
            <pc:sldMk cId="1671400381" sldId="265"/>
            <ac:spMk id="7" creationId="{00000000-0000-0000-0000-000000000000}"/>
          </ac:spMkLst>
        </pc:spChg>
        <pc:spChg chg="mod">
          <ac:chgData name="Sohag Kabir" userId="e9b0da40-aef8-480a-bb63-d1daacecf555" providerId="ADAL" clId="{5C408035-4E8D-4ADF-9233-ED281F8B05DA}" dt="2024-09-21T23:17:37.663" v="795"/>
          <ac:spMkLst>
            <pc:docMk/>
            <pc:sldMk cId="1671400381" sldId="265"/>
            <ac:spMk id="8" creationId="{00000000-0000-0000-0000-000000000000}"/>
          </ac:spMkLst>
        </pc:spChg>
        <pc:spChg chg="add mod">
          <ac:chgData name="Sohag Kabir" userId="e9b0da40-aef8-480a-bb63-d1daacecf555" providerId="ADAL" clId="{5C408035-4E8D-4ADF-9233-ED281F8B05DA}" dt="2024-09-29T11:16:09.732" v="3235" actId="1076"/>
          <ac:spMkLst>
            <pc:docMk/>
            <pc:sldMk cId="1671400381" sldId="265"/>
            <ac:spMk id="9" creationId="{D2DB1874-C0DE-779E-4007-ECE4F0580246}"/>
          </ac:spMkLst>
        </pc:spChg>
        <pc:spChg chg="add mod">
          <ac:chgData name="Sohag Kabir" userId="e9b0da40-aef8-480a-bb63-d1daacecf555" providerId="ADAL" clId="{5C408035-4E8D-4ADF-9233-ED281F8B05DA}" dt="2024-09-29T11:20:14.507" v="3313" actId="1076"/>
          <ac:spMkLst>
            <pc:docMk/>
            <pc:sldMk cId="1671400381" sldId="265"/>
            <ac:spMk id="10" creationId="{C72B4FCD-4F84-43FF-E373-0E7E8665FC65}"/>
          </ac:spMkLst>
        </pc:spChg>
        <pc:spChg chg="add mod">
          <ac:chgData name="Sohag Kabir" userId="e9b0da40-aef8-480a-bb63-d1daacecf555" providerId="ADAL" clId="{5C408035-4E8D-4ADF-9233-ED281F8B05DA}" dt="2024-09-29T15:59:25.256" v="6248" actId="20577"/>
          <ac:spMkLst>
            <pc:docMk/>
            <pc:sldMk cId="1671400381" sldId="265"/>
            <ac:spMk id="12" creationId="{C344E8A4-372A-23BF-49B1-8767B696DC13}"/>
          </ac:spMkLst>
        </pc:spChg>
        <pc:spChg chg="add mod">
          <ac:chgData name="Sohag Kabir" userId="e9b0da40-aef8-480a-bb63-d1daacecf555" providerId="ADAL" clId="{5C408035-4E8D-4ADF-9233-ED281F8B05DA}" dt="2024-09-29T11:20:32.516" v="3317" actId="2711"/>
          <ac:spMkLst>
            <pc:docMk/>
            <pc:sldMk cId="1671400381" sldId="265"/>
            <ac:spMk id="14" creationId="{238C606A-9D8F-4C6C-B481-062B5EB30391}"/>
          </ac:spMkLst>
        </pc:spChg>
        <pc:graphicFrameChg chg="add del modGraphic">
          <ac:chgData name="Sohag Kabir" userId="e9b0da40-aef8-480a-bb63-d1daacecf555" providerId="ADAL" clId="{5C408035-4E8D-4ADF-9233-ED281F8B05DA}" dt="2024-09-21T22:36:00.382" v="239" actId="1032"/>
          <ac:graphicFrameMkLst>
            <pc:docMk/>
            <pc:sldMk cId="1671400381" sldId="265"/>
            <ac:graphicFrameMk id="4" creationId="{95D0533B-1694-9288-9E9B-78AE65A0583E}"/>
          </ac:graphicFrameMkLst>
        </pc:graphicFrameChg>
        <pc:graphicFrameChg chg="add del modGraphic">
          <ac:chgData name="Sohag Kabir" userId="e9b0da40-aef8-480a-bb63-d1daacecf555" providerId="ADAL" clId="{5C408035-4E8D-4ADF-9233-ED281F8B05DA}" dt="2024-09-21T22:36:23.374" v="241" actId="1032"/>
          <ac:graphicFrameMkLst>
            <pc:docMk/>
            <pc:sldMk cId="1671400381" sldId="265"/>
            <ac:graphicFrameMk id="5" creationId="{F34AA6B8-4849-F10F-20DA-0E852F331230}"/>
          </ac:graphicFrameMkLst>
        </pc:graphicFrameChg>
        <pc:graphicFrameChg chg="add del modGraphic">
          <ac:chgData name="Sohag Kabir" userId="e9b0da40-aef8-480a-bb63-d1daacecf555" providerId="ADAL" clId="{5C408035-4E8D-4ADF-9233-ED281F8B05DA}" dt="2024-09-21T22:36:54.319" v="243" actId="1032"/>
          <ac:graphicFrameMkLst>
            <pc:docMk/>
            <pc:sldMk cId="1671400381" sldId="265"/>
            <ac:graphicFrameMk id="9" creationId="{9536CA8F-73B1-BCA2-25ED-0D4ECD2928D9}"/>
          </ac:graphicFrameMkLst>
        </pc:graphicFrameChg>
        <pc:graphicFrameChg chg="add del mod modGraphic">
          <ac:chgData name="Sohag Kabir" userId="e9b0da40-aef8-480a-bb63-d1daacecf555" providerId="ADAL" clId="{5C408035-4E8D-4ADF-9233-ED281F8B05DA}" dt="2024-09-21T22:38:18.495" v="256" actId="478"/>
          <ac:graphicFrameMkLst>
            <pc:docMk/>
            <pc:sldMk cId="1671400381" sldId="265"/>
            <ac:graphicFrameMk id="10" creationId="{618CEE91-DFA1-96C0-0ADE-3F472F01FB1D}"/>
          </ac:graphicFrameMkLst>
        </pc:graphicFrameChg>
        <pc:graphicFrameChg chg="add del mod modGraphic">
          <ac:chgData name="Sohag Kabir" userId="e9b0da40-aef8-480a-bb63-d1daacecf555" providerId="ADAL" clId="{5C408035-4E8D-4ADF-9233-ED281F8B05DA}" dt="2024-09-29T11:13:07.252" v="3160" actId="478"/>
          <ac:graphicFrameMkLst>
            <pc:docMk/>
            <pc:sldMk cId="1671400381" sldId="265"/>
            <ac:graphicFrameMk id="11" creationId="{CAD5CDD0-B006-4760-0AE9-D782EB486951}"/>
          </ac:graphicFrameMkLst>
        </pc:graphicFrameChg>
        <pc:picChg chg="add mod">
          <ac:chgData name="Sohag Kabir" userId="e9b0da40-aef8-480a-bb63-d1daacecf555" providerId="ADAL" clId="{5C408035-4E8D-4ADF-9233-ED281F8B05DA}" dt="2024-09-29T11:20:17.172" v="3314" actId="1076"/>
          <ac:picMkLst>
            <pc:docMk/>
            <pc:sldMk cId="1671400381" sldId="265"/>
            <ac:picMk id="7" creationId="{AADCAB66-92D2-95F8-4276-DF3BE39A4E8E}"/>
          </ac:picMkLst>
        </pc:picChg>
      </pc:sldChg>
      <pc:sldChg chg="addSp delSp modSp mod ord modAnim modNotesTx">
        <pc:chgData name="Sohag Kabir" userId="e9b0da40-aef8-480a-bb63-d1daacecf555" providerId="ADAL" clId="{5C408035-4E8D-4ADF-9233-ED281F8B05DA}" dt="2024-09-29T16:14:23.061" v="6521" actId="6549"/>
        <pc:sldMkLst>
          <pc:docMk/>
          <pc:sldMk cId="1480265116" sldId="266"/>
        </pc:sldMkLst>
        <pc:spChg chg="del mod">
          <ac:chgData name="Sohag Kabir" userId="e9b0da40-aef8-480a-bb63-d1daacecf555" providerId="ADAL" clId="{5C408035-4E8D-4ADF-9233-ED281F8B05DA}" dt="2024-09-29T11:21:22.116" v="3319" actId="478"/>
          <ac:spMkLst>
            <pc:docMk/>
            <pc:sldMk cId="1480265116" sldId="266"/>
            <ac:spMk id="2" creationId="{F2A4DAD3-1E36-4CAD-94D1-E06B348A4ADD}"/>
          </ac:spMkLst>
        </pc:spChg>
        <pc:spChg chg="add del mod">
          <ac:chgData name="Sohag Kabir" userId="e9b0da40-aef8-480a-bb63-d1daacecf555" providerId="ADAL" clId="{5C408035-4E8D-4ADF-9233-ED281F8B05DA}" dt="2024-09-29T11:21:26.820" v="3321" actId="478"/>
          <ac:spMkLst>
            <pc:docMk/>
            <pc:sldMk cId="1480265116" sldId="266"/>
            <ac:spMk id="3" creationId="{EF9A1EED-6681-2F7F-8D8F-6C73CABCB7C3}"/>
          </ac:spMkLst>
        </pc:spChg>
        <pc:spChg chg="add mod">
          <ac:chgData name="Sohag Kabir" userId="e9b0da40-aef8-480a-bb63-d1daacecf555" providerId="ADAL" clId="{5C408035-4E8D-4ADF-9233-ED281F8B05DA}" dt="2024-09-29T12:51:55.846" v="4348" actId="20577"/>
          <ac:spMkLst>
            <pc:docMk/>
            <pc:sldMk cId="1480265116" sldId="266"/>
            <ac:spMk id="4" creationId="{8B3BBD20-CA54-1CCC-FDC5-4B2C938D023F}"/>
          </ac:spMkLst>
        </pc:spChg>
        <pc:spChg chg="add del mod">
          <ac:chgData name="Sohag Kabir" userId="e9b0da40-aef8-480a-bb63-d1daacecf555" providerId="ADAL" clId="{5C408035-4E8D-4ADF-9233-ED281F8B05DA}" dt="2024-09-22T10:16:05.569" v="1780" actId="478"/>
          <ac:spMkLst>
            <pc:docMk/>
            <pc:sldMk cId="1480265116" sldId="266"/>
            <ac:spMk id="4" creationId="{94F2367E-5D87-11B9-DCF6-0AABE51EB222}"/>
          </ac:spMkLst>
        </pc:spChg>
        <pc:spChg chg="add del mod">
          <ac:chgData name="Sohag Kabir" userId="e9b0da40-aef8-480a-bb63-d1daacecf555" providerId="ADAL" clId="{5C408035-4E8D-4ADF-9233-ED281F8B05DA}" dt="2024-09-22T10:20:13.645" v="1791" actId="478"/>
          <ac:spMkLst>
            <pc:docMk/>
            <pc:sldMk cId="1480265116" sldId="266"/>
            <ac:spMk id="5" creationId="{FDEA4DFA-1268-47F7-FDAA-F6B52258C2DD}"/>
          </ac:spMkLst>
        </pc:spChg>
        <pc:spChg chg="add del mod">
          <ac:chgData name="Sohag Kabir" userId="e9b0da40-aef8-480a-bb63-d1daacecf555" providerId="ADAL" clId="{5C408035-4E8D-4ADF-9233-ED281F8B05DA}" dt="2024-09-21T23:43:11.382" v="1055" actId="478"/>
          <ac:spMkLst>
            <pc:docMk/>
            <pc:sldMk cId="1480265116" sldId="266"/>
            <ac:spMk id="7" creationId="{319B76FA-1ED1-4944-57BA-81AB4F9EA75B}"/>
          </ac:spMkLst>
        </pc:spChg>
        <pc:spChg chg="mod">
          <ac:chgData name="Sohag Kabir" userId="e9b0da40-aef8-480a-bb63-d1daacecf555" providerId="ADAL" clId="{5C408035-4E8D-4ADF-9233-ED281F8B05DA}" dt="2024-09-22T00:24:32.715" v="1553"/>
          <ac:spMkLst>
            <pc:docMk/>
            <pc:sldMk cId="1480265116" sldId="266"/>
            <ac:spMk id="8" creationId="{00000000-0000-0000-0000-000000000000}"/>
          </ac:spMkLst>
        </pc:spChg>
        <pc:spChg chg="add del mod">
          <ac:chgData name="Sohag Kabir" userId="e9b0da40-aef8-480a-bb63-d1daacecf555" providerId="ADAL" clId="{5C408035-4E8D-4ADF-9233-ED281F8B05DA}" dt="2024-09-22T10:20:09.909" v="1790" actId="478"/>
          <ac:spMkLst>
            <pc:docMk/>
            <pc:sldMk cId="1480265116" sldId="266"/>
            <ac:spMk id="9" creationId="{E67C3D7F-1592-4B51-DE14-8B40F807CCBE}"/>
          </ac:spMkLst>
        </pc:spChg>
        <pc:spChg chg="add del mod">
          <ac:chgData name="Sohag Kabir" userId="e9b0da40-aef8-480a-bb63-d1daacecf555" providerId="ADAL" clId="{5C408035-4E8D-4ADF-9233-ED281F8B05DA}" dt="2024-09-29T11:45:53.599" v="3577" actId="478"/>
          <ac:spMkLst>
            <pc:docMk/>
            <pc:sldMk cId="1480265116" sldId="266"/>
            <ac:spMk id="9" creationId="{F5D9F30E-C386-5862-0637-094BEF3D6705}"/>
          </ac:spMkLst>
        </pc:spChg>
        <pc:spChg chg="del">
          <ac:chgData name="Sohag Kabir" userId="e9b0da40-aef8-480a-bb63-d1daacecf555" providerId="ADAL" clId="{5C408035-4E8D-4ADF-9233-ED281F8B05DA}" dt="2024-09-21T23:39:10.215" v="1045" actId="478"/>
          <ac:spMkLst>
            <pc:docMk/>
            <pc:sldMk cId="1480265116" sldId="266"/>
            <ac:spMk id="10" creationId="{00000000-0000-0000-0000-000000000000}"/>
          </ac:spMkLst>
        </pc:spChg>
        <pc:spChg chg="add mod">
          <ac:chgData name="Sohag Kabir" userId="e9b0da40-aef8-480a-bb63-d1daacecf555" providerId="ADAL" clId="{5C408035-4E8D-4ADF-9233-ED281F8B05DA}" dt="2024-09-21T23:44:03.445" v="1057" actId="164"/>
          <ac:spMkLst>
            <pc:docMk/>
            <pc:sldMk cId="1480265116" sldId="266"/>
            <ac:spMk id="11" creationId="{B6776BDC-2FC2-84FF-302C-91CF921D9A4A}"/>
          </ac:spMkLst>
        </pc:spChg>
        <pc:spChg chg="add mod">
          <ac:chgData name="Sohag Kabir" userId="e9b0da40-aef8-480a-bb63-d1daacecf555" providerId="ADAL" clId="{5C408035-4E8D-4ADF-9233-ED281F8B05DA}" dt="2024-09-29T11:43:18.693" v="3521" actId="164"/>
          <ac:spMkLst>
            <pc:docMk/>
            <pc:sldMk cId="1480265116" sldId="266"/>
            <ac:spMk id="12" creationId="{9F0955C3-A246-025F-03B7-10151ADD4A0E}"/>
          </ac:spMkLst>
        </pc:spChg>
        <pc:spChg chg="add mod">
          <ac:chgData name="Sohag Kabir" userId="e9b0da40-aef8-480a-bb63-d1daacecf555" providerId="ADAL" clId="{5C408035-4E8D-4ADF-9233-ED281F8B05DA}" dt="2024-09-21T23:44:03.445" v="1057" actId="164"/>
          <ac:spMkLst>
            <pc:docMk/>
            <pc:sldMk cId="1480265116" sldId="266"/>
            <ac:spMk id="12" creationId="{EA6C3882-F024-604B-5CD3-4FAA18EF815F}"/>
          </ac:spMkLst>
        </pc:spChg>
        <pc:spChg chg="add mod">
          <ac:chgData name="Sohag Kabir" userId="e9b0da40-aef8-480a-bb63-d1daacecf555" providerId="ADAL" clId="{5C408035-4E8D-4ADF-9233-ED281F8B05DA}" dt="2024-09-21T23:44:03.445" v="1057" actId="164"/>
          <ac:spMkLst>
            <pc:docMk/>
            <pc:sldMk cId="1480265116" sldId="266"/>
            <ac:spMk id="13" creationId="{3A48594D-5476-129F-E384-34C7F6296961}"/>
          </ac:spMkLst>
        </pc:spChg>
        <pc:spChg chg="add mod">
          <ac:chgData name="Sohag Kabir" userId="e9b0da40-aef8-480a-bb63-d1daacecf555" providerId="ADAL" clId="{5C408035-4E8D-4ADF-9233-ED281F8B05DA}" dt="2024-09-29T11:43:18.693" v="3521" actId="164"/>
          <ac:spMkLst>
            <pc:docMk/>
            <pc:sldMk cId="1480265116" sldId="266"/>
            <ac:spMk id="13" creationId="{6159D2C5-E1EB-2A81-9AF2-AF0442C0BCC3}"/>
          </ac:spMkLst>
        </pc:spChg>
        <pc:spChg chg="add del mod">
          <ac:chgData name="Sohag Kabir" userId="e9b0da40-aef8-480a-bb63-d1daacecf555" providerId="ADAL" clId="{5C408035-4E8D-4ADF-9233-ED281F8B05DA}" dt="2024-09-22T10:20:07.046" v="1789" actId="478"/>
          <ac:spMkLst>
            <pc:docMk/>
            <pc:sldMk cId="1480265116" sldId="266"/>
            <ac:spMk id="14" creationId="{20ED7C63-7FE2-E2FF-1786-8F6A3A0C56DD}"/>
          </ac:spMkLst>
        </pc:spChg>
        <pc:spChg chg="add mod">
          <ac:chgData name="Sohag Kabir" userId="e9b0da40-aef8-480a-bb63-d1daacecf555" providerId="ADAL" clId="{5C408035-4E8D-4ADF-9233-ED281F8B05DA}" dt="2024-09-29T11:43:18.693" v="3521" actId="164"/>
          <ac:spMkLst>
            <pc:docMk/>
            <pc:sldMk cId="1480265116" sldId="266"/>
            <ac:spMk id="14" creationId="{42308162-D919-9840-E15B-822772797EB3}"/>
          </ac:spMkLst>
        </pc:spChg>
        <pc:spChg chg="add del mod">
          <ac:chgData name="Sohag Kabir" userId="e9b0da40-aef8-480a-bb63-d1daacecf555" providerId="ADAL" clId="{5C408035-4E8D-4ADF-9233-ED281F8B05DA}" dt="2024-09-22T10:19:57.080" v="1785" actId="478"/>
          <ac:spMkLst>
            <pc:docMk/>
            <pc:sldMk cId="1480265116" sldId="266"/>
            <ac:spMk id="15" creationId="{A2041B4F-2E27-694B-227B-8415A108C521}"/>
          </ac:spMkLst>
        </pc:spChg>
        <pc:spChg chg="add mod">
          <ac:chgData name="Sohag Kabir" userId="e9b0da40-aef8-480a-bb63-d1daacecf555" providerId="ADAL" clId="{5C408035-4E8D-4ADF-9233-ED281F8B05DA}" dt="2024-09-29T11:43:18.693" v="3521" actId="164"/>
          <ac:spMkLst>
            <pc:docMk/>
            <pc:sldMk cId="1480265116" sldId="266"/>
            <ac:spMk id="15" creationId="{F2A9F24B-717E-4AF9-4B8D-02395BD05DE8}"/>
          </ac:spMkLst>
        </pc:spChg>
        <pc:spChg chg="add del mod">
          <ac:chgData name="Sohag Kabir" userId="e9b0da40-aef8-480a-bb63-d1daacecf555" providerId="ADAL" clId="{5C408035-4E8D-4ADF-9233-ED281F8B05DA}" dt="2024-09-22T10:19:59.802" v="1786" actId="478"/>
          <ac:spMkLst>
            <pc:docMk/>
            <pc:sldMk cId="1480265116" sldId="266"/>
            <ac:spMk id="16" creationId="{9B49B2EE-C37C-49FB-1E06-F921B609926F}"/>
          </ac:spMkLst>
        </pc:spChg>
        <pc:spChg chg="add mod">
          <ac:chgData name="Sohag Kabir" userId="e9b0da40-aef8-480a-bb63-d1daacecf555" providerId="ADAL" clId="{5C408035-4E8D-4ADF-9233-ED281F8B05DA}" dt="2024-09-29T11:43:18.693" v="3521" actId="164"/>
          <ac:spMkLst>
            <pc:docMk/>
            <pc:sldMk cId="1480265116" sldId="266"/>
            <ac:spMk id="16" creationId="{EF1A836B-E0EA-474D-352C-223B107F35AE}"/>
          </ac:spMkLst>
        </pc:spChg>
        <pc:spChg chg="add mod">
          <ac:chgData name="Sohag Kabir" userId="e9b0da40-aef8-480a-bb63-d1daacecf555" providerId="ADAL" clId="{5C408035-4E8D-4ADF-9233-ED281F8B05DA}" dt="2024-09-22T10:13:45.101" v="1759" actId="164"/>
          <ac:spMkLst>
            <pc:docMk/>
            <pc:sldMk cId="1480265116" sldId="266"/>
            <ac:spMk id="17" creationId="{8CE033DF-72D9-BBCF-170E-82877563EAB5}"/>
          </ac:spMkLst>
        </pc:spChg>
        <pc:spChg chg="add mod">
          <ac:chgData name="Sohag Kabir" userId="e9b0da40-aef8-480a-bb63-d1daacecf555" providerId="ADAL" clId="{5C408035-4E8D-4ADF-9233-ED281F8B05DA}" dt="2024-09-29T11:43:18.693" v="3521" actId="164"/>
          <ac:spMkLst>
            <pc:docMk/>
            <pc:sldMk cId="1480265116" sldId="266"/>
            <ac:spMk id="17" creationId="{FC5479AB-BF36-3C07-5DE6-46ECE3CC72B7}"/>
          </ac:spMkLst>
        </pc:spChg>
        <pc:spChg chg="add mod">
          <ac:chgData name="Sohag Kabir" userId="e9b0da40-aef8-480a-bb63-d1daacecf555" providerId="ADAL" clId="{5C408035-4E8D-4ADF-9233-ED281F8B05DA}" dt="2024-09-22T10:13:45.101" v="1759" actId="164"/>
          <ac:spMkLst>
            <pc:docMk/>
            <pc:sldMk cId="1480265116" sldId="266"/>
            <ac:spMk id="18" creationId="{87BAD49D-B2B6-D5B1-21F1-D395C7A0DA2D}"/>
          </ac:spMkLst>
        </pc:spChg>
        <pc:spChg chg="add mod">
          <ac:chgData name="Sohag Kabir" userId="e9b0da40-aef8-480a-bb63-d1daacecf555" providerId="ADAL" clId="{5C408035-4E8D-4ADF-9233-ED281F8B05DA}" dt="2024-09-29T11:43:18.693" v="3521" actId="164"/>
          <ac:spMkLst>
            <pc:docMk/>
            <pc:sldMk cId="1480265116" sldId="266"/>
            <ac:spMk id="18" creationId="{8BD4058E-CC4A-12D1-E514-785D0D53F7E1}"/>
          </ac:spMkLst>
        </pc:spChg>
        <pc:spChg chg="add mod">
          <ac:chgData name="Sohag Kabir" userId="e9b0da40-aef8-480a-bb63-d1daacecf555" providerId="ADAL" clId="{5C408035-4E8D-4ADF-9233-ED281F8B05DA}" dt="2024-09-29T11:43:18.693" v="3521" actId="164"/>
          <ac:spMkLst>
            <pc:docMk/>
            <pc:sldMk cId="1480265116" sldId="266"/>
            <ac:spMk id="19" creationId="{77A50F21-24D9-41B0-C1C8-12811EEF798C}"/>
          </ac:spMkLst>
        </pc:spChg>
        <pc:spChg chg="add del mod">
          <ac:chgData name="Sohag Kabir" userId="e9b0da40-aef8-480a-bb63-d1daacecf555" providerId="ADAL" clId="{5C408035-4E8D-4ADF-9233-ED281F8B05DA}" dt="2024-09-22T10:20:04.826" v="1788" actId="478"/>
          <ac:spMkLst>
            <pc:docMk/>
            <pc:sldMk cId="1480265116" sldId="266"/>
            <ac:spMk id="19" creationId="{DE453004-A99B-1063-ADB5-F26EAAD74331}"/>
          </ac:spMkLst>
        </pc:spChg>
        <pc:spChg chg="add del mod">
          <ac:chgData name="Sohag Kabir" userId="e9b0da40-aef8-480a-bb63-d1daacecf555" providerId="ADAL" clId="{5C408035-4E8D-4ADF-9233-ED281F8B05DA}" dt="2024-09-21T23:43:22.854" v="1056" actId="478"/>
          <ac:spMkLst>
            <pc:docMk/>
            <pc:sldMk cId="1480265116" sldId="266"/>
            <ac:spMk id="20" creationId="{B2628124-802C-B0B6-42AD-F8832F95A657}"/>
          </ac:spMkLst>
        </pc:spChg>
        <pc:spChg chg="add mod">
          <ac:chgData name="Sohag Kabir" userId="e9b0da40-aef8-480a-bb63-d1daacecf555" providerId="ADAL" clId="{5C408035-4E8D-4ADF-9233-ED281F8B05DA}" dt="2024-09-29T11:45:45.756" v="3575" actId="164"/>
          <ac:spMkLst>
            <pc:docMk/>
            <pc:sldMk cId="1480265116" sldId="266"/>
            <ac:spMk id="21" creationId="{F195198B-160F-E976-EF21-0B291791B767}"/>
          </ac:spMkLst>
        </pc:spChg>
        <pc:spChg chg="add del mod">
          <ac:chgData name="Sohag Kabir" userId="e9b0da40-aef8-480a-bb63-d1daacecf555" providerId="ADAL" clId="{5C408035-4E8D-4ADF-9233-ED281F8B05DA}" dt="2024-09-22T10:34:24.358" v="1873" actId="478"/>
          <ac:spMkLst>
            <pc:docMk/>
            <pc:sldMk cId="1480265116" sldId="266"/>
            <ac:spMk id="23" creationId="{A2037A05-9A54-499E-B326-FF6949841FC9}"/>
          </ac:spMkLst>
        </pc:spChg>
        <pc:grpChg chg="add mod">
          <ac:chgData name="Sohag Kabir" userId="e9b0da40-aef8-480a-bb63-d1daacecf555" providerId="ADAL" clId="{5C408035-4E8D-4ADF-9233-ED281F8B05DA}" dt="2024-09-29T11:45:45.756" v="3575" actId="164"/>
          <ac:grpSpMkLst>
            <pc:docMk/>
            <pc:sldMk cId="1480265116" sldId="266"/>
            <ac:grpSpMk id="20" creationId="{2980C8CC-3013-35D6-0198-16557731B49D}"/>
          </ac:grpSpMkLst>
        </pc:grpChg>
        <pc:grpChg chg="add del mod">
          <ac:chgData name="Sohag Kabir" userId="e9b0da40-aef8-480a-bb63-d1daacecf555" providerId="ADAL" clId="{5C408035-4E8D-4ADF-9233-ED281F8B05DA}" dt="2024-09-22T10:19:55.354" v="1784" actId="478"/>
          <ac:grpSpMkLst>
            <pc:docMk/>
            <pc:sldMk cId="1480265116" sldId="266"/>
            <ac:grpSpMk id="21" creationId="{B189401D-9EB8-B47B-0561-515E6F904FC4}"/>
          </ac:grpSpMkLst>
        </pc:grpChg>
        <pc:grpChg chg="add mod">
          <ac:chgData name="Sohag Kabir" userId="e9b0da40-aef8-480a-bb63-d1daacecf555" providerId="ADAL" clId="{5C408035-4E8D-4ADF-9233-ED281F8B05DA}" dt="2024-09-29T11:45:57.587" v="3578" actId="1076"/>
          <ac:grpSpMkLst>
            <pc:docMk/>
            <pc:sldMk cId="1480265116" sldId="266"/>
            <ac:grpSpMk id="22" creationId="{83734901-8D72-C4F9-8A2C-2F0FA82EE86F}"/>
          </ac:grpSpMkLst>
        </pc:grpChg>
        <pc:grpChg chg="add del mod">
          <ac:chgData name="Sohag Kabir" userId="e9b0da40-aef8-480a-bb63-d1daacecf555" providerId="ADAL" clId="{5C408035-4E8D-4ADF-9233-ED281F8B05DA}" dt="2024-09-22T10:20:01.435" v="1787" actId="478"/>
          <ac:grpSpMkLst>
            <pc:docMk/>
            <pc:sldMk cId="1480265116" sldId="266"/>
            <ac:grpSpMk id="22" creationId="{F8A2D9C2-B606-A363-E5CB-512BD6C60608}"/>
          </ac:grpSpMkLst>
        </pc:grpChg>
        <pc:graphicFrameChg chg="add del">
          <ac:chgData name="Sohag Kabir" userId="e9b0da40-aef8-480a-bb63-d1daacecf555" providerId="ADAL" clId="{5C408035-4E8D-4ADF-9233-ED281F8B05DA}" dt="2024-09-21T23:37:23.152" v="1014" actId="478"/>
          <ac:graphicFrameMkLst>
            <pc:docMk/>
            <pc:sldMk cId="1480265116" sldId="266"/>
            <ac:graphicFrameMk id="3" creationId="{20A58AF0-380F-BC9E-E05C-307D5FD8CA66}"/>
          </ac:graphicFrameMkLst>
        </pc:graphicFrameChg>
        <pc:graphicFrameChg chg="add del">
          <ac:chgData name="Sohag Kabir" userId="e9b0da40-aef8-480a-bb63-d1daacecf555" providerId="ADAL" clId="{5C408035-4E8D-4ADF-9233-ED281F8B05DA}" dt="2024-09-22T10:28:02.762" v="1864" actId="478"/>
          <ac:graphicFrameMkLst>
            <pc:docMk/>
            <pc:sldMk cId="1480265116" sldId="266"/>
            <ac:graphicFrameMk id="24" creationId="{51DC9883-8A42-0338-6F19-F7DF7772E983}"/>
          </ac:graphicFrameMkLst>
        </pc:graphicFrameChg>
        <pc:graphicFrameChg chg="add del">
          <ac:chgData name="Sohag Kabir" userId="e9b0da40-aef8-480a-bb63-d1daacecf555" providerId="ADAL" clId="{5C408035-4E8D-4ADF-9233-ED281F8B05DA}" dt="2024-09-22T10:28:58.906" v="1866" actId="478"/>
          <ac:graphicFrameMkLst>
            <pc:docMk/>
            <pc:sldMk cId="1480265116" sldId="266"/>
            <ac:graphicFrameMk id="25" creationId="{5267897D-D281-E71F-A3D3-C60A65D26699}"/>
          </ac:graphicFrameMkLst>
        </pc:graphicFrameChg>
        <pc:graphicFrameChg chg="add del">
          <ac:chgData name="Sohag Kabir" userId="e9b0da40-aef8-480a-bb63-d1daacecf555" providerId="ADAL" clId="{5C408035-4E8D-4ADF-9233-ED281F8B05DA}" dt="2024-09-22T10:29:43.446" v="1870"/>
          <ac:graphicFrameMkLst>
            <pc:docMk/>
            <pc:sldMk cId="1480265116" sldId="266"/>
            <ac:graphicFrameMk id="26" creationId="{3AEC0900-C1FB-632F-42FF-EA15D6564243}"/>
          </ac:graphicFrameMkLst>
        </pc:graphicFrameChg>
        <pc:graphicFrameChg chg="add del">
          <ac:chgData name="Sohag Kabir" userId="e9b0da40-aef8-480a-bb63-d1daacecf555" providerId="ADAL" clId="{5C408035-4E8D-4ADF-9233-ED281F8B05DA}" dt="2024-09-29T11:21:01.013" v="3318" actId="478"/>
          <ac:graphicFrameMkLst>
            <pc:docMk/>
            <pc:sldMk cId="1480265116" sldId="266"/>
            <ac:graphicFrameMk id="27" creationId="{FACBFDC2-D785-7863-1171-77C1310CB2D7}"/>
          </ac:graphicFrameMkLst>
        </pc:graphicFrameChg>
        <pc:picChg chg="add mod modCrop">
          <ac:chgData name="Sohag Kabir" userId="e9b0da40-aef8-480a-bb63-d1daacecf555" providerId="ADAL" clId="{5C408035-4E8D-4ADF-9233-ED281F8B05DA}" dt="2024-09-29T12:50:19.108" v="4340" actId="1038"/>
          <ac:picMkLst>
            <pc:docMk/>
            <pc:sldMk cId="1480265116" sldId="266"/>
            <ac:picMk id="5" creationId="{73C3FC7A-B18C-801D-A078-C8C8D407B711}"/>
          </ac:picMkLst>
        </pc:picChg>
        <pc:picChg chg="add mod">
          <ac:chgData name="Sohag Kabir" userId="e9b0da40-aef8-480a-bb63-d1daacecf555" providerId="ADAL" clId="{5C408035-4E8D-4ADF-9233-ED281F8B05DA}" dt="2024-09-29T11:43:18.693" v="3521" actId="164"/>
          <ac:picMkLst>
            <pc:docMk/>
            <pc:sldMk cId="1480265116" sldId="266"/>
            <ac:picMk id="11" creationId="{3B27D34B-9503-D14D-D19B-81CAE6982FCA}"/>
          </ac:picMkLst>
        </pc:picChg>
        <pc:picChg chg="add del mod">
          <ac:chgData name="Sohag Kabir" userId="e9b0da40-aef8-480a-bb63-d1daacecf555" providerId="ADAL" clId="{5C408035-4E8D-4ADF-9233-ED281F8B05DA}" dt="2024-09-22T10:19:53.717" v="1783" actId="478"/>
          <ac:picMkLst>
            <pc:docMk/>
            <pc:sldMk cId="1480265116" sldId="266"/>
            <ac:picMk id="1026" creationId="{78323CF5-4D28-F066-615D-7D4742318D85}"/>
          </ac:picMkLst>
        </pc:picChg>
      </pc:sldChg>
      <pc:sldChg chg="modSp mod">
        <pc:chgData name="Sohag Kabir" userId="e9b0da40-aef8-480a-bb63-d1daacecf555" providerId="ADAL" clId="{5C408035-4E8D-4ADF-9233-ED281F8B05DA}" dt="2024-09-22T00:25:21.842" v="1561"/>
        <pc:sldMkLst>
          <pc:docMk/>
          <pc:sldMk cId="4136712713" sldId="268"/>
        </pc:sldMkLst>
        <pc:spChg chg="mod">
          <ac:chgData name="Sohag Kabir" userId="e9b0da40-aef8-480a-bb63-d1daacecf555" providerId="ADAL" clId="{5C408035-4E8D-4ADF-9233-ED281F8B05DA}" dt="2024-09-22T00:25:21.842" v="1561"/>
          <ac:spMkLst>
            <pc:docMk/>
            <pc:sldMk cId="4136712713" sldId="268"/>
            <ac:spMk id="13" creationId="{B05BF201-15EA-4712-87E8-E69CA936FC58}"/>
          </ac:spMkLst>
        </pc:spChg>
      </pc:sldChg>
      <pc:sldChg chg="addSp delSp modSp mod">
        <pc:chgData name="Sohag Kabir" userId="e9b0da40-aef8-480a-bb63-d1daacecf555" providerId="ADAL" clId="{5C408035-4E8D-4ADF-9233-ED281F8B05DA}" dt="2024-09-29T15:40:50.529" v="6062" actId="14100"/>
        <pc:sldMkLst>
          <pc:docMk/>
          <pc:sldMk cId="4000026248" sldId="270"/>
        </pc:sldMkLst>
        <pc:spChg chg="mod">
          <ac:chgData name="Sohag Kabir" userId="e9b0da40-aef8-480a-bb63-d1daacecf555" providerId="ADAL" clId="{5C408035-4E8D-4ADF-9233-ED281F8B05DA}" dt="2024-09-29T15:40:07.476" v="6017"/>
          <ac:spMkLst>
            <pc:docMk/>
            <pc:sldMk cId="4000026248" sldId="270"/>
            <ac:spMk id="2" creationId="{34E1E058-61F9-4514-99F0-93DE3829F95E}"/>
          </ac:spMkLst>
        </pc:spChg>
        <pc:spChg chg="add del mod">
          <ac:chgData name="Sohag Kabir" userId="e9b0da40-aef8-480a-bb63-d1daacecf555" providerId="ADAL" clId="{5C408035-4E8D-4ADF-9233-ED281F8B05DA}" dt="2024-09-29T15:37:37.392" v="5980" actId="478"/>
          <ac:spMkLst>
            <pc:docMk/>
            <pc:sldMk cId="4000026248" sldId="270"/>
            <ac:spMk id="3" creationId="{8303B4F4-BA25-03AD-6D24-257F731D8A4D}"/>
          </ac:spMkLst>
        </pc:spChg>
        <pc:spChg chg="add mod">
          <ac:chgData name="Sohag Kabir" userId="e9b0da40-aef8-480a-bb63-d1daacecf555" providerId="ADAL" clId="{5C408035-4E8D-4ADF-9233-ED281F8B05DA}" dt="2024-09-29T15:40:45.810" v="6061" actId="14100"/>
          <ac:spMkLst>
            <pc:docMk/>
            <pc:sldMk cId="4000026248" sldId="270"/>
            <ac:spMk id="7" creationId="{197B47A4-D051-711D-55AF-AF41B40BB843}"/>
          </ac:spMkLst>
        </pc:spChg>
        <pc:spChg chg="mod">
          <ac:chgData name="Sohag Kabir" userId="e9b0da40-aef8-480a-bb63-d1daacecf555" providerId="ADAL" clId="{5C408035-4E8D-4ADF-9233-ED281F8B05DA}" dt="2024-09-22T00:25:12.506" v="1559"/>
          <ac:spMkLst>
            <pc:docMk/>
            <pc:sldMk cId="4000026248" sldId="270"/>
            <ac:spMk id="11" creationId="{81EC2EC8-08AF-4F2E-9595-B1D7A68CEB49}"/>
          </ac:spMkLst>
        </pc:spChg>
        <pc:spChg chg="del mod">
          <ac:chgData name="Sohag Kabir" userId="e9b0da40-aef8-480a-bb63-d1daacecf555" providerId="ADAL" clId="{5C408035-4E8D-4ADF-9233-ED281F8B05DA}" dt="2024-09-29T15:37:35.284" v="5979" actId="478"/>
          <ac:spMkLst>
            <pc:docMk/>
            <pc:sldMk cId="4000026248" sldId="270"/>
            <ac:spMk id="12" creationId="{AE427AB6-2C9B-44F8-B549-F145AA134E2A}"/>
          </ac:spMkLst>
        </pc:spChg>
        <pc:picChg chg="add mod modCrop">
          <ac:chgData name="Sohag Kabir" userId="e9b0da40-aef8-480a-bb63-d1daacecf555" providerId="ADAL" clId="{5C408035-4E8D-4ADF-9233-ED281F8B05DA}" dt="2024-09-29T15:40:50.529" v="6062" actId="14100"/>
          <ac:picMkLst>
            <pc:docMk/>
            <pc:sldMk cId="4000026248" sldId="270"/>
            <ac:picMk id="4" creationId="{00FE4820-F319-70B9-2D36-89DC81BDE069}"/>
          </ac:picMkLst>
        </pc:picChg>
      </pc:sldChg>
      <pc:sldChg chg="addSp delSp modSp mod">
        <pc:chgData name="Sohag Kabir" userId="e9b0da40-aef8-480a-bb63-d1daacecf555" providerId="ADAL" clId="{5C408035-4E8D-4ADF-9233-ED281F8B05DA}" dt="2024-09-29T14:38:59.909" v="5447" actId="20577"/>
        <pc:sldMkLst>
          <pc:docMk/>
          <pc:sldMk cId="4132999612" sldId="271"/>
        </pc:sldMkLst>
        <pc:spChg chg="mod">
          <ac:chgData name="Sohag Kabir" userId="e9b0da40-aef8-480a-bb63-d1daacecf555" providerId="ADAL" clId="{5C408035-4E8D-4ADF-9233-ED281F8B05DA}" dt="2024-09-29T14:38:59.909" v="5447" actId="20577"/>
          <ac:spMkLst>
            <pc:docMk/>
            <pc:sldMk cId="4132999612" sldId="271"/>
            <ac:spMk id="2" creationId="{3530B774-9001-449E-924A-4229028B4A25}"/>
          </ac:spMkLst>
        </pc:spChg>
        <pc:spChg chg="add mod">
          <ac:chgData name="Sohag Kabir" userId="e9b0da40-aef8-480a-bb63-d1daacecf555" providerId="ADAL" clId="{5C408035-4E8D-4ADF-9233-ED281F8B05DA}" dt="2024-09-29T13:21:56.658" v="4709" actId="1076"/>
          <ac:spMkLst>
            <pc:docMk/>
            <pc:sldMk cId="4132999612" sldId="271"/>
            <ac:spMk id="5" creationId="{1122AB5C-9A91-2C91-204A-99B0B4FD7DD3}"/>
          </ac:spMkLst>
        </pc:spChg>
        <pc:spChg chg="del mod">
          <ac:chgData name="Sohag Kabir" userId="e9b0da40-aef8-480a-bb63-d1daacecf555" providerId="ADAL" clId="{5C408035-4E8D-4ADF-9233-ED281F8B05DA}" dt="2024-09-22T10:54:23.420" v="1879" actId="478"/>
          <ac:spMkLst>
            <pc:docMk/>
            <pc:sldMk cId="4132999612" sldId="271"/>
            <ac:spMk id="8" creationId="{00000000-0000-0000-0000-000000000000}"/>
          </ac:spMkLst>
        </pc:spChg>
        <pc:spChg chg="mod">
          <ac:chgData name="Sohag Kabir" userId="e9b0da40-aef8-480a-bb63-d1daacecf555" providerId="ADAL" clId="{5C408035-4E8D-4ADF-9233-ED281F8B05DA}" dt="2024-09-22T00:24:50.193" v="1555"/>
          <ac:spMkLst>
            <pc:docMk/>
            <pc:sldMk cId="4132999612" sldId="271"/>
            <ac:spMk id="9" creationId="{00000000-0000-0000-0000-000000000000}"/>
          </ac:spMkLst>
        </pc:spChg>
        <pc:graphicFrameChg chg="add del">
          <ac:chgData name="Sohag Kabir" userId="e9b0da40-aef8-480a-bb63-d1daacecf555" providerId="ADAL" clId="{5C408035-4E8D-4ADF-9233-ED281F8B05DA}" dt="2024-09-29T13:13:19.087" v="4521" actId="478"/>
          <ac:graphicFrameMkLst>
            <pc:docMk/>
            <pc:sldMk cId="4132999612" sldId="271"/>
            <ac:graphicFrameMk id="3" creationId="{03CE51C8-EFE9-9CA3-3AAB-CF0A53023268}"/>
          </ac:graphicFrameMkLst>
        </pc:graphicFrameChg>
        <pc:picChg chg="add mod">
          <ac:chgData name="Sohag Kabir" userId="e9b0da40-aef8-480a-bb63-d1daacecf555" providerId="ADAL" clId="{5C408035-4E8D-4ADF-9233-ED281F8B05DA}" dt="2024-09-29T13:21:31.274" v="4695" actId="1076"/>
          <ac:picMkLst>
            <pc:docMk/>
            <pc:sldMk cId="4132999612" sldId="271"/>
            <ac:picMk id="4098" creationId="{0F334A9C-70F5-8BC0-D3D4-04B515E3B0D7}"/>
          </ac:picMkLst>
        </pc:picChg>
      </pc:sldChg>
      <pc:sldChg chg="addSp delSp modSp del mod">
        <pc:chgData name="Sohag Kabir" userId="e9b0da40-aef8-480a-bb63-d1daacecf555" providerId="ADAL" clId="{5C408035-4E8D-4ADF-9233-ED281F8B05DA}" dt="2024-09-29T14:32:44.124" v="5280" actId="2696"/>
        <pc:sldMkLst>
          <pc:docMk/>
          <pc:sldMk cId="900894215" sldId="272"/>
        </pc:sldMkLst>
        <pc:spChg chg="mod">
          <ac:chgData name="Sohag Kabir" userId="e9b0da40-aef8-480a-bb63-d1daacecf555" providerId="ADAL" clId="{5C408035-4E8D-4ADF-9233-ED281F8B05DA}" dt="2024-09-22T10:09:12.362" v="1751" actId="14100"/>
          <ac:spMkLst>
            <pc:docMk/>
            <pc:sldMk cId="900894215" sldId="272"/>
            <ac:spMk id="2" creationId="{F2A4DAD3-1E36-4CAD-94D1-E06B348A4ADD}"/>
          </ac:spMkLst>
        </pc:spChg>
        <pc:spChg chg="add del mod">
          <ac:chgData name="Sohag Kabir" userId="e9b0da40-aef8-480a-bb63-d1daacecf555" providerId="ADAL" clId="{5C408035-4E8D-4ADF-9233-ED281F8B05DA}" dt="2024-09-21T23:53:48.146" v="1092" actId="478"/>
          <ac:spMkLst>
            <pc:docMk/>
            <pc:sldMk cId="900894215" sldId="272"/>
            <ac:spMk id="3" creationId="{932085CA-30C0-E3AF-1AC4-4848B11531A5}"/>
          </ac:spMkLst>
        </pc:spChg>
        <pc:spChg chg="del">
          <ac:chgData name="Sohag Kabir" userId="e9b0da40-aef8-480a-bb63-d1daacecf555" providerId="ADAL" clId="{5C408035-4E8D-4ADF-9233-ED281F8B05DA}" dt="2024-09-21T23:53:05.945" v="1087" actId="478"/>
          <ac:spMkLst>
            <pc:docMk/>
            <pc:sldMk cId="900894215" sldId="272"/>
            <ac:spMk id="7" creationId="{00000000-0000-0000-0000-000000000000}"/>
          </ac:spMkLst>
        </pc:spChg>
        <pc:spChg chg="mod">
          <ac:chgData name="Sohag Kabir" userId="e9b0da40-aef8-480a-bb63-d1daacecf555" providerId="ADAL" clId="{5C408035-4E8D-4ADF-9233-ED281F8B05DA}" dt="2024-09-22T00:24:55.852" v="1556"/>
          <ac:spMkLst>
            <pc:docMk/>
            <pc:sldMk cId="900894215" sldId="272"/>
            <ac:spMk id="8" creationId="{00000000-0000-0000-0000-000000000000}"/>
          </ac:spMkLst>
        </pc:spChg>
        <pc:graphicFrameChg chg="add mod">
          <ac:chgData name="Sohag Kabir" userId="e9b0da40-aef8-480a-bb63-d1daacecf555" providerId="ADAL" clId="{5C408035-4E8D-4ADF-9233-ED281F8B05DA}" dt="2024-09-22T10:09:18.798" v="1752" actId="1076"/>
          <ac:graphicFrameMkLst>
            <pc:docMk/>
            <pc:sldMk cId="900894215" sldId="272"/>
            <ac:graphicFrameMk id="4" creationId="{1843E6A9-186A-5772-FB01-D4E1CF8CDB17}"/>
          </ac:graphicFrameMkLst>
        </pc:graphicFrameChg>
      </pc:sldChg>
      <pc:sldChg chg="del">
        <pc:chgData name="Sohag Kabir" userId="e9b0da40-aef8-480a-bb63-d1daacecf555" providerId="ADAL" clId="{5C408035-4E8D-4ADF-9233-ED281F8B05DA}" dt="2024-09-21T23:54:33.863" v="1098" actId="2696"/>
        <pc:sldMkLst>
          <pc:docMk/>
          <pc:sldMk cId="3747650600" sldId="273"/>
        </pc:sldMkLst>
      </pc:sldChg>
      <pc:sldChg chg="addSp delSp modSp add mod ord">
        <pc:chgData name="Sohag Kabir" userId="e9b0da40-aef8-480a-bb63-d1daacecf555" providerId="ADAL" clId="{5C408035-4E8D-4ADF-9233-ED281F8B05DA}" dt="2024-09-29T11:14:32.459" v="3205" actId="14100"/>
        <pc:sldMkLst>
          <pc:docMk/>
          <pc:sldMk cId="249088773" sldId="274"/>
        </pc:sldMkLst>
        <pc:spChg chg="mod">
          <ac:chgData name="Sohag Kabir" userId="e9b0da40-aef8-480a-bb63-d1daacecf555" providerId="ADAL" clId="{5C408035-4E8D-4ADF-9233-ED281F8B05DA}" dt="2024-09-29T11:14:32.459" v="3205" actId="14100"/>
          <ac:spMkLst>
            <pc:docMk/>
            <pc:sldMk cId="249088773" sldId="274"/>
            <ac:spMk id="2" creationId="{3530B774-9001-449E-924A-4229028B4A25}"/>
          </ac:spMkLst>
        </pc:spChg>
        <pc:spChg chg="del mod">
          <ac:chgData name="Sohag Kabir" userId="e9b0da40-aef8-480a-bb63-d1daacecf555" providerId="ADAL" clId="{5C408035-4E8D-4ADF-9233-ED281F8B05DA}" dt="2024-09-29T10:05:17.778" v="2594" actId="478"/>
          <ac:spMkLst>
            <pc:docMk/>
            <pc:sldMk cId="249088773" sldId="274"/>
            <ac:spMk id="8" creationId="{00000000-0000-0000-0000-000000000000}"/>
          </ac:spMkLst>
        </pc:spChg>
        <pc:spChg chg="mod">
          <ac:chgData name="Sohag Kabir" userId="e9b0da40-aef8-480a-bb63-d1daacecf555" providerId="ADAL" clId="{5C408035-4E8D-4ADF-9233-ED281F8B05DA}" dt="2024-09-21T23:17:27.778" v="794"/>
          <ac:spMkLst>
            <pc:docMk/>
            <pc:sldMk cId="249088773" sldId="274"/>
            <ac:spMk id="9" creationId="{00000000-0000-0000-0000-000000000000}"/>
          </ac:spMkLst>
        </pc:spChg>
        <pc:spChg chg="add mod">
          <ac:chgData name="Sohag Kabir" userId="e9b0da40-aef8-480a-bb63-d1daacecf555" providerId="ADAL" clId="{5C408035-4E8D-4ADF-9233-ED281F8B05DA}" dt="2024-09-29T10:46:55.971" v="3152" actId="207"/>
          <ac:spMkLst>
            <pc:docMk/>
            <pc:sldMk cId="249088773" sldId="274"/>
            <ac:spMk id="10" creationId="{F01AF555-705F-603F-56A1-103D80EAB3E4}"/>
          </ac:spMkLst>
        </pc:spChg>
        <pc:spChg chg="add mod">
          <ac:chgData name="Sohag Kabir" userId="e9b0da40-aef8-480a-bb63-d1daacecf555" providerId="ADAL" clId="{5C408035-4E8D-4ADF-9233-ED281F8B05DA}" dt="2024-09-29T10:47:19.392" v="3156" actId="207"/>
          <ac:spMkLst>
            <pc:docMk/>
            <pc:sldMk cId="249088773" sldId="274"/>
            <ac:spMk id="11" creationId="{32B2BED7-1BE1-12DD-1913-9335ACCC25B4}"/>
          </ac:spMkLst>
        </pc:spChg>
        <pc:spChg chg="add mod">
          <ac:chgData name="Sohag Kabir" userId="e9b0da40-aef8-480a-bb63-d1daacecf555" providerId="ADAL" clId="{5C408035-4E8D-4ADF-9233-ED281F8B05DA}" dt="2024-09-29T10:47:06.945" v="3153" actId="207"/>
          <ac:spMkLst>
            <pc:docMk/>
            <pc:sldMk cId="249088773" sldId="274"/>
            <ac:spMk id="12" creationId="{0B5B3220-0D2C-4631-98AF-418D193E3634}"/>
          </ac:spMkLst>
        </pc:spChg>
        <pc:spChg chg="add mod">
          <ac:chgData name="Sohag Kabir" userId="e9b0da40-aef8-480a-bb63-d1daacecf555" providerId="ADAL" clId="{5C408035-4E8D-4ADF-9233-ED281F8B05DA}" dt="2024-09-29T10:47:11.488" v="3154" actId="207"/>
          <ac:spMkLst>
            <pc:docMk/>
            <pc:sldMk cId="249088773" sldId="274"/>
            <ac:spMk id="13" creationId="{B167FC9D-EBEB-8A8A-CE3F-ECBC16D6BF84}"/>
          </ac:spMkLst>
        </pc:spChg>
        <pc:spChg chg="add mod">
          <ac:chgData name="Sohag Kabir" userId="e9b0da40-aef8-480a-bb63-d1daacecf555" providerId="ADAL" clId="{5C408035-4E8D-4ADF-9233-ED281F8B05DA}" dt="2024-09-29T10:47:15.409" v="3155" actId="207"/>
          <ac:spMkLst>
            <pc:docMk/>
            <pc:sldMk cId="249088773" sldId="274"/>
            <ac:spMk id="14" creationId="{348870AF-B229-6C4D-44D0-891DD7006CD2}"/>
          </ac:spMkLst>
        </pc:spChg>
        <pc:spChg chg="add mod">
          <ac:chgData name="Sohag Kabir" userId="e9b0da40-aef8-480a-bb63-d1daacecf555" providerId="ADAL" clId="{5C408035-4E8D-4ADF-9233-ED281F8B05DA}" dt="2024-09-29T10:47:22.441" v="3157" actId="207"/>
          <ac:spMkLst>
            <pc:docMk/>
            <pc:sldMk cId="249088773" sldId="274"/>
            <ac:spMk id="15" creationId="{8191A9AE-2701-E8B5-77F3-FBBD3EE5FD01}"/>
          </ac:spMkLst>
        </pc:spChg>
        <pc:spChg chg="add mod">
          <ac:chgData name="Sohag Kabir" userId="e9b0da40-aef8-480a-bb63-d1daacecf555" providerId="ADAL" clId="{5C408035-4E8D-4ADF-9233-ED281F8B05DA}" dt="2024-09-29T10:47:27.314" v="3158" actId="207"/>
          <ac:spMkLst>
            <pc:docMk/>
            <pc:sldMk cId="249088773" sldId="274"/>
            <ac:spMk id="16" creationId="{409D544D-A684-B956-8862-B8445C2236D3}"/>
          </ac:spMkLst>
        </pc:spChg>
        <pc:spChg chg="add mod">
          <ac:chgData name="Sohag Kabir" userId="e9b0da40-aef8-480a-bb63-d1daacecf555" providerId="ADAL" clId="{5C408035-4E8D-4ADF-9233-ED281F8B05DA}" dt="2024-09-29T10:47:30.515" v="3159" actId="207"/>
          <ac:spMkLst>
            <pc:docMk/>
            <pc:sldMk cId="249088773" sldId="274"/>
            <ac:spMk id="17" creationId="{6E4053E7-D401-67C5-75E2-CC20F98162B8}"/>
          </ac:spMkLst>
        </pc:spChg>
        <pc:grpChg chg="add mod">
          <ac:chgData name="Sohag Kabir" userId="e9b0da40-aef8-480a-bb63-d1daacecf555" providerId="ADAL" clId="{5C408035-4E8D-4ADF-9233-ED281F8B05DA}" dt="2024-09-29T10:46:28.235" v="3151" actId="164"/>
          <ac:grpSpMkLst>
            <pc:docMk/>
            <pc:sldMk cId="249088773" sldId="274"/>
            <ac:grpSpMk id="36" creationId="{BEBC9702-2A01-C721-E8B5-B7EECD7F03AE}"/>
          </ac:grpSpMkLst>
        </pc:grpChg>
        <pc:graphicFrameChg chg="add del mod modGraphic">
          <ac:chgData name="Sohag Kabir" userId="e9b0da40-aef8-480a-bb63-d1daacecf555" providerId="ADAL" clId="{5C408035-4E8D-4ADF-9233-ED281F8B05DA}" dt="2024-09-29T10:11:37.427" v="2634" actId="478"/>
          <ac:graphicFrameMkLst>
            <pc:docMk/>
            <pc:sldMk cId="249088773" sldId="274"/>
            <ac:graphicFrameMk id="7" creationId="{B0EE930E-3C02-0C49-DE7A-BEF76E422687}"/>
          </ac:graphicFrameMkLst>
        </pc:graphicFrameChg>
        <pc:picChg chg="add del">
          <ac:chgData name="Sohag Kabir" userId="e9b0da40-aef8-480a-bb63-d1daacecf555" providerId="ADAL" clId="{5C408035-4E8D-4ADF-9233-ED281F8B05DA}" dt="2024-09-29T10:04:55.402" v="2583" actId="478"/>
          <ac:picMkLst>
            <pc:docMk/>
            <pc:sldMk cId="249088773" sldId="274"/>
            <ac:picMk id="4" creationId="{0C919477-228D-C0A5-9DE7-0BCFDFA0EF48}"/>
          </ac:picMkLst>
        </pc:picChg>
        <pc:picChg chg="add mod modCrop">
          <ac:chgData name="Sohag Kabir" userId="e9b0da40-aef8-480a-bb63-d1daacecf555" providerId="ADAL" clId="{5C408035-4E8D-4ADF-9233-ED281F8B05DA}" dt="2024-09-29T10:46:28.235" v="3151" actId="164"/>
          <ac:picMkLst>
            <pc:docMk/>
            <pc:sldMk cId="249088773" sldId="274"/>
            <ac:picMk id="5" creationId="{B3B89F04-0A20-539D-2669-35C64D749ED3}"/>
          </ac:picMkLst>
        </pc:picChg>
        <pc:cxnChg chg="add del mod">
          <ac:chgData name="Sohag Kabir" userId="e9b0da40-aef8-480a-bb63-d1daacecf555" providerId="ADAL" clId="{5C408035-4E8D-4ADF-9233-ED281F8B05DA}" dt="2024-09-29T10:44:46.514" v="3132" actId="478"/>
          <ac:cxnSpMkLst>
            <pc:docMk/>
            <pc:sldMk cId="249088773" sldId="274"/>
            <ac:cxnSpMk id="19" creationId="{D13FE4A5-66E5-4345-B551-85CBE5654388}"/>
          </ac:cxnSpMkLst>
        </pc:cxnChg>
        <pc:cxnChg chg="add mod">
          <ac:chgData name="Sohag Kabir" userId="e9b0da40-aef8-480a-bb63-d1daacecf555" providerId="ADAL" clId="{5C408035-4E8D-4ADF-9233-ED281F8B05DA}" dt="2024-09-29T10:46:28.235" v="3151" actId="164"/>
          <ac:cxnSpMkLst>
            <pc:docMk/>
            <pc:sldMk cId="249088773" sldId="274"/>
            <ac:cxnSpMk id="21" creationId="{836F80B1-D8B0-B588-29F1-E124BCBFEA7B}"/>
          </ac:cxnSpMkLst>
        </pc:cxnChg>
        <pc:cxnChg chg="add mod">
          <ac:chgData name="Sohag Kabir" userId="e9b0da40-aef8-480a-bb63-d1daacecf555" providerId="ADAL" clId="{5C408035-4E8D-4ADF-9233-ED281F8B05DA}" dt="2024-09-29T10:46:28.235" v="3151" actId="164"/>
          <ac:cxnSpMkLst>
            <pc:docMk/>
            <pc:sldMk cId="249088773" sldId="274"/>
            <ac:cxnSpMk id="23" creationId="{BAB9D8A7-BAE2-14D2-26AA-5D60C2C583F1}"/>
          </ac:cxnSpMkLst>
        </pc:cxnChg>
        <pc:cxnChg chg="add mod">
          <ac:chgData name="Sohag Kabir" userId="e9b0da40-aef8-480a-bb63-d1daacecf555" providerId="ADAL" clId="{5C408035-4E8D-4ADF-9233-ED281F8B05DA}" dt="2024-09-29T10:46:28.235" v="3151" actId="164"/>
          <ac:cxnSpMkLst>
            <pc:docMk/>
            <pc:sldMk cId="249088773" sldId="274"/>
            <ac:cxnSpMk id="25" creationId="{555FD488-9101-BF30-73C5-DC2346552816}"/>
          </ac:cxnSpMkLst>
        </pc:cxnChg>
        <pc:cxnChg chg="add mod">
          <ac:chgData name="Sohag Kabir" userId="e9b0da40-aef8-480a-bb63-d1daacecf555" providerId="ADAL" clId="{5C408035-4E8D-4ADF-9233-ED281F8B05DA}" dt="2024-09-29T10:46:28.235" v="3151" actId="164"/>
          <ac:cxnSpMkLst>
            <pc:docMk/>
            <pc:sldMk cId="249088773" sldId="274"/>
            <ac:cxnSpMk id="27" creationId="{7A87DC21-C6BC-7AE4-5B6B-C039B597DF86}"/>
          </ac:cxnSpMkLst>
        </pc:cxnChg>
        <pc:cxnChg chg="add mod">
          <ac:chgData name="Sohag Kabir" userId="e9b0da40-aef8-480a-bb63-d1daacecf555" providerId="ADAL" clId="{5C408035-4E8D-4ADF-9233-ED281F8B05DA}" dt="2024-09-29T10:46:28.235" v="3151" actId="164"/>
          <ac:cxnSpMkLst>
            <pc:docMk/>
            <pc:sldMk cId="249088773" sldId="274"/>
            <ac:cxnSpMk id="29" creationId="{F0DD0348-E42C-2026-F990-022B9E2F6279}"/>
          </ac:cxnSpMkLst>
        </pc:cxnChg>
        <pc:cxnChg chg="add mod">
          <ac:chgData name="Sohag Kabir" userId="e9b0da40-aef8-480a-bb63-d1daacecf555" providerId="ADAL" clId="{5C408035-4E8D-4ADF-9233-ED281F8B05DA}" dt="2024-09-29T10:46:28.235" v="3151" actId="164"/>
          <ac:cxnSpMkLst>
            <pc:docMk/>
            <pc:sldMk cId="249088773" sldId="274"/>
            <ac:cxnSpMk id="31" creationId="{7C077BDD-FCEA-AF2F-E984-BA3444044752}"/>
          </ac:cxnSpMkLst>
        </pc:cxnChg>
        <pc:cxnChg chg="add mod">
          <ac:chgData name="Sohag Kabir" userId="e9b0da40-aef8-480a-bb63-d1daacecf555" providerId="ADAL" clId="{5C408035-4E8D-4ADF-9233-ED281F8B05DA}" dt="2024-09-29T10:46:28.235" v="3151" actId="164"/>
          <ac:cxnSpMkLst>
            <pc:docMk/>
            <pc:sldMk cId="249088773" sldId="274"/>
            <ac:cxnSpMk id="33" creationId="{F253A55A-A466-85FA-4075-4B574D3D9DDE}"/>
          </ac:cxnSpMkLst>
        </pc:cxnChg>
        <pc:cxnChg chg="add mod">
          <ac:chgData name="Sohag Kabir" userId="e9b0da40-aef8-480a-bb63-d1daacecf555" providerId="ADAL" clId="{5C408035-4E8D-4ADF-9233-ED281F8B05DA}" dt="2024-09-29T10:46:28.235" v="3151" actId="164"/>
          <ac:cxnSpMkLst>
            <pc:docMk/>
            <pc:sldMk cId="249088773" sldId="274"/>
            <ac:cxnSpMk id="35" creationId="{94C74513-F00D-15A8-6843-5A9C444FDB64}"/>
          </ac:cxnSpMkLst>
        </pc:cxnChg>
      </pc:sldChg>
      <pc:sldChg chg="addSp delSp modSp add mod ord modNotesTx">
        <pc:chgData name="Sohag Kabir" userId="e9b0da40-aef8-480a-bb63-d1daacecf555" providerId="ADAL" clId="{5C408035-4E8D-4ADF-9233-ED281F8B05DA}" dt="2024-09-29T16:14:00.618" v="6518" actId="6549"/>
        <pc:sldMkLst>
          <pc:docMk/>
          <pc:sldMk cId="161335234" sldId="275"/>
        </pc:sldMkLst>
        <pc:spChg chg="mod">
          <ac:chgData name="Sohag Kabir" userId="e9b0da40-aef8-480a-bb63-d1daacecf555" providerId="ADAL" clId="{5C408035-4E8D-4ADF-9233-ED281F8B05DA}" dt="2024-09-29T13:15:59.733" v="4552" actId="255"/>
          <ac:spMkLst>
            <pc:docMk/>
            <pc:sldMk cId="161335234" sldId="275"/>
            <ac:spMk id="2" creationId="{F2A4DAD3-1E36-4CAD-94D1-E06B348A4ADD}"/>
          </ac:spMkLst>
        </pc:spChg>
        <pc:spChg chg="add mod">
          <ac:chgData name="Sohag Kabir" userId="e9b0da40-aef8-480a-bb63-d1daacecf555" providerId="ADAL" clId="{5C408035-4E8D-4ADF-9233-ED281F8B05DA}" dt="2024-09-29T13:17:29.059" v="4564" actId="1076"/>
          <ac:spMkLst>
            <pc:docMk/>
            <pc:sldMk cId="161335234" sldId="275"/>
            <ac:spMk id="4" creationId="{7106F082-F875-786D-D0AD-BD7B2E639E96}"/>
          </ac:spMkLst>
        </pc:spChg>
        <pc:spChg chg="add mod">
          <ac:chgData name="Sohag Kabir" userId="e9b0da40-aef8-480a-bb63-d1daacecf555" providerId="ADAL" clId="{5C408035-4E8D-4ADF-9233-ED281F8B05DA}" dt="2024-09-29T13:18:23.219" v="4654" actId="1076"/>
          <ac:spMkLst>
            <pc:docMk/>
            <pc:sldMk cId="161335234" sldId="275"/>
            <ac:spMk id="5" creationId="{789068AB-C816-5EF7-52F0-81426BABE9B4}"/>
          </ac:spMkLst>
        </pc:spChg>
        <pc:spChg chg="mod">
          <ac:chgData name="Sohag Kabir" userId="e9b0da40-aef8-480a-bb63-d1daacecf555" providerId="ADAL" clId="{5C408035-4E8D-4ADF-9233-ED281F8B05DA}" dt="2024-09-22T00:24:44.796" v="1554"/>
          <ac:spMkLst>
            <pc:docMk/>
            <pc:sldMk cId="161335234" sldId="275"/>
            <ac:spMk id="8" creationId="{00000000-0000-0000-0000-000000000000}"/>
          </ac:spMkLst>
        </pc:spChg>
        <pc:spChg chg="del mod">
          <ac:chgData name="Sohag Kabir" userId="e9b0da40-aef8-480a-bb63-d1daacecf555" providerId="ADAL" clId="{5C408035-4E8D-4ADF-9233-ED281F8B05DA}" dt="2024-09-29T13:11:25.018" v="4518" actId="478"/>
          <ac:spMkLst>
            <pc:docMk/>
            <pc:sldMk cId="161335234" sldId="275"/>
            <ac:spMk id="10" creationId="{00000000-0000-0000-0000-000000000000}"/>
          </ac:spMkLst>
        </pc:spChg>
        <pc:picChg chg="add mod">
          <ac:chgData name="Sohag Kabir" userId="e9b0da40-aef8-480a-bb63-d1daacecf555" providerId="ADAL" clId="{5C408035-4E8D-4ADF-9233-ED281F8B05DA}" dt="2024-09-29T13:16:54.394" v="4553" actId="1076"/>
          <ac:picMkLst>
            <pc:docMk/>
            <pc:sldMk cId="161335234" sldId="275"/>
            <ac:picMk id="3" creationId="{C250461A-5E8D-9499-83CE-EB319AF5C8BF}"/>
          </ac:picMkLst>
        </pc:picChg>
      </pc:sldChg>
      <pc:sldChg chg="addSp delSp modSp add mod delAnim modAnim">
        <pc:chgData name="Sohag Kabir" userId="e9b0da40-aef8-480a-bb63-d1daacecf555" providerId="ADAL" clId="{5C408035-4E8D-4ADF-9233-ED281F8B05DA}" dt="2024-09-29T15:36:50.482" v="5978" actId="255"/>
        <pc:sldMkLst>
          <pc:docMk/>
          <pc:sldMk cId="2518863157" sldId="276"/>
        </pc:sldMkLst>
        <pc:spChg chg="mod">
          <ac:chgData name="Sohag Kabir" userId="e9b0da40-aef8-480a-bb63-d1daacecf555" providerId="ADAL" clId="{5C408035-4E8D-4ADF-9233-ED281F8B05DA}" dt="2024-09-29T15:36:50.482" v="5978" actId="255"/>
          <ac:spMkLst>
            <pc:docMk/>
            <pc:sldMk cId="2518863157" sldId="276"/>
            <ac:spMk id="2" creationId="{72ABD1FB-AEB1-45F3-94A9-40E0FDAAAB12}"/>
          </ac:spMkLst>
        </pc:spChg>
        <pc:spChg chg="add del mod">
          <ac:chgData name="Sohag Kabir" userId="e9b0da40-aef8-480a-bb63-d1daacecf555" providerId="ADAL" clId="{5C408035-4E8D-4ADF-9233-ED281F8B05DA}" dt="2024-09-29T15:35:15.438" v="5926" actId="478"/>
          <ac:spMkLst>
            <pc:docMk/>
            <pc:sldMk cId="2518863157" sldId="276"/>
            <ac:spMk id="3" creationId="{3A0B1FAF-7CD5-177C-F2DE-D436C516606C}"/>
          </ac:spMkLst>
        </pc:spChg>
        <pc:spChg chg="mod">
          <ac:chgData name="Sohag Kabir" userId="e9b0da40-aef8-480a-bb63-d1daacecf555" providerId="ADAL" clId="{5C408035-4E8D-4ADF-9233-ED281F8B05DA}" dt="2024-09-22T00:25:07.047" v="1558"/>
          <ac:spMkLst>
            <pc:docMk/>
            <pc:sldMk cId="2518863157" sldId="276"/>
            <ac:spMk id="7" creationId="{2FDE415C-F3CC-4D2E-B0F5-4EADDCEE714F}"/>
          </ac:spMkLst>
        </pc:spChg>
        <pc:spChg chg="del mod">
          <ac:chgData name="Sohag Kabir" userId="e9b0da40-aef8-480a-bb63-d1daacecf555" providerId="ADAL" clId="{5C408035-4E8D-4ADF-9233-ED281F8B05DA}" dt="2024-09-29T15:35:17.562" v="5928" actId="478"/>
          <ac:spMkLst>
            <pc:docMk/>
            <pc:sldMk cId="2518863157" sldId="276"/>
            <ac:spMk id="8" creationId="{00000000-0000-0000-0000-000000000000}"/>
          </ac:spMkLst>
        </pc:spChg>
        <pc:spChg chg="add mod">
          <ac:chgData name="Sohag Kabir" userId="e9b0da40-aef8-480a-bb63-d1daacecf555" providerId="ADAL" clId="{5C408035-4E8D-4ADF-9233-ED281F8B05DA}" dt="2024-09-29T15:36:20.857" v="5976" actId="1076"/>
          <ac:spMkLst>
            <pc:docMk/>
            <pc:sldMk cId="2518863157" sldId="276"/>
            <ac:spMk id="9" creationId="{B830AC48-BB7B-490C-C153-AE4A2BD63F76}"/>
          </ac:spMkLst>
        </pc:spChg>
        <pc:picChg chg="add mod">
          <ac:chgData name="Sohag Kabir" userId="e9b0da40-aef8-480a-bb63-d1daacecf555" providerId="ADAL" clId="{5C408035-4E8D-4ADF-9233-ED281F8B05DA}" dt="2024-09-29T15:36:24.752" v="5977" actId="1076"/>
          <ac:picMkLst>
            <pc:docMk/>
            <pc:sldMk cId="2518863157" sldId="276"/>
            <ac:picMk id="4" creationId="{EA4A4A0C-3543-D852-35E7-AE9DCACBE460}"/>
          </ac:picMkLst>
        </pc:picChg>
        <pc:picChg chg="add del mod">
          <ac:chgData name="Sohag Kabir" userId="e9b0da40-aef8-480a-bb63-d1daacecf555" providerId="ADAL" clId="{5C408035-4E8D-4ADF-9233-ED281F8B05DA}" dt="2024-09-29T15:35:16.032" v="5927" actId="478"/>
          <ac:picMkLst>
            <pc:docMk/>
            <pc:sldMk cId="2518863157" sldId="276"/>
            <ac:picMk id="2050" creationId="{70DFDF15-F3FE-A708-29D8-A3324CD989F6}"/>
          </ac:picMkLst>
        </pc:picChg>
      </pc:sldChg>
      <pc:sldChg chg="addSp delSp modSp add mod modAnim modNotesTx">
        <pc:chgData name="Sohag Kabir" userId="e9b0da40-aef8-480a-bb63-d1daacecf555" providerId="ADAL" clId="{5C408035-4E8D-4ADF-9233-ED281F8B05DA}" dt="2024-09-29T16:14:09.614" v="6519" actId="6549"/>
        <pc:sldMkLst>
          <pc:docMk/>
          <pc:sldMk cId="3470196385" sldId="277"/>
        </pc:sldMkLst>
        <pc:spChg chg="mod">
          <ac:chgData name="Sohag Kabir" userId="e9b0da40-aef8-480a-bb63-d1daacecf555" providerId="ADAL" clId="{5C408035-4E8D-4ADF-9233-ED281F8B05DA}" dt="2024-09-29T13:09:18.404" v="4497" actId="14100"/>
          <ac:spMkLst>
            <pc:docMk/>
            <pc:sldMk cId="3470196385" sldId="277"/>
            <ac:spMk id="2" creationId="{F2A4DAD3-1E36-4CAD-94D1-E06B348A4ADD}"/>
          </ac:spMkLst>
        </pc:spChg>
        <pc:spChg chg="add mod">
          <ac:chgData name="Sohag Kabir" userId="e9b0da40-aef8-480a-bb63-d1daacecf555" providerId="ADAL" clId="{5C408035-4E8D-4ADF-9233-ED281F8B05DA}" dt="2024-09-29T13:10:24.384" v="4517" actId="20577"/>
          <ac:spMkLst>
            <pc:docMk/>
            <pc:sldMk cId="3470196385" sldId="277"/>
            <ac:spMk id="4" creationId="{D452E1F5-E945-1754-3A3E-044E7CF22A2C}"/>
          </ac:spMkLst>
        </pc:spChg>
        <pc:spChg chg="del">
          <ac:chgData name="Sohag Kabir" userId="e9b0da40-aef8-480a-bb63-d1daacecf555" providerId="ADAL" clId="{5C408035-4E8D-4ADF-9233-ED281F8B05DA}" dt="2024-09-29T13:09:22.099" v="4498" actId="478"/>
          <ac:spMkLst>
            <pc:docMk/>
            <pc:sldMk cId="3470196385" sldId="277"/>
            <ac:spMk id="5" creationId="{FDEA4DFA-1268-47F7-FDAA-F6B52258C2DD}"/>
          </ac:spMkLst>
        </pc:spChg>
        <pc:spChg chg="del">
          <ac:chgData name="Sohag Kabir" userId="e9b0da40-aef8-480a-bb63-d1daacecf555" providerId="ADAL" clId="{5C408035-4E8D-4ADF-9233-ED281F8B05DA}" dt="2024-09-29T13:09:24.612" v="4501" actId="478"/>
          <ac:spMkLst>
            <pc:docMk/>
            <pc:sldMk cId="3470196385" sldId="277"/>
            <ac:spMk id="9" creationId="{E67C3D7F-1592-4B51-DE14-8B40F807CCBE}"/>
          </ac:spMkLst>
        </pc:spChg>
        <pc:spChg chg="del">
          <ac:chgData name="Sohag Kabir" userId="e9b0da40-aef8-480a-bb63-d1daacecf555" providerId="ADAL" clId="{5C408035-4E8D-4ADF-9233-ED281F8B05DA}" dt="2024-09-29T13:09:25.645" v="4502" actId="478"/>
          <ac:spMkLst>
            <pc:docMk/>
            <pc:sldMk cId="3470196385" sldId="277"/>
            <ac:spMk id="14" creationId="{20ED7C63-7FE2-E2FF-1786-8F6A3A0C56DD}"/>
          </ac:spMkLst>
        </pc:spChg>
        <pc:spChg chg="del">
          <ac:chgData name="Sohag Kabir" userId="e9b0da40-aef8-480a-bb63-d1daacecf555" providerId="ADAL" clId="{5C408035-4E8D-4ADF-9233-ED281F8B05DA}" dt="2024-09-29T13:09:27.028" v="4504" actId="478"/>
          <ac:spMkLst>
            <pc:docMk/>
            <pc:sldMk cId="3470196385" sldId="277"/>
            <ac:spMk id="15" creationId="{A2041B4F-2E27-694B-227B-8415A108C521}"/>
          </ac:spMkLst>
        </pc:spChg>
        <pc:spChg chg="del">
          <ac:chgData name="Sohag Kabir" userId="e9b0da40-aef8-480a-bb63-d1daacecf555" providerId="ADAL" clId="{5C408035-4E8D-4ADF-9233-ED281F8B05DA}" dt="2024-09-29T13:09:28.211" v="4505" actId="478"/>
          <ac:spMkLst>
            <pc:docMk/>
            <pc:sldMk cId="3470196385" sldId="277"/>
            <ac:spMk id="16" creationId="{9B49B2EE-C37C-49FB-1E06-F921B609926F}"/>
          </ac:spMkLst>
        </pc:spChg>
        <pc:spChg chg="del">
          <ac:chgData name="Sohag Kabir" userId="e9b0da40-aef8-480a-bb63-d1daacecf555" providerId="ADAL" clId="{5C408035-4E8D-4ADF-9233-ED281F8B05DA}" dt="2024-09-29T13:09:29.668" v="4506" actId="478"/>
          <ac:spMkLst>
            <pc:docMk/>
            <pc:sldMk cId="3470196385" sldId="277"/>
            <ac:spMk id="19" creationId="{DE453004-A99B-1063-ADB5-F26EAAD74331}"/>
          </ac:spMkLst>
        </pc:spChg>
        <pc:grpChg chg="del">
          <ac:chgData name="Sohag Kabir" userId="e9b0da40-aef8-480a-bb63-d1daacecf555" providerId="ADAL" clId="{5C408035-4E8D-4ADF-9233-ED281F8B05DA}" dt="2024-09-29T13:09:22.892" v="4499" actId="478"/>
          <ac:grpSpMkLst>
            <pc:docMk/>
            <pc:sldMk cId="3470196385" sldId="277"/>
            <ac:grpSpMk id="21" creationId="{B189401D-9EB8-B47B-0561-515E6F904FC4}"/>
          </ac:grpSpMkLst>
        </pc:grpChg>
        <pc:grpChg chg="del">
          <ac:chgData name="Sohag Kabir" userId="e9b0da40-aef8-480a-bb63-d1daacecf555" providerId="ADAL" clId="{5C408035-4E8D-4ADF-9233-ED281F8B05DA}" dt="2024-09-29T13:09:26.324" v="4503" actId="478"/>
          <ac:grpSpMkLst>
            <pc:docMk/>
            <pc:sldMk cId="3470196385" sldId="277"/>
            <ac:grpSpMk id="22" creationId="{F8A2D9C2-B606-A363-E5CB-512BD6C60608}"/>
          </ac:grpSpMkLst>
        </pc:grpChg>
        <pc:picChg chg="add mod">
          <ac:chgData name="Sohag Kabir" userId="e9b0da40-aef8-480a-bb63-d1daacecf555" providerId="ADAL" clId="{5C408035-4E8D-4ADF-9233-ED281F8B05DA}" dt="2024-09-29T13:10:11.916" v="4515" actId="1076"/>
          <ac:picMkLst>
            <pc:docMk/>
            <pc:sldMk cId="3470196385" sldId="277"/>
            <ac:picMk id="3" creationId="{FCAE56A7-F0B8-E1D5-4CAE-0CD103D15385}"/>
          </ac:picMkLst>
        </pc:picChg>
        <pc:picChg chg="del">
          <ac:chgData name="Sohag Kabir" userId="e9b0da40-aef8-480a-bb63-d1daacecf555" providerId="ADAL" clId="{5C408035-4E8D-4ADF-9233-ED281F8B05DA}" dt="2024-09-29T13:09:23.548" v="4500" actId="478"/>
          <ac:picMkLst>
            <pc:docMk/>
            <pc:sldMk cId="3470196385" sldId="277"/>
            <ac:picMk id="1026" creationId="{78323CF5-4D28-F066-615D-7D4742318D85}"/>
          </ac:picMkLst>
        </pc:picChg>
      </pc:sldChg>
      <pc:sldChg chg="addSp delSp modSp add mod ord modAnim">
        <pc:chgData name="Sohag Kabir" userId="e9b0da40-aef8-480a-bb63-d1daacecf555" providerId="ADAL" clId="{5C408035-4E8D-4ADF-9233-ED281F8B05DA}" dt="2024-09-29T13:30:34.454" v="4782"/>
        <pc:sldMkLst>
          <pc:docMk/>
          <pc:sldMk cId="4215629215" sldId="278"/>
        </pc:sldMkLst>
        <pc:spChg chg="mod">
          <ac:chgData name="Sohag Kabir" userId="e9b0da40-aef8-480a-bb63-d1daacecf555" providerId="ADAL" clId="{5C408035-4E8D-4ADF-9233-ED281F8B05DA}" dt="2024-09-29T13:27:42.489" v="4763" actId="1076"/>
          <ac:spMkLst>
            <pc:docMk/>
            <pc:sldMk cId="4215629215" sldId="278"/>
            <ac:spMk id="2" creationId="{3530B774-9001-449E-924A-4229028B4A25}"/>
          </ac:spMkLst>
        </pc:spChg>
        <pc:spChg chg="add del mod">
          <ac:chgData name="Sohag Kabir" userId="e9b0da40-aef8-480a-bb63-d1daacecf555" providerId="ADAL" clId="{5C408035-4E8D-4ADF-9233-ED281F8B05DA}" dt="2024-09-29T13:23:51.851" v="4713" actId="478"/>
          <ac:spMkLst>
            <pc:docMk/>
            <pc:sldMk cId="4215629215" sldId="278"/>
            <ac:spMk id="3" creationId="{1C1A0CA5-7CB0-439A-3D65-01473DA4C41C}"/>
          </ac:spMkLst>
        </pc:spChg>
        <pc:spChg chg="add del">
          <ac:chgData name="Sohag Kabir" userId="e9b0da40-aef8-480a-bb63-d1daacecf555" providerId="ADAL" clId="{5C408035-4E8D-4ADF-9233-ED281F8B05DA}" dt="2024-09-29T13:23:59.443" v="4715" actId="478"/>
          <ac:spMkLst>
            <pc:docMk/>
            <pc:sldMk cId="4215629215" sldId="278"/>
            <ac:spMk id="4" creationId="{A89ECD60-C318-8056-FA7F-4579E716BE86}"/>
          </ac:spMkLst>
        </pc:spChg>
        <pc:spChg chg="del">
          <ac:chgData name="Sohag Kabir" userId="e9b0da40-aef8-480a-bb63-d1daacecf555" providerId="ADAL" clId="{5C408035-4E8D-4ADF-9233-ED281F8B05DA}" dt="2024-09-29T13:23:44.928" v="4710" actId="478"/>
          <ac:spMkLst>
            <pc:docMk/>
            <pc:sldMk cId="4215629215" sldId="278"/>
            <ac:spMk id="8" creationId="{00000000-0000-0000-0000-000000000000}"/>
          </ac:spMkLst>
        </pc:spChg>
        <pc:spChg chg="add mod">
          <ac:chgData name="Sohag Kabir" userId="e9b0da40-aef8-480a-bb63-d1daacecf555" providerId="ADAL" clId="{5C408035-4E8D-4ADF-9233-ED281F8B05DA}" dt="2024-09-29T13:30:22.961" v="4781" actId="1076"/>
          <ac:spMkLst>
            <pc:docMk/>
            <pc:sldMk cId="4215629215" sldId="278"/>
            <ac:spMk id="11" creationId="{0639A0D8-DF8E-F073-F88E-F470CE7FC43F}"/>
          </ac:spMkLst>
        </pc:spChg>
        <pc:picChg chg="add mod">
          <ac:chgData name="Sohag Kabir" userId="e9b0da40-aef8-480a-bb63-d1daacecf555" providerId="ADAL" clId="{5C408035-4E8D-4ADF-9233-ED281F8B05DA}" dt="2024-09-29T13:28:58.509" v="4767" actId="1076"/>
          <ac:picMkLst>
            <pc:docMk/>
            <pc:sldMk cId="4215629215" sldId="278"/>
            <ac:picMk id="7" creationId="{1621BF61-97A8-3030-5D73-965D1E5EDF60}"/>
          </ac:picMkLst>
        </pc:picChg>
      </pc:sldChg>
      <pc:sldChg chg="addSp delSp modSp add mod modAnim">
        <pc:chgData name="Sohag Kabir" userId="e9b0da40-aef8-480a-bb63-d1daacecf555" providerId="ADAL" clId="{5C408035-4E8D-4ADF-9233-ED281F8B05DA}" dt="2024-09-29T09:32:02.196" v="2561" actId="20577"/>
        <pc:sldMkLst>
          <pc:docMk/>
          <pc:sldMk cId="616367942" sldId="279"/>
        </pc:sldMkLst>
        <pc:spChg chg="mod">
          <ac:chgData name="Sohag Kabir" userId="e9b0da40-aef8-480a-bb63-d1daacecf555" providerId="ADAL" clId="{5C408035-4E8D-4ADF-9233-ED281F8B05DA}" dt="2024-09-28T16:46:40.749" v="2042"/>
          <ac:spMkLst>
            <pc:docMk/>
            <pc:sldMk cId="616367942" sldId="279"/>
            <ac:spMk id="2" creationId="{DE13D453-4D7B-47BF-AED4-27D56C3644AA}"/>
          </ac:spMkLst>
        </pc:spChg>
        <pc:spChg chg="del">
          <ac:chgData name="Sohag Kabir" userId="e9b0da40-aef8-480a-bb63-d1daacecf555" providerId="ADAL" clId="{5C408035-4E8D-4ADF-9233-ED281F8B05DA}" dt="2024-09-28T16:46:54.348" v="2045" actId="478"/>
          <ac:spMkLst>
            <pc:docMk/>
            <pc:sldMk cId="616367942" sldId="279"/>
            <ac:spMk id="8" creationId="{A0985119-32A5-C2F9-D3E3-A5C753C11C2B}"/>
          </ac:spMkLst>
        </pc:spChg>
        <pc:spChg chg="add mod">
          <ac:chgData name="Sohag Kabir" userId="e9b0da40-aef8-480a-bb63-d1daacecf555" providerId="ADAL" clId="{5C408035-4E8D-4ADF-9233-ED281F8B05DA}" dt="2024-09-28T16:59:59.089" v="2090" actId="164"/>
          <ac:spMkLst>
            <pc:docMk/>
            <pc:sldMk cId="616367942" sldId="279"/>
            <ac:spMk id="15" creationId="{DD2C717C-53A5-56E6-60D4-5F3637B6D164}"/>
          </ac:spMkLst>
        </pc:spChg>
        <pc:spChg chg="add mod">
          <ac:chgData name="Sohag Kabir" userId="e9b0da40-aef8-480a-bb63-d1daacecf555" providerId="ADAL" clId="{5C408035-4E8D-4ADF-9233-ED281F8B05DA}" dt="2024-09-29T09:32:02.196" v="2561" actId="20577"/>
          <ac:spMkLst>
            <pc:docMk/>
            <pc:sldMk cId="616367942" sldId="279"/>
            <ac:spMk id="17" creationId="{AE07A529-53E8-8DF5-1062-AD0057D37E2E}"/>
          </ac:spMkLst>
        </pc:spChg>
        <pc:spChg chg="add mod">
          <ac:chgData name="Sohag Kabir" userId="e9b0da40-aef8-480a-bb63-d1daacecf555" providerId="ADAL" clId="{5C408035-4E8D-4ADF-9233-ED281F8B05DA}" dt="2024-09-28T17:23:27.823" v="2160" actId="164"/>
          <ac:spMkLst>
            <pc:docMk/>
            <pc:sldMk cId="616367942" sldId="279"/>
            <ac:spMk id="19" creationId="{1434ED01-BED0-041D-5BB6-DC3CABE67215}"/>
          </ac:spMkLst>
        </pc:spChg>
        <pc:spChg chg="add del mod">
          <ac:chgData name="Sohag Kabir" userId="e9b0da40-aef8-480a-bb63-d1daacecf555" providerId="ADAL" clId="{5C408035-4E8D-4ADF-9233-ED281F8B05DA}" dt="2024-09-28T17:24:32.107" v="2164" actId="11529"/>
          <ac:spMkLst>
            <pc:docMk/>
            <pc:sldMk cId="616367942" sldId="279"/>
            <ac:spMk id="21" creationId="{95592F44-1B75-253E-77C1-307197A4F9D6}"/>
          </ac:spMkLst>
        </pc:spChg>
        <pc:spChg chg="add mod ord">
          <ac:chgData name="Sohag Kabir" userId="e9b0da40-aef8-480a-bb63-d1daacecf555" providerId="ADAL" clId="{5C408035-4E8D-4ADF-9233-ED281F8B05DA}" dt="2024-09-28T17:43:33.495" v="2411" actId="166"/>
          <ac:spMkLst>
            <pc:docMk/>
            <pc:sldMk cId="616367942" sldId="279"/>
            <ac:spMk id="22" creationId="{99AB6468-528C-A815-2057-77E3B2587DAB}"/>
          </ac:spMkLst>
        </pc:spChg>
        <pc:spChg chg="add del">
          <ac:chgData name="Sohag Kabir" userId="e9b0da40-aef8-480a-bb63-d1daacecf555" providerId="ADAL" clId="{5C408035-4E8D-4ADF-9233-ED281F8B05DA}" dt="2024-09-28T17:25:41.700" v="2185" actId="22"/>
          <ac:spMkLst>
            <pc:docMk/>
            <pc:sldMk cId="616367942" sldId="279"/>
            <ac:spMk id="24" creationId="{78C3D0D6-9B4B-4766-4B85-5FB325EB64A0}"/>
          </ac:spMkLst>
        </pc:spChg>
        <pc:spChg chg="add mod">
          <ac:chgData name="Sohag Kabir" userId="e9b0da40-aef8-480a-bb63-d1daacecf555" providerId="ADAL" clId="{5C408035-4E8D-4ADF-9233-ED281F8B05DA}" dt="2024-09-28T17:43:27.661" v="2410" actId="1038"/>
          <ac:spMkLst>
            <pc:docMk/>
            <pc:sldMk cId="616367942" sldId="279"/>
            <ac:spMk id="29" creationId="{3CF2F5F3-5C81-67EA-FE7D-0B1D87282372}"/>
          </ac:spMkLst>
        </pc:spChg>
        <pc:spChg chg="add mod">
          <ac:chgData name="Sohag Kabir" userId="e9b0da40-aef8-480a-bb63-d1daacecf555" providerId="ADAL" clId="{5C408035-4E8D-4ADF-9233-ED281F8B05DA}" dt="2024-09-28T17:43:39.428" v="2428" actId="1037"/>
          <ac:spMkLst>
            <pc:docMk/>
            <pc:sldMk cId="616367942" sldId="279"/>
            <ac:spMk id="31" creationId="{83B548FD-DDFE-7A74-AB64-22EAD0B1ADC5}"/>
          </ac:spMkLst>
        </pc:spChg>
        <pc:grpChg chg="add mod">
          <ac:chgData name="Sohag Kabir" userId="e9b0da40-aef8-480a-bb63-d1daacecf555" providerId="ADAL" clId="{5C408035-4E8D-4ADF-9233-ED281F8B05DA}" dt="2024-09-28T16:59:59.089" v="2090" actId="164"/>
          <ac:grpSpMkLst>
            <pc:docMk/>
            <pc:sldMk cId="616367942" sldId="279"/>
            <ac:grpSpMk id="13" creationId="{916C07AF-54FD-C1FA-45AE-23399FFCC640}"/>
          </ac:grpSpMkLst>
        </pc:grpChg>
        <pc:grpChg chg="add mod">
          <ac:chgData name="Sohag Kabir" userId="e9b0da40-aef8-480a-bb63-d1daacecf555" providerId="ADAL" clId="{5C408035-4E8D-4ADF-9233-ED281F8B05DA}" dt="2024-09-28T17:00:04.453" v="2091" actId="1076"/>
          <ac:grpSpMkLst>
            <pc:docMk/>
            <pc:sldMk cId="616367942" sldId="279"/>
            <ac:grpSpMk id="16" creationId="{DB6FE659-BA02-BE9A-F5AA-73DE71D41BE5}"/>
          </ac:grpSpMkLst>
        </pc:grpChg>
        <pc:grpChg chg="add mod">
          <ac:chgData name="Sohag Kabir" userId="e9b0da40-aef8-480a-bb63-d1daacecf555" providerId="ADAL" clId="{5C408035-4E8D-4ADF-9233-ED281F8B05DA}" dt="2024-09-28T17:23:27.823" v="2160" actId="164"/>
          <ac:grpSpMkLst>
            <pc:docMk/>
            <pc:sldMk cId="616367942" sldId="279"/>
            <ac:grpSpMk id="20" creationId="{5D781849-0FED-DD65-FB9E-2D69A7200C70}"/>
          </ac:grpSpMkLst>
        </pc:grpChg>
        <pc:grpChg chg="add mod">
          <ac:chgData name="Sohag Kabir" userId="e9b0da40-aef8-480a-bb63-d1daacecf555" providerId="ADAL" clId="{5C408035-4E8D-4ADF-9233-ED281F8B05DA}" dt="2024-09-28T17:43:27.661" v="2410" actId="1038"/>
          <ac:grpSpMkLst>
            <pc:docMk/>
            <pc:sldMk cId="616367942" sldId="279"/>
            <ac:grpSpMk id="28" creationId="{5C1C1FB0-FAA6-68B1-3248-BB5004217067}"/>
          </ac:grpSpMkLst>
        </pc:grpChg>
        <pc:grpChg chg="add mod">
          <ac:chgData name="Sohag Kabir" userId="e9b0da40-aef8-480a-bb63-d1daacecf555" providerId="ADAL" clId="{5C408035-4E8D-4ADF-9233-ED281F8B05DA}" dt="2024-09-28T17:43:27.661" v="2410" actId="1038"/>
          <ac:grpSpMkLst>
            <pc:docMk/>
            <pc:sldMk cId="616367942" sldId="279"/>
            <ac:grpSpMk id="30" creationId="{D9EC2A41-88AF-B394-C3A2-D134ECCB53CC}"/>
          </ac:grpSpMkLst>
        </pc:grpChg>
        <pc:picChg chg="add mod">
          <ac:chgData name="Sohag Kabir" userId="e9b0da40-aef8-480a-bb63-d1daacecf555" providerId="ADAL" clId="{5C408035-4E8D-4ADF-9233-ED281F8B05DA}" dt="2024-09-28T16:59:21.898" v="2082" actId="164"/>
          <ac:picMkLst>
            <pc:docMk/>
            <pc:sldMk cId="616367942" sldId="279"/>
            <ac:picMk id="3" creationId="{705A320F-0A9F-BEAA-2E80-27F4CC2578B7}"/>
          </ac:picMkLst>
        </pc:picChg>
        <pc:picChg chg="del">
          <ac:chgData name="Sohag Kabir" userId="e9b0da40-aef8-480a-bb63-d1daacecf555" providerId="ADAL" clId="{5C408035-4E8D-4ADF-9233-ED281F8B05DA}" dt="2024-09-28T16:46:48.292" v="2044" actId="478"/>
          <ac:picMkLst>
            <pc:docMk/>
            <pc:sldMk cId="616367942" sldId="279"/>
            <ac:picMk id="4" creationId="{36020D2A-540F-A16C-2A73-0DED848EEB84}"/>
          </ac:picMkLst>
        </pc:picChg>
        <pc:picChg chg="add del mod">
          <ac:chgData name="Sohag Kabir" userId="e9b0da40-aef8-480a-bb63-d1daacecf555" providerId="ADAL" clId="{5C408035-4E8D-4ADF-9233-ED281F8B05DA}" dt="2024-09-28T16:59:00.388" v="2080" actId="478"/>
          <ac:picMkLst>
            <pc:docMk/>
            <pc:sldMk cId="616367942" sldId="279"/>
            <ac:picMk id="5" creationId="{4E605B6E-2D92-8C19-331C-18460B622030}"/>
          </ac:picMkLst>
        </pc:picChg>
        <pc:picChg chg="add del mod">
          <ac:chgData name="Sohag Kabir" userId="e9b0da40-aef8-480a-bb63-d1daacecf555" providerId="ADAL" clId="{5C408035-4E8D-4ADF-9233-ED281F8B05DA}" dt="2024-09-28T16:56:57.080" v="2056" actId="478"/>
          <ac:picMkLst>
            <pc:docMk/>
            <pc:sldMk cId="616367942" sldId="279"/>
            <ac:picMk id="9" creationId="{FCF38EAA-AA42-91D9-7B5D-3EEC1F0DFADA}"/>
          </ac:picMkLst>
        </pc:picChg>
        <pc:picChg chg="add del mod">
          <ac:chgData name="Sohag Kabir" userId="e9b0da40-aef8-480a-bb63-d1daacecf555" providerId="ADAL" clId="{5C408035-4E8D-4ADF-9233-ED281F8B05DA}" dt="2024-09-28T16:59:01.076" v="2081" actId="478"/>
          <ac:picMkLst>
            <pc:docMk/>
            <pc:sldMk cId="616367942" sldId="279"/>
            <ac:picMk id="10" creationId="{ECC65BF0-3DFE-3794-D6F1-CDF1290A8090}"/>
          </ac:picMkLst>
        </pc:picChg>
        <pc:picChg chg="add mod">
          <ac:chgData name="Sohag Kabir" userId="e9b0da40-aef8-480a-bb63-d1daacecf555" providerId="ADAL" clId="{5C408035-4E8D-4ADF-9233-ED281F8B05DA}" dt="2024-09-28T16:59:21.898" v="2082" actId="164"/>
          <ac:picMkLst>
            <pc:docMk/>
            <pc:sldMk cId="616367942" sldId="279"/>
            <ac:picMk id="11" creationId="{9107CEB9-0F39-0F69-B096-D1D69AA263D1}"/>
          </ac:picMkLst>
        </pc:picChg>
        <pc:picChg chg="add mod">
          <ac:chgData name="Sohag Kabir" userId="e9b0da40-aef8-480a-bb63-d1daacecf555" providerId="ADAL" clId="{5C408035-4E8D-4ADF-9233-ED281F8B05DA}" dt="2024-09-28T16:59:21.898" v="2082" actId="164"/>
          <ac:picMkLst>
            <pc:docMk/>
            <pc:sldMk cId="616367942" sldId="279"/>
            <ac:picMk id="12" creationId="{27587A27-F098-7E80-1433-00741985A50A}"/>
          </ac:picMkLst>
        </pc:picChg>
        <pc:picChg chg="add mod">
          <ac:chgData name="Sohag Kabir" userId="e9b0da40-aef8-480a-bb63-d1daacecf555" providerId="ADAL" clId="{5C408035-4E8D-4ADF-9233-ED281F8B05DA}" dt="2024-09-28T17:23:27.823" v="2160" actId="164"/>
          <ac:picMkLst>
            <pc:docMk/>
            <pc:sldMk cId="616367942" sldId="279"/>
            <ac:picMk id="18" creationId="{9BDB8429-BBB6-86EF-61C3-E87B5DF212AE}"/>
          </ac:picMkLst>
        </pc:picChg>
        <pc:picChg chg="add mod">
          <ac:chgData name="Sohag Kabir" userId="e9b0da40-aef8-480a-bb63-d1daacecf555" providerId="ADAL" clId="{5C408035-4E8D-4ADF-9233-ED281F8B05DA}" dt="2024-09-28T17:43:27.661" v="2410" actId="1038"/>
          <ac:picMkLst>
            <pc:docMk/>
            <pc:sldMk cId="616367942" sldId="279"/>
            <ac:picMk id="25" creationId="{366F0069-0080-971F-06DA-F08AA9E8F483}"/>
          </ac:picMkLst>
        </pc:picChg>
        <pc:picChg chg="add mod modCrop">
          <ac:chgData name="Sohag Kabir" userId="e9b0da40-aef8-480a-bb63-d1daacecf555" providerId="ADAL" clId="{5C408035-4E8D-4ADF-9233-ED281F8B05DA}" dt="2024-09-28T17:43:27.661" v="2410" actId="1038"/>
          <ac:picMkLst>
            <pc:docMk/>
            <pc:sldMk cId="616367942" sldId="279"/>
            <ac:picMk id="26" creationId="{0C7A2ADE-3BE8-283A-0784-C6E363215AC0}"/>
          </ac:picMkLst>
        </pc:picChg>
        <pc:picChg chg="add mod">
          <ac:chgData name="Sohag Kabir" userId="e9b0da40-aef8-480a-bb63-d1daacecf555" providerId="ADAL" clId="{5C408035-4E8D-4ADF-9233-ED281F8B05DA}" dt="2024-09-28T17:43:27.661" v="2410" actId="1038"/>
          <ac:picMkLst>
            <pc:docMk/>
            <pc:sldMk cId="616367942" sldId="279"/>
            <ac:picMk id="27" creationId="{55ADB266-D310-42AF-1E09-609E401CC795}"/>
          </ac:picMkLst>
        </pc:picChg>
        <pc:picChg chg="add del">
          <ac:chgData name="Sohag Kabir" userId="e9b0da40-aef8-480a-bb63-d1daacecf555" providerId="ADAL" clId="{5C408035-4E8D-4ADF-9233-ED281F8B05DA}" dt="2024-09-28T17:37:00.735" v="2335" actId="478"/>
          <ac:picMkLst>
            <pc:docMk/>
            <pc:sldMk cId="616367942" sldId="279"/>
            <ac:picMk id="2050" creationId="{F8DA26DB-E3F8-607D-ADFD-7F2643A2F7D9}"/>
          </ac:picMkLst>
        </pc:picChg>
        <pc:picChg chg="add mod">
          <ac:chgData name="Sohag Kabir" userId="e9b0da40-aef8-480a-bb63-d1daacecf555" providerId="ADAL" clId="{5C408035-4E8D-4ADF-9233-ED281F8B05DA}" dt="2024-09-28T17:43:27.661" v="2410" actId="1038"/>
          <ac:picMkLst>
            <pc:docMk/>
            <pc:sldMk cId="616367942" sldId="279"/>
            <ac:picMk id="2052" creationId="{DE2BFC5F-1296-4799-D19C-BB77567CECB7}"/>
          </ac:picMkLst>
        </pc:picChg>
      </pc:sldChg>
      <pc:sldChg chg="addSp delSp modSp add mod modAnim">
        <pc:chgData name="Sohag Kabir" userId="e9b0da40-aef8-480a-bb63-d1daacecf555" providerId="ADAL" clId="{5C408035-4E8D-4ADF-9233-ED281F8B05DA}" dt="2024-09-28T17:55:30.222" v="2454" actId="2711"/>
        <pc:sldMkLst>
          <pc:docMk/>
          <pc:sldMk cId="641033179" sldId="280"/>
        </pc:sldMkLst>
        <pc:spChg chg="add del">
          <ac:chgData name="Sohag Kabir" userId="e9b0da40-aef8-480a-bb63-d1daacecf555" providerId="ADAL" clId="{5C408035-4E8D-4ADF-9233-ED281F8B05DA}" dt="2024-09-28T17:46:35.598" v="2445" actId="22"/>
          <ac:spMkLst>
            <pc:docMk/>
            <pc:sldMk cId="641033179" sldId="280"/>
            <ac:spMk id="5" creationId="{6EF4F412-9EE2-E9FB-A5D7-097E0E315752}"/>
          </ac:spMkLst>
        </pc:spChg>
        <pc:spChg chg="mod">
          <ac:chgData name="Sohag Kabir" userId="e9b0da40-aef8-480a-bb63-d1daacecf555" providerId="ADAL" clId="{5C408035-4E8D-4ADF-9233-ED281F8B05DA}" dt="2024-09-28T17:46:15.721" v="2443" actId="6549"/>
          <ac:spMkLst>
            <pc:docMk/>
            <pc:sldMk cId="641033179" sldId="280"/>
            <ac:spMk id="8" creationId="{A0985119-32A5-C2F9-D3E3-A5C753C11C2B}"/>
          </ac:spMkLst>
        </pc:spChg>
        <pc:spChg chg="add mod">
          <ac:chgData name="Sohag Kabir" userId="e9b0da40-aef8-480a-bb63-d1daacecf555" providerId="ADAL" clId="{5C408035-4E8D-4ADF-9233-ED281F8B05DA}" dt="2024-09-28T17:55:30.222" v="2454" actId="2711"/>
          <ac:spMkLst>
            <pc:docMk/>
            <pc:sldMk cId="641033179" sldId="280"/>
            <ac:spMk id="9" creationId="{83DBB9E9-BFA8-182A-7B39-9D86B867C339}"/>
          </ac:spMkLst>
        </pc:spChg>
      </pc:sldChg>
      <pc:sldChg chg="addSp delSp modSp add mod addAnim delAnim modAnim">
        <pc:chgData name="Sohag Kabir" userId="e9b0da40-aef8-480a-bb63-d1daacecf555" providerId="ADAL" clId="{5C408035-4E8D-4ADF-9233-ED281F8B05DA}" dt="2024-09-29T09:30:47.580" v="2560" actId="113"/>
        <pc:sldMkLst>
          <pc:docMk/>
          <pc:sldMk cId="1477951119" sldId="281"/>
        </pc:sldMkLst>
        <pc:spChg chg="del">
          <ac:chgData name="Sohag Kabir" userId="e9b0da40-aef8-480a-bb63-d1daacecf555" providerId="ADAL" clId="{5C408035-4E8D-4ADF-9233-ED281F8B05DA}" dt="2024-09-29T09:10:20.237" v="2481" actId="478"/>
          <ac:spMkLst>
            <pc:docMk/>
            <pc:sldMk cId="1477951119" sldId="281"/>
            <ac:spMk id="8" creationId="{A0985119-32A5-C2F9-D3E3-A5C753C11C2B}"/>
          </ac:spMkLst>
        </pc:spChg>
        <pc:spChg chg="mod">
          <ac:chgData name="Sohag Kabir" userId="e9b0da40-aef8-480a-bb63-d1daacecf555" providerId="ADAL" clId="{5C408035-4E8D-4ADF-9233-ED281F8B05DA}" dt="2024-09-29T09:25:42.565" v="2529" actId="20577"/>
          <ac:spMkLst>
            <pc:docMk/>
            <pc:sldMk cId="1477951119" sldId="281"/>
            <ac:spMk id="9" creationId="{83DBB9E9-BFA8-182A-7B39-9D86B867C339}"/>
          </ac:spMkLst>
        </pc:spChg>
        <pc:spChg chg="add del mod">
          <ac:chgData name="Sohag Kabir" userId="e9b0da40-aef8-480a-bb63-d1daacecf555" providerId="ADAL" clId="{5C408035-4E8D-4ADF-9233-ED281F8B05DA}" dt="2024-09-29T09:30:11.755" v="2556" actId="113"/>
          <ac:spMkLst>
            <pc:docMk/>
            <pc:sldMk cId="1477951119" sldId="281"/>
            <ac:spMk id="11" creationId="{688F0361-647D-318E-0CBC-1A54F270F376}"/>
          </ac:spMkLst>
        </pc:spChg>
        <pc:spChg chg="add mod">
          <ac:chgData name="Sohag Kabir" userId="e9b0da40-aef8-480a-bb63-d1daacecf555" providerId="ADAL" clId="{5C408035-4E8D-4ADF-9233-ED281F8B05DA}" dt="2024-09-29T09:30:47.580" v="2560" actId="113"/>
          <ac:spMkLst>
            <pc:docMk/>
            <pc:sldMk cId="1477951119" sldId="281"/>
            <ac:spMk id="12" creationId="{10F1B2D9-9696-056B-9B1C-F7645B049421}"/>
          </ac:spMkLst>
        </pc:spChg>
        <pc:picChg chg="add mod modCrop">
          <ac:chgData name="Sohag Kabir" userId="e9b0da40-aef8-480a-bb63-d1daacecf555" providerId="ADAL" clId="{5C408035-4E8D-4ADF-9233-ED281F8B05DA}" dt="2024-09-29T09:14:04.244" v="2513" actId="14100"/>
          <ac:picMkLst>
            <pc:docMk/>
            <pc:sldMk cId="1477951119" sldId="281"/>
            <ac:picMk id="3" creationId="{24EEC880-794D-40E7-B5E5-8A0EDAC074A1}"/>
          </ac:picMkLst>
        </pc:picChg>
        <pc:picChg chg="del">
          <ac:chgData name="Sohag Kabir" userId="e9b0da40-aef8-480a-bb63-d1daacecf555" providerId="ADAL" clId="{5C408035-4E8D-4ADF-9233-ED281F8B05DA}" dt="2024-09-28T18:01:17.112" v="2460" actId="478"/>
          <ac:picMkLst>
            <pc:docMk/>
            <pc:sldMk cId="1477951119" sldId="281"/>
            <ac:picMk id="4" creationId="{36020D2A-540F-A16C-2A73-0DED848EEB84}"/>
          </ac:picMkLst>
        </pc:picChg>
        <pc:picChg chg="add mod">
          <ac:chgData name="Sohag Kabir" userId="e9b0da40-aef8-480a-bb63-d1daacecf555" providerId="ADAL" clId="{5C408035-4E8D-4ADF-9233-ED281F8B05DA}" dt="2024-09-29T09:14:01.013" v="2512" actId="1076"/>
          <ac:picMkLst>
            <pc:docMk/>
            <pc:sldMk cId="1477951119" sldId="281"/>
            <ac:picMk id="5" creationId="{5B003D8C-8732-218C-B62B-44FC9E55136B}"/>
          </ac:picMkLst>
        </pc:picChg>
        <pc:picChg chg="add mod modCrop">
          <ac:chgData name="Sohag Kabir" userId="e9b0da40-aef8-480a-bb63-d1daacecf555" providerId="ADAL" clId="{5C408035-4E8D-4ADF-9233-ED281F8B05DA}" dt="2024-09-29T09:29:00.939" v="2549" actId="1035"/>
          <ac:picMkLst>
            <pc:docMk/>
            <pc:sldMk cId="1477951119" sldId="281"/>
            <ac:picMk id="10" creationId="{D2549343-6F27-7B0D-4142-BDF2D1B7359E}"/>
          </ac:picMkLst>
        </pc:picChg>
        <pc:picChg chg="add del mod">
          <ac:chgData name="Sohag Kabir" userId="e9b0da40-aef8-480a-bb63-d1daacecf555" providerId="ADAL" clId="{5C408035-4E8D-4ADF-9233-ED281F8B05DA}" dt="2024-09-29T09:12:02.259" v="2494" actId="478"/>
          <ac:picMkLst>
            <pc:docMk/>
            <pc:sldMk cId="1477951119" sldId="281"/>
            <ac:picMk id="3074" creationId="{1FB87B1D-8153-1D15-19C7-C6BD622E1D60}"/>
          </ac:picMkLst>
        </pc:picChg>
      </pc:sldChg>
      <pc:sldChg chg="addSp delSp modSp add mod modNotesTx">
        <pc:chgData name="Sohag Kabir" userId="e9b0da40-aef8-480a-bb63-d1daacecf555" providerId="ADAL" clId="{5C408035-4E8D-4ADF-9233-ED281F8B05DA}" dt="2024-09-29T16:14:15.500" v="6520" actId="6549"/>
        <pc:sldMkLst>
          <pc:docMk/>
          <pc:sldMk cId="3529504122" sldId="282"/>
        </pc:sldMkLst>
        <pc:spChg chg="mod">
          <ac:chgData name="Sohag Kabir" userId="e9b0da40-aef8-480a-bb63-d1daacecf555" providerId="ADAL" clId="{5C408035-4E8D-4ADF-9233-ED281F8B05DA}" dt="2024-09-29T12:52:09.538" v="4356" actId="20577"/>
          <ac:spMkLst>
            <pc:docMk/>
            <pc:sldMk cId="3529504122" sldId="282"/>
            <ac:spMk id="4" creationId="{8B3BBD20-CA54-1CCC-FDC5-4B2C938D023F}"/>
          </ac:spMkLst>
        </pc:spChg>
        <pc:spChg chg="add mod">
          <ac:chgData name="Sohag Kabir" userId="e9b0da40-aef8-480a-bb63-d1daacecf555" providerId="ADAL" clId="{5C408035-4E8D-4ADF-9233-ED281F8B05DA}" dt="2024-09-29T13:01:48.357" v="4384" actId="1076"/>
          <ac:spMkLst>
            <pc:docMk/>
            <pc:sldMk cId="3529504122" sldId="282"/>
            <ac:spMk id="5" creationId="{B21EA471-7589-F316-A638-67B20512D77A}"/>
          </ac:spMkLst>
        </pc:spChg>
        <pc:spChg chg="add mod">
          <ac:chgData name="Sohag Kabir" userId="e9b0da40-aef8-480a-bb63-d1daacecf555" providerId="ADAL" clId="{5C408035-4E8D-4ADF-9233-ED281F8B05DA}" dt="2024-09-29T13:08:15.627" v="4492" actId="1076"/>
          <ac:spMkLst>
            <pc:docMk/>
            <pc:sldMk cId="3529504122" sldId="282"/>
            <ac:spMk id="9" creationId="{F6A653AA-6432-4EEC-C31C-7696E4BBB60C}"/>
          </ac:spMkLst>
        </pc:spChg>
        <pc:picChg chg="add del mod modCrop">
          <ac:chgData name="Sohag Kabir" userId="e9b0da40-aef8-480a-bb63-d1daacecf555" providerId="ADAL" clId="{5C408035-4E8D-4ADF-9233-ED281F8B05DA}" dt="2024-09-29T13:07:53.447" v="4486" actId="478"/>
          <ac:picMkLst>
            <pc:docMk/>
            <pc:sldMk cId="3529504122" sldId="282"/>
            <ac:picMk id="2" creationId="{0311DE0D-8AC8-4B5C-C311-A209A33BE416}"/>
          </ac:picMkLst>
        </pc:picChg>
        <pc:picChg chg="add mod">
          <ac:chgData name="Sohag Kabir" userId="e9b0da40-aef8-480a-bb63-d1daacecf555" providerId="ADAL" clId="{5C408035-4E8D-4ADF-9233-ED281F8B05DA}" dt="2024-09-29T13:06:56.483" v="4485" actId="14100"/>
          <ac:picMkLst>
            <pc:docMk/>
            <pc:sldMk cId="3529504122" sldId="282"/>
            <ac:picMk id="7" creationId="{04C5E74B-5404-B290-A41F-8EB75CDCA3DF}"/>
          </ac:picMkLst>
        </pc:picChg>
        <pc:picChg chg="add mod modCrop">
          <ac:chgData name="Sohag Kabir" userId="e9b0da40-aef8-480a-bb63-d1daacecf555" providerId="ADAL" clId="{5C408035-4E8D-4ADF-9233-ED281F8B05DA}" dt="2024-09-29T13:08:11.443" v="4491" actId="1076"/>
          <ac:picMkLst>
            <pc:docMk/>
            <pc:sldMk cId="3529504122" sldId="282"/>
            <ac:picMk id="11" creationId="{86B7DDCD-9F8F-B4F6-3592-78C781FFB8A6}"/>
          </ac:picMkLst>
        </pc:picChg>
      </pc:sldChg>
      <pc:sldChg chg="addSp delSp modSp add mod modNotesTx">
        <pc:chgData name="Sohag Kabir" userId="e9b0da40-aef8-480a-bb63-d1daacecf555" providerId="ADAL" clId="{5C408035-4E8D-4ADF-9233-ED281F8B05DA}" dt="2024-09-29T12:44:28.678" v="4338" actId="20577"/>
        <pc:sldMkLst>
          <pc:docMk/>
          <pc:sldMk cId="3093025796" sldId="283"/>
        </pc:sldMkLst>
        <pc:spChg chg="add mod">
          <ac:chgData name="Sohag Kabir" userId="e9b0da40-aef8-480a-bb63-d1daacecf555" providerId="ADAL" clId="{5C408035-4E8D-4ADF-9233-ED281F8B05DA}" dt="2024-09-29T12:41:51.225" v="4319" actId="164"/>
          <ac:spMkLst>
            <pc:docMk/>
            <pc:sldMk cId="3093025796" sldId="283"/>
            <ac:spMk id="3" creationId="{A1EEA81C-A34D-229D-1362-B8917C46B782}"/>
          </ac:spMkLst>
        </pc:spChg>
        <pc:spChg chg="add mod">
          <ac:chgData name="Sohag Kabir" userId="e9b0da40-aef8-480a-bb63-d1daacecf555" providerId="ADAL" clId="{5C408035-4E8D-4ADF-9233-ED281F8B05DA}" dt="2024-09-29T12:41:51.225" v="4319" actId="164"/>
          <ac:spMkLst>
            <pc:docMk/>
            <pc:sldMk cId="3093025796" sldId="283"/>
            <ac:spMk id="9" creationId="{9234796E-60DC-C07A-60F6-9C0C20E04802}"/>
          </ac:spMkLst>
        </pc:spChg>
        <pc:spChg chg="add mod">
          <ac:chgData name="Sohag Kabir" userId="e9b0da40-aef8-480a-bb63-d1daacecf555" providerId="ADAL" clId="{5C408035-4E8D-4ADF-9233-ED281F8B05DA}" dt="2024-09-29T12:41:51.225" v="4319" actId="164"/>
          <ac:spMkLst>
            <pc:docMk/>
            <pc:sldMk cId="3093025796" sldId="283"/>
            <ac:spMk id="10" creationId="{2ACC6604-E793-F9B0-DA75-A768CA95D505}"/>
          </ac:spMkLst>
        </pc:spChg>
        <pc:spChg chg="add mod">
          <ac:chgData name="Sohag Kabir" userId="e9b0da40-aef8-480a-bb63-d1daacecf555" providerId="ADAL" clId="{5C408035-4E8D-4ADF-9233-ED281F8B05DA}" dt="2024-09-29T12:41:51.225" v="4319" actId="164"/>
          <ac:spMkLst>
            <pc:docMk/>
            <pc:sldMk cId="3093025796" sldId="283"/>
            <ac:spMk id="11" creationId="{EA8BAF25-4386-FDC1-56DA-401898C31070}"/>
          </ac:spMkLst>
        </pc:spChg>
        <pc:spChg chg="add mod">
          <ac:chgData name="Sohag Kabir" userId="e9b0da40-aef8-480a-bb63-d1daacecf555" providerId="ADAL" clId="{5C408035-4E8D-4ADF-9233-ED281F8B05DA}" dt="2024-09-29T12:43:01.207" v="4322" actId="20577"/>
          <ac:spMkLst>
            <pc:docMk/>
            <pc:sldMk cId="3093025796" sldId="283"/>
            <ac:spMk id="12" creationId="{9BE975A7-C639-99A3-0D52-A3CC271C766A}"/>
          </ac:spMkLst>
        </pc:spChg>
        <pc:spChg chg="add mod">
          <ac:chgData name="Sohag Kabir" userId="e9b0da40-aef8-480a-bb63-d1daacecf555" providerId="ADAL" clId="{5C408035-4E8D-4ADF-9233-ED281F8B05DA}" dt="2024-09-29T12:42:30.271" v="4320" actId="1038"/>
          <ac:spMkLst>
            <pc:docMk/>
            <pc:sldMk cId="3093025796" sldId="283"/>
            <ac:spMk id="13" creationId="{582747FA-476D-5BAF-E601-8215BF8D2EA0}"/>
          </ac:spMkLst>
        </pc:spChg>
        <pc:spChg chg="add mod">
          <ac:chgData name="Sohag Kabir" userId="e9b0da40-aef8-480a-bb63-d1daacecf555" providerId="ADAL" clId="{5C408035-4E8D-4ADF-9233-ED281F8B05DA}" dt="2024-09-29T12:44:28.678" v="4338" actId="20577"/>
          <ac:spMkLst>
            <pc:docMk/>
            <pc:sldMk cId="3093025796" sldId="283"/>
            <ac:spMk id="16" creationId="{29E17DA9-BB6B-FDEC-426C-78A739D34D86}"/>
          </ac:spMkLst>
        </pc:spChg>
        <pc:grpChg chg="add mod">
          <ac:chgData name="Sohag Kabir" userId="e9b0da40-aef8-480a-bb63-d1daacecf555" providerId="ADAL" clId="{5C408035-4E8D-4ADF-9233-ED281F8B05DA}" dt="2024-09-29T12:41:51.225" v="4319" actId="164"/>
          <ac:grpSpMkLst>
            <pc:docMk/>
            <pc:sldMk cId="3093025796" sldId="283"/>
            <ac:grpSpMk id="14" creationId="{B855ED10-77C2-AE30-C5EB-71DCC4E2B56D}"/>
          </ac:grpSpMkLst>
        </pc:grpChg>
        <pc:picChg chg="add mod modCrop">
          <ac:chgData name="Sohag Kabir" userId="e9b0da40-aef8-480a-bb63-d1daacecf555" providerId="ADAL" clId="{5C408035-4E8D-4ADF-9233-ED281F8B05DA}" dt="2024-09-29T12:41:51.225" v="4319" actId="164"/>
          <ac:picMkLst>
            <pc:docMk/>
            <pc:sldMk cId="3093025796" sldId="283"/>
            <ac:picMk id="2" creationId="{B64CCF25-8A1D-EFC0-53C2-9BC786B0CFED}"/>
          </ac:picMkLst>
        </pc:picChg>
        <pc:picChg chg="mod modCrop">
          <ac:chgData name="Sohag Kabir" userId="e9b0da40-aef8-480a-bb63-d1daacecf555" providerId="ADAL" clId="{5C408035-4E8D-4ADF-9233-ED281F8B05DA}" dt="2024-09-29T11:50:22.960" v="3591" actId="1076"/>
          <ac:picMkLst>
            <pc:docMk/>
            <pc:sldMk cId="3093025796" sldId="283"/>
            <ac:picMk id="5" creationId="{73C3FC7A-B18C-801D-A078-C8C8D407B711}"/>
          </ac:picMkLst>
        </pc:picChg>
        <pc:picChg chg="add del mod">
          <ac:chgData name="Sohag Kabir" userId="e9b0da40-aef8-480a-bb63-d1daacecf555" providerId="ADAL" clId="{5C408035-4E8D-4ADF-9233-ED281F8B05DA}" dt="2024-09-29T11:53:07.111" v="3613" actId="478"/>
          <ac:picMkLst>
            <pc:docMk/>
            <pc:sldMk cId="3093025796" sldId="283"/>
            <ac:picMk id="7" creationId="{445B1842-9626-644C-9078-191F8B42CE8D}"/>
          </ac:picMkLst>
        </pc:picChg>
      </pc:sldChg>
      <pc:sldChg chg="addSp delSp modSp add mod modNotesTx">
        <pc:chgData name="Sohag Kabir" userId="e9b0da40-aef8-480a-bb63-d1daacecf555" providerId="ADAL" clId="{5C408035-4E8D-4ADF-9233-ED281F8B05DA}" dt="2024-09-29T16:13:41.845" v="6517" actId="6549"/>
        <pc:sldMkLst>
          <pc:docMk/>
          <pc:sldMk cId="3299150616" sldId="284"/>
        </pc:sldMkLst>
        <pc:spChg chg="mod">
          <ac:chgData name="Sohag Kabir" userId="e9b0da40-aef8-480a-bb63-d1daacecf555" providerId="ADAL" clId="{5C408035-4E8D-4ADF-9233-ED281F8B05DA}" dt="2024-09-29T13:31:20.145" v="4783" actId="1076"/>
          <ac:spMkLst>
            <pc:docMk/>
            <pc:sldMk cId="3299150616" sldId="284"/>
            <ac:spMk id="2" creationId="{F2A4DAD3-1E36-4CAD-94D1-E06B348A4ADD}"/>
          </ac:spMkLst>
        </pc:spChg>
        <pc:spChg chg="add mod">
          <ac:chgData name="Sohag Kabir" userId="e9b0da40-aef8-480a-bb63-d1daacecf555" providerId="ADAL" clId="{5C408035-4E8D-4ADF-9233-ED281F8B05DA}" dt="2024-09-29T16:01:57.904" v="6250" actId="1076"/>
          <ac:spMkLst>
            <pc:docMk/>
            <pc:sldMk cId="3299150616" sldId="284"/>
            <ac:spMk id="5" creationId="{BF0C3611-70F3-2E22-840A-5F776D1F5B19}"/>
          </ac:spMkLst>
        </pc:spChg>
        <pc:picChg chg="del">
          <ac:chgData name="Sohag Kabir" userId="e9b0da40-aef8-480a-bb63-d1daacecf555" providerId="ADAL" clId="{5C408035-4E8D-4ADF-9233-ED281F8B05DA}" dt="2024-09-29T13:14:23.062" v="4527" actId="478"/>
          <ac:picMkLst>
            <pc:docMk/>
            <pc:sldMk cId="3299150616" sldId="284"/>
            <ac:picMk id="3" creationId="{C250461A-5E8D-9499-83CE-EB319AF5C8BF}"/>
          </ac:picMkLst>
        </pc:picChg>
        <pc:picChg chg="add mod">
          <ac:chgData name="Sohag Kabir" userId="e9b0da40-aef8-480a-bb63-d1daacecf555" providerId="ADAL" clId="{5C408035-4E8D-4ADF-9233-ED281F8B05DA}" dt="2024-09-29T16:01:53.286" v="6249" actId="1076"/>
          <ac:picMkLst>
            <pc:docMk/>
            <pc:sldMk cId="3299150616" sldId="284"/>
            <ac:picMk id="5122" creationId="{1E8813DE-9CB3-732A-7ACE-0B813E4CF855}"/>
          </ac:picMkLst>
        </pc:picChg>
      </pc:sldChg>
      <pc:sldChg chg="addSp delSp modSp add mod delAnim">
        <pc:chgData name="Sohag Kabir" userId="e9b0da40-aef8-480a-bb63-d1daacecf555" providerId="ADAL" clId="{5C408035-4E8D-4ADF-9233-ED281F8B05DA}" dt="2024-09-29T13:38:37.208" v="4823" actId="1076"/>
        <pc:sldMkLst>
          <pc:docMk/>
          <pc:sldMk cId="1975243977" sldId="285"/>
        </pc:sldMkLst>
        <pc:spChg chg="mod">
          <ac:chgData name="Sohag Kabir" userId="e9b0da40-aef8-480a-bb63-d1daacecf555" providerId="ADAL" clId="{5C408035-4E8D-4ADF-9233-ED281F8B05DA}" dt="2024-09-29T13:38:37.208" v="4823" actId="1076"/>
          <ac:spMkLst>
            <pc:docMk/>
            <pc:sldMk cId="1975243977" sldId="285"/>
            <ac:spMk id="2" creationId="{3530B774-9001-449E-924A-4229028B4A25}"/>
          </ac:spMkLst>
        </pc:spChg>
        <pc:spChg chg="del">
          <ac:chgData name="Sohag Kabir" userId="e9b0da40-aef8-480a-bb63-d1daacecf555" providerId="ADAL" clId="{5C408035-4E8D-4ADF-9233-ED281F8B05DA}" dt="2024-09-29T13:37:36.832" v="4792" actId="478"/>
          <ac:spMkLst>
            <pc:docMk/>
            <pc:sldMk cId="1975243977" sldId="285"/>
            <ac:spMk id="11" creationId="{0639A0D8-DF8E-F073-F88E-F470CE7FC43F}"/>
          </ac:spMkLst>
        </pc:spChg>
        <pc:picChg chg="add mod">
          <ac:chgData name="Sohag Kabir" userId="e9b0da40-aef8-480a-bb63-d1daacecf555" providerId="ADAL" clId="{5C408035-4E8D-4ADF-9233-ED281F8B05DA}" dt="2024-09-29T13:37:49.074" v="4796" actId="14100"/>
          <ac:picMkLst>
            <pc:docMk/>
            <pc:sldMk cId="1975243977" sldId="285"/>
            <ac:picMk id="4" creationId="{B53C8335-D99D-2ABA-E2E9-3E03DAEC5BD0}"/>
          </ac:picMkLst>
        </pc:picChg>
        <pc:picChg chg="del mod">
          <ac:chgData name="Sohag Kabir" userId="e9b0da40-aef8-480a-bb63-d1daacecf555" providerId="ADAL" clId="{5C408035-4E8D-4ADF-9233-ED281F8B05DA}" dt="2024-09-29T13:37:31.205" v="4789" actId="478"/>
          <ac:picMkLst>
            <pc:docMk/>
            <pc:sldMk cId="1975243977" sldId="285"/>
            <ac:picMk id="7" creationId="{1621BF61-97A8-3030-5D73-965D1E5EDF60}"/>
          </ac:picMkLst>
        </pc:picChg>
      </pc:sldChg>
      <pc:sldChg chg="addSp delSp modSp add mod modAnim">
        <pc:chgData name="Sohag Kabir" userId="e9b0da40-aef8-480a-bb63-d1daacecf555" providerId="ADAL" clId="{5C408035-4E8D-4ADF-9233-ED281F8B05DA}" dt="2024-09-29T14:04:02.656" v="4923"/>
        <pc:sldMkLst>
          <pc:docMk/>
          <pc:sldMk cId="3773334495" sldId="286"/>
        </pc:sldMkLst>
        <pc:spChg chg="mod">
          <ac:chgData name="Sohag Kabir" userId="e9b0da40-aef8-480a-bb63-d1daacecf555" providerId="ADAL" clId="{5C408035-4E8D-4ADF-9233-ED281F8B05DA}" dt="2024-09-29T13:40:08.353" v="4834" actId="20577"/>
          <ac:spMkLst>
            <pc:docMk/>
            <pc:sldMk cId="3773334495" sldId="286"/>
            <ac:spMk id="2" creationId="{3530B774-9001-449E-924A-4229028B4A25}"/>
          </ac:spMkLst>
        </pc:spChg>
        <pc:spChg chg="add mod">
          <ac:chgData name="Sohag Kabir" userId="e9b0da40-aef8-480a-bb63-d1daacecf555" providerId="ADAL" clId="{5C408035-4E8D-4ADF-9233-ED281F8B05DA}" dt="2024-09-29T14:00:02.248" v="4879" actId="207"/>
          <ac:spMkLst>
            <pc:docMk/>
            <pc:sldMk cId="3773334495" sldId="286"/>
            <ac:spMk id="8" creationId="{E35EC071-C966-E332-4718-283705579624}"/>
          </ac:spMkLst>
        </pc:spChg>
        <pc:spChg chg="add mod">
          <ac:chgData name="Sohag Kabir" userId="e9b0da40-aef8-480a-bb63-d1daacecf555" providerId="ADAL" clId="{5C408035-4E8D-4ADF-9233-ED281F8B05DA}" dt="2024-09-29T14:00:31.993" v="4891" actId="1076"/>
          <ac:spMkLst>
            <pc:docMk/>
            <pc:sldMk cId="3773334495" sldId="286"/>
            <ac:spMk id="10" creationId="{551B4B65-3B5D-95FF-52D2-0DEC92D83398}"/>
          </ac:spMkLst>
        </pc:spChg>
        <pc:spChg chg="add mod">
          <ac:chgData name="Sohag Kabir" userId="e9b0da40-aef8-480a-bb63-d1daacecf555" providerId="ADAL" clId="{5C408035-4E8D-4ADF-9233-ED281F8B05DA}" dt="2024-09-29T14:02:12.399" v="4906" actId="207"/>
          <ac:spMkLst>
            <pc:docMk/>
            <pc:sldMk cId="3773334495" sldId="286"/>
            <ac:spMk id="11" creationId="{B2F183C6-15C4-96D6-792D-A97E8A689834}"/>
          </ac:spMkLst>
        </pc:spChg>
        <pc:spChg chg="add mod">
          <ac:chgData name="Sohag Kabir" userId="e9b0da40-aef8-480a-bb63-d1daacecf555" providerId="ADAL" clId="{5C408035-4E8D-4ADF-9233-ED281F8B05DA}" dt="2024-09-29T14:02:34.222" v="4916" actId="20577"/>
          <ac:spMkLst>
            <pc:docMk/>
            <pc:sldMk cId="3773334495" sldId="286"/>
            <ac:spMk id="12" creationId="{FBBE4DF1-D9B1-2F86-B9EA-BD8339185123}"/>
          </ac:spMkLst>
        </pc:spChg>
        <pc:picChg chg="add del">
          <ac:chgData name="Sohag Kabir" userId="e9b0da40-aef8-480a-bb63-d1daacecf555" providerId="ADAL" clId="{5C408035-4E8D-4ADF-9233-ED281F8B05DA}" dt="2024-09-29T13:46:30.105" v="4838" actId="478"/>
          <ac:picMkLst>
            <pc:docMk/>
            <pc:sldMk cId="3773334495" sldId="286"/>
            <ac:picMk id="3" creationId="{425B25E2-1D38-FD7A-079B-D052722550B0}"/>
          </ac:picMkLst>
        </pc:picChg>
        <pc:picChg chg="del">
          <ac:chgData name="Sohag Kabir" userId="e9b0da40-aef8-480a-bb63-d1daacecf555" providerId="ADAL" clId="{5C408035-4E8D-4ADF-9233-ED281F8B05DA}" dt="2024-09-29T13:40:11.249" v="4835" actId="478"/>
          <ac:picMkLst>
            <pc:docMk/>
            <pc:sldMk cId="3773334495" sldId="286"/>
            <ac:picMk id="4" creationId="{B53C8335-D99D-2ABA-E2E9-3E03DAEC5BD0}"/>
          </ac:picMkLst>
        </pc:picChg>
        <pc:picChg chg="add mod ord">
          <ac:chgData name="Sohag Kabir" userId="e9b0da40-aef8-480a-bb63-d1daacecf555" providerId="ADAL" clId="{5C408035-4E8D-4ADF-9233-ED281F8B05DA}" dt="2024-09-29T13:58:33.472" v="4868" actId="1076"/>
          <ac:picMkLst>
            <pc:docMk/>
            <pc:sldMk cId="3773334495" sldId="286"/>
            <ac:picMk id="7" creationId="{DBBF9B16-239E-F8B4-6F79-08AB28BB795D}"/>
          </ac:picMkLst>
        </pc:picChg>
        <pc:picChg chg="add mod">
          <ac:chgData name="Sohag Kabir" userId="e9b0da40-aef8-480a-bb63-d1daacecf555" providerId="ADAL" clId="{5C408035-4E8D-4ADF-9233-ED281F8B05DA}" dt="2024-09-29T13:58:59.118" v="4874" actId="1076"/>
          <ac:picMkLst>
            <pc:docMk/>
            <pc:sldMk cId="3773334495" sldId="286"/>
            <ac:picMk id="7170" creationId="{E93CFFFF-FA19-E0C2-E84B-ECC667F6D9F4}"/>
          </ac:picMkLst>
        </pc:picChg>
        <pc:picChg chg="add mod">
          <ac:chgData name="Sohag Kabir" userId="e9b0da40-aef8-480a-bb63-d1daacecf555" providerId="ADAL" clId="{5C408035-4E8D-4ADF-9233-ED281F8B05DA}" dt="2024-09-29T14:01:45.551" v="4904" actId="1076"/>
          <ac:picMkLst>
            <pc:docMk/>
            <pc:sldMk cId="3773334495" sldId="286"/>
            <ac:picMk id="7172" creationId="{3E4823F5-3527-6A3E-9670-B5742DB19173}"/>
          </ac:picMkLst>
        </pc:picChg>
      </pc:sldChg>
      <pc:sldChg chg="addSp delSp modSp add mod modAnim">
        <pc:chgData name="Sohag Kabir" userId="e9b0da40-aef8-480a-bb63-d1daacecf555" providerId="ADAL" clId="{5C408035-4E8D-4ADF-9233-ED281F8B05DA}" dt="2024-09-29T14:19:32.142" v="5172" actId="1076"/>
        <pc:sldMkLst>
          <pc:docMk/>
          <pc:sldMk cId="743092061" sldId="287"/>
        </pc:sldMkLst>
        <pc:spChg chg="mod">
          <ac:chgData name="Sohag Kabir" userId="e9b0da40-aef8-480a-bb63-d1daacecf555" providerId="ADAL" clId="{5C408035-4E8D-4ADF-9233-ED281F8B05DA}" dt="2024-09-29T14:07:57.277" v="4936" actId="20577"/>
          <ac:spMkLst>
            <pc:docMk/>
            <pc:sldMk cId="743092061" sldId="287"/>
            <ac:spMk id="2" creationId="{3530B774-9001-449E-924A-4229028B4A25}"/>
          </ac:spMkLst>
        </pc:spChg>
        <pc:spChg chg="add mod">
          <ac:chgData name="Sohag Kabir" userId="e9b0da40-aef8-480a-bb63-d1daacecf555" providerId="ADAL" clId="{5C408035-4E8D-4ADF-9233-ED281F8B05DA}" dt="2024-09-29T14:19:29.182" v="5171" actId="164"/>
          <ac:spMkLst>
            <pc:docMk/>
            <pc:sldMk cId="743092061" sldId="287"/>
            <ac:spMk id="5" creationId="{581E50EB-C67D-811D-E154-973C8ACF9CDE}"/>
          </ac:spMkLst>
        </pc:spChg>
        <pc:spChg chg="del">
          <ac:chgData name="Sohag Kabir" userId="e9b0da40-aef8-480a-bb63-d1daacecf555" providerId="ADAL" clId="{5C408035-4E8D-4ADF-9233-ED281F8B05DA}" dt="2024-09-29T14:08:03.784" v="4937" actId="478"/>
          <ac:spMkLst>
            <pc:docMk/>
            <pc:sldMk cId="743092061" sldId="287"/>
            <ac:spMk id="8" creationId="{E35EC071-C966-E332-4718-283705579624}"/>
          </ac:spMkLst>
        </pc:spChg>
        <pc:spChg chg="del">
          <ac:chgData name="Sohag Kabir" userId="e9b0da40-aef8-480a-bb63-d1daacecf555" providerId="ADAL" clId="{5C408035-4E8D-4ADF-9233-ED281F8B05DA}" dt="2024-09-29T14:08:03.784" v="4937" actId="478"/>
          <ac:spMkLst>
            <pc:docMk/>
            <pc:sldMk cId="743092061" sldId="287"/>
            <ac:spMk id="10" creationId="{551B4B65-3B5D-95FF-52D2-0DEC92D83398}"/>
          </ac:spMkLst>
        </pc:spChg>
        <pc:spChg chg="del">
          <ac:chgData name="Sohag Kabir" userId="e9b0da40-aef8-480a-bb63-d1daacecf555" providerId="ADAL" clId="{5C408035-4E8D-4ADF-9233-ED281F8B05DA}" dt="2024-09-29T14:08:03.784" v="4937" actId="478"/>
          <ac:spMkLst>
            <pc:docMk/>
            <pc:sldMk cId="743092061" sldId="287"/>
            <ac:spMk id="11" creationId="{B2F183C6-15C4-96D6-792D-A97E8A689834}"/>
          </ac:spMkLst>
        </pc:spChg>
        <pc:spChg chg="del">
          <ac:chgData name="Sohag Kabir" userId="e9b0da40-aef8-480a-bb63-d1daacecf555" providerId="ADAL" clId="{5C408035-4E8D-4ADF-9233-ED281F8B05DA}" dt="2024-09-29T14:08:03.784" v="4937" actId="478"/>
          <ac:spMkLst>
            <pc:docMk/>
            <pc:sldMk cId="743092061" sldId="287"/>
            <ac:spMk id="12" creationId="{FBBE4DF1-D9B1-2F86-B9EA-BD8339185123}"/>
          </ac:spMkLst>
        </pc:spChg>
        <pc:spChg chg="add mod">
          <ac:chgData name="Sohag Kabir" userId="e9b0da40-aef8-480a-bb63-d1daacecf555" providerId="ADAL" clId="{5C408035-4E8D-4ADF-9233-ED281F8B05DA}" dt="2024-09-29T14:19:29.182" v="5171" actId="164"/>
          <ac:spMkLst>
            <pc:docMk/>
            <pc:sldMk cId="743092061" sldId="287"/>
            <ac:spMk id="13" creationId="{3BC5430B-9D2A-30E7-AE8E-717603ABA668}"/>
          </ac:spMkLst>
        </pc:spChg>
        <pc:spChg chg="add mod">
          <ac:chgData name="Sohag Kabir" userId="e9b0da40-aef8-480a-bb63-d1daacecf555" providerId="ADAL" clId="{5C408035-4E8D-4ADF-9233-ED281F8B05DA}" dt="2024-09-29T14:19:29.182" v="5171" actId="164"/>
          <ac:spMkLst>
            <pc:docMk/>
            <pc:sldMk cId="743092061" sldId="287"/>
            <ac:spMk id="14" creationId="{F39CCDD2-98B6-C96D-D678-64E5755B0400}"/>
          </ac:spMkLst>
        </pc:spChg>
        <pc:spChg chg="add mod">
          <ac:chgData name="Sohag Kabir" userId="e9b0da40-aef8-480a-bb63-d1daacecf555" providerId="ADAL" clId="{5C408035-4E8D-4ADF-9233-ED281F8B05DA}" dt="2024-09-29T14:19:29.182" v="5171" actId="164"/>
          <ac:spMkLst>
            <pc:docMk/>
            <pc:sldMk cId="743092061" sldId="287"/>
            <ac:spMk id="15" creationId="{99608443-22BA-6359-FEDC-9DE8E131CA0E}"/>
          </ac:spMkLst>
        </pc:spChg>
        <pc:spChg chg="add mod">
          <ac:chgData name="Sohag Kabir" userId="e9b0da40-aef8-480a-bb63-d1daacecf555" providerId="ADAL" clId="{5C408035-4E8D-4ADF-9233-ED281F8B05DA}" dt="2024-09-29T14:19:29.182" v="5171" actId="164"/>
          <ac:spMkLst>
            <pc:docMk/>
            <pc:sldMk cId="743092061" sldId="287"/>
            <ac:spMk id="16" creationId="{F74F1E07-14DD-FF2B-A8AC-6AC9B0408208}"/>
          </ac:spMkLst>
        </pc:spChg>
        <pc:grpChg chg="add mod">
          <ac:chgData name="Sohag Kabir" userId="e9b0da40-aef8-480a-bb63-d1daacecf555" providerId="ADAL" clId="{5C408035-4E8D-4ADF-9233-ED281F8B05DA}" dt="2024-09-29T14:19:32.142" v="5172" actId="1076"/>
          <ac:grpSpMkLst>
            <pc:docMk/>
            <pc:sldMk cId="743092061" sldId="287"/>
            <ac:grpSpMk id="17" creationId="{AA4492BF-3EDA-8414-A6A2-1DA7F5D59905}"/>
          </ac:grpSpMkLst>
        </pc:grpChg>
        <pc:picChg chg="add mod">
          <ac:chgData name="Sohag Kabir" userId="e9b0da40-aef8-480a-bb63-d1daacecf555" providerId="ADAL" clId="{5C408035-4E8D-4ADF-9233-ED281F8B05DA}" dt="2024-09-29T14:19:29.182" v="5171" actId="164"/>
          <ac:picMkLst>
            <pc:docMk/>
            <pc:sldMk cId="743092061" sldId="287"/>
            <ac:picMk id="4" creationId="{94A74028-75B7-26B9-9AC0-B3CF84701F37}"/>
          </ac:picMkLst>
        </pc:picChg>
        <pc:picChg chg="del">
          <ac:chgData name="Sohag Kabir" userId="e9b0da40-aef8-480a-bb63-d1daacecf555" providerId="ADAL" clId="{5C408035-4E8D-4ADF-9233-ED281F8B05DA}" dt="2024-09-29T14:08:03.784" v="4937" actId="478"/>
          <ac:picMkLst>
            <pc:docMk/>
            <pc:sldMk cId="743092061" sldId="287"/>
            <ac:picMk id="7" creationId="{DBBF9B16-239E-F8B4-6F79-08AB28BB795D}"/>
          </ac:picMkLst>
        </pc:picChg>
        <pc:picChg chg="del">
          <ac:chgData name="Sohag Kabir" userId="e9b0da40-aef8-480a-bb63-d1daacecf555" providerId="ADAL" clId="{5C408035-4E8D-4ADF-9233-ED281F8B05DA}" dt="2024-09-29T14:08:03.784" v="4937" actId="478"/>
          <ac:picMkLst>
            <pc:docMk/>
            <pc:sldMk cId="743092061" sldId="287"/>
            <ac:picMk id="7170" creationId="{E93CFFFF-FA19-E0C2-E84B-ECC667F6D9F4}"/>
          </ac:picMkLst>
        </pc:picChg>
        <pc:picChg chg="del">
          <ac:chgData name="Sohag Kabir" userId="e9b0da40-aef8-480a-bb63-d1daacecf555" providerId="ADAL" clId="{5C408035-4E8D-4ADF-9233-ED281F8B05DA}" dt="2024-09-29T14:08:03.784" v="4937" actId="478"/>
          <ac:picMkLst>
            <pc:docMk/>
            <pc:sldMk cId="743092061" sldId="287"/>
            <ac:picMk id="7172" creationId="{3E4823F5-3527-6A3E-9670-B5742DB19173}"/>
          </ac:picMkLst>
        </pc:picChg>
      </pc:sldChg>
      <pc:sldChg chg="addSp delSp modSp add mod">
        <pc:chgData name="Sohag Kabir" userId="e9b0da40-aef8-480a-bb63-d1daacecf555" providerId="ADAL" clId="{5C408035-4E8D-4ADF-9233-ED281F8B05DA}" dt="2024-09-29T14:35:40.278" v="5373" actId="1076"/>
        <pc:sldMkLst>
          <pc:docMk/>
          <pc:sldMk cId="2923510616" sldId="288"/>
        </pc:sldMkLst>
        <pc:spChg chg="mod">
          <ac:chgData name="Sohag Kabir" userId="e9b0da40-aef8-480a-bb63-d1daacecf555" providerId="ADAL" clId="{5C408035-4E8D-4ADF-9233-ED281F8B05DA}" dt="2024-09-29T14:20:28.988" v="5180" actId="20577"/>
          <ac:spMkLst>
            <pc:docMk/>
            <pc:sldMk cId="2923510616" sldId="288"/>
            <ac:spMk id="2" creationId="{3530B774-9001-449E-924A-4229028B4A25}"/>
          </ac:spMkLst>
        </pc:spChg>
        <pc:spChg chg="add mod">
          <ac:chgData name="Sohag Kabir" userId="e9b0da40-aef8-480a-bb63-d1daacecf555" providerId="ADAL" clId="{5C408035-4E8D-4ADF-9233-ED281F8B05DA}" dt="2024-09-29T14:35:37.767" v="5372" actId="1076"/>
          <ac:spMkLst>
            <pc:docMk/>
            <pc:sldMk cId="2923510616" sldId="288"/>
            <ac:spMk id="8" creationId="{2B0D840B-9B65-7E2C-33CD-24D76D514367}"/>
          </ac:spMkLst>
        </pc:spChg>
        <pc:spChg chg="add mod">
          <ac:chgData name="Sohag Kabir" userId="e9b0da40-aef8-480a-bb63-d1daacecf555" providerId="ADAL" clId="{5C408035-4E8D-4ADF-9233-ED281F8B05DA}" dt="2024-09-29T14:35:40.278" v="5373" actId="1076"/>
          <ac:spMkLst>
            <pc:docMk/>
            <pc:sldMk cId="2923510616" sldId="288"/>
            <ac:spMk id="11" creationId="{5057F6A5-A8EC-6675-1714-C6C8E5DA4C93}"/>
          </ac:spMkLst>
        </pc:spChg>
        <pc:grpChg chg="del">
          <ac:chgData name="Sohag Kabir" userId="e9b0da40-aef8-480a-bb63-d1daacecf555" providerId="ADAL" clId="{5C408035-4E8D-4ADF-9233-ED281F8B05DA}" dt="2024-09-29T14:21:01.216" v="5181" actId="478"/>
          <ac:grpSpMkLst>
            <pc:docMk/>
            <pc:sldMk cId="2923510616" sldId="288"/>
            <ac:grpSpMk id="17" creationId="{AA4492BF-3EDA-8414-A6A2-1DA7F5D59905}"/>
          </ac:grpSpMkLst>
        </pc:grpChg>
        <pc:picChg chg="add mod">
          <ac:chgData name="Sohag Kabir" userId="e9b0da40-aef8-480a-bb63-d1daacecf555" providerId="ADAL" clId="{5C408035-4E8D-4ADF-9233-ED281F8B05DA}" dt="2024-09-29T14:35:33.427" v="5371" actId="1036"/>
          <ac:picMkLst>
            <pc:docMk/>
            <pc:sldMk cId="2923510616" sldId="288"/>
            <ac:picMk id="3" creationId="{0374E846-C8F7-0A86-3AC9-32B5CF51F31D}"/>
          </ac:picMkLst>
        </pc:picChg>
      </pc:sldChg>
      <pc:sldChg chg="addSp delSp modSp add mod">
        <pc:chgData name="Sohag Kabir" userId="e9b0da40-aef8-480a-bb63-d1daacecf555" providerId="ADAL" clId="{5C408035-4E8D-4ADF-9233-ED281F8B05DA}" dt="2024-09-29T14:35:50.460" v="5375" actId="14100"/>
        <pc:sldMkLst>
          <pc:docMk/>
          <pc:sldMk cId="2324322734" sldId="289"/>
        </pc:sldMkLst>
        <pc:spChg chg="add mod">
          <ac:chgData name="Sohag Kabir" userId="e9b0da40-aef8-480a-bb63-d1daacecf555" providerId="ADAL" clId="{5C408035-4E8D-4ADF-9233-ED281F8B05DA}" dt="2024-09-29T14:35:47.989" v="5374" actId="1076"/>
          <ac:spMkLst>
            <pc:docMk/>
            <pc:sldMk cId="2324322734" sldId="289"/>
            <ac:spMk id="4" creationId="{FFEB585D-0ACB-F755-5850-D2245569DE9E}"/>
          </ac:spMkLst>
        </pc:spChg>
        <pc:spChg chg="del">
          <ac:chgData name="Sohag Kabir" userId="e9b0da40-aef8-480a-bb63-d1daacecf555" providerId="ADAL" clId="{5C408035-4E8D-4ADF-9233-ED281F8B05DA}" dt="2024-09-29T14:34:08.719" v="5289" actId="478"/>
          <ac:spMkLst>
            <pc:docMk/>
            <pc:sldMk cId="2324322734" sldId="289"/>
            <ac:spMk id="8" creationId="{2B0D840B-9B65-7E2C-33CD-24D76D514367}"/>
          </ac:spMkLst>
        </pc:spChg>
        <pc:spChg chg="del">
          <ac:chgData name="Sohag Kabir" userId="e9b0da40-aef8-480a-bb63-d1daacecf555" providerId="ADAL" clId="{5C408035-4E8D-4ADF-9233-ED281F8B05DA}" dt="2024-09-29T14:35:05.534" v="5361" actId="478"/>
          <ac:spMkLst>
            <pc:docMk/>
            <pc:sldMk cId="2324322734" sldId="289"/>
            <ac:spMk id="11" creationId="{5057F6A5-A8EC-6675-1714-C6C8E5DA4C93}"/>
          </ac:spMkLst>
        </pc:spChg>
        <pc:picChg chg="del">
          <ac:chgData name="Sohag Kabir" userId="e9b0da40-aef8-480a-bb63-d1daacecf555" providerId="ADAL" clId="{5C408035-4E8D-4ADF-9233-ED281F8B05DA}" dt="2024-09-29T14:33:11.665" v="5282" actId="478"/>
          <ac:picMkLst>
            <pc:docMk/>
            <pc:sldMk cId="2324322734" sldId="289"/>
            <ac:picMk id="3" creationId="{0374E846-C8F7-0A86-3AC9-32B5CF51F31D}"/>
          </ac:picMkLst>
        </pc:picChg>
        <pc:picChg chg="add mod">
          <ac:chgData name="Sohag Kabir" userId="e9b0da40-aef8-480a-bb63-d1daacecf555" providerId="ADAL" clId="{5C408035-4E8D-4ADF-9233-ED281F8B05DA}" dt="2024-09-29T14:35:50.460" v="5375" actId="14100"/>
          <ac:picMkLst>
            <pc:docMk/>
            <pc:sldMk cId="2324322734" sldId="289"/>
            <ac:picMk id="8194" creationId="{4D9F4C76-9993-6E16-2E0D-1FE4790C2298}"/>
          </ac:picMkLst>
        </pc:picChg>
      </pc:sldChg>
      <pc:sldChg chg="addSp delSp modSp add mod">
        <pc:chgData name="Sohag Kabir" userId="e9b0da40-aef8-480a-bb63-d1daacecf555" providerId="ADAL" clId="{5C408035-4E8D-4ADF-9233-ED281F8B05DA}" dt="2024-09-29T14:38:28.599" v="5412" actId="20577"/>
        <pc:sldMkLst>
          <pc:docMk/>
          <pc:sldMk cId="2997775987" sldId="290"/>
        </pc:sldMkLst>
        <pc:spChg chg="mod">
          <ac:chgData name="Sohag Kabir" userId="e9b0da40-aef8-480a-bb63-d1daacecf555" providerId="ADAL" clId="{5C408035-4E8D-4ADF-9233-ED281F8B05DA}" dt="2024-09-29T14:38:28.599" v="5412" actId="20577"/>
          <ac:spMkLst>
            <pc:docMk/>
            <pc:sldMk cId="2997775987" sldId="290"/>
            <ac:spMk id="4" creationId="{FFEB585D-0ACB-F755-5850-D2245569DE9E}"/>
          </ac:spMkLst>
        </pc:spChg>
        <pc:picChg chg="del">
          <ac:chgData name="Sohag Kabir" userId="e9b0da40-aef8-480a-bb63-d1daacecf555" providerId="ADAL" clId="{5C408035-4E8D-4ADF-9233-ED281F8B05DA}" dt="2024-09-29T14:37:24.830" v="5377" actId="478"/>
          <ac:picMkLst>
            <pc:docMk/>
            <pc:sldMk cId="2997775987" sldId="290"/>
            <ac:picMk id="8194" creationId="{4D9F4C76-9993-6E16-2E0D-1FE4790C2298}"/>
          </ac:picMkLst>
        </pc:picChg>
        <pc:picChg chg="add mod">
          <ac:chgData name="Sohag Kabir" userId="e9b0da40-aef8-480a-bb63-d1daacecf555" providerId="ADAL" clId="{5C408035-4E8D-4ADF-9233-ED281F8B05DA}" dt="2024-09-29T14:37:46.364" v="5383" actId="14100"/>
          <ac:picMkLst>
            <pc:docMk/>
            <pc:sldMk cId="2997775987" sldId="290"/>
            <ac:picMk id="9218" creationId="{5C1872CF-9818-DAB5-63FE-00B4AB31DD04}"/>
          </ac:picMkLst>
        </pc:picChg>
      </pc:sldChg>
      <pc:sldChg chg="addSp delSp modSp add mod delAnim modAnim">
        <pc:chgData name="Sohag Kabir" userId="e9b0da40-aef8-480a-bb63-d1daacecf555" providerId="ADAL" clId="{5C408035-4E8D-4ADF-9233-ED281F8B05DA}" dt="2024-09-29T16:04:31.310" v="6252" actId="1076"/>
        <pc:sldMkLst>
          <pc:docMk/>
          <pc:sldMk cId="522993105" sldId="291"/>
        </pc:sldMkLst>
        <pc:spChg chg="mod">
          <ac:chgData name="Sohag Kabir" userId="e9b0da40-aef8-480a-bb63-d1daacecf555" providerId="ADAL" clId="{5C408035-4E8D-4ADF-9233-ED281F8B05DA}" dt="2024-09-29T16:04:31.310" v="6252" actId="1076"/>
          <ac:spMkLst>
            <pc:docMk/>
            <pc:sldMk cId="522993105" sldId="291"/>
            <ac:spMk id="2" creationId="{3530B774-9001-449E-924A-4229028B4A25}"/>
          </ac:spMkLst>
        </pc:spChg>
        <pc:spChg chg="add del mod">
          <ac:chgData name="Sohag Kabir" userId="e9b0da40-aef8-480a-bb63-d1daacecf555" providerId="ADAL" clId="{5C408035-4E8D-4ADF-9233-ED281F8B05DA}" dt="2024-09-29T15:02:48.691" v="5601" actId="478"/>
          <ac:spMkLst>
            <pc:docMk/>
            <pc:sldMk cId="522993105" sldId="291"/>
            <ac:spMk id="3" creationId="{6007BCB6-5AC8-46A7-EC4F-B4EBFDE04269}"/>
          </ac:spMkLst>
        </pc:spChg>
        <pc:spChg chg="add del mod">
          <ac:chgData name="Sohag Kabir" userId="e9b0da40-aef8-480a-bb63-d1daacecf555" providerId="ADAL" clId="{5C408035-4E8D-4ADF-9233-ED281F8B05DA}" dt="2024-09-29T15:02:49.619" v="5602" actId="478"/>
          <ac:spMkLst>
            <pc:docMk/>
            <pc:sldMk cId="522993105" sldId="291"/>
            <ac:spMk id="4" creationId="{FA6964CA-8119-F5F4-7A61-B92F64F7556C}"/>
          </ac:spMkLst>
        </pc:spChg>
        <pc:spChg chg="del">
          <ac:chgData name="Sohag Kabir" userId="e9b0da40-aef8-480a-bb63-d1daacecf555" providerId="ADAL" clId="{5C408035-4E8D-4ADF-9233-ED281F8B05DA}" dt="2024-09-29T14:53:00.857" v="5525" actId="478"/>
          <ac:spMkLst>
            <pc:docMk/>
            <pc:sldMk cId="522993105" sldId="291"/>
            <ac:spMk id="5" creationId="{1122AB5C-9A91-2C91-204A-99B0B4FD7DD3}"/>
          </ac:spMkLst>
        </pc:spChg>
        <pc:spChg chg="add mod">
          <ac:chgData name="Sohag Kabir" userId="e9b0da40-aef8-480a-bb63-d1daacecf555" providerId="ADAL" clId="{5C408035-4E8D-4ADF-9233-ED281F8B05DA}" dt="2024-09-29T14:52:21.492" v="5517" actId="164"/>
          <ac:spMkLst>
            <pc:docMk/>
            <pc:sldMk cId="522993105" sldId="291"/>
            <ac:spMk id="11" creationId="{CD437044-CF5E-E46F-46E8-E61DBF35352E}"/>
          </ac:spMkLst>
        </pc:spChg>
        <pc:spChg chg="del mod">
          <ac:chgData name="Sohag Kabir" userId="e9b0da40-aef8-480a-bb63-d1daacecf555" providerId="ADAL" clId="{5C408035-4E8D-4ADF-9233-ED281F8B05DA}" dt="2024-09-29T15:02:54.077" v="5605" actId="478"/>
          <ac:spMkLst>
            <pc:docMk/>
            <pc:sldMk cId="522993105" sldId="291"/>
            <ac:spMk id="15" creationId="{C252F85D-9BF2-49BA-7DB0-8C3583E78D78}"/>
          </ac:spMkLst>
        </pc:spChg>
        <pc:spChg chg="mod">
          <ac:chgData name="Sohag Kabir" userId="e9b0da40-aef8-480a-bb63-d1daacecf555" providerId="ADAL" clId="{5C408035-4E8D-4ADF-9233-ED281F8B05DA}" dt="2024-09-29T14:52:56.413" v="5523"/>
          <ac:spMkLst>
            <pc:docMk/>
            <pc:sldMk cId="522993105" sldId="291"/>
            <ac:spMk id="16" creationId="{DB16D489-E0AB-C10D-9917-05911EE875F1}"/>
          </ac:spMkLst>
        </pc:spChg>
        <pc:spChg chg="add del mod">
          <ac:chgData name="Sohag Kabir" userId="e9b0da40-aef8-480a-bb63-d1daacecf555" providerId="ADAL" clId="{5C408035-4E8D-4ADF-9233-ED281F8B05DA}" dt="2024-09-29T15:02:51.290" v="5603" actId="478"/>
          <ac:spMkLst>
            <pc:docMk/>
            <pc:sldMk cId="522993105" sldId="291"/>
            <ac:spMk id="18" creationId="{772E9DB5-63FA-29D6-174C-7FC88CF570CB}"/>
          </ac:spMkLst>
        </pc:spChg>
        <pc:spChg chg="add mod">
          <ac:chgData name="Sohag Kabir" userId="e9b0da40-aef8-480a-bb63-d1daacecf555" providerId="ADAL" clId="{5C408035-4E8D-4ADF-9233-ED281F8B05DA}" dt="2024-09-29T15:04:11.169" v="5619" actId="14100"/>
          <ac:spMkLst>
            <pc:docMk/>
            <pc:sldMk cId="522993105" sldId="291"/>
            <ac:spMk id="19" creationId="{3B7D1C6C-C843-3ED4-D843-85FCA0527A96}"/>
          </ac:spMkLst>
        </pc:spChg>
        <pc:grpChg chg="add del mod">
          <ac:chgData name="Sohag Kabir" userId="e9b0da40-aef8-480a-bb63-d1daacecf555" providerId="ADAL" clId="{5C408035-4E8D-4ADF-9233-ED281F8B05DA}" dt="2024-09-29T15:02:52.703" v="5604" actId="478"/>
          <ac:grpSpMkLst>
            <pc:docMk/>
            <pc:sldMk cId="522993105" sldId="291"/>
            <ac:grpSpMk id="12" creationId="{477302C1-25AA-2D19-FD52-A3A033F2B33B}"/>
          </ac:grpSpMkLst>
        </pc:grpChg>
        <pc:grpChg chg="add del mod">
          <ac:chgData name="Sohag Kabir" userId="e9b0da40-aef8-480a-bb63-d1daacecf555" providerId="ADAL" clId="{5C408035-4E8D-4ADF-9233-ED281F8B05DA}" dt="2024-09-29T15:02:55.896" v="5606" actId="478"/>
          <ac:grpSpMkLst>
            <pc:docMk/>
            <pc:sldMk cId="522993105" sldId="291"/>
            <ac:grpSpMk id="13" creationId="{7221A722-C945-EA50-62BB-753B706BD052}"/>
          </ac:grpSpMkLst>
        </pc:grpChg>
        <pc:picChg chg="add mod">
          <ac:chgData name="Sohag Kabir" userId="e9b0da40-aef8-480a-bb63-d1daacecf555" providerId="ADAL" clId="{5C408035-4E8D-4ADF-9233-ED281F8B05DA}" dt="2024-09-29T14:52:21.492" v="5517" actId="164"/>
          <ac:picMkLst>
            <pc:docMk/>
            <pc:sldMk cId="522993105" sldId="291"/>
            <ac:picMk id="7" creationId="{D233E6B3-F815-85B9-F2FF-5D78E3F0E3C4}"/>
          </ac:picMkLst>
        </pc:picChg>
        <pc:picChg chg="add mod">
          <ac:chgData name="Sohag Kabir" userId="e9b0da40-aef8-480a-bb63-d1daacecf555" providerId="ADAL" clId="{5C408035-4E8D-4ADF-9233-ED281F8B05DA}" dt="2024-09-29T14:52:21.492" v="5517" actId="164"/>
          <ac:picMkLst>
            <pc:docMk/>
            <pc:sldMk cId="522993105" sldId="291"/>
            <ac:picMk id="8" creationId="{E068717B-789A-241F-CC69-D38225CB0834}"/>
          </ac:picMkLst>
        </pc:picChg>
        <pc:picChg chg="add mod">
          <ac:chgData name="Sohag Kabir" userId="e9b0da40-aef8-480a-bb63-d1daacecf555" providerId="ADAL" clId="{5C408035-4E8D-4ADF-9233-ED281F8B05DA}" dt="2024-09-29T14:52:21.492" v="5517" actId="164"/>
          <ac:picMkLst>
            <pc:docMk/>
            <pc:sldMk cId="522993105" sldId="291"/>
            <ac:picMk id="10" creationId="{7A8D5195-E3E3-1206-F95C-303993F5905D}"/>
          </ac:picMkLst>
        </pc:picChg>
        <pc:picChg chg="mod">
          <ac:chgData name="Sohag Kabir" userId="e9b0da40-aef8-480a-bb63-d1daacecf555" providerId="ADAL" clId="{5C408035-4E8D-4ADF-9233-ED281F8B05DA}" dt="2024-09-29T14:52:56.413" v="5523"/>
          <ac:picMkLst>
            <pc:docMk/>
            <pc:sldMk cId="522993105" sldId="291"/>
            <ac:picMk id="14" creationId="{E2000D08-AEEB-11D0-2D49-8016EDC7EED5}"/>
          </ac:picMkLst>
        </pc:picChg>
        <pc:picChg chg="mod">
          <ac:chgData name="Sohag Kabir" userId="e9b0da40-aef8-480a-bb63-d1daacecf555" providerId="ADAL" clId="{5C408035-4E8D-4ADF-9233-ED281F8B05DA}" dt="2024-09-29T14:52:56.413" v="5523"/>
          <ac:picMkLst>
            <pc:docMk/>
            <pc:sldMk cId="522993105" sldId="291"/>
            <ac:picMk id="17" creationId="{E825ED0A-E1ED-CCF4-ED9B-F2B3EEE1B5B2}"/>
          </ac:picMkLst>
        </pc:picChg>
        <pc:picChg chg="del">
          <ac:chgData name="Sohag Kabir" userId="e9b0da40-aef8-480a-bb63-d1daacecf555" providerId="ADAL" clId="{5C408035-4E8D-4ADF-9233-ED281F8B05DA}" dt="2024-09-29T14:50:06.535" v="5457" actId="478"/>
          <ac:picMkLst>
            <pc:docMk/>
            <pc:sldMk cId="522993105" sldId="291"/>
            <ac:picMk id="4098" creationId="{0F334A9C-70F5-8BC0-D3D4-04B515E3B0D7}"/>
          </ac:picMkLst>
        </pc:picChg>
      </pc:sldChg>
      <pc:sldChg chg="addSp delSp modSp add mod delAnim">
        <pc:chgData name="Sohag Kabir" userId="e9b0da40-aef8-480a-bb63-d1daacecf555" providerId="ADAL" clId="{5C408035-4E8D-4ADF-9233-ED281F8B05DA}" dt="2024-09-29T14:58:32.739" v="5550" actId="1076"/>
        <pc:sldMkLst>
          <pc:docMk/>
          <pc:sldMk cId="1047879687" sldId="292"/>
        </pc:sldMkLst>
        <pc:spChg chg="mod">
          <ac:chgData name="Sohag Kabir" userId="e9b0da40-aef8-480a-bb63-d1daacecf555" providerId="ADAL" clId="{5C408035-4E8D-4ADF-9233-ED281F8B05DA}" dt="2024-09-29T14:56:10.522" v="5533"/>
          <ac:spMkLst>
            <pc:docMk/>
            <pc:sldMk cId="1047879687" sldId="292"/>
            <ac:spMk id="2" creationId="{3530B774-9001-449E-924A-4229028B4A25}"/>
          </ac:spMkLst>
        </pc:spChg>
        <pc:spChg chg="del">
          <ac:chgData name="Sohag Kabir" userId="e9b0da40-aef8-480a-bb63-d1daacecf555" providerId="ADAL" clId="{5C408035-4E8D-4ADF-9233-ED281F8B05DA}" dt="2024-09-29T14:56:16.563" v="5534" actId="478"/>
          <ac:spMkLst>
            <pc:docMk/>
            <pc:sldMk cId="1047879687" sldId="292"/>
            <ac:spMk id="3" creationId="{6007BCB6-5AC8-46A7-EC4F-B4EBFDE04269}"/>
          </ac:spMkLst>
        </pc:spChg>
        <pc:spChg chg="del">
          <ac:chgData name="Sohag Kabir" userId="e9b0da40-aef8-480a-bb63-d1daacecf555" providerId="ADAL" clId="{5C408035-4E8D-4ADF-9233-ED281F8B05DA}" dt="2024-09-29T14:56:17.501" v="5535" actId="478"/>
          <ac:spMkLst>
            <pc:docMk/>
            <pc:sldMk cId="1047879687" sldId="292"/>
            <ac:spMk id="4" creationId="{FA6964CA-8119-F5F4-7A61-B92F64F7556C}"/>
          </ac:spMkLst>
        </pc:spChg>
        <pc:spChg chg="add del mod">
          <ac:chgData name="Sohag Kabir" userId="e9b0da40-aef8-480a-bb63-d1daacecf555" providerId="ADAL" clId="{5C408035-4E8D-4ADF-9233-ED281F8B05DA}" dt="2024-09-29T14:56:18.331" v="5536" actId="478"/>
          <ac:spMkLst>
            <pc:docMk/>
            <pc:sldMk cId="1047879687" sldId="292"/>
            <ac:spMk id="5" creationId="{E7A74DB1-83C5-165E-2A3D-1EE9D4C11AF5}"/>
          </ac:spMkLst>
        </pc:spChg>
        <pc:spChg chg="add mod">
          <ac:chgData name="Sohag Kabir" userId="e9b0da40-aef8-480a-bb63-d1daacecf555" providerId="ADAL" clId="{5C408035-4E8D-4ADF-9233-ED281F8B05DA}" dt="2024-09-29T14:56:36.374" v="5540" actId="1076"/>
          <ac:spMkLst>
            <pc:docMk/>
            <pc:sldMk cId="1047879687" sldId="292"/>
            <ac:spMk id="19" creationId="{95969E00-A64A-AF8F-0A9D-1734E97E07C0}"/>
          </ac:spMkLst>
        </pc:spChg>
        <pc:spChg chg="add mod">
          <ac:chgData name="Sohag Kabir" userId="e9b0da40-aef8-480a-bb63-d1daacecf555" providerId="ADAL" clId="{5C408035-4E8D-4ADF-9233-ED281F8B05DA}" dt="2024-09-29T14:56:51.083" v="5544" actId="1076"/>
          <ac:spMkLst>
            <pc:docMk/>
            <pc:sldMk cId="1047879687" sldId="292"/>
            <ac:spMk id="20" creationId="{105EB897-1727-921F-8184-6DBCA69A58DA}"/>
          </ac:spMkLst>
        </pc:spChg>
        <pc:spChg chg="add mod">
          <ac:chgData name="Sohag Kabir" userId="e9b0da40-aef8-480a-bb63-d1daacecf555" providerId="ADAL" clId="{5C408035-4E8D-4ADF-9233-ED281F8B05DA}" dt="2024-09-29T14:56:36.374" v="5540" actId="1076"/>
          <ac:spMkLst>
            <pc:docMk/>
            <pc:sldMk cId="1047879687" sldId="292"/>
            <ac:spMk id="21" creationId="{5309E542-6098-BE82-27DA-58FFEA69D3EC}"/>
          </ac:spMkLst>
        </pc:spChg>
        <pc:spChg chg="add mod">
          <ac:chgData name="Sohag Kabir" userId="e9b0da40-aef8-480a-bb63-d1daacecf555" providerId="ADAL" clId="{5C408035-4E8D-4ADF-9233-ED281F8B05DA}" dt="2024-09-29T14:56:36.374" v="5540" actId="1076"/>
          <ac:spMkLst>
            <pc:docMk/>
            <pc:sldMk cId="1047879687" sldId="292"/>
            <ac:spMk id="22" creationId="{75BAD1AA-6EA4-B7DE-E091-1113A6BDB9E8}"/>
          </ac:spMkLst>
        </pc:spChg>
        <pc:spChg chg="add mod">
          <ac:chgData name="Sohag Kabir" userId="e9b0da40-aef8-480a-bb63-d1daacecf555" providerId="ADAL" clId="{5C408035-4E8D-4ADF-9233-ED281F8B05DA}" dt="2024-09-29T14:58:32.739" v="5550" actId="1076"/>
          <ac:spMkLst>
            <pc:docMk/>
            <pc:sldMk cId="1047879687" sldId="292"/>
            <ac:spMk id="23" creationId="{F2E0E622-9C7E-1878-BD98-EB84E04F35FE}"/>
          </ac:spMkLst>
        </pc:spChg>
        <pc:spChg chg="add mod">
          <ac:chgData name="Sohag Kabir" userId="e9b0da40-aef8-480a-bb63-d1daacecf555" providerId="ADAL" clId="{5C408035-4E8D-4ADF-9233-ED281F8B05DA}" dt="2024-09-29T14:58:20.134" v="5548" actId="255"/>
          <ac:spMkLst>
            <pc:docMk/>
            <pc:sldMk cId="1047879687" sldId="292"/>
            <ac:spMk id="24" creationId="{0F86E47D-A1F2-0A0E-96F7-525F4AF980FD}"/>
          </ac:spMkLst>
        </pc:spChg>
        <pc:spChg chg="add mod">
          <ac:chgData name="Sohag Kabir" userId="e9b0da40-aef8-480a-bb63-d1daacecf555" providerId="ADAL" clId="{5C408035-4E8D-4ADF-9233-ED281F8B05DA}" dt="2024-09-29T14:56:36.374" v="5540" actId="1076"/>
          <ac:spMkLst>
            <pc:docMk/>
            <pc:sldMk cId="1047879687" sldId="292"/>
            <ac:spMk id="25" creationId="{90EF1146-8580-046D-7E40-FEEF393DADC0}"/>
          </ac:spMkLst>
        </pc:spChg>
        <pc:spChg chg="add mod">
          <ac:chgData name="Sohag Kabir" userId="e9b0da40-aef8-480a-bb63-d1daacecf555" providerId="ADAL" clId="{5C408035-4E8D-4ADF-9233-ED281F8B05DA}" dt="2024-09-29T14:56:36.374" v="5540" actId="1076"/>
          <ac:spMkLst>
            <pc:docMk/>
            <pc:sldMk cId="1047879687" sldId="292"/>
            <ac:spMk id="26" creationId="{5A290B06-FFEB-83B1-EC1D-C8746D077EE8}"/>
          </ac:spMkLst>
        </pc:spChg>
        <pc:spChg chg="add mod">
          <ac:chgData name="Sohag Kabir" userId="e9b0da40-aef8-480a-bb63-d1daacecf555" providerId="ADAL" clId="{5C408035-4E8D-4ADF-9233-ED281F8B05DA}" dt="2024-09-29T14:56:36.374" v="5540" actId="1076"/>
          <ac:spMkLst>
            <pc:docMk/>
            <pc:sldMk cId="1047879687" sldId="292"/>
            <ac:spMk id="27" creationId="{BFA43B29-C229-9DBD-60F5-482C66B85C91}"/>
          </ac:spMkLst>
        </pc:spChg>
        <pc:spChg chg="add mod">
          <ac:chgData name="Sohag Kabir" userId="e9b0da40-aef8-480a-bb63-d1daacecf555" providerId="ADAL" clId="{5C408035-4E8D-4ADF-9233-ED281F8B05DA}" dt="2024-09-29T14:56:36.374" v="5540" actId="1076"/>
          <ac:spMkLst>
            <pc:docMk/>
            <pc:sldMk cId="1047879687" sldId="292"/>
            <ac:spMk id="28" creationId="{9BD8F0F6-872D-481A-FD60-03859CB716C3}"/>
          </ac:spMkLst>
        </pc:spChg>
        <pc:spChg chg="add mod">
          <ac:chgData name="Sohag Kabir" userId="e9b0da40-aef8-480a-bb63-d1daacecf555" providerId="ADAL" clId="{5C408035-4E8D-4ADF-9233-ED281F8B05DA}" dt="2024-09-29T14:57:49.877" v="5547" actId="1076"/>
          <ac:spMkLst>
            <pc:docMk/>
            <pc:sldMk cId="1047879687" sldId="292"/>
            <ac:spMk id="29" creationId="{489D4741-52E4-0659-3E11-3F4B12C7841C}"/>
          </ac:spMkLst>
        </pc:spChg>
        <pc:spChg chg="add mod">
          <ac:chgData name="Sohag Kabir" userId="e9b0da40-aef8-480a-bb63-d1daacecf555" providerId="ADAL" clId="{5C408035-4E8D-4ADF-9233-ED281F8B05DA}" dt="2024-09-29T14:56:36.374" v="5540" actId="1076"/>
          <ac:spMkLst>
            <pc:docMk/>
            <pc:sldMk cId="1047879687" sldId="292"/>
            <ac:spMk id="30" creationId="{862265E4-57D0-BADB-E5D7-3392E42F47FC}"/>
          </ac:spMkLst>
        </pc:spChg>
        <pc:spChg chg="add mod">
          <ac:chgData name="Sohag Kabir" userId="e9b0da40-aef8-480a-bb63-d1daacecf555" providerId="ADAL" clId="{5C408035-4E8D-4ADF-9233-ED281F8B05DA}" dt="2024-09-29T14:56:36.374" v="5540" actId="1076"/>
          <ac:spMkLst>
            <pc:docMk/>
            <pc:sldMk cId="1047879687" sldId="292"/>
            <ac:spMk id="31" creationId="{A661ED7D-7AF9-5CA7-9150-56E3357357C9}"/>
          </ac:spMkLst>
        </pc:spChg>
        <pc:grpChg chg="del">
          <ac:chgData name="Sohag Kabir" userId="e9b0da40-aef8-480a-bb63-d1daacecf555" providerId="ADAL" clId="{5C408035-4E8D-4ADF-9233-ED281F8B05DA}" dt="2024-09-29T14:56:20.013" v="5537" actId="478"/>
          <ac:grpSpMkLst>
            <pc:docMk/>
            <pc:sldMk cId="1047879687" sldId="292"/>
            <ac:grpSpMk id="12" creationId="{477302C1-25AA-2D19-FD52-A3A033F2B33B}"/>
          </ac:grpSpMkLst>
        </pc:grpChg>
        <pc:grpChg chg="del">
          <ac:chgData name="Sohag Kabir" userId="e9b0da40-aef8-480a-bb63-d1daacecf555" providerId="ADAL" clId="{5C408035-4E8D-4ADF-9233-ED281F8B05DA}" dt="2024-09-29T14:56:20.968" v="5538" actId="478"/>
          <ac:grpSpMkLst>
            <pc:docMk/>
            <pc:sldMk cId="1047879687" sldId="292"/>
            <ac:grpSpMk id="13" creationId="{7221A722-C945-EA50-62BB-753B706BD052}"/>
          </ac:grpSpMkLst>
        </pc:grpChg>
        <pc:picChg chg="add mod">
          <ac:chgData name="Sohag Kabir" userId="e9b0da40-aef8-480a-bb63-d1daacecf555" providerId="ADAL" clId="{5C408035-4E8D-4ADF-9233-ED281F8B05DA}" dt="2024-09-29T14:56:36.374" v="5540" actId="1076"/>
          <ac:picMkLst>
            <pc:docMk/>
            <pc:sldMk cId="1047879687" sldId="292"/>
            <ac:picMk id="18" creationId="{87A702FC-A5BB-8C5A-625F-32EEAD93036C}"/>
          </ac:picMkLst>
        </pc:picChg>
      </pc:sldChg>
      <pc:sldChg chg="addSp delSp modSp add mod modAnim">
        <pc:chgData name="Sohag Kabir" userId="e9b0da40-aef8-480a-bb63-d1daacecf555" providerId="ADAL" clId="{5C408035-4E8D-4ADF-9233-ED281F8B05DA}" dt="2024-09-29T15:01:06.835" v="5576" actId="6549"/>
        <pc:sldMkLst>
          <pc:docMk/>
          <pc:sldMk cId="84711293" sldId="293"/>
        </pc:sldMkLst>
        <pc:spChg chg="mod">
          <ac:chgData name="Sohag Kabir" userId="e9b0da40-aef8-480a-bb63-d1daacecf555" providerId="ADAL" clId="{5C408035-4E8D-4ADF-9233-ED281F8B05DA}" dt="2024-09-29T14:59:26.620" v="5564" actId="20577"/>
          <ac:spMkLst>
            <pc:docMk/>
            <pc:sldMk cId="84711293" sldId="293"/>
            <ac:spMk id="2" creationId="{3530B774-9001-449E-924A-4229028B4A25}"/>
          </ac:spMkLst>
        </pc:spChg>
        <pc:spChg chg="add mod">
          <ac:chgData name="Sohag Kabir" userId="e9b0da40-aef8-480a-bb63-d1daacecf555" providerId="ADAL" clId="{5C408035-4E8D-4ADF-9233-ED281F8B05DA}" dt="2024-09-29T15:01:06.835" v="5576" actId="6549"/>
          <ac:spMkLst>
            <pc:docMk/>
            <pc:sldMk cId="84711293" sldId="293"/>
            <ac:spMk id="3" creationId="{5AD763B0-382C-B09A-DBAC-645AD8C725A8}"/>
          </ac:spMkLst>
        </pc:spChg>
        <pc:spChg chg="mod">
          <ac:chgData name="Sohag Kabir" userId="e9b0da40-aef8-480a-bb63-d1daacecf555" providerId="ADAL" clId="{5C408035-4E8D-4ADF-9233-ED281F8B05DA}" dt="2024-09-29T15:00:04.942" v="5570" actId="1076"/>
          <ac:spMkLst>
            <pc:docMk/>
            <pc:sldMk cId="84711293" sldId="293"/>
            <ac:spMk id="7" creationId="{158FFB24-2458-D20B-8EF8-0EBE3162D027}"/>
          </ac:spMkLst>
        </pc:spChg>
        <pc:spChg chg="mod">
          <ac:chgData name="Sohag Kabir" userId="e9b0da40-aef8-480a-bb63-d1daacecf555" providerId="ADAL" clId="{5C408035-4E8D-4ADF-9233-ED281F8B05DA}" dt="2024-09-29T15:00:04.942" v="5570" actId="1076"/>
          <ac:spMkLst>
            <pc:docMk/>
            <pc:sldMk cId="84711293" sldId="293"/>
            <ac:spMk id="15" creationId="{2CFA8AA9-7FCF-9F9B-00CF-6744DD48683A}"/>
          </ac:spMkLst>
        </pc:spChg>
        <pc:spChg chg="del">
          <ac:chgData name="Sohag Kabir" userId="e9b0da40-aef8-480a-bb63-d1daacecf555" providerId="ADAL" clId="{5C408035-4E8D-4ADF-9233-ED281F8B05DA}" dt="2024-09-29T14:59:31.484" v="5565" actId="478"/>
          <ac:spMkLst>
            <pc:docMk/>
            <pc:sldMk cId="84711293" sldId="293"/>
            <ac:spMk id="19" creationId="{95969E00-A64A-AF8F-0A9D-1734E97E07C0}"/>
          </ac:spMkLst>
        </pc:spChg>
        <pc:spChg chg="del">
          <ac:chgData name="Sohag Kabir" userId="e9b0da40-aef8-480a-bb63-d1daacecf555" providerId="ADAL" clId="{5C408035-4E8D-4ADF-9233-ED281F8B05DA}" dt="2024-09-29T14:59:34.061" v="5566" actId="478"/>
          <ac:spMkLst>
            <pc:docMk/>
            <pc:sldMk cId="84711293" sldId="293"/>
            <ac:spMk id="20" creationId="{105EB897-1727-921F-8184-6DBCA69A58DA}"/>
          </ac:spMkLst>
        </pc:spChg>
        <pc:spChg chg="del">
          <ac:chgData name="Sohag Kabir" userId="e9b0da40-aef8-480a-bb63-d1daacecf555" providerId="ADAL" clId="{5C408035-4E8D-4ADF-9233-ED281F8B05DA}" dt="2024-09-29T14:59:31.484" v="5565" actId="478"/>
          <ac:spMkLst>
            <pc:docMk/>
            <pc:sldMk cId="84711293" sldId="293"/>
            <ac:spMk id="21" creationId="{5309E542-6098-BE82-27DA-58FFEA69D3EC}"/>
          </ac:spMkLst>
        </pc:spChg>
        <pc:spChg chg="del">
          <ac:chgData name="Sohag Kabir" userId="e9b0da40-aef8-480a-bb63-d1daacecf555" providerId="ADAL" clId="{5C408035-4E8D-4ADF-9233-ED281F8B05DA}" dt="2024-09-29T14:59:31.484" v="5565" actId="478"/>
          <ac:spMkLst>
            <pc:docMk/>
            <pc:sldMk cId="84711293" sldId="293"/>
            <ac:spMk id="22" creationId="{75BAD1AA-6EA4-B7DE-E091-1113A6BDB9E8}"/>
          </ac:spMkLst>
        </pc:spChg>
        <pc:spChg chg="del">
          <ac:chgData name="Sohag Kabir" userId="e9b0da40-aef8-480a-bb63-d1daacecf555" providerId="ADAL" clId="{5C408035-4E8D-4ADF-9233-ED281F8B05DA}" dt="2024-09-29T14:59:31.484" v="5565" actId="478"/>
          <ac:spMkLst>
            <pc:docMk/>
            <pc:sldMk cId="84711293" sldId="293"/>
            <ac:spMk id="23" creationId="{F2E0E622-9C7E-1878-BD98-EB84E04F35FE}"/>
          </ac:spMkLst>
        </pc:spChg>
        <pc:spChg chg="del">
          <ac:chgData name="Sohag Kabir" userId="e9b0da40-aef8-480a-bb63-d1daacecf555" providerId="ADAL" clId="{5C408035-4E8D-4ADF-9233-ED281F8B05DA}" dt="2024-09-29T14:59:31.484" v="5565" actId="478"/>
          <ac:spMkLst>
            <pc:docMk/>
            <pc:sldMk cId="84711293" sldId="293"/>
            <ac:spMk id="24" creationId="{0F86E47D-A1F2-0A0E-96F7-525F4AF980FD}"/>
          </ac:spMkLst>
        </pc:spChg>
        <pc:spChg chg="del">
          <ac:chgData name="Sohag Kabir" userId="e9b0da40-aef8-480a-bb63-d1daacecf555" providerId="ADAL" clId="{5C408035-4E8D-4ADF-9233-ED281F8B05DA}" dt="2024-09-29T14:59:34.765" v="5567" actId="478"/>
          <ac:spMkLst>
            <pc:docMk/>
            <pc:sldMk cId="84711293" sldId="293"/>
            <ac:spMk id="25" creationId="{90EF1146-8580-046D-7E40-FEEF393DADC0}"/>
          </ac:spMkLst>
        </pc:spChg>
        <pc:spChg chg="del">
          <ac:chgData name="Sohag Kabir" userId="e9b0da40-aef8-480a-bb63-d1daacecf555" providerId="ADAL" clId="{5C408035-4E8D-4ADF-9233-ED281F8B05DA}" dt="2024-09-29T14:59:31.484" v="5565" actId="478"/>
          <ac:spMkLst>
            <pc:docMk/>
            <pc:sldMk cId="84711293" sldId="293"/>
            <ac:spMk id="26" creationId="{5A290B06-FFEB-83B1-EC1D-C8746D077EE8}"/>
          </ac:spMkLst>
        </pc:spChg>
        <pc:spChg chg="del">
          <ac:chgData name="Sohag Kabir" userId="e9b0da40-aef8-480a-bb63-d1daacecf555" providerId="ADAL" clId="{5C408035-4E8D-4ADF-9233-ED281F8B05DA}" dt="2024-09-29T14:59:31.484" v="5565" actId="478"/>
          <ac:spMkLst>
            <pc:docMk/>
            <pc:sldMk cId="84711293" sldId="293"/>
            <ac:spMk id="27" creationId="{BFA43B29-C229-9DBD-60F5-482C66B85C91}"/>
          </ac:spMkLst>
        </pc:spChg>
        <pc:spChg chg="del">
          <ac:chgData name="Sohag Kabir" userId="e9b0da40-aef8-480a-bb63-d1daacecf555" providerId="ADAL" clId="{5C408035-4E8D-4ADF-9233-ED281F8B05DA}" dt="2024-09-29T14:59:31.484" v="5565" actId="478"/>
          <ac:spMkLst>
            <pc:docMk/>
            <pc:sldMk cId="84711293" sldId="293"/>
            <ac:spMk id="28" creationId="{9BD8F0F6-872D-481A-FD60-03859CB716C3}"/>
          </ac:spMkLst>
        </pc:spChg>
        <pc:spChg chg="del">
          <ac:chgData name="Sohag Kabir" userId="e9b0da40-aef8-480a-bb63-d1daacecf555" providerId="ADAL" clId="{5C408035-4E8D-4ADF-9233-ED281F8B05DA}" dt="2024-09-29T14:59:31.484" v="5565" actId="478"/>
          <ac:spMkLst>
            <pc:docMk/>
            <pc:sldMk cId="84711293" sldId="293"/>
            <ac:spMk id="29" creationId="{489D4741-52E4-0659-3E11-3F4B12C7841C}"/>
          </ac:spMkLst>
        </pc:spChg>
        <pc:spChg chg="del">
          <ac:chgData name="Sohag Kabir" userId="e9b0da40-aef8-480a-bb63-d1daacecf555" providerId="ADAL" clId="{5C408035-4E8D-4ADF-9233-ED281F8B05DA}" dt="2024-09-29T14:59:31.484" v="5565" actId="478"/>
          <ac:spMkLst>
            <pc:docMk/>
            <pc:sldMk cId="84711293" sldId="293"/>
            <ac:spMk id="30" creationId="{862265E4-57D0-BADB-E5D7-3392E42F47FC}"/>
          </ac:spMkLst>
        </pc:spChg>
        <pc:spChg chg="del">
          <ac:chgData name="Sohag Kabir" userId="e9b0da40-aef8-480a-bb63-d1daacecf555" providerId="ADAL" clId="{5C408035-4E8D-4ADF-9233-ED281F8B05DA}" dt="2024-09-29T14:59:31.484" v="5565" actId="478"/>
          <ac:spMkLst>
            <pc:docMk/>
            <pc:sldMk cId="84711293" sldId="293"/>
            <ac:spMk id="31" creationId="{A661ED7D-7AF9-5CA7-9150-56E3357357C9}"/>
          </ac:spMkLst>
        </pc:spChg>
        <pc:spChg chg="mod">
          <ac:chgData name="Sohag Kabir" userId="e9b0da40-aef8-480a-bb63-d1daacecf555" providerId="ADAL" clId="{5C408035-4E8D-4ADF-9233-ED281F8B05DA}" dt="2024-09-29T15:00:04.942" v="5570" actId="1076"/>
          <ac:spMkLst>
            <pc:docMk/>
            <pc:sldMk cId="84711293" sldId="293"/>
            <ac:spMk id="33" creationId="{643B4E82-B4BF-A757-08F6-E9011E684A32}"/>
          </ac:spMkLst>
        </pc:spChg>
        <pc:spChg chg="mod">
          <ac:chgData name="Sohag Kabir" userId="e9b0da40-aef8-480a-bb63-d1daacecf555" providerId="ADAL" clId="{5C408035-4E8D-4ADF-9233-ED281F8B05DA}" dt="2024-09-29T15:00:04.942" v="5570" actId="1076"/>
          <ac:spMkLst>
            <pc:docMk/>
            <pc:sldMk cId="84711293" sldId="293"/>
            <ac:spMk id="37" creationId="{75F67917-E938-039D-F841-4ADAEE00E2F1}"/>
          </ac:spMkLst>
        </pc:spChg>
        <pc:grpChg chg="add mod">
          <ac:chgData name="Sohag Kabir" userId="e9b0da40-aef8-480a-bb63-d1daacecf555" providerId="ADAL" clId="{5C408035-4E8D-4ADF-9233-ED281F8B05DA}" dt="2024-09-29T15:00:04.942" v="5570" actId="1076"/>
          <ac:grpSpMkLst>
            <pc:docMk/>
            <pc:sldMk cId="84711293" sldId="293"/>
            <ac:grpSpMk id="4" creationId="{726476A4-C1C1-5A5D-1F34-055DEC950046}"/>
          </ac:grpSpMkLst>
        </pc:grpChg>
        <pc:grpChg chg="add mod">
          <ac:chgData name="Sohag Kabir" userId="e9b0da40-aef8-480a-bb63-d1daacecf555" providerId="ADAL" clId="{5C408035-4E8D-4ADF-9233-ED281F8B05DA}" dt="2024-09-29T15:00:04.942" v="5570" actId="1076"/>
          <ac:grpSpMkLst>
            <pc:docMk/>
            <pc:sldMk cId="84711293" sldId="293"/>
            <ac:grpSpMk id="8" creationId="{AB396CF0-19E1-B39C-D6F6-CD92EE5086E8}"/>
          </ac:grpSpMkLst>
        </pc:grpChg>
        <pc:grpChg chg="add mod">
          <ac:chgData name="Sohag Kabir" userId="e9b0da40-aef8-480a-bb63-d1daacecf555" providerId="ADAL" clId="{5C408035-4E8D-4ADF-9233-ED281F8B05DA}" dt="2024-09-29T15:00:04.942" v="5570" actId="1076"/>
          <ac:grpSpMkLst>
            <pc:docMk/>
            <pc:sldMk cId="84711293" sldId="293"/>
            <ac:grpSpMk id="16" creationId="{DEDA8D69-3EA9-F680-F97C-C8CE3B819211}"/>
          </ac:grpSpMkLst>
        </pc:grpChg>
        <pc:grpChg chg="add mod">
          <ac:chgData name="Sohag Kabir" userId="e9b0da40-aef8-480a-bb63-d1daacecf555" providerId="ADAL" clId="{5C408035-4E8D-4ADF-9233-ED281F8B05DA}" dt="2024-09-29T15:00:04.942" v="5570" actId="1076"/>
          <ac:grpSpMkLst>
            <pc:docMk/>
            <pc:sldMk cId="84711293" sldId="293"/>
            <ac:grpSpMk id="34" creationId="{03A68F76-CE87-F034-0A7B-CC5384D98268}"/>
          </ac:grpSpMkLst>
        </pc:grpChg>
        <pc:picChg chg="mod">
          <ac:chgData name="Sohag Kabir" userId="e9b0da40-aef8-480a-bb63-d1daacecf555" providerId="ADAL" clId="{5C408035-4E8D-4ADF-9233-ED281F8B05DA}" dt="2024-09-29T15:00:04.942" v="5570" actId="1076"/>
          <ac:picMkLst>
            <pc:docMk/>
            <pc:sldMk cId="84711293" sldId="293"/>
            <ac:picMk id="5" creationId="{4BAEACAA-43F0-95D9-084D-987F1A7202FD}"/>
          </ac:picMkLst>
        </pc:picChg>
        <pc:picChg chg="mod">
          <ac:chgData name="Sohag Kabir" userId="e9b0da40-aef8-480a-bb63-d1daacecf555" providerId="ADAL" clId="{5C408035-4E8D-4ADF-9233-ED281F8B05DA}" dt="2024-09-29T15:00:04.942" v="5570" actId="1076"/>
          <ac:picMkLst>
            <pc:docMk/>
            <pc:sldMk cId="84711293" sldId="293"/>
            <ac:picMk id="10" creationId="{50B951F7-82C7-475A-065F-ACF364420C74}"/>
          </ac:picMkLst>
        </pc:picChg>
        <pc:picChg chg="mod">
          <ac:chgData name="Sohag Kabir" userId="e9b0da40-aef8-480a-bb63-d1daacecf555" providerId="ADAL" clId="{5C408035-4E8D-4ADF-9233-ED281F8B05DA}" dt="2024-09-29T15:00:04.942" v="5570" actId="1076"/>
          <ac:picMkLst>
            <pc:docMk/>
            <pc:sldMk cId="84711293" sldId="293"/>
            <ac:picMk id="11" creationId="{C81CAB8C-7923-ACD6-AC8C-FA1E3B1CBCB6}"/>
          </ac:picMkLst>
        </pc:picChg>
        <pc:picChg chg="mod">
          <ac:chgData name="Sohag Kabir" userId="e9b0da40-aef8-480a-bb63-d1daacecf555" providerId="ADAL" clId="{5C408035-4E8D-4ADF-9233-ED281F8B05DA}" dt="2024-09-29T15:00:04.942" v="5570" actId="1076"/>
          <ac:picMkLst>
            <pc:docMk/>
            <pc:sldMk cId="84711293" sldId="293"/>
            <ac:picMk id="12" creationId="{6D23BADF-C0C0-5CBD-7447-B14315CA9984}"/>
          </ac:picMkLst>
        </pc:picChg>
        <pc:picChg chg="mod">
          <ac:chgData name="Sohag Kabir" userId="e9b0da40-aef8-480a-bb63-d1daacecf555" providerId="ADAL" clId="{5C408035-4E8D-4ADF-9233-ED281F8B05DA}" dt="2024-09-29T15:00:04.942" v="5570" actId="1076"/>
          <ac:picMkLst>
            <pc:docMk/>
            <pc:sldMk cId="84711293" sldId="293"/>
            <ac:picMk id="13" creationId="{B4B022C3-0080-4D81-C0C2-D1E975E1F267}"/>
          </ac:picMkLst>
        </pc:picChg>
        <pc:picChg chg="mod">
          <ac:chgData name="Sohag Kabir" userId="e9b0da40-aef8-480a-bb63-d1daacecf555" providerId="ADAL" clId="{5C408035-4E8D-4ADF-9233-ED281F8B05DA}" dt="2024-09-29T15:00:04.942" v="5570" actId="1076"/>
          <ac:picMkLst>
            <pc:docMk/>
            <pc:sldMk cId="84711293" sldId="293"/>
            <ac:picMk id="14" creationId="{9421A423-8815-A3A9-7D9E-AE2BB842000B}"/>
          </ac:picMkLst>
        </pc:picChg>
        <pc:picChg chg="mod">
          <ac:chgData name="Sohag Kabir" userId="e9b0da40-aef8-480a-bb63-d1daacecf555" providerId="ADAL" clId="{5C408035-4E8D-4ADF-9233-ED281F8B05DA}" dt="2024-09-29T15:00:04.942" v="5570" actId="1076"/>
          <ac:picMkLst>
            <pc:docMk/>
            <pc:sldMk cId="84711293" sldId="293"/>
            <ac:picMk id="17" creationId="{B77D6497-3E0D-33FE-2BC5-F19DCA637DFB}"/>
          </ac:picMkLst>
        </pc:picChg>
        <pc:picChg chg="del">
          <ac:chgData name="Sohag Kabir" userId="e9b0da40-aef8-480a-bb63-d1daacecf555" providerId="ADAL" clId="{5C408035-4E8D-4ADF-9233-ED281F8B05DA}" dt="2024-09-29T14:59:31.484" v="5565" actId="478"/>
          <ac:picMkLst>
            <pc:docMk/>
            <pc:sldMk cId="84711293" sldId="293"/>
            <ac:picMk id="18" creationId="{87A702FC-A5BB-8C5A-625F-32EEAD93036C}"/>
          </ac:picMkLst>
        </pc:picChg>
        <pc:picChg chg="mod">
          <ac:chgData name="Sohag Kabir" userId="e9b0da40-aef8-480a-bb63-d1daacecf555" providerId="ADAL" clId="{5C408035-4E8D-4ADF-9233-ED281F8B05DA}" dt="2024-09-29T15:00:04.942" v="5570" actId="1076"/>
          <ac:picMkLst>
            <pc:docMk/>
            <pc:sldMk cId="84711293" sldId="293"/>
            <ac:picMk id="32" creationId="{BC1BC54A-3BFC-F109-C945-E9B851285053}"/>
          </ac:picMkLst>
        </pc:picChg>
        <pc:picChg chg="mod">
          <ac:chgData name="Sohag Kabir" userId="e9b0da40-aef8-480a-bb63-d1daacecf555" providerId="ADAL" clId="{5C408035-4E8D-4ADF-9233-ED281F8B05DA}" dt="2024-09-29T15:00:04.942" v="5570" actId="1076"/>
          <ac:picMkLst>
            <pc:docMk/>
            <pc:sldMk cId="84711293" sldId="293"/>
            <ac:picMk id="35" creationId="{4C94D145-8423-073F-785D-3290DFDDA004}"/>
          </ac:picMkLst>
        </pc:picChg>
        <pc:picChg chg="mod">
          <ac:chgData name="Sohag Kabir" userId="e9b0da40-aef8-480a-bb63-d1daacecf555" providerId="ADAL" clId="{5C408035-4E8D-4ADF-9233-ED281F8B05DA}" dt="2024-09-29T15:00:04.942" v="5570" actId="1076"/>
          <ac:picMkLst>
            <pc:docMk/>
            <pc:sldMk cId="84711293" sldId="293"/>
            <ac:picMk id="36" creationId="{6A1A9FE9-B20B-2536-885B-66E2172D336A}"/>
          </ac:picMkLst>
        </pc:picChg>
      </pc:sldChg>
      <pc:sldChg chg="add">
        <pc:chgData name="Sohag Kabir" userId="e9b0da40-aef8-480a-bb63-d1daacecf555" providerId="ADAL" clId="{5C408035-4E8D-4ADF-9233-ED281F8B05DA}" dt="2024-09-29T15:02:32.823" v="5577" actId="2890"/>
        <pc:sldMkLst>
          <pc:docMk/>
          <pc:sldMk cId="1163318038" sldId="294"/>
        </pc:sldMkLst>
      </pc:sldChg>
      <pc:sldChg chg="addSp delSp modSp add mod">
        <pc:chgData name="Sohag Kabir" userId="e9b0da40-aef8-480a-bb63-d1daacecf555" providerId="ADAL" clId="{5C408035-4E8D-4ADF-9233-ED281F8B05DA}" dt="2024-09-29T15:30:48.793" v="5925" actId="14100"/>
        <pc:sldMkLst>
          <pc:docMk/>
          <pc:sldMk cId="1736692387" sldId="295"/>
        </pc:sldMkLst>
        <pc:spChg chg="add mod">
          <ac:chgData name="Sohag Kabir" userId="e9b0da40-aef8-480a-bb63-d1daacecf555" providerId="ADAL" clId="{5C408035-4E8D-4ADF-9233-ED281F8B05DA}" dt="2024-09-29T15:29:50.387" v="5912" actId="1076"/>
          <ac:spMkLst>
            <pc:docMk/>
            <pc:sldMk cId="1736692387" sldId="295"/>
            <ac:spMk id="2" creationId="{456C8F10-CBAC-0B98-5821-80029868C74E}"/>
          </ac:spMkLst>
        </pc:spChg>
        <pc:spChg chg="add mod">
          <ac:chgData name="Sohag Kabir" userId="e9b0da40-aef8-480a-bb63-d1daacecf555" providerId="ADAL" clId="{5C408035-4E8D-4ADF-9233-ED281F8B05DA}" dt="2024-09-29T15:29:44.253" v="5911" actId="1076"/>
          <ac:spMkLst>
            <pc:docMk/>
            <pc:sldMk cId="1736692387" sldId="295"/>
            <ac:spMk id="3" creationId="{A89813B8-61B1-DF41-274B-672AEA75BAFF}"/>
          </ac:spMkLst>
        </pc:spChg>
        <pc:spChg chg="add mod">
          <ac:chgData name="Sohag Kabir" userId="e9b0da40-aef8-480a-bb63-d1daacecf555" providerId="ADAL" clId="{5C408035-4E8D-4ADF-9233-ED281F8B05DA}" dt="2024-09-29T15:30:48.793" v="5925" actId="14100"/>
          <ac:spMkLst>
            <pc:docMk/>
            <pc:sldMk cId="1736692387" sldId="295"/>
            <ac:spMk id="4" creationId="{DC704C09-8B8A-D2C6-4E39-71CC6CC468CF}"/>
          </ac:spMkLst>
        </pc:spChg>
        <pc:spChg chg="mod">
          <ac:chgData name="Sohag Kabir" userId="e9b0da40-aef8-480a-bb63-d1daacecf555" providerId="ADAL" clId="{5C408035-4E8D-4ADF-9233-ED281F8B05DA}" dt="2024-09-29T15:29:20.041" v="5906"/>
          <ac:spMkLst>
            <pc:docMk/>
            <pc:sldMk cId="1736692387" sldId="295"/>
            <ac:spMk id="11" creationId="{1E09ABB6-8E37-DDEE-2E26-FFB134E4425E}"/>
          </ac:spMkLst>
        </pc:spChg>
        <pc:grpChg chg="del">
          <ac:chgData name="Sohag Kabir" userId="e9b0da40-aef8-480a-bb63-d1daacecf555" providerId="ADAL" clId="{5C408035-4E8D-4ADF-9233-ED281F8B05DA}" dt="2024-09-29T15:29:22.161" v="5907" actId="478"/>
          <ac:grpSpMkLst>
            <pc:docMk/>
            <pc:sldMk cId="1736692387" sldId="295"/>
            <ac:grpSpMk id="25" creationId="{9DBEE125-E72A-BBF0-BEA4-D3C1869D8055}"/>
          </ac:grpSpMkLst>
        </pc:grpChg>
      </pc:sldChg>
      <pc:sldChg chg="addSp delSp modSp add mod">
        <pc:chgData name="Sohag Kabir" userId="e9b0da40-aef8-480a-bb63-d1daacecf555" providerId="ADAL" clId="{5C408035-4E8D-4ADF-9233-ED281F8B05DA}" dt="2024-09-29T15:56:35.486" v="6247"/>
        <pc:sldMkLst>
          <pc:docMk/>
          <pc:sldMk cId="1404130163" sldId="296"/>
        </pc:sldMkLst>
        <pc:spChg chg="del mod">
          <ac:chgData name="Sohag Kabir" userId="e9b0da40-aef8-480a-bb63-d1daacecf555" providerId="ADAL" clId="{5C408035-4E8D-4ADF-9233-ED281F8B05DA}" dt="2024-09-29T15:56:31.096" v="6245" actId="478"/>
          <ac:spMkLst>
            <pc:docMk/>
            <pc:sldMk cId="1404130163" sldId="296"/>
            <ac:spMk id="2" creationId="{81C438A6-3010-496D-B29E-036E43E273F3}"/>
          </ac:spMkLst>
        </pc:spChg>
        <pc:spChg chg="add mod">
          <ac:chgData name="Sohag Kabir" userId="e9b0da40-aef8-480a-bb63-d1daacecf555" providerId="ADAL" clId="{5C408035-4E8D-4ADF-9233-ED281F8B05DA}" dt="2024-09-29T15:54:43.841" v="6219" actId="1076"/>
          <ac:spMkLst>
            <pc:docMk/>
            <pc:sldMk cId="1404130163" sldId="296"/>
            <ac:spMk id="3" creationId="{020CD03C-6F1E-4B8F-BF88-0798D4F51799}"/>
          </ac:spMkLst>
        </pc:spChg>
        <pc:spChg chg="add del mod">
          <ac:chgData name="Sohag Kabir" userId="e9b0da40-aef8-480a-bb63-d1daacecf555" providerId="ADAL" clId="{5C408035-4E8D-4ADF-9233-ED281F8B05DA}" dt="2024-09-29T15:56:34.659" v="6246" actId="478"/>
          <ac:spMkLst>
            <pc:docMk/>
            <pc:sldMk cId="1404130163" sldId="296"/>
            <ac:spMk id="4" creationId="{04FEFFE6-5238-9CDC-5500-D80FA57E1433}"/>
          </ac:spMkLst>
        </pc:spChg>
        <pc:spChg chg="add mod">
          <ac:chgData name="Sohag Kabir" userId="e9b0da40-aef8-480a-bb63-d1daacecf555" providerId="ADAL" clId="{5C408035-4E8D-4ADF-9233-ED281F8B05DA}" dt="2024-09-29T15:56:35.486" v="6247"/>
          <ac:spMkLst>
            <pc:docMk/>
            <pc:sldMk cId="1404130163" sldId="296"/>
            <ac:spMk id="7" creationId="{DCE5161E-542E-6534-B338-4A3F0B2C625E}"/>
          </ac:spMkLst>
        </pc:spChg>
        <pc:picChg chg="mod">
          <ac:chgData name="Sohag Kabir" userId="e9b0da40-aef8-480a-bb63-d1daacecf555" providerId="ADAL" clId="{5C408035-4E8D-4ADF-9233-ED281F8B05DA}" dt="2024-09-29T15:54:38.504" v="6218" actId="1076"/>
          <ac:picMkLst>
            <pc:docMk/>
            <pc:sldMk cId="1404130163" sldId="296"/>
            <ac:picMk id="5" creationId="{AAB077CA-4110-FD6A-FF45-A5D814E51265}"/>
          </ac:picMkLst>
        </pc:picChg>
      </pc:sldChg>
      <pc:sldChg chg="addSp delSp modSp add mod modNotesTx">
        <pc:chgData name="Sohag Kabir" userId="e9b0da40-aef8-480a-bb63-d1daacecf555" providerId="ADAL" clId="{5C408035-4E8D-4ADF-9233-ED281F8B05DA}" dt="2024-09-29T15:56:24.007" v="6244" actId="1076"/>
        <pc:sldMkLst>
          <pc:docMk/>
          <pc:sldMk cId="3364632169" sldId="297"/>
        </pc:sldMkLst>
        <pc:spChg chg="del">
          <ac:chgData name="Sohag Kabir" userId="e9b0da40-aef8-480a-bb63-d1daacecf555" providerId="ADAL" clId="{5C408035-4E8D-4ADF-9233-ED281F8B05DA}" dt="2024-09-29T15:56:16.560" v="6241" actId="478"/>
          <ac:spMkLst>
            <pc:docMk/>
            <pc:sldMk cId="3364632169" sldId="297"/>
            <ac:spMk id="2" creationId="{81C438A6-3010-496D-B29E-036E43E273F3}"/>
          </ac:spMkLst>
        </pc:spChg>
        <pc:spChg chg="add mod">
          <ac:chgData name="Sohag Kabir" userId="e9b0da40-aef8-480a-bb63-d1daacecf555" providerId="ADAL" clId="{5C408035-4E8D-4ADF-9233-ED281F8B05DA}" dt="2024-09-29T15:54:20.904" v="6216" actId="1076"/>
          <ac:spMkLst>
            <pc:docMk/>
            <pc:sldMk cId="3364632169" sldId="297"/>
            <ac:spMk id="5" creationId="{C93BE22E-4E56-E034-ED3F-E5B168D08942}"/>
          </ac:spMkLst>
        </pc:spChg>
        <pc:spChg chg="add mod">
          <ac:chgData name="Sohag Kabir" userId="e9b0da40-aef8-480a-bb63-d1daacecf555" providerId="ADAL" clId="{5C408035-4E8D-4ADF-9233-ED281F8B05DA}" dt="2024-09-29T15:54:15.328" v="6214" actId="1076"/>
          <ac:spMkLst>
            <pc:docMk/>
            <pc:sldMk cId="3364632169" sldId="297"/>
            <ac:spMk id="9" creationId="{1B4C65DF-1DC0-9A65-3B08-C53EB46881A5}"/>
          </ac:spMkLst>
        </pc:spChg>
        <pc:spChg chg="add del mod">
          <ac:chgData name="Sohag Kabir" userId="e9b0da40-aef8-480a-bb63-d1daacecf555" providerId="ADAL" clId="{5C408035-4E8D-4ADF-9233-ED281F8B05DA}" dt="2024-09-29T15:56:19.920" v="6242" actId="478"/>
          <ac:spMkLst>
            <pc:docMk/>
            <pc:sldMk cId="3364632169" sldId="297"/>
            <ac:spMk id="10" creationId="{EA3EEA8E-F675-3ECF-DF71-E818425D00F4}"/>
          </ac:spMkLst>
        </pc:spChg>
        <pc:spChg chg="add mod">
          <ac:chgData name="Sohag Kabir" userId="e9b0da40-aef8-480a-bb63-d1daacecf555" providerId="ADAL" clId="{5C408035-4E8D-4ADF-9233-ED281F8B05DA}" dt="2024-09-29T15:56:24.007" v="6244" actId="1076"/>
          <ac:spMkLst>
            <pc:docMk/>
            <pc:sldMk cId="3364632169" sldId="297"/>
            <ac:spMk id="11" creationId="{7D3F601D-F56D-0B39-A8F8-0B9434D5B7E5}"/>
          </ac:spMkLst>
        </pc:spChg>
        <pc:picChg chg="add del mod">
          <ac:chgData name="Sohag Kabir" userId="e9b0da40-aef8-480a-bb63-d1daacecf555" providerId="ADAL" clId="{5C408035-4E8D-4ADF-9233-ED281F8B05DA}" dt="2024-09-29T15:53:15.928" v="6150" actId="478"/>
          <ac:picMkLst>
            <pc:docMk/>
            <pc:sldMk cId="3364632169" sldId="297"/>
            <ac:picMk id="4" creationId="{C7356183-D4F7-F85F-737E-C1B7BE42CE27}"/>
          </ac:picMkLst>
        </pc:picChg>
        <pc:picChg chg="add mod">
          <ac:chgData name="Sohag Kabir" userId="e9b0da40-aef8-480a-bb63-d1daacecf555" providerId="ADAL" clId="{5C408035-4E8D-4ADF-9233-ED281F8B05DA}" dt="2024-09-29T15:54:17.705" v="6215" actId="1076"/>
          <ac:picMkLst>
            <pc:docMk/>
            <pc:sldMk cId="3364632169" sldId="297"/>
            <ac:picMk id="8" creationId="{195ABAA2-D5C1-2CED-587D-D5D4C0D4D3A7}"/>
          </ac:picMkLst>
        </pc:picChg>
        <pc:picChg chg="del">
          <ac:chgData name="Sohag Kabir" userId="e9b0da40-aef8-480a-bb63-d1daacecf555" providerId="ADAL" clId="{5C408035-4E8D-4ADF-9233-ED281F8B05DA}" dt="2024-09-29T15:50:21.409" v="6102" actId="478"/>
          <ac:picMkLst>
            <pc:docMk/>
            <pc:sldMk cId="3364632169" sldId="297"/>
            <ac:picMk id="11266" creationId="{B555FE88-D3E2-586D-98D7-0E6AB7E5E2B5}"/>
          </ac:picMkLst>
        </pc:picChg>
      </pc:sldChg>
      <pc:sldChg chg="delSp modSp add mod ord">
        <pc:chgData name="Sohag Kabir" userId="e9b0da40-aef8-480a-bb63-d1daacecf555" providerId="ADAL" clId="{5C408035-4E8D-4ADF-9233-ED281F8B05DA}" dt="2024-09-29T16:12:23.730" v="6516" actId="20577"/>
        <pc:sldMkLst>
          <pc:docMk/>
          <pc:sldMk cId="683997717" sldId="298"/>
        </pc:sldMkLst>
        <pc:spChg chg="mod">
          <ac:chgData name="Sohag Kabir" userId="e9b0da40-aef8-480a-bb63-d1daacecf555" providerId="ADAL" clId="{5C408035-4E8D-4ADF-9233-ED281F8B05DA}" dt="2024-09-29T16:12:23.730" v="6516" actId="20577"/>
          <ac:spMkLst>
            <pc:docMk/>
            <pc:sldMk cId="683997717" sldId="298"/>
            <ac:spMk id="3" creationId="{020CD03C-6F1E-4B8F-BF88-0798D4F51799}"/>
          </ac:spMkLst>
        </pc:spChg>
        <pc:spChg chg="mod">
          <ac:chgData name="Sohag Kabir" userId="e9b0da40-aef8-480a-bb63-d1daacecf555" providerId="ADAL" clId="{5C408035-4E8D-4ADF-9233-ED281F8B05DA}" dt="2024-09-29T16:07:38.560" v="6316" actId="14100"/>
          <ac:spMkLst>
            <pc:docMk/>
            <pc:sldMk cId="683997717" sldId="298"/>
            <ac:spMk id="7" creationId="{DCE5161E-542E-6534-B338-4A3F0B2C625E}"/>
          </ac:spMkLst>
        </pc:spChg>
        <pc:picChg chg="del">
          <ac:chgData name="Sohag Kabir" userId="e9b0da40-aef8-480a-bb63-d1daacecf555" providerId="ADAL" clId="{5C408035-4E8D-4ADF-9233-ED281F8B05DA}" dt="2024-09-29T16:07:02.060" v="6256" actId="478"/>
          <ac:picMkLst>
            <pc:docMk/>
            <pc:sldMk cId="683997717" sldId="298"/>
            <ac:picMk id="5" creationId="{AAB077CA-4110-FD6A-FF45-A5D814E5126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E6BECCB-7C71-7345-A5A2-F60CB0E20467}" type="datetimeFigureOut">
              <a:rPr lang="en-GB"/>
              <a:pPr>
                <a:defRPr/>
              </a:pPr>
              <a:t>05/10/2024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BADAF51-FF12-CA43-900E-043F7389A44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02543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84DA0FA5-5D29-7B45-8F3A-96EA1D15B80A}" type="datetimeFigureOut">
              <a:rPr lang="en-GB"/>
              <a:pPr>
                <a:defRPr/>
              </a:pPr>
              <a:t>05/10/2024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A687475-B03E-7245-9DAE-B0A12B4FC5E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11564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8924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7594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422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875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5108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75061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72925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99008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05913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58003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73420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3409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916839"/>
            <a:ext cx="8420100" cy="1470025"/>
          </a:xfrm>
        </p:spPr>
        <p:txBody>
          <a:bodyPr/>
          <a:lstStyle>
            <a:lvl1pPr algn="ctr">
              <a:defRPr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672607"/>
            <a:ext cx="6934200" cy="17526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7FACD6-29D2-2848-BEDC-606464A5B308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F220EC-324F-0142-ADB7-E82420EFE07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515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29928"/>
            <a:ext cx="8485605" cy="78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8485605" cy="446566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308693-8D1A-A44C-AE67-942CA08B9687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B5ADBA-EE88-1840-8B71-40682D16500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99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128162"/>
            <a:ext cx="8485605" cy="7805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908720"/>
            <a:ext cx="8485605" cy="532859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BECACE-57B6-4046-9252-D954F3001C09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9BB69-B244-A945-B2FE-1757326D277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792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4953000" y="4464050"/>
            <a:ext cx="0" cy="569913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7722" y="1412776"/>
            <a:ext cx="3050556" cy="3050556"/>
          </a:xfrm>
          <a:ln w="12700" cap="rnd">
            <a:solidFill>
              <a:srgbClr val="87A529"/>
            </a:solidFill>
          </a:ln>
        </p:spPr>
        <p:txBody>
          <a:bodyPr lIns="108000" tIns="108000" rIns="108000" bIns="108000"/>
          <a:lstStyle>
            <a:lvl1pPr algn="ctr">
              <a:defRPr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03319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E11F15-D298-9040-B765-C154DF8EF6B8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3D3873-FA79-C04C-A812-5E517E0A367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394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4953000" y="4464050"/>
            <a:ext cx="0" cy="569913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7722" y="1412776"/>
            <a:ext cx="3050556" cy="3050556"/>
          </a:xfrm>
          <a:solidFill>
            <a:schemeClr val="accent1"/>
          </a:solidFill>
          <a:ln>
            <a:solidFill>
              <a:srgbClr val="87A529"/>
            </a:solidFill>
          </a:ln>
        </p:spPr>
        <p:txBody>
          <a:bodyPr lIns="108000" tIns="108000" rIns="108000" bIns="108000"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03319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F61B09-456C-8F49-B98C-600891BD3AA1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8CB21A-4DBE-8640-A1B9-E10FD6211AB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593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4521999"/>
            <a:ext cx="8420100" cy="864096"/>
          </a:xfrm>
        </p:spPr>
        <p:txBody>
          <a:bodyPr/>
          <a:lstStyle>
            <a:lvl1pPr algn="ctr">
              <a:defRPr sz="3600"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39323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460636" y="1196400"/>
            <a:ext cx="4984728" cy="3240712"/>
          </a:xfrm>
        </p:spPr>
        <p:txBody>
          <a:bodyPr rtlCol="0">
            <a:normAutofit/>
          </a:bodyPr>
          <a:lstStyle/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7115C0-7569-1944-9CC4-CD69F8B1B381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9A484-57CE-FE4F-B6B9-41CA4D3D141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4825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8" idx="3"/>
          </p:cNvCxnSpPr>
          <p:nvPr userDrawn="1"/>
        </p:nvCxnSpPr>
        <p:spPr>
          <a:xfrm>
            <a:off x="4627563" y="3176588"/>
            <a:ext cx="649287" cy="0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76312" y="1917112"/>
            <a:ext cx="2520000" cy="2520000"/>
          </a:xfrm>
          <a:noFill/>
          <a:ln w="12700">
            <a:solidFill>
              <a:srgbClr val="87A529"/>
            </a:solidFill>
            <a:prstDash val="solid"/>
          </a:ln>
        </p:spPr>
        <p:txBody>
          <a:bodyPr lIns="108000" tIns="108000" rIns="108000" bIns="108000"/>
          <a:lstStyle>
            <a:lvl1pPr algn="ctr">
              <a:defRPr sz="3600"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107960" y="1917112"/>
            <a:ext cx="2520000" cy="2520000"/>
          </a:xfrm>
        </p:spPr>
        <p:txBody>
          <a:bodyPr rtlCol="0">
            <a:normAutofit/>
          </a:bodyPr>
          <a:lstStyle/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4869160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4AC31E-B512-CA45-9F01-FED17CFC0DEF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53BAAD-3567-5449-BA34-98DF5D76DAC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689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H="1">
            <a:off x="4632325" y="3425825"/>
            <a:ext cx="476250" cy="0"/>
          </a:xfrm>
          <a:prstGeom prst="line">
            <a:avLst/>
          </a:prstGeom>
          <a:ln w="12700" cmpd="sng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11789" y="2166556"/>
            <a:ext cx="2520000" cy="2520000"/>
          </a:xfrm>
          <a:solidFill>
            <a:schemeClr val="accent1"/>
          </a:solidFill>
          <a:ln>
            <a:solidFill>
              <a:srgbClr val="87A529"/>
            </a:solidFill>
          </a:ln>
        </p:spPr>
        <p:txBody>
          <a:bodyPr lIns="108000" tIns="108000" rIns="108000" bIns="108000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9056" y="2166556"/>
            <a:ext cx="2520000" cy="2520000"/>
          </a:xfrm>
          <a:ln w="12700">
            <a:solidFill>
              <a:srgbClr val="87A529"/>
            </a:solidFill>
          </a:ln>
        </p:spPr>
        <p:txBody>
          <a:bodyPr lIns="108000" tIns="108000" rIns="108000" bIns="108000"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354681-AB38-6444-98D5-BBD5BA84816D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D8D661-7855-F14B-8AA6-252FA0A881E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508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2852936"/>
            <a:ext cx="8420100" cy="1362075"/>
          </a:xfrm>
        </p:spPr>
        <p:txBody>
          <a:bodyPr/>
          <a:lstStyle>
            <a:lvl1pPr algn="l">
              <a:defRPr sz="4000" b="1" cap="none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950" y="4509120"/>
            <a:ext cx="8420100" cy="1080120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4E611A-1751-7C46-931A-ECAE714F5E92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99D912-52B9-434D-9B28-D10416F3580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4853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34120"/>
            <a:ext cx="8485605" cy="7559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724" y="1771650"/>
            <a:ext cx="5054084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noFill/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rgbClr val="87A529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38C7B-9D24-A64A-B21C-8A266EADA6F8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6AD0DC-C5F3-194F-9E56-4AE1F77D0414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8957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881" y="3645024"/>
            <a:ext cx="2407" cy="2664296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116632"/>
            <a:ext cx="8485605" cy="7559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724" y="908720"/>
            <a:ext cx="5054084" cy="532859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1632074"/>
            <a:ext cx="2011362" cy="2012950"/>
          </a:xfrm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rgbClr val="87A529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5BDD8D-5686-D04B-9A44-99E54E4E89FB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E623B7-B941-3444-8A02-04DF95FFF5B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5144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40088"/>
            <a:ext cx="8485605" cy="7601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5079603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solidFill>
            <a:schemeClr val="accent1"/>
          </a:solidFill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3222AF-7D3D-C74A-84D1-040B0E9C47C9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947520-5547-EB48-9E3D-CF85C605AB64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2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881" y="3501008"/>
            <a:ext cx="2407" cy="2808312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116632"/>
            <a:ext cx="8485605" cy="760125"/>
          </a:xfrm>
        </p:spPr>
        <p:txBody>
          <a:bodyPr/>
          <a:lstStyle>
            <a:lvl1pPr>
              <a:defRPr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908720"/>
            <a:ext cx="5079603" cy="532859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1488058"/>
            <a:ext cx="2011362" cy="2012950"/>
          </a:xfr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A65434-6B3F-194B-9261-F2C835AEE536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0152CE-70D9-BC47-8F81-41904687DE4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2446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6753225" y="2060575"/>
            <a:ext cx="2016125" cy="20161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40088"/>
            <a:ext cx="8485605" cy="7601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5079603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01AA5D-4117-DC42-8767-9087B666EFBF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5EF3D2-1C91-1E4C-9342-2EE3F832DBD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56297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2" idx="2"/>
          </p:cNvCxnSpPr>
          <p:nvPr userDrawn="1"/>
        </p:nvCxnSpPr>
        <p:spPr>
          <a:xfrm>
            <a:off x="7761288" y="3501008"/>
            <a:ext cx="0" cy="2841055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6753225" y="1484883"/>
            <a:ext cx="2016125" cy="20161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116632"/>
            <a:ext cx="8485605" cy="7601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908720"/>
            <a:ext cx="5079603" cy="532859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8B0775-884F-014D-97CD-CFAC1EB97F57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9B0EC1-6015-9E4C-92A4-40AB233061D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7707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933343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771650"/>
            <a:ext cx="4062928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7056" y="1771650"/>
            <a:ext cx="4048894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FF82E0-DCC6-3B4D-916D-E7EAED9E6A79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7D37F0-DF90-F846-ABA0-1302F2399DB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2955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116632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908720"/>
            <a:ext cx="4062928" cy="521744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7056" y="908720"/>
            <a:ext cx="4048894" cy="521744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200D4E-A622-FB43-952A-26ECAC58E771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91E6BE-8E52-F942-8389-771123B341C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2774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933343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771650"/>
            <a:ext cx="4062928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5457825" y="1773238"/>
            <a:ext cx="4049713" cy="435133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CC629B-A50C-0445-8E68-BBB0859FBECE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FDD14F-4A84-994F-A228-E50DC0AAE8D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00635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116632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906500"/>
            <a:ext cx="4062928" cy="521966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5457825" y="908720"/>
            <a:ext cx="4049713" cy="521585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BDDE37-ACB5-264B-A188-F2EB6964BDAC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A35E10-CC8D-DC4B-A7C1-FEE34BC3F38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0404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4088" y="1772816"/>
            <a:ext cx="4068137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34088" y="2492896"/>
            <a:ext cx="4068137" cy="374441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48300" y="1772816"/>
            <a:ext cx="4071620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48300" y="2492896"/>
            <a:ext cx="4071620" cy="374441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A7C654-22A4-454E-BBEB-982D2A07AAE4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B72E79-2DCC-0D4E-B1D4-E609E386D39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6446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116632"/>
            <a:ext cx="8485188" cy="7667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4088" y="908720"/>
            <a:ext cx="4068137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34088" y="1556792"/>
            <a:ext cx="4068137" cy="46805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48300" y="908720"/>
            <a:ext cx="4071620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48300" y="1556792"/>
            <a:ext cx="4071620" cy="46805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F7C771-7AA4-7249-BE21-F659D49D5547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000ACD-C46A-6247-B9ED-0226EB75D5E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1643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3E51F6-1146-2643-8637-F0364099E70E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FC2E58-1523-3A4B-9193-0DF71EE8C9A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8" name="Straight Connector 7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0220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116632"/>
            <a:ext cx="8485188" cy="7667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30D911-13CE-8A4E-9B37-78B9A3F143CE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EA1744-0495-9844-9FE7-EF4F3CF89F6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7" name="Straight Connector 6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80416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6B0A47-A6D7-F048-BBE1-76A29F845552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329CAE-05A9-A044-A232-BEF85D6E0CA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7" name="Straight Connector 6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1971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0285F4-DE21-D544-A997-1A21370EF487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B5FA83-759A-E348-80E3-349341B9784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70865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4" y="949359"/>
            <a:ext cx="2824473" cy="689733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664" y="949360"/>
            <a:ext cx="5537729" cy="52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5524" y="1669440"/>
            <a:ext cx="2824473" cy="45678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AB53B-45ED-0145-B634-24D485CAACE7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4D758-78BF-D04C-BDFD-E5D3C88FFDC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865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4" y="949359"/>
            <a:ext cx="2824473" cy="689733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664" y="949360"/>
            <a:ext cx="5537729" cy="52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5524" y="1669440"/>
            <a:ext cx="2824473" cy="45678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1F75FD-D4AF-6445-ACEA-8336DA6D0CF5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E1F40C-CBC7-5D4A-A593-3BD62A44736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88304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936625"/>
            <a:ext cx="5943600" cy="379094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8236A3-D940-2C4B-AFE7-807CF8BA8BEE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56EF15-4B8E-7547-B7CE-9D6FB34334C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6403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936625"/>
            <a:ext cx="5943600" cy="379094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FF755A-FDCA-3844-BE8E-8CAB7C08EFED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AD4AB-3AC8-B247-9C7B-63DF4AE6D3C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03949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AE49EC-F0C7-1F46-A221-26A63CC849FC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7F552B-A5B4-6548-94A2-F6D4B627905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6601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141957"/>
            <a:ext cx="8485188" cy="7667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1875" y="908720"/>
            <a:ext cx="8485188" cy="53285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5ACA5E-C129-E442-B6E9-3376EC454D86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FC993A-0960-8E40-BC9F-05F4340AAE6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8" name="Straight Connector 7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9847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1196752"/>
            <a:ext cx="2228850" cy="492941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5524" y="1196752"/>
            <a:ext cx="5991225" cy="49294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3EB9A7-46BC-384A-982D-247DA68BE2B0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E092F-0198-C34E-A916-A08E4979440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6982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1196752"/>
            <a:ext cx="2228850" cy="492941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5524" y="1196752"/>
            <a:ext cx="5991225" cy="49294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FE08B1-7053-494B-9C2C-D1FDCF6FB947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A71B31-AFE1-394E-9AC0-851A462B721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8" name="Straight Connector 7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8335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2492375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7"/>
          <p:cNvSpPr>
            <a:spLocks noGrp="1"/>
          </p:cNvSpPr>
          <p:nvPr>
            <p:ph sz="quarter" idx="13"/>
          </p:nvPr>
        </p:nvSpPr>
        <p:spPr>
          <a:xfrm>
            <a:off x="1025951" y="5013176"/>
            <a:ext cx="7709488" cy="576263"/>
          </a:xfr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305300" y="3429000"/>
            <a:ext cx="1943100" cy="5048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883713-ED5A-B046-A406-EF29CD277822}" type="datetime3">
              <a:rPr lang="en-GB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DA79B0-DC01-8341-A6E5-FE1D9E2297F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3716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31875" y="933450"/>
            <a:ext cx="8485188" cy="76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31875" y="1773238"/>
            <a:ext cx="8485188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Rectangle 9"/>
          <p:cNvSpPr/>
          <p:nvPr/>
        </p:nvSpPr>
        <p:spPr bwMode="auto">
          <a:xfrm>
            <a:off x="387350" y="6340475"/>
            <a:ext cx="496888" cy="35877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 b="1" dirty="0">
              <a:solidFill>
                <a:schemeClr val="bg1"/>
              </a:solidFill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864768" y="6340475"/>
            <a:ext cx="6652294" cy="358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 dirty="0"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904874" y="6340475"/>
            <a:ext cx="1959893" cy="35877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 b="1" dirty="0"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4874" y="6337300"/>
            <a:ext cx="1959893" cy="365125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Lucida Sans Unicode" panose="020B0602030504020204" pitchFamily="34" charset="0"/>
                <a:ea typeface="+mn-ea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4F1F1A1D-5A50-6948-991C-837CA57582C3}" type="datetime3">
              <a:rPr lang="en-GB" smtClean="0"/>
              <a:pPr>
                <a:defRPr/>
              </a:pPr>
              <a:t>5 October, 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64768" y="6337300"/>
            <a:ext cx="6645945" cy="365125"/>
          </a:xfrm>
          <a:prstGeom prst="rect">
            <a:avLst/>
          </a:prstGeom>
        </p:spPr>
        <p:txBody>
          <a:bodyPr vert="horz" lIns="108000" tIns="0" rIns="10800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7825" y="6337300"/>
            <a:ext cx="51435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Lucida Sans Unicode" panose="020B0602030504020204" pitchFamily="34" charset="0"/>
                <a:ea typeface="+mn-ea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4C5149AA-8A9E-5444-AB41-F9FF35F082E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9" r:id="rId1"/>
    <p:sldLayoutId id="2147484190" r:id="rId2"/>
    <p:sldLayoutId id="2147484191" r:id="rId3"/>
    <p:sldLayoutId id="2147484192" r:id="rId4"/>
    <p:sldLayoutId id="2147484193" r:id="rId5"/>
    <p:sldLayoutId id="2147484194" r:id="rId6"/>
    <p:sldLayoutId id="2147484195" r:id="rId7"/>
    <p:sldLayoutId id="2147484196" r:id="rId8"/>
    <p:sldLayoutId id="2147484197" r:id="rId9"/>
    <p:sldLayoutId id="2147484198" r:id="rId10"/>
    <p:sldLayoutId id="2147484199" r:id="rId11"/>
    <p:sldLayoutId id="2147484200" r:id="rId12"/>
    <p:sldLayoutId id="2147484201" r:id="rId13"/>
    <p:sldLayoutId id="2147484202" r:id="rId14"/>
    <p:sldLayoutId id="2147484203" r:id="rId15"/>
    <p:sldLayoutId id="2147484204" r:id="rId16"/>
    <p:sldLayoutId id="2147484205" r:id="rId17"/>
    <p:sldLayoutId id="2147484206" r:id="rId18"/>
    <p:sldLayoutId id="2147484207" r:id="rId19"/>
    <p:sldLayoutId id="2147484208" r:id="rId20"/>
    <p:sldLayoutId id="2147484209" r:id="rId21"/>
    <p:sldLayoutId id="2147484210" r:id="rId22"/>
    <p:sldLayoutId id="2147484211" r:id="rId23"/>
    <p:sldLayoutId id="2147484212" r:id="rId24"/>
    <p:sldLayoutId id="2147484213" r:id="rId25"/>
    <p:sldLayoutId id="2147484214" r:id="rId26"/>
    <p:sldLayoutId id="2147484215" r:id="rId27"/>
    <p:sldLayoutId id="2147484216" r:id="rId28"/>
    <p:sldLayoutId id="2147484217" r:id="rId29"/>
    <p:sldLayoutId id="2147484218" r:id="rId30"/>
    <p:sldLayoutId id="2147484219" r:id="rId31"/>
    <p:sldLayoutId id="2147484220" r:id="rId32"/>
    <p:sldLayoutId id="2147484221" r:id="rId33"/>
    <p:sldLayoutId id="2147484222" r:id="rId34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 kern="1200">
          <a:solidFill>
            <a:srgbClr val="87A529"/>
          </a:solidFill>
          <a:latin typeface="Georgia" panose="02040502050405020303" pitchFamily="18" charset="0"/>
          <a:ea typeface="ＭＳ Ｐゴシック" charset="0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5276312" y="1917112"/>
            <a:ext cx="3143788" cy="2520000"/>
          </a:xfrm>
          <a:prstGeom prst="rect">
            <a:avLst/>
          </a:prstGeom>
          <a:noFill/>
          <a:ln w="12700">
            <a:solidFill>
              <a:srgbClr val="87A529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anchor="ctr">
            <a:normAutofit/>
          </a:bodyPr>
          <a:lstStyle/>
          <a:p>
            <a:r>
              <a:rPr lang="en-GB" sz="25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Large Scale Data Driven Applications</a:t>
            </a:r>
          </a:p>
        </p:txBody>
      </p:sp>
      <p:pic>
        <p:nvPicPr>
          <p:cNvPr id="8" name="Picture Placeholder 7" descr="A picture containing sitting, large, ride, white&#10;&#10;Description automatically generated">
            <a:extLst>
              <a:ext uri="{FF2B5EF4-FFF2-40B4-BE49-F238E27FC236}">
                <a16:creationId xmlns:a16="http://schemas.microsoft.com/office/drawing/2014/main" id="{87EED139-1016-44E1-8501-F6FBB1F7544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6" r="16676"/>
          <a:stretch>
            <a:fillRect/>
          </a:stretch>
        </p:blipFill>
        <p:spPr>
          <a:xfrm>
            <a:off x="2108200" y="1917700"/>
            <a:ext cx="2519363" cy="2519363"/>
          </a:xfrm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2A7F24C1-BF6E-43D8-A57F-60FFBF172E51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1485900" y="4869160"/>
            <a:ext cx="6934200" cy="628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anchor="ctr">
            <a:normAutofit/>
          </a:bodyPr>
          <a:lstStyle/>
          <a:p>
            <a:r>
              <a:rPr lang="en-GB" sz="32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Overview on SQL and RDBMS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2864768" y="6337300"/>
            <a:ext cx="6645945" cy="365125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>
          <a:xfrm>
            <a:off x="377825" y="6337300"/>
            <a:ext cx="514350" cy="365125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5DF220EC-324F-0142-ADB7-E82420EFE078}" type="slidenum">
              <a:rPr lang="en-GB" smtClean="0"/>
              <a:pPr>
                <a:spcAft>
                  <a:spcPts val="600"/>
                </a:spcAft>
                <a:defRPr/>
              </a:pPr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5566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6816" y="2969"/>
            <a:ext cx="5602259" cy="780762"/>
          </a:xfrm>
        </p:spPr>
        <p:txBody>
          <a:bodyPr/>
          <a:lstStyle/>
          <a:p>
            <a:r>
              <a:rPr lang="en-GB" sz="3200" dirty="0"/>
              <a:t>Outline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</a:t>
            </a:fld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E6F10-BAF0-90B1-17AF-10D6EFC92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972" y="1196752"/>
            <a:ext cx="9382000" cy="350338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The SFW query (Select  From Where)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Other useful operators: LIKE, DISTINCT, ORDER BY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Foreign key constraints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Joins: basics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Joins: SQL semantics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Aggregation &amp; GROUP BY</a:t>
            </a:r>
          </a:p>
          <a:p>
            <a:pPr marL="0" indent="0">
              <a:buNone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101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6817" y="2969"/>
            <a:ext cx="5400600" cy="780762"/>
          </a:xfrm>
        </p:spPr>
        <p:txBody>
          <a:bodyPr/>
          <a:lstStyle/>
          <a:p>
            <a:r>
              <a:rPr lang="en-GB" sz="3200" dirty="0"/>
              <a:t>Introduction to SQL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43AF44-8037-97CC-53ED-2FE1F44FC034}"/>
              </a:ext>
            </a:extLst>
          </p:cNvPr>
          <p:cNvSpPr txBox="1"/>
          <p:nvPr/>
        </p:nvSpPr>
        <p:spPr>
          <a:xfrm>
            <a:off x="488504" y="1052736"/>
            <a:ext cx="892899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Structured Query Language (SQL)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is the standard language used to perform operations on databases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This language can also be used to create a database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SQL commands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are instructions used to interact with a database, perform operations, and execute specific tasks or queries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6106E6-D5F4-FBA7-3A0D-73F4DF202DD3}"/>
              </a:ext>
            </a:extLst>
          </p:cNvPr>
          <p:cNvSpPr txBox="1"/>
          <p:nvPr/>
        </p:nvSpPr>
        <p:spPr>
          <a:xfrm>
            <a:off x="635000" y="3400657"/>
            <a:ext cx="816552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SQL Commands are mainly categorised into five categories:</a:t>
            </a:r>
          </a:p>
          <a:p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DDL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– Data Definition Language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DQL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– Data Query Language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DML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– Data Manipulation Language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DCL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– Data Control Language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TCL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– Transaction Control Language</a:t>
            </a:r>
          </a:p>
        </p:txBody>
      </p:sp>
    </p:spTree>
    <p:extLst>
      <p:ext uri="{BB962C8B-B14F-4D97-AF65-F5344CB8AC3E}">
        <p14:creationId xmlns:p14="http://schemas.microsoft.com/office/powerpoint/2010/main" val="616367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6817" y="2969"/>
            <a:ext cx="5400600" cy="780762"/>
          </a:xfrm>
        </p:spPr>
        <p:txBody>
          <a:bodyPr/>
          <a:lstStyle/>
          <a:p>
            <a:r>
              <a:rPr lang="en-GB" sz="3200" dirty="0"/>
              <a:t>Introduction to SQL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6E4644-0C9D-8AD1-0535-525E6C1A3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760" y="839273"/>
            <a:ext cx="8464736" cy="53025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475156-E9E2-8B99-9CBE-9207C1E8E81F}"/>
              </a:ext>
            </a:extLst>
          </p:cNvPr>
          <p:cNvSpPr txBox="1"/>
          <p:nvPr/>
        </p:nvSpPr>
        <p:spPr>
          <a:xfrm>
            <a:off x="4664968" y="6074256"/>
            <a:ext cx="52410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/>
              <a:t>Source: https://medium.com/@reetesh043/different-types-of-sql-commands-2acc78318c61</a:t>
            </a:r>
          </a:p>
        </p:txBody>
      </p:sp>
    </p:spTree>
    <p:extLst>
      <p:ext uri="{BB962C8B-B14F-4D97-AF65-F5344CB8AC3E}">
        <p14:creationId xmlns:p14="http://schemas.microsoft.com/office/powerpoint/2010/main" val="2123858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2800" y="260648"/>
            <a:ext cx="7344816" cy="780762"/>
          </a:xfrm>
        </p:spPr>
        <p:txBody>
          <a:bodyPr/>
          <a:lstStyle/>
          <a:p>
            <a:r>
              <a:rPr lang="en-GB" sz="3200" dirty="0"/>
              <a:t>SQL DDL Commands</a:t>
            </a:r>
            <a:br>
              <a:rPr lang="en-GB" sz="2700" dirty="0"/>
            </a:br>
            <a:endParaRPr lang="en-GB" sz="2700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5E0E26A6-CCC8-2BBF-4CE9-1FE499F39F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82975"/>
              </p:ext>
            </p:extLst>
          </p:nvPr>
        </p:nvGraphicFramePr>
        <p:xfrm>
          <a:off x="487094" y="1041410"/>
          <a:ext cx="8931812" cy="4917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9124">
                  <a:extLst>
                    <a:ext uri="{9D8B030D-6E8A-4147-A177-3AD203B41FA5}">
                      <a16:colId xmlns:a16="http://schemas.microsoft.com/office/drawing/2014/main" val="2423724649"/>
                    </a:ext>
                  </a:extLst>
                </a:gridCol>
                <a:gridCol w="6192688">
                  <a:extLst>
                    <a:ext uri="{9D8B030D-6E8A-4147-A177-3AD203B41FA5}">
                      <a16:colId xmlns:a16="http://schemas.microsoft.com/office/drawing/2014/main" val="540595928"/>
                    </a:ext>
                  </a:extLst>
                </a:gridCol>
              </a:tblGrid>
              <a:tr h="431589"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300043"/>
                  </a:ext>
                </a:extLst>
              </a:tr>
              <a:tr h="763581"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CREATE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Create a table and its columns together with their datatype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3841486"/>
                  </a:ext>
                </a:extLst>
              </a:tr>
              <a:tr h="431589"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ALTER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Modify column names and add or delete a column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359228"/>
                  </a:ext>
                </a:extLst>
              </a:tr>
              <a:tr h="431589"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RENAME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Rename an existing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776558"/>
                  </a:ext>
                </a:extLst>
              </a:tr>
              <a:tr h="431589"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DROP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Delete the table with its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075271"/>
                  </a:ext>
                </a:extLst>
              </a:tr>
              <a:tr h="431589"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TRUNCATE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Remove data from a table without deleting the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397767"/>
                  </a:ext>
                </a:extLst>
              </a:tr>
              <a:tr h="431589"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CREATE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Creates an index for a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417503"/>
                  </a:ext>
                </a:extLst>
              </a:tr>
              <a:tr h="431589"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DROP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Permanently deletes an index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418172"/>
                  </a:ext>
                </a:extLst>
              </a:tr>
              <a:tr h="691118"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CREATE 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Creates a dynamic subset of rows/columns from one or more tables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8216069"/>
                  </a:ext>
                </a:extLst>
              </a:tr>
              <a:tr h="431589"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DROP 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Permanently deletes a 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707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1033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2800" y="260648"/>
            <a:ext cx="6645945" cy="780762"/>
          </a:xfrm>
        </p:spPr>
        <p:txBody>
          <a:bodyPr/>
          <a:lstStyle/>
          <a:p>
            <a:r>
              <a:rPr lang="en-GB" sz="3200" dirty="0"/>
              <a:t>SQL DQL and DML Commands</a:t>
            </a:r>
            <a:br>
              <a:rPr lang="en-GB" sz="2700" dirty="0"/>
            </a:br>
            <a:endParaRPr lang="en-GB" sz="2700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6</a:t>
            </a:fld>
            <a:endParaRPr lang="en-GB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5E0E26A6-CCC8-2BBF-4CE9-1FE499F39F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3895927"/>
              </p:ext>
            </p:extLst>
          </p:nvPr>
        </p:nvGraphicFramePr>
        <p:xfrm>
          <a:off x="107255" y="908720"/>
          <a:ext cx="9691490" cy="52766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2095">
                  <a:extLst>
                    <a:ext uri="{9D8B030D-6E8A-4147-A177-3AD203B41FA5}">
                      <a16:colId xmlns:a16="http://schemas.microsoft.com/office/drawing/2014/main" val="2423724649"/>
                    </a:ext>
                  </a:extLst>
                </a:gridCol>
                <a:gridCol w="6719395">
                  <a:extLst>
                    <a:ext uri="{9D8B030D-6E8A-4147-A177-3AD203B41FA5}">
                      <a16:colId xmlns:a16="http://schemas.microsoft.com/office/drawing/2014/main" val="540595928"/>
                    </a:ext>
                  </a:extLst>
                </a:gridCol>
              </a:tblGrid>
              <a:tr h="431589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300043"/>
                  </a:ext>
                </a:extLst>
              </a:tr>
              <a:tr h="515841">
                <a:tc>
                  <a:txBody>
                    <a:bodyPr/>
                    <a:lstStyle/>
                    <a:p>
                      <a:pPr algn="l"/>
                      <a:r>
                        <a:rPr lang="en-GB" sz="18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INSERT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Inserts row(s) into a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3841486"/>
                  </a:ext>
                </a:extLst>
              </a:tr>
              <a:tr h="431589">
                <a:tc>
                  <a:txBody>
                    <a:bodyPr/>
                    <a:lstStyle/>
                    <a:p>
                      <a:pPr algn="l"/>
                      <a:r>
                        <a:rPr lang="en-GB" sz="18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SELECT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Selects attributes from rows in one or more tables or views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359228"/>
                  </a:ext>
                </a:extLst>
              </a:tr>
              <a:tr h="431589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rgbClr val="C00000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WHERE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Restricts the selection of rows based on a conditional expression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776558"/>
                  </a:ext>
                </a:extLst>
              </a:tr>
              <a:tr h="431589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rgbClr val="C00000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GROUP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Groups the selected rows based on one or more attributes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075271"/>
                  </a:ext>
                </a:extLst>
              </a:tr>
              <a:tr h="431589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rgbClr val="C00000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HAVING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Restricts the selection of grouped rows based on a condition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397767"/>
                  </a:ext>
                </a:extLst>
              </a:tr>
              <a:tr h="431589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rgbClr val="C00000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ORDER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Orders the selected rows based on one or more attributes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417503"/>
                  </a:ext>
                </a:extLst>
              </a:tr>
              <a:tr h="431589">
                <a:tc>
                  <a:txBody>
                    <a:bodyPr/>
                    <a:lstStyle/>
                    <a:p>
                      <a:pPr algn="l"/>
                      <a:r>
                        <a:rPr lang="en-GB" sz="18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Modifies attribute’s values in one or more table’s rows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418172"/>
                  </a:ext>
                </a:extLst>
              </a:tr>
              <a:tr h="459565">
                <a:tc>
                  <a:txBody>
                    <a:bodyPr/>
                    <a:lstStyle/>
                    <a:p>
                      <a:pPr algn="l"/>
                      <a:r>
                        <a:rPr lang="en-GB" sz="18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Delete one or more rows from a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8216069"/>
                  </a:ext>
                </a:extLst>
              </a:tr>
              <a:tr h="431589">
                <a:tc>
                  <a:txBody>
                    <a:bodyPr/>
                    <a:lstStyle/>
                    <a:p>
                      <a:pPr algn="l"/>
                      <a:r>
                        <a:rPr lang="en-GB" sz="18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Executes a pre-defined SQL function or a routine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707571"/>
                  </a:ext>
                </a:extLst>
              </a:tr>
              <a:tr h="431589">
                <a:tc>
                  <a:txBody>
                    <a:bodyPr/>
                    <a:lstStyle/>
                    <a:p>
                      <a:pPr algn="l"/>
                      <a:r>
                        <a:rPr lang="en-GB" sz="18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Applies a lock to a table to restrict other users from accessing it in a specific way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256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6418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2800" y="260648"/>
            <a:ext cx="6645945" cy="780762"/>
          </a:xfrm>
        </p:spPr>
        <p:txBody>
          <a:bodyPr/>
          <a:lstStyle/>
          <a:p>
            <a:r>
              <a:rPr lang="en-GB" sz="3200" dirty="0"/>
              <a:t>SQL Operators and Functions</a:t>
            </a:r>
            <a:br>
              <a:rPr lang="en-GB" sz="2700" dirty="0"/>
            </a:br>
            <a:endParaRPr lang="en-GB" sz="2700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7</a:t>
            </a:fld>
            <a:endParaRPr lang="en-GB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5E0E26A6-CCC8-2BBF-4CE9-1FE499F39F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499083"/>
              </p:ext>
            </p:extLst>
          </p:nvPr>
        </p:nvGraphicFramePr>
        <p:xfrm>
          <a:off x="0" y="833880"/>
          <a:ext cx="9901606" cy="55973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6816">
                  <a:extLst>
                    <a:ext uri="{9D8B030D-6E8A-4147-A177-3AD203B41FA5}">
                      <a16:colId xmlns:a16="http://schemas.microsoft.com/office/drawing/2014/main" val="2423724649"/>
                    </a:ext>
                  </a:extLst>
                </a:gridCol>
                <a:gridCol w="6604790">
                  <a:extLst>
                    <a:ext uri="{9D8B030D-6E8A-4147-A177-3AD203B41FA5}">
                      <a16:colId xmlns:a16="http://schemas.microsoft.com/office/drawing/2014/main" val="540595928"/>
                    </a:ext>
                  </a:extLst>
                </a:gridCol>
              </a:tblGrid>
              <a:tr h="431589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Command or 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300043"/>
                  </a:ext>
                </a:extLst>
              </a:tr>
              <a:tr h="432910">
                <a:tc>
                  <a:txBody>
                    <a:bodyPr/>
                    <a:lstStyle/>
                    <a:p>
                      <a:pPr algn="l"/>
                      <a:r>
                        <a:rPr lang="en-GB" sz="18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COMPARISON OPERATORS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841486"/>
                  </a:ext>
                </a:extLst>
              </a:tr>
              <a:tr h="431589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=, &lt;, &gt;, &lt;=, &gt;=,&lt;&gt;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Used in conditional expressions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359228"/>
                  </a:ext>
                </a:extLst>
              </a:tr>
              <a:tr h="431589">
                <a:tc>
                  <a:txBody>
                    <a:bodyPr/>
                    <a:lstStyle/>
                    <a:p>
                      <a:pPr algn="l"/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LOGICAL OPERATORS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776558"/>
                  </a:ext>
                </a:extLst>
              </a:tr>
              <a:tr h="431589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AND/OR/NOT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Used in conditional expressions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075271"/>
                  </a:ext>
                </a:extLst>
              </a:tr>
              <a:tr h="431589">
                <a:tc>
                  <a:txBody>
                    <a:bodyPr/>
                    <a:lstStyle/>
                    <a:p>
                      <a:pPr algn="l"/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SPECIAL OPERATORS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397767"/>
                  </a:ext>
                </a:extLst>
              </a:tr>
              <a:tr h="431589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BETWEEN</a:t>
                      </a:r>
                    </a:p>
                  </a:txBody>
                  <a:tcPr>
                    <a:solidFill>
                      <a:schemeClr val="accent4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Checks whether an attribute value is within a range</a:t>
                      </a:r>
                    </a:p>
                  </a:txBody>
                  <a:tcPr>
                    <a:solidFill>
                      <a:schemeClr val="accent4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417503"/>
                  </a:ext>
                </a:extLst>
              </a:tr>
              <a:tr h="431589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IS NULL</a:t>
                      </a:r>
                    </a:p>
                  </a:txBody>
                  <a:tcPr>
                    <a:solidFill>
                      <a:schemeClr val="accent4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Checks whether an attribute value is null</a:t>
                      </a:r>
                    </a:p>
                  </a:txBody>
                  <a:tcPr>
                    <a:solidFill>
                      <a:schemeClr val="accent4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418172"/>
                  </a:ext>
                </a:extLst>
              </a:tr>
              <a:tr h="459565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LIKE</a:t>
                      </a:r>
                    </a:p>
                  </a:txBody>
                  <a:tcPr>
                    <a:solidFill>
                      <a:schemeClr val="accent4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Checks whether an attribute value matches a given string pattern</a:t>
                      </a:r>
                    </a:p>
                  </a:txBody>
                  <a:tcPr>
                    <a:solidFill>
                      <a:schemeClr val="accent4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216069"/>
                  </a:ext>
                </a:extLst>
              </a:tr>
              <a:tr h="431589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IN</a:t>
                      </a:r>
                    </a:p>
                  </a:txBody>
                  <a:tcPr>
                    <a:solidFill>
                      <a:schemeClr val="accent4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Checks whether an attribute value matches any value within a value list</a:t>
                      </a:r>
                    </a:p>
                  </a:txBody>
                  <a:tcPr>
                    <a:solidFill>
                      <a:schemeClr val="accent4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707571"/>
                  </a:ext>
                </a:extLst>
              </a:tr>
              <a:tr h="431589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EXISTS</a:t>
                      </a:r>
                    </a:p>
                  </a:txBody>
                  <a:tcPr>
                    <a:solidFill>
                      <a:schemeClr val="accent4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Checks whether a subquery returns any rows</a:t>
                      </a:r>
                    </a:p>
                  </a:txBody>
                  <a:tcPr>
                    <a:solidFill>
                      <a:schemeClr val="accent4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56232"/>
                  </a:ext>
                </a:extLst>
              </a:tr>
              <a:tr h="431589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DISTINCT</a:t>
                      </a:r>
                    </a:p>
                  </a:txBody>
                  <a:tcPr>
                    <a:solidFill>
                      <a:schemeClr val="accent4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Limits values to unique values</a:t>
                      </a:r>
                    </a:p>
                  </a:txBody>
                  <a:tcPr>
                    <a:solidFill>
                      <a:schemeClr val="accent4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26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5518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2800" y="260648"/>
            <a:ext cx="6645945" cy="780762"/>
          </a:xfrm>
        </p:spPr>
        <p:txBody>
          <a:bodyPr/>
          <a:lstStyle/>
          <a:p>
            <a:r>
              <a:rPr lang="en-GB" sz="3200" dirty="0"/>
              <a:t>SQL Operators and Functions</a:t>
            </a:r>
            <a:br>
              <a:rPr lang="en-GB" sz="2700" dirty="0"/>
            </a:br>
            <a:endParaRPr lang="en-GB" sz="2700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8</a:t>
            </a:fld>
            <a:endParaRPr lang="en-GB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5E0E26A6-CCC8-2BBF-4CE9-1FE499F39F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838531"/>
              </p:ext>
            </p:extLst>
          </p:nvPr>
        </p:nvGraphicFramePr>
        <p:xfrm>
          <a:off x="401635" y="1340768"/>
          <a:ext cx="9217024" cy="38830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8879">
                  <a:extLst>
                    <a:ext uri="{9D8B030D-6E8A-4147-A177-3AD203B41FA5}">
                      <a16:colId xmlns:a16="http://schemas.microsoft.com/office/drawing/2014/main" val="2423724649"/>
                    </a:ext>
                  </a:extLst>
                </a:gridCol>
                <a:gridCol w="6148145">
                  <a:extLst>
                    <a:ext uri="{9D8B030D-6E8A-4147-A177-3AD203B41FA5}">
                      <a16:colId xmlns:a16="http://schemas.microsoft.com/office/drawing/2014/main" val="540595928"/>
                    </a:ext>
                  </a:extLst>
                </a:gridCol>
              </a:tblGrid>
              <a:tr h="431589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Command or 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300043"/>
                  </a:ext>
                </a:extLst>
              </a:tr>
              <a:tr h="432910">
                <a:tc>
                  <a:txBody>
                    <a:bodyPr/>
                    <a:lstStyle/>
                    <a:p>
                      <a:pPr algn="l"/>
                      <a:r>
                        <a:rPr lang="en-GB" sz="18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AGGREGATE FUNCTIONS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Used with SELECT to return mathematical summaries on columns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841486"/>
                  </a:ext>
                </a:extLst>
              </a:tr>
              <a:tr h="431589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COUNT</a:t>
                      </a:r>
                    </a:p>
                  </a:txBody>
                  <a:tcPr>
                    <a:solidFill>
                      <a:schemeClr val="accent4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Returns the number of rows with non-null values for a given column</a:t>
                      </a:r>
                    </a:p>
                  </a:txBody>
                  <a:tcPr>
                    <a:solidFill>
                      <a:schemeClr val="accent4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359228"/>
                  </a:ext>
                </a:extLst>
              </a:tr>
              <a:tr h="431589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MIN</a:t>
                      </a:r>
                    </a:p>
                  </a:txBody>
                  <a:tcPr>
                    <a:solidFill>
                      <a:schemeClr val="accent4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Returns the minimum attribute value found in a given column</a:t>
                      </a:r>
                    </a:p>
                  </a:txBody>
                  <a:tcPr>
                    <a:solidFill>
                      <a:schemeClr val="accent4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075271"/>
                  </a:ext>
                </a:extLst>
              </a:tr>
              <a:tr h="431589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MAX</a:t>
                      </a:r>
                    </a:p>
                  </a:txBody>
                  <a:tcPr>
                    <a:solidFill>
                      <a:schemeClr val="accent4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Returns the maximum attribute value found in a given column</a:t>
                      </a:r>
                    </a:p>
                  </a:txBody>
                  <a:tcPr>
                    <a:solidFill>
                      <a:schemeClr val="accent4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417503"/>
                  </a:ext>
                </a:extLst>
              </a:tr>
              <a:tr h="431589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SUM</a:t>
                      </a:r>
                    </a:p>
                  </a:txBody>
                  <a:tcPr>
                    <a:solidFill>
                      <a:schemeClr val="accent4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Returns the sum of all values for a given column </a:t>
                      </a:r>
                    </a:p>
                  </a:txBody>
                  <a:tcPr>
                    <a:solidFill>
                      <a:schemeClr val="accent4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418172"/>
                  </a:ext>
                </a:extLst>
              </a:tr>
              <a:tr h="459565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AVG</a:t>
                      </a:r>
                    </a:p>
                  </a:txBody>
                  <a:tcPr>
                    <a:solidFill>
                      <a:schemeClr val="accent4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Returns the average of all values for a given column</a:t>
                      </a:r>
                    </a:p>
                  </a:txBody>
                  <a:tcPr>
                    <a:solidFill>
                      <a:schemeClr val="accent4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216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6972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6817" y="2969"/>
            <a:ext cx="5400600" cy="780762"/>
          </a:xfrm>
        </p:spPr>
        <p:txBody>
          <a:bodyPr/>
          <a:lstStyle/>
          <a:p>
            <a:r>
              <a:rPr lang="en-GB" sz="3200" dirty="0"/>
              <a:t>The Database Model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4" name="Picture 3" descr="Fig07-01">
            <a:extLst>
              <a:ext uri="{FF2B5EF4-FFF2-40B4-BE49-F238E27FC236}">
                <a16:creationId xmlns:a16="http://schemas.microsoft.com/office/drawing/2014/main" id="{46AA2E3E-7D4A-164A-083A-E82118BA25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03"/>
          <a:stretch/>
        </p:blipFill>
        <p:spPr>
          <a:xfrm>
            <a:off x="386555" y="1052736"/>
            <a:ext cx="9132889" cy="504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951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0B774-9001-449E-924A-4229028B4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2849" y="254874"/>
            <a:ext cx="5176536" cy="410840"/>
          </a:xfrm>
        </p:spPr>
        <p:txBody>
          <a:bodyPr/>
          <a:lstStyle/>
          <a:p>
            <a:r>
              <a:rPr lang="en-GB" sz="3200" dirty="0"/>
              <a:t>Single-table queries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AE085-F988-453C-BF14-17CAB683E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10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CBADA2-21C0-2FB7-7BEF-BAA931BE9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825" y="979883"/>
            <a:ext cx="7886701" cy="737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87A529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2600" dirty="0">
                <a:latin typeface="Helvetica" panose="020B0604020202020204" pitchFamily="34" charset="0"/>
                <a:cs typeface="Helvetica" panose="020B0604020202020204" pitchFamily="34" charset="0"/>
              </a:rPr>
              <a:t>SQL Query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213A80-DE3C-A647-3F8D-60F2C40F201E}"/>
              </a:ext>
            </a:extLst>
          </p:cNvPr>
          <p:cNvSpPr txBox="1"/>
          <p:nvPr/>
        </p:nvSpPr>
        <p:spPr>
          <a:xfrm>
            <a:off x="830863" y="1714172"/>
            <a:ext cx="5720128" cy="1264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770" b="1" dirty="0"/>
              <a:t>SELECT</a:t>
            </a:r>
            <a:r>
              <a:rPr lang="en-US" altLang="en-US" sz="2770" dirty="0"/>
              <a:t> </a:t>
            </a:r>
          </a:p>
          <a:p>
            <a:pPr lvl="1"/>
            <a:r>
              <a:rPr lang="en-US" altLang="en-US" sz="2770" dirty="0"/>
              <a:t>Used to list contents of table</a:t>
            </a:r>
          </a:p>
          <a:p>
            <a:endParaRPr lang="en-GB" sz="2078" dirty="0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9D77F72E-E895-6A2B-15B0-F5FE24931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825" y="2645508"/>
            <a:ext cx="8723451" cy="772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79311" tIns="39656" rIns="79311" bIns="39656">
            <a:spAutoFit/>
          </a:bodyPr>
          <a:lstStyle/>
          <a:p>
            <a:pPr eaLnBrk="0" hangingPunct="0"/>
            <a:endParaRPr lang="en-US" sz="2078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96553" indent="-396553" eaLnBrk="0" hangingPunct="0">
              <a:buFont typeface="Arial" charset="0"/>
              <a:buChar char="•"/>
            </a:pPr>
            <a:r>
              <a:rPr lang="en-US" sz="2424" dirty="0">
                <a:latin typeface="Helvetica" panose="020B0604020202020204" pitchFamily="34" charset="0"/>
                <a:cs typeface="Helvetica" panose="020B0604020202020204" pitchFamily="34" charset="0"/>
              </a:rPr>
              <a:t>Basic Syntax form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52F217-716B-6404-DDE5-B070F55EDC85}"/>
              </a:ext>
            </a:extLst>
          </p:cNvPr>
          <p:cNvSpPr txBox="1"/>
          <p:nvPr/>
        </p:nvSpPr>
        <p:spPr>
          <a:xfrm>
            <a:off x="4076249" y="5356937"/>
            <a:ext cx="4222981" cy="4531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9311" tIns="39656" rIns="79311" bIns="39656" rtlCol="0">
            <a:spAutoFit/>
          </a:bodyPr>
          <a:lstStyle/>
          <a:p>
            <a:pPr algn="ctr"/>
            <a:r>
              <a:rPr lang="en-US" sz="2424" dirty="0">
                <a:latin typeface="Helvetica" panose="020B0604020202020204" pitchFamily="34" charset="0"/>
                <a:cs typeface="Helvetica" panose="020B0604020202020204" pitchFamily="34" charset="0"/>
              </a:rPr>
              <a:t>Call this a </a:t>
            </a:r>
            <a:r>
              <a:rPr lang="en-US" sz="2424" b="1" u="sng" dirty="0">
                <a:latin typeface="Helvetica" panose="020B0604020202020204" pitchFamily="34" charset="0"/>
                <a:cs typeface="Helvetica" panose="020B0604020202020204" pitchFamily="34" charset="0"/>
              </a:rPr>
              <a:t>SFW</a:t>
            </a:r>
            <a:r>
              <a:rPr lang="en-US" sz="2424" dirty="0">
                <a:latin typeface="Helvetica" panose="020B0604020202020204" pitchFamily="34" charset="0"/>
                <a:cs typeface="Helvetica" panose="020B0604020202020204" pitchFamily="34" charset="0"/>
              </a:rPr>
              <a:t> query.</a:t>
            </a:r>
          </a:p>
        </p:txBody>
      </p:sp>
      <p:sp>
        <p:nvSpPr>
          <p:cNvPr id="11" name="Rectangle 35">
            <a:extLst>
              <a:ext uri="{FF2B5EF4-FFF2-40B4-BE49-F238E27FC236}">
                <a16:creationId xmlns:a16="http://schemas.microsoft.com/office/drawing/2014/main" id="{1D2939FD-9105-8DD1-DFC7-A1DD15ABF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9981" y="3630472"/>
            <a:ext cx="5738621" cy="119923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lIns="79311" tIns="39656" rIns="79311" bIns="39656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24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SELECT</a:t>
            </a:r>
            <a:r>
              <a:rPr lang="en-US" sz="2424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&lt;attributes&gt;</a:t>
            </a:r>
            <a:br>
              <a:rPr lang="en-US" sz="2424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</a:br>
            <a:r>
              <a:rPr lang="en-US" sz="2424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FROM</a:t>
            </a:r>
            <a:r>
              <a:rPr lang="en-US" sz="2424" b="1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</a:t>
            </a:r>
            <a:r>
              <a:rPr lang="en-US" sz="2424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&lt;one or more relations&gt;</a:t>
            </a:r>
            <a:br>
              <a:rPr lang="en-US" sz="2424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</a:br>
            <a:r>
              <a:rPr lang="en-US" sz="2424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WHERE</a:t>
            </a:r>
            <a:r>
              <a:rPr lang="en-US" sz="2424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&lt;conditions&gt;</a:t>
            </a:r>
            <a:endParaRPr lang="en-US" sz="2078" dirty="0">
              <a:latin typeface="Courier New" panose="02070309020205020404" pitchFamily="49" charset="0"/>
              <a:ea typeface="Menlo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493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0B774-9001-449E-924A-4229028B4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4809" y="241794"/>
            <a:ext cx="6048672" cy="410840"/>
          </a:xfrm>
        </p:spPr>
        <p:txBody>
          <a:bodyPr/>
          <a:lstStyle/>
          <a:p>
            <a:r>
              <a:rPr lang="en-GB" sz="3200" dirty="0"/>
              <a:t>Simple SQL Query: Selection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AE085-F988-453C-BF14-17CAB683E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11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53CAC7-C63D-FD07-64B6-21A515D61196}"/>
              </a:ext>
            </a:extLst>
          </p:cNvPr>
          <p:cNvSpPr txBox="1"/>
          <p:nvPr/>
        </p:nvSpPr>
        <p:spPr>
          <a:xfrm>
            <a:off x="395287" y="1696222"/>
            <a:ext cx="2876726" cy="143430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9311" tIns="39656" rIns="79311" bIns="39656" rtlCol="0">
            <a:spAutoFit/>
          </a:bodyPr>
          <a:lstStyle/>
          <a:p>
            <a:r>
              <a:rPr lang="en-US" sz="2200" b="1" u="sng" dirty="0">
                <a:latin typeface="Helvetica" panose="020B0604020202020204" pitchFamily="34" charset="0"/>
                <a:cs typeface="Helvetica" panose="020B0604020202020204" pitchFamily="34" charset="0"/>
              </a:rPr>
              <a:t>Selection</a:t>
            </a:r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 is the operation of filtering a relation’s tuples on some condition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9D9EBFBC-0A97-636A-E0DE-6CEFDA69CF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839662"/>
              </p:ext>
            </p:extLst>
          </p:nvPr>
        </p:nvGraphicFramePr>
        <p:xfrm>
          <a:off x="3944888" y="1440040"/>
          <a:ext cx="5184576" cy="1787210"/>
        </p:xfrm>
        <a:graphic>
          <a:graphicData uri="http://schemas.openxmlformats.org/drawingml/2006/table">
            <a:tbl>
              <a:tblPr/>
              <a:tblGrid>
                <a:gridCol w="1299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7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6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18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24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PName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Price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Category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Manufacturer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4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£19.99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Gadgets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4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Powergizmo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£29.99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Gadgets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4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SingleTouch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£149.99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Photography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Canon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4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MultiTouch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£203.99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Household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Hitachi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AutoShape 37">
            <a:extLst>
              <a:ext uri="{FF2B5EF4-FFF2-40B4-BE49-F238E27FC236}">
                <a16:creationId xmlns:a16="http://schemas.microsoft.com/office/drawing/2014/main" id="{002BECB4-813A-AB3D-E83A-8F72DA4CB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0545" y="3337157"/>
            <a:ext cx="457200" cy="1258986"/>
          </a:xfrm>
          <a:prstGeom prst="down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9311" tIns="39656" rIns="79311" bIns="39656" anchor="ctr"/>
          <a:lstStyle/>
          <a:p>
            <a:endParaRPr lang="en-US" sz="2078"/>
          </a:p>
        </p:txBody>
      </p:sp>
      <p:graphicFrame>
        <p:nvGraphicFramePr>
          <p:cNvPr id="8" name="Group 70">
            <a:extLst>
              <a:ext uri="{FF2B5EF4-FFF2-40B4-BE49-F238E27FC236}">
                <a16:creationId xmlns:a16="http://schemas.microsoft.com/office/drawing/2014/main" id="{1365D5D7-FA64-0D30-6987-DF1DE3E8BD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470251"/>
              </p:ext>
            </p:extLst>
          </p:nvPr>
        </p:nvGraphicFramePr>
        <p:xfrm>
          <a:off x="4139844" y="4710107"/>
          <a:ext cx="5133636" cy="1072326"/>
        </p:xfrm>
        <a:graphic>
          <a:graphicData uri="http://schemas.openxmlformats.org/drawingml/2006/table">
            <a:tbl>
              <a:tblPr/>
              <a:tblGrid>
                <a:gridCol w="1374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3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16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24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PName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Price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Category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Manufacturer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4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£19.99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Gadgets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4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Powergizmo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£29.99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Gadgets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Rectangle 35">
            <a:extLst>
              <a:ext uri="{FF2B5EF4-FFF2-40B4-BE49-F238E27FC236}">
                <a16:creationId xmlns:a16="http://schemas.microsoft.com/office/drawing/2014/main" id="{C8396839-4867-B84D-99D5-F365B7222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6616" y="3429000"/>
            <a:ext cx="4469043" cy="100341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lIns="79311" tIns="39656" rIns="79311" bIns="39656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SELECT</a:t>
            </a:r>
            <a:r>
              <a:rPr lang="en-US" sz="2000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*</a:t>
            </a:r>
            <a:br>
              <a:rPr lang="en-US" sz="2000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FROM</a:t>
            </a:r>
            <a:r>
              <a:rPr lang="en-US" sz="2000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Product</a:t>
            </a:r>
            <a:br>
              <a:rPr lang="en-US" sz="2000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WHERE</a:t>
            </a:r>
            <a:r>
              <a:rPr lang="en-US" sz="2000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Category = ‘Gadgets’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470AD4-F11C-D6F9-6B93-4615BA0031CD}"/>
              </a:ext>
            </a:extLst>
          </p:cNvPr>
          <p:cNvSpPr txBox="1"/>
          <p:nvPr/>
        </p:nvSpPr>
        <p:spPr>
          <a:xfrm>
            <a:off x="5623012" y="963175"/>
            <a:ext cx="12522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Product</a:t>
            </a:r>
          </a:p>
        </p:txBody>
      </p:sp>
    </p:spTree>
    <p:extLst>
      <p:ext uri="{BB962C8B-B14F-4D97-AF65-F5344CB8AC3E}">
        <p14:creationId xmlns:p14="http://schemas.microsoft.com/office/powerpoint/2010/main" val="249088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0B774-9001-449E-924A-4229028B4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4809" y="241794"/>
            <a:ext cx="6048672" cy="410840"/>
          </a:xfrm>
        </p:spPr>
        <p:txBody>
          <a:bodyPr/>
          <a:lstStyle/>
          <a:p>
            <a:r>
              <a:rPr lang="en-GB" sz="3200" dirty="0"/>
              <a:t>Simple SQL Query: Selection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AE085-F988-453C-BF14-17CAB683E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12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9D9EBFBC-0A97-636A-E0DE-6CEFDA69CF87}"/>
              </a:ext>
            </a:extLst>
          </p:cNvPr>
          <p:cNvGraphicFramePr>
            <a:graphicFrameLocks noGrp="1"/>
          </p:cNvGraphicFramePr>
          <p:nvPr/>
        </p:nvGraphicFramePr>
        <p:xfrm>
          <a:off x="3944888" y="1440040"/>
          <a:ext cx="5184576" cy="1787210"/>
        </p:xfrm>
        <a:graphic>
          <a:graphicData uri="http://schemas.openxmlformats.org/drawingml/2006/table">
            <a:tbl>
              <a:tblPr/>
              <a:tblGrid>
                <a:gridCol w="1299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7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6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18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24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PName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Price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Category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Manufacturer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4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£19.99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Gadgets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4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Powergizmo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£29.99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Gadgets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4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SingleTouch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£149.99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Photography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Canon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4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MultiTouch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£203.99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Household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Hitachi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AutoShape 37">
            <a:extLst>
              <a:ext uri="{FF2B5EF4-FFF2-40B4-BE49-F238E27FC236}">
                <a16:creationId xmlns:a16="http://schemas.microsoft.com/office/drawing/2014/main" id="{002BECB4-813A-AB3D-E83A-8F72DA4CB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0545" y="3337157"/>
            <a:ext cx="457200" cy="1258986"/>
          </a:xfrm>
          <a:prstGeom prst="down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9311" tIns="39656" rIns="79311" bIns="39656" anchor="ctr"/>
          <a:lstStyle/>
          <a:p>
            <a:endParaRPr lang="en-US" sz="2078"/>
          </a:p>
        </p:txBody>
      </p:sp>
      <p:graphicFrame>
        <p:nvGraphicFramePr>
          <p:cNvPr id="8" name="Group 70">
            <a:extLst>
              <a:ext uri="{FF2B5EF4-FFF2-40B4-BE49-F238E27FC236}">
                <a16:creationId xmlns:a16="http://schemas.microsoft.com/office/drawing/2014/main" id="{1365D5D7-FA64-0D30-6987-DF1DE3E8BD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598223"/>
              </p:ext>
            </p:extLst>
          </p:nvPr>
        </p:nvGraphicFramePr>
        <p:xfrm>
          <a:off x="4448944" y="4706050"/>
          <a:ext cx="3850547" cy="1072326"/>
        </p:xfrm>
        <a:graphic>
          <a:graphicData uri="http://schemas.openxmlformats.org/drawingml/2006/table">
            <a:tbl>
              <a:tblPr/>
              <a:tblGrid>
                <a:gridCol w="1374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16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24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PName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Price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Manufacturer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4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£19.99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4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Powergizmo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£29.99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Rectangle 35">
            <a:extLst>
              <a:ext uri="{FF2B5EF4-FFF2-40B4-BE49-F238E27FC236}">
                <a16:creationId xmlns:a16="http://schemas.microsoft.com/office/drawing/2014/main" id="{C8396839-4867-B84D-99D5-F365B7222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334" y="3429258"/>
            <a:ext cx="5238484" cy="100341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lIns="79311" tIns="39656" rIns="79311" bIns="39656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GB" sz="2000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SELECT </a:t>
            </a:r>
            <a:r>
              <a:rPr lang="en-GB" sz="2000" b="1" dirty="0" err="1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PName</a:t>
            </a:r>
            <a:r>
              <a:rPr lang="en-GB" sz="2000" b="1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, Price, Manufacturer</a:t>
            </a:r>
            <a:br>
              <a:rPr lang="en-GB" sz="2000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</a:br>
            <a:r>
              <a:rPr lang="en-GB" sz="2000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FROM   </a:t>
            </a:r>
            <a:r>
              <a:rPr lang="en-GB" sz="2000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Product</a:t>
            </a:r>
            <a:br>
              <a:rPr lang="en-GB" sz="2000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</a:br>
            <a:r>
              <a:rPr lang="en-GB" sz="2000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WHERE  </a:t>
            </a:r>
            <a:r>
              <a:rPr lang="en-GB" sz="2000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Category = ‘Gadgets’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470AD4-F11C-D6F9-6B93-4615BA0031CD}"/>
              </a:ext>
            </a:extLst>
          </p:cNvPr>
          <p:cNvSpPr txBox="1"/>
          <p:nvPr/>
        </p:nvSpPr>
        <p:spPr>
          <a:xfrm>
            <a:off x="5623012" y="963175"/>
            <a:ext cx="12522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Product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5E5EFF-5540-010A-D066-2C5D27390FB0}"/>
              </a:ext>
            </a:extLst>
          </p:cNvPr>
          <p:cNvSpPr txBox="1"/>
          <p:nvPr/>
        </p:nvSpPr>
        <p:spPr>
          <a:xfrm>
            <a:off x="635000" y="1295060"/>
            <a:ext cx="2876726" cy="19267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9311" tIns="39656" rIns="79311" bIns="39656" rtlCol="0">
            <a:spAutoFit/>
          </a:bodyPr>
          <a:lstStyle/>
          <a:p>
            <a:r>
              <a:rPr lang="en-US" sz="2000" b="1" u="sng" dirty="0">
                <a:latin typeface="Helvetica" panose="020B0604020202020204" pitchFamily="34" charset="0"/>
                <a:cs typeface="Helvetica" panose="020B0604020202020204" pitchFamily="34" charset="0"/>
              </a:rPr>
              <a:t>Projection</a:t>
            </a:r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is the operation of producing an output table with tuples that have a subset of their prior attributes</a:t>
            </a:r>
          </a:p>
        </p:txBody>
      </p:sp>
    </p:spTree>
    <p:extLst>
      <p:ext uri="{BB962C8B-B14F-4D97-AF65-F5344CB8AC3E}">
        <p14:creationId xmlns:p14="http://schemas.microsoft.com/office/powerpoint/2010/main" val="3111864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4DAD3-1E36-4CAD-94D1-E06B348A4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6817" y="168749"/>
            <a:ext cx="6408712" cy="410840"/>
          </a:xfrm>
        </p:spPr>
        <p:txBody>
          <a:bodyPr/>
          <a:lstStyle/>
          <a:p>
            <a:r>
              <a:rPr lang="en-GB" sz="3200" dirty="0"/>
              <a:t>Notations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96082-ABD6-4DC2-927F-94C447F7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13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3" name="AutoShape 37">
            <a:extLst>
              <a:ext uri="{FF2B5EF4-FFF2-40B4-BE49-F238E27FC236}">
                <a16:creationId xmlns:a16="http://schemas.microsoft.com/office/drawing/2014/main" id="{FF1D6A8F-9F8F-D533-C2C2-463FB2DA3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4113" y="1393733"/>
            <a:ext cx="457200" cy="984832"/>
          </a:xfrm>
          <a:prstGeom prst="down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9311" tIns="39656" rIns="79311" bIns="39656" anchor="ctr"/>
          <a:lstStyle/>
          <a:p>
            <a:endParaRPr lang="en-US" sz="2078"/>
          </a:p>
        </p:txBody>
      </p:sp>
      <p:sp>
        <p:nvSpPr>
          <p:cNvPr id="4" name="Rectangle 35">
            <a:extLst>
              <a:ext uri="{FF2B5EF4-FFF2-40B4-BE49-F238E27FC236}">
                <a16:creationId xmlns:a16="http://schemas.microsoft.com/office/drawing/2014/main" id="{76C20FB3-59A9-10DA-33FD-4C721EB51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75" y="1553747"/>
            <a:ext cx="4550797" cy="87915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lIns="79311" tIns="39656" rIns="79311" bIns="39656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731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SELECT</a:t>
            </a:r>
            <a:r>
              <a:rPr lang="en-US" sz="1731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PName, Price, Manufacturer</a:t>
            </a:r>
            <a:br>
              <a:rPr lang="en-US" sz="1731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</a:br>
            <a:r>
              <a:rPr lang="en-US" sz="1731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FROM</a:t>
            </a:r>
            <a:r>
              <a:rPr lang="en-US" sz="1731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Product</a:t>
            </a:r>
            <a:br>
              <a:rPr lang="en-US" sz="1731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</a:br>
            <a:r>
              <a:rPr lang="en-US" sz="1731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WHERE</a:t>
            </a:r>
            <a:r>
              <a:rPr lang="en-US" sz="1731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Category = ‘Gadgets’</a:t>
            </a:r>
          </a:p>
        </p:txBody>
      </p:sp>
      <p:sp>
        <p:nvSpPr>
          <p:cNvPr id="5" name="Rectangle 35">
            <a:extLst>
              <a:ext uri="{FF2B5EF4-FFF2-40B4-BE49-F238E27FC236}">
                <a16:creationId xmlns:a16="http://schemas.microsoft.com/office/drawing/2014/main" id="{B1044B2D-80D3-8F50-4839-2137DB75A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9759" y="1025773"/>
            <a:ext cx="5222852" cy="3198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9311" tIns="39656" rIns="79311" bIns="39656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173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Product(PName, Price, Category, Manfacturer)</a:t>
            </a:r>
          </a:p>
        </p:txBody>
      </p:sp>
      <p:sp>
        <p:nvSpPr>
          <p:cNvPr id="11" name="Rectangle 35">
            <a:extLst>
              <a:ext uri="{FF2B5EF4-FFF2-40B4-BE49-F238E27FC236}">
                <a16:creationId xmlns:a16="http://schemas.microsoft.com/office/drawing/2014/main" id="{0FC84BF6-83B4-537B-B197-5298C529F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7197" y="2632923"/>
            <a:ext cx="4128231" cy="3198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9311" tIns="39656" rIns="79311" bIns="39656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173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Answer(PName, Price, </a:t>
            </a:r>
            <a:r>
              <a:rPr lang="en-US" sz="1731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Manfacturer</a:t>
            </a:r>
            <a:r>
              <a:rPr lang="en-US" sz="173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D02050-7BB1-1966-28CD-206C3D47ED21}"/>
              </a:ext>
            </a:extLst>
          </p:cNvPr>
          <p:cNvSpPr txBox="1"/>
          <p:nvPr/>
        </p:nvSpPr>
        <p:spPr>
          <a:xfrm>
            <a:off x="922264" y="993879"/>
            <a:ext cx="1934696" cy="3998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lIns="79311" tIns="39656" rIns="79311" bIns="39656" rtlCol="0">
            <a:spAutoFit/>
          </a:bodyPr>
          <a:lstStyle/>
          <a:p>
            <a:r>
              <a:rPr lang="en-US" sz="2078">
                <a:latin typeface="+mj-lt"/>
              </a:rPr>
              <a:t>Input schema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306778-1C21-80A2-3057-B10769E8A080}"/>
              </a:ext>
            </a:extLst>
          </p:cNvPr>
          <p:cNvSpPr txBox="1"/>
          <p:nvPr/>
        </p:nvSpPr>
        <p:spPr>
          <a:xfrm>
            <a:off x="1272089" y="2592912"/>
            <a:ext cx="2194382" cy="3998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lIns="79311" tIns="39656" rIns="79311" bIns="39656" rtlCol="0">
            <a:spAutoFit/>
          </a:bodyPr>
          <a:lstStyle/>
          <a:p>
            <a:r>
              <a:rPr lang="en-US" sz="2078" dirty="0">
                <a:latin typeface="+mj-lt"/>
              </a:rPr>
              <a:t>Output schema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B1733F3C-DA91-EB34-E403-6F10E8E9683F}"/>
              </a:ext>
            </a:extLst>
          </p:cNvPr>
          <p:cNvSpPr txBox="1">
            <a:spLocks noChangeArrowheads="1"/>
          </p:cNvSpPr>
          <p:nvPr/>
        </p:nvSpPr>
        <p:spPr>
          <a:xfrm>
            <a:off x="488504" y="3433440"/>
            <a:ext cx="7056784" cy="2842869"/>
          </a:xfrm>
          <a:prstGeom prst="rect">
            <a:avLst/>
          </a:prstGeom>
        </p:spPr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SQL </a:t>
            </a:r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commands</a:t>
            </a: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 are case insensitive: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Same: SELECT,  Select,  select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Same: Product,   product</a:t>
            </a:r>
          </a:p>
          <a:p>
            <a:pPr marL="396553" lvl="1" indent="0">
              <a:buFont typeface="Garamond" pitchFamily="18" charset="0"/>
              <a:buNone/>
            </a:pPr>
            <a:endParaRPr lang="en-US" sz="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 are </a:t>
            </a:r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not:</a:t>
            </a:r>
          </a:p>
          <a:p>
            <a:pPr lvl="1">
              <a:lnSpc>
                <a:spcPct val="90000"/>
              </a:lnSpc>
            </a:pPr>
            <a:r>
              <a:rPr lang="en-US" u="sng" dirty="0">
                <a:latin typeface="Helvetica" panose="020B0604020202020204" pitchFamily="34" charset="0"/>
                <a:cs typeface="Helvetica" panose="020B0604020202020204" pitchFamily="34" charset="0"/>
              </a:rPr>
              <a:t>Different: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‘Seattle’,  ‘</a:t>
            </a:r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seattle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’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Use single quotes for constants: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‘</a:t>
            </a:r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abc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’  - yes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“</a:t>
            </a:r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abc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” - no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16E68E23-0C9A-B343-9113-506616B65C02}"/>
              </a:ext>
            </a:extLst>
          </p:cNvPr>
          <p:cNvSpPr txBox="1">
            <a:spLocks noChangeArrowheads="1"/>
          </p:cNvSpPr>
          <p:nvPr/>
        </p:nvSpPr>
        <p:spPr>
          <a:xfrm>
            <a:off x="377825" y="3072773"/>
            <a:ext cx="2232248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 sz="2400" b="1" dirty="0"/>
              <a:t>A Few Details</a:t>
            </a:r>
          </a:p>
        </p:txBody>
      </p:sp>
    </p:spTree>
    <p:extLst>
      <p:ext uri="{BB962C8B-B14F-4D97-AF65-F5344CB8AC3E}">
        <p14:creationId xmlns:p14="http://schemas.microsoft.com/office/powerpoint/2010/main" val="1671400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15" grpId="0" animBg="1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96082-ABD6-4DC2-927F-94C447F7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B3BBD20-CA54-1CCC-FDC5-4B2C938D023F}"/>
              </a:ext>
            </a:extLst>
          </p:cNvPr>
          <p:cNvSpPr txBox="1">
            <a:spLocks/>
          </p:cNvSpPr>
          <p:nvPr/>
        </p:nvSpPr>
        <p:spPr bwMode="auto">
          <a:xfrm>
            <a:off x="3152800" y="260648"/>
            <a:ext cx="7272807" cy="410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87A529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GB" sz="1800" dirty="0"/>
              <a:t>SQL Data Manipulation Commands (Special Operators)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41871F3-B595-E36C-AF47-CCEBC8A95B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504" y="806096"/>
            <a:ext cx="7886701" cy="808714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LIKE: Simple String Pattern Matching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77288F0-F0F5-CD03-B0DC-F0852D0670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35000" y="3284984"/>
            <a:ext cx="6945870" cy="1584176"/>
          </a:xfrm>
        </p:spPr>
        <p:txBody>
          <a:bodyPr>
            <a:normAutofit/>
          </a:bodyPr>
          <a:lstStyle/>
          <a:p>
            <a:pPr marL="528738" indent="-528738"/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s </a:t>
            </a:r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LIKE</a:t>
            </a: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 p:  pattern matching on strings</a:t>
            </a:r>
          </a:p>
          <a:p>
            <a:pPr marL="528738" indent="-528738"/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p may contain two special symbols:</a:t>
            </a:r>
          </a:p>
          <a:p>
            <a:pPr marL="859199" lvl="1" indent="-462645"/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%  = any sequence of characters</a:t>
            </a:r>
          </a:p>
          <a:p>
            <a:pPr marL="859199" lvl="1" indent="-462645"/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_   = any single character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C63AF23-A25D-5605-6DA9-36B36320F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0553" y="1909536"/>
            <a:ext cx="5408650" cy="94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9311" tIns="39656" rIns="79311" bIns="39656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SELECT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</a:t>
            </a:r>
            <a:r>
              <a:rPr lang="en-US" sz="2078" b="1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*</a:t>
            </a:r>
            <a:b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</a:br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FROM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Products</a:t>
            </a:r>
            <a:b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</a:br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WHERE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PName </a:t>
            </a:r>
            <a:r>
              <a:rPr lang="en-US" sz="2078" b="1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LIKE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‘%gizmo%’</a:t>
            </a:r>
          </a:p>
        </p:txBody>
      </p:sp>
    </p:spTree>
    <p:extLst>
      <p:ext uri="{BB962C8B-B14F-4D97-AF65-F5344CB8AC3E}">
        <p14:creationId xmlns:p14="http://schemas.microsoft.com/office/powerpoint/2010/main" val="1480265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96082-ABD6-4DC2-927F-94C447F7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B3BBD20-CA54-1CCC-FDC5-4B2C938D023F}"/>
              </a:ext>
            </a:extLst>
          </p:cNvPr>
          <p:cNvSpPr txBox="1">
            <a:spLocks/>
          </p:cNvSpPr>
          <p:nvPr/>
        </p:nvSpPr>
        <p:spPr bwMode="auto">
          <a:xfrm>
            <a:off x="3152800" y="260648"/>
            <a:ext cx="7272807" cy="410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87A529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GB" sz="1800" dirty="0"/>
              <a:t>SQL Data Manipulation Commands (Special Operators)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41871F3-B595-E36C-AF47-CCEBC8A95B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504" y="806096"/>
            <a:ext cx="7886701" cy="808714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DISTINCT: Eliminating Duplicates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D50F2F8-1B2B-49A9-19F1-DB709D949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717" y="1782640"/>
            <a:ext cx="4007378" cy="7196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lIns="79311" tIns="39656" rIns="79311" bIns="39656">
            <a:spAutoFit/>
          </a:bodyPr>
          <a:lstStyle/>
          <a:p>
            <a:pPr eaLnBrk="0" hangingPunct="0"/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SELECT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</a:t>
            </a:r>
            <a:r>
              <a:rPr lang="en-US" sz="2078" b="1" dirty="0">
                <a:solidFill>
                  <a:srgbClr val="FF5050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DISTINCT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Category</a:t>
            </a:r>
          </a:p>
          <a:p>
            <a:pPr eaLnBrk="0" hangingPunct="0"/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FROM</a:t>
            </a:r>
            <a:r>
              <a:rPr lang="en-US" sz="2078" b="1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Product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00E9F602-A3E5-2A9F-2415-D3BCE043D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2630" y="3132742"/>
            <a:ext cx="1101775" cy="44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79311" tIns="39656" rIns="79311" bIns="39656">
            <a:spAutoFit/>
          </a:bodyPr>
          <a:lstStyle/>
          <a:p>
            <a:pPr eaLnBrk="0" hangingPunct="0"/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Versus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AF86D1AE-A74F-85E0-A187-4D1857150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2915" y="3898808"/>
            <a:ext cx="2564675" cy="7196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lIns="79311" tIns="39656" rIns="79311" bIns="39656">
            <a:spAutoFit/>
          </a:bodyPr>
          <a:lstStyle/>
          <a:p>
            <a:pPr eaLnBrk="0" hangingPunct="0"/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SELECT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Category</a:t>
            </a:r>
          </a:p>
          <a:p>
            <a:pPr eaLnBrk="0" hangingPunct="0"/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FROM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Product</a:t>
            </a:r>
          </a:p>
        </p:txBody>
      </p:sp>
      <p:graphicFrame>
        <p:nvGraphicFramePr>
          <p:cNvPr id="12" name="Group 39">
            <a:extLst>
              <a:ext uri="{FF2B5EF4-FFF2-40B4-BE49-F238E27FC236}">
                <a16:creationId xmlns:a16="http://schemas.microsoft.com/office/drawing/2014/main" id="{1DAFEA42-501C-66BE-C6CF-46F60F090D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354190"/>
              </p:ext>
            </p:extLst>
          </p:nvPr>
        </p:nvGraphicFramePr>
        <p:xfrm>
          <a:off x="6016266" y="3898808"/>
          <a:ext cx="1746463" cy="2092010"/>
        </p:xfrm>
        <a:graphic>
          <a:graphicData uri="http://schemas.openxmlformats.org/drawingml/2006/table">
            <a:tbl>
              <a:tblPr/>
              <a:tblGrid>
                <a:gridCol w="1746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7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Category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Gadgets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Gadgets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Photography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Household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" name="Group 54">
            <a:extLst>
              <a:ext uri="{FF2B5EF4-FFF2-40B4-BE49-F238E27FC236}">
                <a16:creationId xmlns:a16="http://schemas.microsoft.com/office/drawing/2014/main" id="{081B124B-A8AF-B868-834D-AE0938E734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255693"/>
              </p:ext>
            </p:extLst>
          </p:nvPr>
        </p:nvGraphicFramePr>
        <p:xfrm>
          <a:off x="6049049" y="1883868"/>
          <a:ext cx="1669855" cy="1673608"/>
        </p:xfrm>
        <a:graphic>
          <a:graphicData uri="http://schemas.openxmlformats.org/drawingml/2006/table">
            <a:tbl>
              <a:tblPr/>
              <a:tblGrid>
                <a:gridCol w="1669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7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Category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Gadgets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Photography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Household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AutoShape 55">
            <a:extLst>
              <a:ext uri="{FF2B5EF4-FFF2-40B4-BE49-F238E27FC236}">
                <a16:creationId xmlns:a16="http://schemas.microsoft.com/office/drawing/2014/main" id="{A2F61D9D-25BA-DC84-A2E1-582A0F3441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008" y="1780240"/>
            <a:ext cx="408215" cy="794294"/>
          </a:xfrm>
          <a:prstGeom prst="rightArrow">
            <a:avLst>
              <a:gd name="adj1" fmla="val 50000"/>
              <a:gd name="adj2" fmla="val 50245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79311" tIns="39656" rIns="79311" bIns="39656" anchor="ctr">
            <a:spAutoFit/>
          </a:bodyPr>
          <a:lstStyle/>
          <a:p>
            <a:endParaRPr lang="en-US" sz="2078"/>
          </a:p>
        </p:txBody>
      </p:sp>
      <p:sp>
        <p:nvSpPr>
          <p:cNvPr id="15" name="AutoShape 55">
            <a:extLst>
              <a:ext uri="{FF2B5EF4-FFF2-40B4-BE49-F238E27FC236}">
                <a16:creationId xmlns:a16="http://schemas.microsoft.com/office/drawing/2014/main" id="{0998D7DF-3631-0AFC-4F75-315D4EC54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287" y="3828211"/>
            <a:ext cx="408215" cy="794294"/>
          </a:xfrm>
          <a:prstGeom prst="rightArrow">
            <a:avLst>
              <a:gd name="adj1" fmla="val 50000"/>
              <a:gd name="adj2" fmla="val 50245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79311" tIns="39656" rIns="79311" bIns="39656" anchor="ctr">
            <a:spAutoFit/>
          </a:bodyPr>
          <a:lstStyle/>
          <a:p>
            <a:endParaRPr lang="en-US" sz="2078"/>
          </a:p>
        </p:txBody>
      </p:sp>
    </p:spTree>
    <p:extLst>
      <p:ext uri="{BB962C8B-B14F-4D97-AF65-F5344CB8AC3E}">
        <p14:creationId xmlns:p14="http://schemas.microsoft.com/office/powerpoint/2010/main" val="3848471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96082-ABD6-4DC2-927F-94C447F7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16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B3BBD20-CA54-1CCC-FDC5-4B2C938D023F}"/>
              </a:ext>
            </a:extLst>
          </p:cNvPr>
          <p:cNvSpPr txBox="1">
            <a:spLocks/>
          </p:cNvSpPr>
          <p:nvPr/>
        </p:nvSpPr>
        <p:spPr bwMode="auto">
          <a:xfrm>
            <a:off x="3152800" y="260648"/>
            <a:ext cx="7272807" cy="410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87A529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GB" sz="1800" dirty="0"/>
              <a:t>SQL Data Manipulation Commands (Special Operators)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41871F3-B595-E36C-AF47-CCEBC8A95B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7825" y="820307"/>
            <a:ext cx="7886701" cy="808714"/>
          </a:xfrm>
        </p:spPr>
        <p:txBody>
          <a:bodyPr>
            <a:normAutofit/>
          </a:bodyPr>
          <a:lstStyle/>
          <a:p>
            <a:r>
              <a:rPr lang="en-GB" sz="24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ORDER BY: Sorting the Results</a:t>
            </a:r>
            <a:endParaRPr lang="en-US" sz="24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5B3383F-3495-18F9-D8E4-55694B3E2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343" y="1733027"/>
            <a:ext cx="6572183" cy="135915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lIns="79311" tIns="39656" rIns="79311" bIns="39656">
            <a:spAutoFit/>
          </a:bodyPr>
          <a:lstStyle/>
          <a:p>
            <a:pPr eaLnBrk="0" hangingPunct="0"/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SELECT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PName, Price, Manufacturer</a:t>
            </a:r>
          </a:p>
          <a:p>
            <a:pPr eaLnBrk="0" hangingPunct="0"/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FROM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  Product</a:t>
            </a:r>
          </a:p>
          <a:p>
            <a:pPr eaLnBrk="0" hangingPunct="0"/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WHERE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 Category=‘gizmo’ AND Price &gt; 50</a:t>
            </a:r>
          </a:p>
          <a:p>
            <a:pPr eaLnBrk="0" hangingPunct="0"/>
            <a:r>
              <a:rPr lang="en-US" sz="2078" b="1" dirty="0">
                <a:solidFill>
                  <a:srgbClr val="FF5050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ORDER BY</a:t>
            </a:r>
            <a:r>
              <a:rPr lang="en-US" sz="2078" b="1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Price, PName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C9AED7-9BE9-ABF0-7BAD-38B772E3CA82}"/>
              </a:ext>
            </a:extLst>
          </p:cNvPr>
          <p:cNvSpPr txBox="1"/>
          <p:nvPr/>
        </p:nvSpPr>
        <p:spPr>
          <a:xfrm>
            <a:off x="704528" y="3717030"/>
            <a:ext cx="4519925" cy="961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9311" tIns="39656" rIns="79311" bIns="39656" rtlCol="0">
            <a:spAutoFit/>
          </a:bodyPr>
          <a:lstStyle/>
          <a:p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Ties are broken by the second attribute on the ORDER BY list, etc.</a:t>
            </a:r>
          </a:p>
          <a:p>
            <a:endParaRPr lang="en-US" sz="1731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CD9A0-79D2-1AE1-FB7A-FC44A5225AE3}"/>
              </a:ext>
            </a:extLst>
          </p:cNvPr>
          <p:cNvSpPr txBox="1"/>
          <p:nvPr/>
        </p:nvSpPr>
        <p:spPr>
          <a:xfrm>
            <a:off x="5529064" y="3717030"/>
            <a:ext cx="3812868" cy="96199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9311" tIns="39656" rIns="79311" bIns="39656" rtlCol="0">
            <a:spAutoFit/>
          </a:bodyPr>
          <a:lstStyle/>
          <a:p>
            <a:pPr eaLnBrk="0" hangingPunct="0"/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Ordering is ascending, unless you specify the DESC keyword.</a:t>
            </a:r>
          </a:p>
          <a:p>
            <a:endParaRPr lang="en-US" sz="173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53240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96082-ABD6-4DC2-927F-94C447F7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17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B3BBD20-CA54-1CCC-FDC5-4B2C938D023F}"/>
              </a:ext>
            </a:extLst>
          </p:cNvPr>
          <p:cNvSpPr txBox="1">
            <a:spLocks/>
          </p:cNvSpPr>
          <p:nvPr/>
        </p:nvSpPr>
        <p:spPr bwMode="auto">
          <a:xfrm>
            <a:off x="3224808" y="278183"/>
            <a:ext cx="7272807" cy="410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87A529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GB" sz="3200" dirty="0"/>
              <a:t>Foreign Key constraints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2167580-6AE3-B019-0A0B-25B81FEC4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04" y="980728"/>
            <a:ext cx="8574899" cy="2831685"/>
          </a:xfrm>
        </p:spPr>
        <p:txBody>
          <a:bodyPr>
            <a:norm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Suppose we have the following schema:</a:t>
            </a:r>
          </a:p>
          <a:p>
            <a:endParaRPr lang="en-US" dirty="0"/>
          </a:p>
          <a:p>
            <a:endParaRPr lang="en-US" dirty="0"/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And we want to impose the following constraint:</a:t>
            </a:r>
          </a:p>
          <a:p>
            <a:pPr lvl="1"/>
            <a:r>
              <a:rPr lang="en-US" sz="1800" u="sng" dirty="0">
                <a:latin typeface="Helvetica" panose="020B0604020202020204" pitchFamily="34" charset="0"/>
                <a:cs typeface="Helvetica" panose="020B0604020202020204" pitchFamily="34" charset="0"/>
              </a:rPr>
              <a:t>‘Only students with Visa may enroll in courses’</a:t>
            </a: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 i.e. a student must appear in the Students table to enroll in a class</a:t>
            </a:r>
            <a:endParaRPr lang="en-US" sz="1800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C08D9D-8210-7594-DCB1-8636CADD417A}"/>
              </a:ext>
            </a:extLst>
          </p:cNvPr>
          <p:cNvSpPr txBox="1"/>
          <p:nvPr/>
        </p:nvSpPr>
        <p:spPr>
          <a:xfrm>
            <a:off x="6858255" y="4209822"/>
            <a:ext cx="1898174" cy="135915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9311" tIns="39656" rIns="79311" bIns="39656" rtlCol="0">
            <a:spAutoFit/>
          </a:bodyPr>
          <a:lstStyle/>
          <a:p>
            <a:pPr marL="297415" indent="-297415"/>
            <a:r>
              <a:rPr lang="en-US" sz="2078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student_id</a:t>
            </a:r>
            <a:r>
              <a:rPr lang="en-US" sz="2078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78" dirty="0">
                <a:latin typeface="Helvetica" panose="020B0604020202020204" pitchFamily="34" charset="0"/>
                <a:cs typeface="Helvetica" panose="020B0604020202020204" pitchFamily="34" charset="0"/>
              </a:rPr>
              <a:t>alone is not a key- what is?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4AF308F-67D8-575D-87D6-1C89DA2E7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426331"/>
              </p:ext>
            </p:extLst>
          </p:nvPr>
        </p:nvGraphicFramePr>
        <p:xfrm>
          <a:off x="1092487" y="4279447"/>
          <a:ext cx="2031792" cy="12406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5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568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sid</a:t>
                      </a:r>
                      <a:endParaRPr lang="en-US" sz="1600" b="1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41561" marB="41561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baseline="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n</a:t>
                      </a:r>
                      <a:r>
                        <a:rPr lang="en-US" sz="16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ame</a:t>
                      </a:r>
                    </a:p>
                  </a:txBody>
                  <a:tcPr marL="68580" marR="68580" marT="41561" marB="41561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gpa</a:t>
                      </a:r>
                      <a:endParaRPr lang="en-US" sz="1600" b="1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41561" marB="41561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482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101</a:t>
                      </a:r>
                    </a:p>
                  </a:txBody>
                  <a:tcPr marL="68580" marR="68580" marT="41561" marB="4156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Bob</a:t>
                      </a:r>
                    </a:p>
                  </a:txBody>
                  <a:tcPr marL="68580" marR="68580" marT="41561" marB="4156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3.2</a:t>
                      </a:r>
                    </a:p>
                  </a:txBody>
                  <a:tcPr marL="68580" marR="68580" marT="41561" marB="4156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482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123</a:t>
                      </a:r>
                    </a:p>
                  </a:txBody>
                  <a:tcPr marL="68580" marR="68580" marT="41561" marB="4156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Mary</a:t>
                      </a:r>
                    </a:p>
                  </a:txBody>
                  <a:tcPr marL="68580" marR="68580" marT="41561" marB="4156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3.8</a:t>
                      </a:r>
                    </a:p>
                  </a:txBody>
                  <a:tcPr marL="68580" marR="68580" marT="41561" marB="4156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4E29480-DA40-6D18-BE63-B63F72CFC6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562932"/>
              </p:ext>
            </p:extLst>
          </p:nvPr>
        </p:nvGraphicFramePr>
        <p:xfrm>
          <a:off x="4129857" y="4236750"/>
          <a:ext cx="2546323" cy="1496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73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5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543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student_id</a:t>
                      </a:r>
                      <a:endParaRPr lang="en-US" sz="1600" b="1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41561" marB="4156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cid</a:t>
                      </a:r>
                    </a:p>
                  </a:txBody>
                  <a:tcPr marL="68580" marR="68580" marT="41561" marB="4156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grade</a:t>
                      </a:r>
                    </a:p>
                  </a:txBody>
                  <a:tcPr marL="68580" marR="68580" marT="41561" marB="4156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688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123</a:t>
                      </a:r>
                    </a:p>
                  </a:txBody>
                  <a:tcPr marL="68580" marR="68580" marT="41561" marB="4156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564</a:t>
                      </a:r>
                    </a:p>
                  </a:txBody>
                  <a:tcPr marL="68580" marR="68580" marT="41561" marB="4156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</a:t>
                      </a:r>
                    </a:p>
                  </a:txBody>
                  <a:tcPr marL="68580" marR="68580" marT="41561" marB="4156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688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123</a:t>
                      </a:r>
                    </a:p>
                  </a:txBody>
                  <a:tcPr marL="68580" marR="68580" marT="41561" marB="4156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537</a:t>
                      </a:r>
                    </a:p>
                  </a:txBody>
                  <a:tcPr marL="68580" marR="68580" marT="41561" marB="4156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A+</a:t>
                      </a:r>
                    </a:p>
                  </a:txBody>
                  <a:tcPr marL="68580" marR="68580" marT="41561" marB="4156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34DAA3B-FD39-1994-7742-282CD08FDB49}"/>
              </a:ext>
            </a:extLst>
          </p:cNvPr>
          <p:cNvSpPr txBox="1"/>
          <p:nvPr/>
        </p:nvSpPr>
        <p:spPr>
          <a:xfrm>
            <a:off x="1335813" y="3759444"/>
            <a:ext cx="1242199" cy="399854"/>
          </a:xfrm>
          <a:prstGeom prst="rect">
            <a:avLst/>
          </a:prstGeom>
          <a:noFill/>
        </p:spPr>
        <p:txBody>
          <a:bodyPr wrap="none" lIns="79311" tIns="39656" rIns="79311" bIns="39656" rtlCol="0">
            <a:spAutoFit/>
          </a:bodyPr>
          <a:lstStyle/>
          <a:p>
            <a:r>
              <a:rPr lang="en-US" sz="2078" b="1" dirty="0"/>
              <a:t>Students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718829-4A29-D25E-0D6E-B11E0C2F51C8}"/>
              </a:ext>
            </a:extLst>
          </p:cNvPr>
          <p:cNvSpPr txBox="1"/>
          <p:nvPr/>
        </p:nvSpPr>
        <p:spPr>
          <a:xfrm>
            <a:off x="4033249" y="3846003"/>
            <a:ext cx="1187696" cy="399854"/>
          </a:xfrm>
          <a:prstGeom prst="rect">
            <a:avLst/>
          </a:prstGeom>
          <a:noFill/>
        </p:spPr>
        <p:txBody>
          <a:bodyPr wrap="none" lIns="79311" tIns="39656" rIns="79311" bIns="39656" rtlCol="0">
            <a:spAutoFit/>
          </a:bodyPr>
          <a:lstStyle/>
          <a:p>
            <a:r>
              <a:rPr lang="en-US" sz="2078" b="1" dirty="0"/>
              <a:t>Enrolled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A3C46F-B05F-05C3-021B-D8713F34F20E}"/>
              </a:ext>
            </a:extLst>
          </p:cNvPr>
          <p:cNvSpPr txBox="1"/>
          <p:nvPr/>
        </p:nvSpPr>
        <p:spPr>
          <a:xfrm>
            <a:off x="776536" y="5850891"/>
            <a:ext cx="8627120" cy="3878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9311" tIns="39656" rIns="79311" bIns="39656" rtlCol="0">
            <a:spAutoFit/>
          </a:bodyPr>
          <a:lstStyle/>
          <a:p>
            <a:pPr algn="ctr"/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We say that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student_id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is a </a:t>
            </a:r>
            <a:r>
              <a:rPr lang="en-US" sz="2000" b="1" u="sng" dirty="0">
                <a:latin typeface="Helvetica" panose="020B0604020202020204" pitchFamily="34" charset="0"/>
                <a:cs typeface="Helvetica" panose="020B0604020202020204" pitchFamily="34" charset="0"/>
              </a:rPr>
              <a:t>foreign key</a:t>
            </a: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 that refers to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sid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in Students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4F47166-E16A-2E97-B890-D0C584FACE0F}"/>
              </a:ext>
            </a:extLst>
          </p:cNvPr>
          <p:cNvCxnSpPr/>
          <p:nvPr/>
        </p:nvCxnSpPr>
        <p:spPr>
          <a:xfrm flipV="1">
            <a:off x="3124279" y="5114637"/>
            <a:ext cx="823503" cy="905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EE7526F-4867-7105-D47F-EFCFFC45A8E4}"/>
              </a:ext>
            </a:extLst>
          </p:cNvPr>
          <p:cNvCxnSpPr/>
          <p:nvPr/>
        </p:nvCxnSpPr>
        <p:spPr>
          <a:xfrm>
            <a:off x="3104168" y="5303690"/>
            <a:ext cx="9871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Rectangle 35">
            <a:extLst>
              <a:ext uri="{FF2B5EF4-FFF2-40B4-BE49-F238E27FC236}">
                <a16:creationId xmlns:a16="http://schemas.microsoft.com/office/drawing/2014/main" id="{4C8E8417-F9EF-BCBA-63EF-6F9F1E77F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7260" y="1435923"/>
            <a:ext cx="6649115" cy="87915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9311" tIns="39656" rIns="79311" bIns="39656">
            <a:spAutoFit/>
          </a:bodyPr>
          <a:lstStyle/>
          <a:p>
            <a:pPr>
              <a:lnSpc>
                <a:spcPct val="150000"/>
              </a:lnSpc>
              <a:buFontTx/>
              <a:buNone/>
            </a:pPr>
            <a:r>
              <a:rPr lang="en-US" sz="173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Students(</a:t>
            </a:r>
            <a:r>
              <a:rPr lang="en-US" sz="1731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sid</a:t>
            </a:r>
            <a:r>
              <a:rPr lang="en-US" sz="1731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: string,</a:t>
            </a:r>
            <a:r>
              <a:rPr lang="en-US" sz="173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name: </a:t>
            </a:r>
            <a:r>
              <a:rPr lang="en-US" sz="1731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string</a:t>
            </a:r>
            <a:r>
              <a:rPr lang="en-US" sz="173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1731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gpa</a:t>
            </a:r>
            <a:r>
              <a:rPr lang="en-US" sz="173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: </a:t>
            </a:r>
            <a:r>
              <a:rPr lang="en-US" sz="1731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float</a:t>
            </a:r>
            <a:r>
              <a:rPr lang="en-US" sz="173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sz="173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Enrolled(</a:t>
            </a:r>
            <a:r>
              <a:rPr lang="en-US" sz="1731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student_id</a:t>
            </a:r>
            <a:r>
              <a:rPr lang="en-US" sz="173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: </a:t>
            </a:r>
            <a:r>
              <a:rPr lang="en-US" sz="1731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string, </a:t>
            </a:r>
            <a:r>
              <a:rPr lang="en-US" sz="1731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cid</a:t>
            </a:r>
            <a:r>
              <a:rPr lang="en-US" sz="173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: </a:t>
            </a:r>
            <a:r>
              <a:rPr lang="en-US" sz="1731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string</a:t>
            </a:r>
            <a:r>
              <a:rPr lang="en-US" sz="173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grade: </a:t>
            </a:r>
            <a:r>
              <a:rPr lang="en-US" sz="1731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string</a:t>
            </a:r>
            <a:r>
              <a:rPr lang="en-US" sz="173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96964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/>
      <p:bldP spid="15" grpId="0"/>
      <p:bldP spid="16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96082-ABD6-4DC2-927F-94C447F7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18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B3BBD20-CA54-1CCC-FDC5-4B2C938D023F}"/>
              </a:ext>
            </a:extLst>
          </p:cNvPr>
          <p:cNvSpPr txBox="1">
            <a:spLocks/>
          </p:cNvSpPr>
          <p:nvPr/>
        </p:nvSpPr>
        <p:spPr bwMode="auto">
          <a:xfrm>
            <a:off x="3224808" y="278183"/>
            <a:ext cx="7272807" cy="410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87A529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GB" sz="3200" dirty="0"/>
              <a:t>Declaring Foreign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F1D13-7504-0E39-3F4E-FB3DFAEE3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5438973"/>
            <a:ext cx="7886701" cy="1152128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What if we insert a tuple into Enrolled, but no corresponding student?</a:t>
            </a:r>
          </a:p>
          <a:p>
            <a:pPr lvl="1"/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INSERT is rejected (foreign keys are </a:t>
            </a:r>
            <a:r>
              <a:rPr lang="en-US" sz="1800" u="sng" dirty="0">
                <a:latin typeface="Helvetica" panose="020B0604020202020204" pitchFamily="34" charset="0"/>
                <a:cs typeface="Helvetica" panose="020B0604020202020204" pitchFamily="34" charset="0"/>
              </a:rPr>
              <a:t>constraints</a:t>
            </a: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)!</a:t>
            </a:r>
          </a:p>
          <a:p>
            <a:endParaRPr lang="en-U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FBE6B5F-C7ED-EFF3-C325-5DCB0BCE0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980552"/>
            <a:ext cx="8150694" cy="281814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9311" tIns="39656" rIns="79311" bIns="39656">
            <a:spAutoFit/>
          </a:bodyPr>
          <a:lstStyle/>
          <a:p>
            <a:pPr eaLnBrk="0" hangingPunct="0"/>
            <a:r>
              <a:rPr lang="en-US" sz="173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Students(</a:t>
            </a:r>
            <a:r>
              <a:rPr lang="en-US" sz="1731" u="sng" dirty="0" err="1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sid</a:t>
            </a:r>
            <a:r>
              <a:rPr lang="en-US" sz="173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: </a:t>
            </a:r>
            <a:r>
              <a:rPr lang="en-US" sz="1731" i="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string, </a:t>
            </a:r>
            <a:r>
              <a:rPr lang="en-US" sz="173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name: </a:t>
            </a:r>
            <a:r>
              <a:rPr lang="en-US" sz="1731" i="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string,</a:t>
            </a:r>
            <a:r>
              <a:rPr lang="en-US" sz="173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 </a:t>
            </a:r>
            <a:r>
              <a:rPr lang="en-US" sz="1731" dirty="0" err="1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gpa</a:t>
            </a:r>
            <a:r>
              <a:rPr lang="en-US" sz="173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: </a:t>
            </a:r>
            <a:r>
              <a:rPr lang="en-US" sz="1731" i="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float</a:t>
            </a:r>
            <a:r>
              <a:rPr lang="en-US" sz="173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)</a:t>
            </a:r>
          </a:p>
          <a:p>
            <a:pPr eaLnBrk="0" hangingPunct="0"/>
            <a:r>
              <a:rPr lang="en-US" sz="173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Enrolled(</a:t>
            </a:r>
            <a:r>
              <a:rPr lang="en-US" sz="1731" dirty="0" err="1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student_id</a:t>
            </a:r>
            <a:r>
              <a:rPr lang="en-US" sz="173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: </a:t>
            </a:r>
            <a:r>
              <a:rPr lang="en-US" sz="1731" i="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string</a:t>
            </a:r>
            <a:r>
              <a:rPr lang="en-US" sz="173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, </a:t>
            </a:r>
            <a:r>
              <a:rPr lang="en-US" sz="1731" dirty="0" err="1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cid</a:t>
            </a:r>
            <a:r>
              <a:rPr lang="en-US" sz="173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: </a:t>
            </a:r>
            <a:r>
              <a:rPr lang="en-US" sz="1731" i="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string, </a:t>
            </a:r>
            <a:r>
              <a:rPr lang="en-US" sz="173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grade: </a:t>
            </a:r>
            <a:r>
              <a:rPr lang="en-US" sz="1731" i="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string</a:t>
            </a:r>
            <a:r>
              <a:rPr lang="en-US" sz="173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)</a:t>
            </a:r>
          </a:p>
          <a:p>
            <a:pPr eaLnBrk="0" hangingPunct="0"/>
            <a:endParaRPr lang="en-US" sz="1731" dirty="0">
              <a:solidFill>
                <a:schemeClr val="accent2"/>
              </a:solidFill>
              <a:latin typeface="Helvetica" panose="020B0604020202020204" pitchFamily="34" charset="0"/>
              <a:ea typeface="Menlo" charset="0"/>
              <a:cs typeface="Helvetica" panose="020B0604020202020204" pitchFamily="34" charset="0"/>
            </a:endParaRPr>
          </a:p>
          <a:p>
            <a:pPr eaLnBrk="0" hangingPunct="0"/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CREATE TABLE 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Enrolled(</a:t>
            </a:r>
          </a:p>
          <a:p>
            <a:pPr eaLnBrk="0" hangingPunct="0"/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student_id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CHAR(20)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,</a:t>
            </a:r>
          </a:p>
          <a:p>
            <a:pPr eaLnBrk="0" hangingPunct="0"/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cid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		 CHAR(20)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,</a:t>
            </a:r>
          </a:p>
          <a:p>
            <a:pPr eaLnBrk="0" hangingPunct="0"/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	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grade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	 CHAR(10)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,</a:t>
            </a:r>
          </a:p>
          <a:p>
            <a:pPr eaLnBrk="0" hangingPunct="0"/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	PRIMARY KEY 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student_id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cid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),</a:t>
            </a:r>
          </a:p>
          <a:p>
            <a:pPr eaLnBrk="0" hangingPunct="0"/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FOREIGN KEY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student_id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REFERENCES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Students(</a:t>
            </a:r>
            <a:r>
              <a:rPr lang="en-US" dirty="0" err="1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sid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)</a:t>
            </a:r>
          </a:p>
          <a:p>
            <a:pPr eaLnBrk="0" hangingPunct="0"/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5397D9E-053A-D30F-5EC0-13FF2FA32234}"/>
              </a:ext>
            </a:extLst>
          </p:cNvPr>
          <p:cNvSpPr txBox="1">
            <a:spLocks/>
          </p:cNvSpPr>
          <p:nvPr/>
        </p:nvSpPr>
        <p:spPr>
          <a:xfrm>
            <a:off x="284684" y="3855815"/>
            <a:ext cx="6945045" cy="5261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Foreign Keys and update operations</a:t>
            </a:r>
          </a:p>
        </p:txBody>
      </p:sp>
      <p:sp>
        <p:nvSpPr>
          <p:cNvPr id="9" name="Rectangle 35">
            <a:extLst>
              <a:ext uri="{FF2B5EF4-FFF2-40B4-BE49-F238E27FC236}">
                <a16:creationId xmlns:a16="http://schemas.microsoft.com/office/drawing/2014/main" id="{63329360-C29D-60BE-A3DB-B1E388AC1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560" y="4408133"/>
            <a:ext cx="6649115" cy="87915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9311" tIns="39656" rIns="79311" bIns="39656">
            <a:spAutoFit/>
          </a:bodyPr>
          <a:lstStyle/>
          <a:p>
            <a:pPr>
              <a:lnSpc>
                <a:spcPct val="150000"/>
              </a:lnSpc>
              <a:buFontTx/>
              <a:buNone/>
            </a:pPr>
            <a:r>
              <a:rPr lang="en-US" sz="173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Students(</a:t>
            </a:r>
            <a:r>
              <a:rPr lang="en-US" sz="1731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sid</a:t>
            </a:r>
            <a:r>
              <a:rPr lang="en-US" sz="1731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: string,</a:t>
            </a:r>
            <a:r>
              <a:rPr lang="en-US" sz="173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 name: </a:t>
            </a:r>
            <a:r>
              <a:rPr lang="en-US" sz="1731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string</a:t>
            </a:r>
            <a:r>
              <a:rPr lang="en-US" sz="173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1731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gpa</a:t>
            </a:r>
            <a:r>
              <a:rPr lang="en-US" sz="173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: </a:t>
            </a:r>
            <a:r>
              <a:rPr lang="en-US" sz="1731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float</a:t>
            </a:r>
            <a:r>
              <a:rPr lang="en-US" sz="173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sz="173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Enrolled(</a:t>
            </a:r>
            <a:r>
              <a:rPr lang="en-US" sz="1731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student_id</a:t>
            </a:r>
            <a:r>
              <a:rPr lang="en-US" sz="173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: </a:t>
            </a:r>
            <a:r>
              <a:rPr lang="en-US" sz="1731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string, </a:t>
            </a:r>
            <a:r>
              <a:rPr lang="en-US" sz="1731" u="sng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cid</a:t>
            </a:r>
            <a:r>
              <a:rPr lang="en-US" sz="173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: </a:t>
            </a:r>
            <a:r>
              <a:rPr lang="en-US" sz="1731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string</a:t>
            </a:r>
            <a:r>
              <a:rPr lang="en-US" sz="173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grade: </a:t>
            </a:r>
            <a:r>
              <a:rPr lang="en-US" sz="1731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string</a:t>
            </a:r>
            <a:r>
              <a:rPr lang="en-US" sz="173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22761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96082-ABD6-4DC2-927F-94C447F7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19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B3BBD20-CA54-1CCC-FDC5-4B2C938D023F}"/>
              </a:ext>
            </a:extLst>
          </p:cNvPr>
          <p:cNvSpPr txBox="1">
            <a:spLocks/>
          </p:cNvSpPr>
          <p:nvPr/>
        </p:nvSpPr>
        <p:spPr bwMode="auto">
          <a:xfrm>
            <a:off x="3224808" y="278183"/>
            <a:ext cx="7272807" cy="410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87A529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GB" sz="3200" dirty="0"/>
              <a:t>Primary Keys and Foreign Keys</a:t>
            </a:r>
          </a:p>
        </p:txBody>
      </p:sp>
      <p:graphicFrame>
        <p:nvGraphicFramePr>
          <p:cNvPr id="10" name="Group 102">
            <a:extLst>
              <a:ext uri="{FF2B5EF4-FFF2-40B4-BE49-F238E27FC236}">
                <a16:creationId xmlns:a16="http://schemas.microsoft.com/office/drawing/2014/main" id="{BB843080-E7CA-A2DB-47E0-214B70A2E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622352"/>
              </p:ext>
            </p:extLst>
          </p:nvPr>
        </p:nvGraphicFramePr>
        <p:xfrm>
          <a:off x="1136576" y="4047916"/>
          <a:ext cx="4800599" cy="1691275"/>
        </p:xfrm>
        <a:graphic>
          <a:graphicData uri="http://schemas.openxmlformats.org/drawingml/2006/table">
            <a:tbl>
              <a:tblPr/>
              <a:tblGrid>
                <a:gridCol w="1276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9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6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2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PName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Price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Category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Manufacturer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2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£19.99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Gadgets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2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Powergizmo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£29.99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Gadgets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2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SingleTouch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£149.99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Photography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Canon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2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MultiTouch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£203.99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Household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Hitachi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Box 36">
            <a:extLst>
              <a:ext uri="{FF2B5EF4-FFF2-40B4-BE49-F238E27FC236}">
                <a16:creationId xmlns:a16="http://schemas.microsoft.com/office/drawing/2014/main" id="{7CB2361F-A402-B8C2-A81A-41FE849B4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4608" y="3648062"/>
            <a:ext cx="1075486" cy="399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79311" tIns="39656" rIns="79311" bIns="39656">
            <a:spAutoFit/>
          </a:bodyPr>
          <a:lstStyle/>
          <a:p>
            <a:r>
              <a:rPr lang="en-US" sz="2078" dirty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Product</a:t>
            </a:r>
          </a:p>
        </p:txBody>
      </p:sp>
      <p:sp>
        <p:nvSpPr>
          <p:cNvPr id="12" name="Text Box 62">
            <a:extLst>
              <a:ext uri="{FF2B5EF4-FFF2-40B4-BE49-F238E27FC236}">
                <a16:creationId xmlns:a16="http://schemas.microsoft.com/office/drawing/2014/main" id="{BB4F1B59-0E32-B224-0487-3A6469ADCC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714" y="1149230"/>
            <a:ext cx="1296701" cy="399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79311" tIns="39656" rIns="79311" bIns="39656">
            <a:spAutoFit/>
          </a:bodyPr>
          <a:lstStyle/>
          <a:p>
            <a:r>
              <a:rPr lang="en-US" sz="2078" dirty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Company</a:t>
            </a:r>
          </a:p>
        </p:txBody>
      </p:sp>
      <p:graphicFrame>
        <p:nvGraphicFramePr>
          <p:cNvPr id="13" name="Group 106">
            <a:extLst>
              <a:ext uri="{FF2B5EF4-FFF2-40B4-BE49-F238E27FC236}">
                <a16:creationId xmlns:a16="http://schemas.microsoft.com/office/drawing/2014/main" id="{43F94652-1285-A2F1-70C5-B60602CCF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403707"/>
              </p:ext>
            </p:extLst>
          </p:nvPr>
        </p:nvGraphicFramePr>
        <p:xfrm>
          <a:off x="1213230" y="1634634"/>
          <a:ext cx="3303075" cy="1575304"/>
        </p:xfrm>
        <a:graphic>
          <a:graphicData uri="http://schemas.openxmlformats.org/drawingml/2006/table">
            <a:tbl>
              <a:tblPr/>
              <a:tblGrid>
                <a:gridCol w="1323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14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4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CName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StockPrice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Country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25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USA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4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Canon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65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Japan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4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Hitachi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15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Japan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07CEA64-5A89-E765-8B27-27EA17D7B0C6}"/>
              </a:ext>
            </a:extLst>
          </p:cNvPr>
          <p:cNvSpPr txBox="1"/>
          <p:nvPr/>
        </p:nvSpPr>
        <p:spPr>
          <a:xfrm>
            <a:off x="4953000" y="1980606"/>
            <a:ext cx="4840257" cy="695640"/>
          </a:xfrm>
          <a:prstGeom prst="rect">
            <a:avLst/>
          </a:prstGeom>
          <a:noFill/>
        </p:spPr>
        <p:txBody>
          <a:bodyPr wrap="square" lIns="79311" tIns="39656" rIns="79311" bIns="39656" rtlCol="0">
            <a:spAutoFit/>
          </a:bodyPr>
          <a:lstStyle/>
          <a:p>
            <a:pPr algn="ctr"/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Can you identify the primary key and foreign key relationship in this context?</a:t>
            </a:r>
            <a:endParaRPr lang="en-U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127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96082-ABD6-4DC2-927F-94C447F7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20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AEA295-1E93-12D0-4884-24057EE77261}"/>
              </a:ext>
            </a:extLst>
          </p:cNvPr>
          <p:cNvSpPr txBox="1">
            <a:spLocks/>
          </p:cNvSpPr>
          <p:nvPr/>
        </p:nvSpPr>
        <p:spPr bwMode="auto">
          <a:xfrm>
            <a:off x="3152800" y="260648"/>
            <a:ext cx="7272807" cy="410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87A529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GB" sz="1800" dirty="0"/>
              <a:t>SQL Data Manipulation Commands (Special Operators)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DB10CC-F017-9600-CA24-6FED2CBC1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7" y="822470"/>
            <a:ext cx="7886701" cy="420174"/>
          </a:xfrm>
        </p:spPr>
        <p:txBody>
          <a:bodyPr>
            <a:normAutofit fontScale="90000"/>
          </a:bodyPr>
          <a:lstStyle/>
          <a:p>
            <a:r>
              <a:rPr lang="en-US" sz="2800" b="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Joins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B6AB2DA-B46F-0A99-1390-A523FD766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2495" y="2778050"/>
            <a:ext cx="233909" cy="399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79311" tIns="39656" rIns="79311" bIns="39656">
            <a:spAutoFit/>
          </a:bodyPr>
          <a:lstStyle/>
          <a:p>
            <a:pPr eaLnBrk="0" hangingPunct="0"/>
            <a:r>
              <a:rPr lang="en-US" sz="2078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DA11DF3-B7D7-733B-93C7-B5A7D1A3F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727" y="2261598"/>
            <a:ext cx="8474306" cy="913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9311" tIns="39656" rIns="79311" bIns="39656"/>
          <a:lstStyle/>
          <a:p>
            <a:pPr eaLnBrk="0" hangingPunct="0"/>
            <a:r>
              <a:rPr lang="en-US" i="1" dirty="0">
                <a:latin typeface="Helvetica" panose="020B0604020202020204" pitchFamily="34" charset="0"/>
                <a:cs typeface="Helvetica" panose="020B0604020202020204" pitchFamily="34" charset="0"/>
              </a:rPr>
              <a:t>Ex:</a:t>
            </a:r>
            <a:r>
              <a:rPr lang="en-US" dirty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Find all products </a:t>
            </a:r>
            <a:r>
              <a:rPr lang="en-US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under £200 </a:t>
            </a:r>
            <a:r>
              <a:rPr lang="en-US" b="1" dirty="0">
                <a:solidFill>
                  <a:srgbClr val="00B0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manufactured in Japan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;</a:t>
            </a:r>
            <a:b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return their names and prices. 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881550EA-DF4B-8AC4-086B-BE54A0A6B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717" y="3210701"/>
            <a:ext cx="3943007" cy="141186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9311" tIns="39656" rIns="79311" bIns="39656">
            <a:spAutoFit/>
          </a:bodyPr>
          <a:lstStyle/>
          <a:p>
            <a:pPr eaLnBrk="0" hangingPunct="0"/>
            <a:r>
              <a:rPr lang="en-US" sz="1731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SELECT</a:t>
            </a:r>
            <a:r>
              <a:rPr lang="en-US" sz="1731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PName, Price</a:t>
            </a:r>
            <a:br>
              <a:rPr lang="en-US" sz="1731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</a:br>
            <a:r>
              <a:rPr lang="en-US" sz="1731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FROM</a:t>
            </a:r>
            <a:r>
              <a:rPr lang="en-US" sz="1731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Product, Company</a:t>
            </a:r>
            <a:br>
              <a:rPr lang="en-US" sz="1731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</a:br>
            <a:r>
              <a:rPr lang="en-US" sz="1731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WHERE</a:t>
            </a:r>
            <a:r>
              <a:rPr lang="en-US" sz="173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</a:t>
            </a:r>
            <a:r>
              <a:rPr lang="en-US" sz="1731" dirty="0">
                <a:solidFill>
                  <a:schemeClr val="tx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Manufacturer = CName </a:t>
            </a:r>
          </a:p>
          <a:p>
            <a:pPr eaLnBrk="0" hangingPunct="0"/>
            <a:r>
              <a:rPr lang="en-US" sz="1731" dirty="0">
                <a:solidFill>
                  <a:schemeClr val="tx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	 AND Country=‘Japan’</a:t>
            </a:r>
            <a:br>
              <a:rPr lang="en-US" sz="1731" dirty="0">
                <a:solidFill>
                  <a:schemeClr val="tx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</a:br>
            <a:r>
              <a:rPr lang="en-US" sz="1731" dirty="0">
                <a:solidFill>
                  <a:schemeClr val="tx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    AND Price &lt;= 200</a:t>
            </a:r>
          </a:p>
        </p:txBody>
      </p:sp>
      <p:sp>
        <p:nvSpPr>
          <p:cNvPr id="15" name="Rectangle 35">
            <a:extLst>
              <a:ext uri="{FF2B5EF4-FFF2-40B4-BE49-F238E27FC236}">
                <a16:creationId xmlns:a16="http://schemas.microsoft.com/office/drawing/2014/main" id="{DD3EA391-0508-749A-168B-D11E3A06F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04" y="1308488"/>
            <a:ext cx="5516668" cy="82984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9311" tIns="39656" rIns="79311" bIns="39656">
            <a:spAutoFit/>
          </a:bodyPr>
          <a:lstStyle/>
          <a:p>
            <a:pPr>
              <a:lnSpc>
                <a:spcPct val="150000"/>
              </a:lnSpc>
              <a:buFontTx/>
              <a:buNone/>
            </a:pPr>
            <a:r>
              <a:rPr lang="en-US" sz="173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Product(</a:t>
            </a:r>
            <a:r>
              <a:rPr lang="en-US" sz="1731" u="sng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PName</a:t>
            </a:r>
            <a:r>
              <a:rPr lang="en-US" sz="173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, Price, Category, Manufacturer)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sz="173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Company(</a:t>
            </a:r>
            <a:r>
              <a:rPr lang="en-US" sz="1731" u="sng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CName</a:t>
            </a:r>
            <a:r>
              <a:rPr lang="en-US" sz="173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, </a:t>
            </a:r>
            <a:r>
              <a:rPr lang="en-US" sz="1731" dirty="0" err="1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StockPrice</a:t>
            </a:r>
            <a:r>
              <a:rPr lang="en-US" sz="173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, Country)</a:t>
            </a:r>
          </a:p>
        </p:txBody>
      </p:sp>
      <p:graphicFrame>
        <p:nvGraphicFramePr>
          <p:cNvPr id="16" name="Group 106">
            <a:extLst>
              <a:ext uri="{FF2B5EF4-FFF2-40B4-BE49-F238E27FC236}">
                <a16:creationId xmlns:a16="http://schemas.microsoft.com/office/drawing/2014/main" id="{2BB2A1A4-EE9D-F4E6-7DAC-33229BC4DB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792256"/>
              </p:ext>
            </p:extLst>
          </p:nvPr>
        </p:nvGraphicFramePr>
        <p:xfrm>
          <a:off x="6491735" y="2617025"/>
          <a:ext cx="3303075" cy="1569784"/>
        </p:xfrm>
        <a:graphic>
          <a:graphicData uri="http://schemas.openxmlformats.org/drawingml/2006/table">
            <a:tbl>
              <a:tblPr/>
              <a:tblGrid>
                <a:gridCol w="1323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14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CName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StockPrice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Country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25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USA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4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Canon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65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Japan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4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Hitachi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15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Japan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" name="Group 102">
            <a:extLst>
              <a:ext uri="{FF2B5EF4-FFF2-40B4-BE49-F238E27FC236}">
                <a16:creationId xmlns:a16="http://schemas.microsoft.com/office/drawing/2014/main" id="{E3B78874-221C-FB54-3813-8798D74E1F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263309"/>
              </p:ext>
            </p:extLst>
          </p:nvPr>
        </p:nvGraphicFramePr>
        <p:xfrm>
          <a:off x="4880992" y="4476329"/>
          <a:ext cx="4800599" cy="1691275"/>
        </p:xfrm>
        <a:graphic>
          <a:graphicData uri="http://schemas.openxmlformats.org/drawingml/2006/table">
            <a:tbl>
              <a:tblPr/>
              <a:tblGrid>
                <a:gridCol w="1276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9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6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2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PName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Price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Category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Manufacturer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2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£19.99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Gadgets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2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Powergizmo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£29.99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Gadgets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GizmoWorks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2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SingleTouch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£149.99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Photography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Canon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2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MultiTouch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£203.99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Household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Hitachi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Box 62">
            <a:extLst>
              <a:ext uri="{FF2B5EF4-FFF2-40B4-BE49-F238E27FC236}">
                <a16:creationId xmlns:a16="http://schemas.microsoft.com/office/drawing/2014/main" id="{EE77ACBE-343D-3E6C-7148-863131103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4921" y="2211701"/>
            <a:ext cx="1296701" cy="399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79311" tIns="39656" rIns="79311" bIns="39656">
            <a:spAutoFit/>
          </a:bodyPr>
          <a:lstStyle/>
          <a:p>
            <a:r>
              <a:rPr lang="en-US" sz="2078" dirty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Company</a:t>
            </a:r>
          </a:p>
        </p:txBody>
      </p:sp>
      <p:sp>
        <p:nvSpPr>
          <p:cNvPr id="19" name="Text Box 36">
            <a:extLst>
              <a:ext uri="{FF2B5EF4-FFF2-40B4-BE49-F238E27FC236}">
                <a16:creationId xmlns:a16="http://schemas.microsoft.com/office/drawing/2014/main" id="{56C6B8A7-F978-3EC6-ADD2-63CE5BCB6F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046144"/>
            <a:ext cx="1075486" cy="399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79311" tIns="39656" rIns="79311" bIns="39656">
            <a:spAutoFit/>
          </a:bodyPr>
          <a:lstStyle/>
          <a:p>
            <a:r>
              <a:rPr lang="en-US" sz="2078" dirty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Product</a:t>
            </a:r>
          </a:p>
        </p:txBody>
      </p:sp>
    </p:spTree>
    <p:extLst>
      <p:ext uri="{BB962C8B-B14F-4D97-AF65-F5344CB8AC3E}">
        <p14:creationId xmlns:p14="http://schemas.microsoft.com/office/powerpoint/2010/main" val="7222306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96082-ABD6-4DC2-927F-94C447F7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21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AEA295-1E93-12D0-4884-24057EE77261}"/>
              </a:ext>
            </a:extLst>
          </p:cNvPr>
          <p:cNvSpPr txBox="1">
            <a:spLocks/>
          </p:cNvSpPr>
          <p:nvPr/>
        </p:nvSpPr>
        <p:spPr bwMode="auto">
          <a:xfrm>
            <a:off x="3152800" y="260648"/>
            <a:ext cx="7272807" cy="410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87A529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GB" sz="1800" dirty="0"/>
              <a:t>SQL Data Manipulation Commands (Special Operators)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DB10CC-F017-9600-CA24-6FED2CBC1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7" y="822470"/>
            <a:ext cx="7886701" cy="420174"/>
          </a:xfrm>
        </p:spPr>
        <p:txBody>
          <a:bodyPr>
            <a:normAutofit fontScale="90000"/>
          </a:bodyPr>
          <a:lstStyle/>
          <a:p>
            <a:r>
              <a:rPr lang="en-US" sz="2800" b="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Joins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B6AB2DA-B46F-0A99-1390-A523FD766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2495" y="2778050"/>
            <a:ext cx="233909" cy="399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79311" tIns="39656" rIns="79311" bIns="39656">
            <a:spAutoFit/>
          </a:bodyPr>
          <a:lstStyle/>
          <a:p>
            <a:pPr eaLnBrk="0" hangingPunct="0"/>
            <a:r>
              <a:rPr lang="en-US" sz="2078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DA11DF3-B7D7-733B-93C7-B5A7D1A3F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247" y="2414967"/>
            <a:ext cx="8474306" cy="913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9311" tIns="39656" rIns="79311" bIns="39656"/>
          <a:lstStyle/>
          <a:p>
            <a:pPr eaLnBrk="0" hangingPunct="0"/>
            <a:r>
              <a:rPr lang="en-US" i="1" dirty="0">
                <a:latin typeface="Helvetica" panose="020B0604020202020204" pitchFamily="34" charset="0"/>
                <a:cs typeface="Helvetica" panose="020B0604020202020204" pitchFamily="34" charset="0"/>
              </a:rPr>
              <a:t>Ex:</a:t>
            </a:r>
            <a:r>
              <a:rPr lang="en-US" dirty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Find all products </a:t>
            </a:r>
            <a:r>
              <a:rPr lang="en-US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under £200 </a:t>
            </a:r>
            <a:r>
              <a:rPr lang="en-US" b="1" dirty="0">
                <a:solidFill>
                  <a:srgbClr val="00B0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manufactured in Japan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;</a:t>
            </a:r>
            <a:b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return their names and prices. 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881550EA-DF4B-8AC4-086B-BE54A0A6B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296" y="3408229"/>
            <a:ext cx="3943007" cy="141186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9311" tIns="39656" rIns="79311" bIns="39656">
            <a:spAutoFit/>
          </a:bodyPr>
          <a:lstStyle/>
          <a:p>
            <a:pPr eaLnBrk="0" hangingPunct="0"/>
            <a:r>
              <a:rPr lang="en-US" sz="1731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SELECT</a:t>
            </a:r>
            <a:r>
              <a:rPr lang="en-US" sz="1731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PName, Price</a:t>
            </a:r>
            <a:br>
              <a:rPr lang="en-US" sz="1731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</a:br>
            <a:r>
              <a:rPr lang="en-US" sz="1731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FROM</a:t>
            </a:r>
            <a:r>
              <a:rPr lang="en-US" sz="1731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Product, Company</a:t>
            </a:r>
            <a:br>
              <a:rPr lang="en-US" sz="1731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</a:br>
            <a:r>
              <a:rPr lang="en-US" sz="1731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WHERE</a:t>
            </a:r>
            <a:r>
              <a:rPr lang="en-US" sz="173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</a:t>
            </a:r>
            <a:r>
              <a:rPr lang="en-US" sz="1731" dirty="0">
                <a:solidFill>
                  <a:schemeClr val="tx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Manufacturer = CName </a:t>
            </a:r>
          </a:p>
          <a:p>
            <a:pPr eaLnBrk="0" hangingPunct="0"/>
            <a:r>
              <a:rPr lang="en-US" sz="1731" dirty="0">
                <a:solidFill>
                  <a:schemeClr val="tx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	 AND Country=‘Japan’</a:t>
            </a:r>
            <a:br>
              <a:rPr lang="en-US" sz="1731" dirty="0">
                <a:solidFill>
                  <a:schemeClr val="tx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</a:br>
            <a:r>
              <a:rPr lang="en-US" sz="1731" dirty="0">
                <a:solidFill>
                  <a:schemeClr val="tx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    AND Price &lt;= 200</a:t>
            </a:r>
          </a:p>
        </p:txBody>
      </p:sp>
      <p:sp>
        <p:nvSpPr>
          <p:cNvPr id="15" name="Rectangle 35">
            <a:extLst>
              <a:ext uri="{FF2B5EF4-FFF2-40B4-BE49-F238E27FC236}">
                <a16:creationId xmlns:a16="http://schemas.microsoft.com/office/drawing/2014/main" id="{DD3EA391-0508-749A-168B-D11E3A06F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04" y="1308488"/>
            <a:ext cx="5516668" cy="82984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9311" tIns="39656" rIns="79311" bIns="39656">
            <a:spAutoFit/>
          </a:bodyPr>
          <a:lstStyle/>
          <a:p>
            <a:pPr>
              <a:lnSpc>
                <a:spcPct val="150000"/>
              </a:lnSpc>
              <a:buFontTx/>
              <a:buNone/>
            </a:pPr>
            <a:r>
              <a:rPr lang="en-US" sz="173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Product(</a:t>
            </a:r>
            <a:r>
              <a:rPr lang="en-US" sz="1731" u="sng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PName</a:t>
            </a:r>
            <a:r>
              <a:rPr lang="en-US" sz="173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, Price, Category, </a:t>
            </a:r>
            <a:r>
              <a:rPr lang="en-US" sz="1731" b="1" dirty="0">
                <a:solidFill>
                  <a:srgbClr val="FF0000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Manufacturer</a:t>
            </a:r>
            <a:r>
              <a:rPr lang="en-US" sz="173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sz="173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Company(</a:t>
            </a:r>
            <a:r>
              <a:rPr lang="en-US" sz="1731" b="1" u="sng" dirty="0">
                <a:solidFill>
                  <a:srgbClr val="FF0000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CName</a:t>
            </a:r>
            <a:r>
              <a:rPr lang="en-US" sz="173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, </a:t>
            </a:r>
            <a:r>
              <a:rPr lang="en-US" sz="1731" dirty="0" err="1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StockPrice</a:t>
            </a:r>
            <a:r>
              <a:rPr lang="en-US" sz="173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, Country)</a:t>
            </a:r>
          </a:p>
        </p:txBody>
      </p:sp>
      <p:sp>
        <p:nvSpPr>
          <p:cNvPr id="4" name="Rounded Rectangle 13">
            <a:extLst>
              <a:ext uri="{FF2B5EF4-FFF2-40B4-BE49-F238E27FC236}">
                <a16:creationId xmlns:a16="http://schemas.microsoft.com/office/drawing/2014/main" id="{3BF102D5-A236-8EB4-C7B8-8336DAF9F3EF}"/>
              </a:ext>
            </a:extLst>
          </p:cNvPr>
          <p:cNvSpPr/>
          <p:nvPr/>
        </p:nvSpPr>
        <p:spPr>
          <a:xfrm>
            <a:off x="2144688" y="3963556"/>
            <a:ext cx="2736303" cy="301205"/>
          </a:xfrm>
          <a:prstGeom prst="roundRect">
            <a:avLst/>
          </a:prstGeom>
          <a:solidFill>
            <a:srgbClr val="FFD03B">
              <a:alpha val="49804"/>
            </a:srgb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311" tIns="39656" rIns="79311" bIns="39656" rtlCol="0" anchor="ctr"/>
          <a:lstStyle/>
          <a:p>
            <a:pPr algn="ctr"/>
            <a:endParaRPr lang="en-US" sz="2078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9BB4DF-9803-44D7-DF03-DEDA0F0AB91B}"/>
              </a:ext>
            </a:extLst>
          </p:cNvPr>
          <p:cNvSpPr txBox="1"/>
          <p:nvPr/>
        </p:nvSpPr>
        <p:spPr>
          <a:xfrm>
            <a:off x="5529064" y="3520117"/>
            <a:ext cx="3521322" cy="11880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79311" tIns="39656" rIns="79311" bIns="39656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 </a:t>
            </a:r>
            <a:r>
              <a:rPr lang="en-US" b="1" u="sng" dirty="0">
                <a:latin typeface="Helvetica" panose="020B0604020202020204" pitchFamily="34" charset="0"/>
                <a:cs typeface="Helvetica" panose="020B0604020202020204" pitchFamily="34" charset="0"/>
              </a:rPr>
              <a:t>join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between tables returns all unique combinations of their tuples </a:t>
            </a:r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which meet some specified join condition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90453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96082-ABD6-4DC2-927F-94C447F7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22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AEA295-1E93-12D0-4884-24057EE77261}"/>
              </a:ext>
            </a:extLst>
          </p:cNvPr>
          <p:cNvSpPr txBox="1">
            <a:spLocks/>
          </p:cNvSpPr>
          <p:nvPr/>
        </p:nvSpPr>
        <p:spPr bwMode="auto">
          <a:xfrm>
            <a:off x="3152800" y="260648"/>
            <a:ext cx="7272807" cy="410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87A529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GB" sz="1800" dirty="0"/>
              <a:t>SQL Data Manipulation Commands (Special Operators)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DB10CC-F017-9600-CA24-6FED2CBC1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7" y="822470"/>
            <a:ext cx="7886701" cy="420174"/>
          </a:xfrm>
        </p:spPr>
        <p:txBody>
          <a:bodyPr>
            <a:normAutofit fontScale="90000"/>
          </a:bodyPr>
          <a:lstStyle/>
          <a:p>
            <a:r>
              <a:rPr lang="en-US" sz="2800" b="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Joins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B6AB2DA-B46F-0A99-1390-A523FD766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2495" y="2778050"/>
            <a:ext cx="233909" cy="399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79311" tIns="39656" rIns="79311" bIns="39656">
            <a:spAutoFit/>
          </a:bodyPr>
          <a:lstStyle/>
          <a:p>
            <a:pPr eaLnBrk="0" hangingPunct="0"/>
            <a:r>
              <a:rPr lang="en-US" sz="2078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DA11DF3-B7D7-733B-93C7-B5A7D1A3F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247" y="2414967"/>
            <a:ext cx="8474306" cy="913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9311" tIns="39656" rIns="79311" bIns="39656"/>
          <a:lstStyle/>
          <a:p>
            <a:pPr eaLnBrk="0" hangingPunct="0"/>
            <a:r>
              <a:rPr lang="en-US" i="1" dirty="0">
                <a:latin typeface="Helvetica" panose="020B0604020202020204" pitchFamily="34" charset="0"/>
                <a:cs typeface="Helvetica" panose="020B0604020202020204" pitchFamily="34" charset="0"/>
              </a:rPr>
              <a:t>Ex:</a:t>
            </a:r>
            <a:r>
              <a:rPr lang="en-US" dirty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Find all products </a:t>
            </a:r>
            <a:r>
              <a:rPr lang="en-US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under £200 </a:t>
            </a:r>
            <a:r>
              <a:rPr lang="en-US" b="1" dirty="0">
                <a:solidFill>
                  <a:srgbClr val="00B0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manufactured in Japan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;</a:t>
            </a:r>
            <a:b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return their names and prices. </a:t>
            </a:r>
          </a:p>
        </p:txBody>
      </p:sp>
      <p:sp>
        <p:nvSpPr>
          <p:cNvPr id="15" name="Rectangle 35">
            <a:extLst>
              <a:ext uri="{FF2B5EF4-FFF2-40B4-BE49-F238E27FC236}">
                <a16:creationId xmlns:a16="http://schemas.microsoft.com/office/drawing/2014/main" id="{DD3EA391-0508-749A-168B-D11E3A06F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04" y="1308488"/>
            <a:ext cx="5516668" cy="82984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9311" tIns="39656" rIns="79311" bIns="39656">
            <a:spAutoFit/>
          </a:bodyPr>
          <a:lstStyle/>
          <a:p>
            <a:pPr>
              <a:lnSpc>
                <a:spcPct val="150000"/>
              </a:lnSpc>
              <a:buFontTx/>
              <a:buNone/>
            </a:pPr>
            <a:r>
              <a:rPr lang="en-US" sz="173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Product(</a:t>
            </a:r>
            <a:r>
              <a:rPr lang="en-US" sz="1731" u="sng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PName</a:t>
            </a:r>
            <a:r>
              <a:rPr lang="en-US" sz="173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, Price, Category, </a:t>
            </a:r>
            <a:r>
              <a:rPr lang="en-US" sz="1731" dirty="0">
                <a:solidFill>
                  <a:schemeClr val="tx2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Manufacturer</a:t>
            </a:r>
            <a:r>
              <a:rPr lang="en-US" sz="173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sz="173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Company(</a:t>
            </a:r>
            <a:r>
              <a:rPr lang="en-US" sz="1731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CName</a:t>
            </a:r>
            <a:r>
              <a:rPr lang="en-US" sz="173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, </a:t>
            </a:r>
            <a:r>
              <a:rPr lang="en-US" sz="1731" dirty="0" err="1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StockPrice</a:t>
            </a:r>
            <a:r>
              <a:rPr lang="en-US" sz="1731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, Country)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17989832-1184-F644-DCE2-349251931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021" y="3177904"/>
            <a:ext cx="7557957" cy="443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9311" tIns="39656" rIns="79311" bIns="39656"/>
          <a:lstStyle/>
          <a:p>
            <a:pPr eaLnBrk="0" hangingPunct="0"/>
            <a:r>
              <a:rPr lang="en-US" sz="2078" dirty="0">
                <a:latin typeface="Helvetica" panose="020B0604020202020204" pitchFamily="34" charset="0"/>
                <a:cs typeface="Helvetica" panose="020B0604020202020204" pitchFamily="34" charset="0"/>
              </a:rPr>
              <a:t>Several equivalent ways to write a basic join in SQL: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5F8FC942-7736-D4B5-34B0-2E20AF79C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2" y="3993130"/>
            <a:ext cx="4006386" cy="146508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9311" tIns="39656" rIns="79311" bIns="39656">
            <a:spAutoFit/>
          </a:bodyPr>
          <a:lstStyle/>
          <a:p>
            <a:pPr eaLnBrk="0" hangingPunct="0"/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SELECT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PName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, Price</a:t>
            </a:r>
            <a:b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FROM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Product, Company</a:t>
            </a:r>
            <a:b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WHERE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Manufacturer = 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CName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</a:t>
            </a:r>
          </a:p>
          <a:p>
            <a:pPr eaLnBrk="0" hangingPunct="0"/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	 AND Country=‘Japan’</a:t>
            </a:r>
            <a:b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    AND Price &lt;= 200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B8CD22EC-97F5-0C68-1EBF-8E3CD278B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8637" y="3991309"/>
            <a:ext cx="5401072" cy="146508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9311" tIns="39656" rIns="79311" bIns="39656">
            <a:spAutoFit/>
          </a:bodyPr>
          <a:lstStyle/>
          <a:p>
            <a:pPr eaLnBrk="0" hangingPunct="0"/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SELECT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PName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, Price</a:t>
            </a:r>
            <a:b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FROM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Product</a:t>
            </a:r>
          </a:p>
          <a:p>
            <a:pPr eaLnBrk="0" hangingPunct="0"/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JOIN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Company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ON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Manufacturer = CName </a:t>
            </a:r>
          </a:p>
          <a:p>
            <a:pPr eaLnBrk="0" hangingPunct="0"/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	       AND Country=‘Japan’</a:t>
            </a:r>
            <a:b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WHERE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Price &lt;= 200</a:t>
            </a:r>
          </a:p>
        </p:txBody>
      </p:sp>
    </p:spTree>
    <p:extLst>
      <p:ext uri="{BB962C8B-B14F-4D97-AF65-F5344CB8AC3E}">
        <p14:creationId xmlns:p14="http://schemas.microsoft.com/office/powerpoint/2010/main" val="461354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96082-ABD6-4DC2-927F-94C447F7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23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AEA295-1E93-12D0-4884-24057EE77261}"/>
              </a:ext>
            </a:extLst>
          </p:cNvPr>
          <p:cNvSpPr txBox="1">
            <a:spLocks/>
          </p:cNvSpPr>
          <p:nvPr/>
        </p:nvSpPr>
        <p:spPr bwMode="auto">
          <a:xfrm>
            <a:off x="3152800" y="260648"/>
            <a:ext cx="7272807" cy="410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87A529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GB" sz="1800" dirty="0"/>
              <a:t>SQL Data Manipulation Commands (Special Operators)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DB10CC-F017-9600-CA24-6FED2CBC1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7" y="822470"/>
            <a:ext cx="7886701" cy="420174"/>
          </a:xfrm>
        </p:spPr>
        <p:txBody>
          <a:bodyPr>
            <a:normAutofit fontScale="90000"/>
          </a:bodyPr>
          <a:lstStyle/>
          <a:p>
            <a:r>
              <a:rPr lang="en-US" sz="2800" b="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Joins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B6AB2DA-B46F-0A99-1390-A523FD766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2495" y="2778050"/>
            <a:ext cx="233909" cy="399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79311" tIns="39656" rIns="79311" bIns="39656">
            <a:spAutoFit/>
          </a:bodyPr>
          <a:lstStyle/>
          <a:p>
            <a:pPr eaLnBrk="0" hangingPunct="0"/>
            <a:r>
              <a:rPr lang="en-US" sz="2078">
                <a:solidFill>
                  <a:schemeClr val="accent2"/>
                </a:solidFill>
              </a:rPr>
              <a:t> </a:t>
            </a:r>
          </a:p>
        </p:txBody>
      </p:sp>
      <p:graphicFrame>
        <p:nvGraphicFramePr>
          <p:cNvPr id="4" name="Group 70">
            <a:extLst>
              <a:ext uri="{FF2B5EF4-FFF2-40B4-BE49-F238E27FC236}">
                <a16:creationId xmlns:a16="http://schemas.microsoft.com/office/drawing/2014/main" id="{44634729-9557-1BA6-2CF4-CC65C815D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37987"/>
              </p:ext>
            </p:extLst>
          </p:nvPr>
        </p:nvGraphicFramePr>
        <p:xfrm>
          <a:off x="395287" y="1535719"/>
          <a:ext cx="4849225" cy="2667341"/>
        </p:xfrm>
        <a:graphic>
          <a:graphicData uri="http://schemas.openxmlformats.org/drawingml/2006/table">
            <a:tbl>
              <a:tblPr/>
              <a:tblGrid>
                <a:gridCol w="1373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3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PName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Price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Category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Manufacturer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Gizmo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£19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Gadgets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GWorks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0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Powergizmo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£29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Gadgets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GWorks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0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SingleTouch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£149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Photography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Canon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0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MultiTouch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£203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Household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Hitachi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Box 36">
            <a:extLst>
              <a:ext uri="{FF2B5EF4-FFF2-40B4-BE49-F238E27FC236}">
                <a16:creationId xmlns:a16="http://schemas.microsoft.com/office/drawing/2014/main" id="{0EA4A4FE-63CC-D5E7-8C2A-19A94B023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4852" y="1135865"/>
            <a:ext cx="1025729" cy="399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79311" tIns="39656" rIns="79311" bIns="39656">
            <a:spAutoFit/>
          </a:bodyPr>
          <a:lstStyle/>
          <a:p>
            <a:r>
              <a:rPr lang="en-US" sz="2078" dirty="0"/>
              <a:t>Product</a:t>
            </a:r>
          </a:p>
        </p:txBody>
      </p:sp>
      <p:sp>
        <p:nvSpPr>
          <p:cNvPr id="10" name="Text Box 37">
            <a:extLst>
              <a:ext uri="{FF2B5EF4-FFF2-40B4-BE49-F238E27FC236}">
                <a16:creationId xmlns:a16="http://schemas.microsoft.com/office/drawing/2014/main" id="{2126FFE9-47E3-ED1C-C903-FC22E4F7E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5787" y="1419109"/>
            <a:ext cx="1248611" cy="399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79311" tIns="39656" rIns="79311" bIns="39656">
            <a:spAutoFit/>
          </a:bodyPr>
          <a:lstStyle/>
          <a:p>
            <a:r>
              <a:rPr lang="en-US" sz="2078" dirty="0"/>
              <a:t>Company</a:t>
            </a:r>
          </a:p>
        </p:txBody>
      </p:sp>
      <p:graphicFrame>
        <p:nvGraphicFramePr>
          <p:cNvPr id="14" name="Group 71">
            <a:extLst>
              <a:ext uri="{FF2B5EF4-FFF2-40B4-BE49-F238E27FC236}">
                <a16:creationId xmlns:a16="http://schemas.microsoft.com/office/drawing/2014/main" id="{96CDC2C2-7C96-68B4-B82D-0DE9E7F87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892473"/>
              </p:ext>
            </p:extLst>
          </p:nvPr>
        </p:nvGraphicFramePr>
        <p:xfrm>
          <a:off x="5621628" y="1818963"/>
          <a:ext cx="3122297" cy="1680058"/>
        </p:xfrm>
        <a:graphic>
          <a:graphicData uri="http://schemas.openxmlformats.org/drawingml/2006/table">
            <a:tbl>
              <a:tblPr/>
              <a:tblGrid>
                <a:gridCol w="108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1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4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7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CName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Stock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Country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5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GWorks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25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USA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5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Canon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65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Japan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5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Hitachi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15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Japan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Group 113">
            <a:extLst>
              <a:ext uri="{FF2B5EF4-FFF2-40B4-BE49-F238E27FC236}">
                <a16:creationId xmlns:a16="http://schemas.microsoft.com/office/drawing/2014/main" id="{AFC31546-187B-07C2-6B9E-A537719196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99116"/>
              </p:ext>
            </p:extLst>
          </p:nvPr>
        </p:nvGraphicFramePr>
        <p:xfrm>
          <a:off x="5662074" y="4571572"/>
          <a:ext cx="2857501" cy="836804"/>
        </p:xfrm>
        <a:graphic>
          <a:graphicData uri="http://schemas.openxmlformats.org/drawingml/2006/table">
            <a:tbl>
              <a:tblPr/>
              <a:tblGrid>
                <a:gridCol w="1628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7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PName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Price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SingleTouch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£149.99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AutoShape 114">
            <a:extLst>
              <a:ext uri="{FF2B5EF4-FFF2-40B4-BE49-F238E27FC236}">
                <a16:creationId xmlns:a16="http://schemas.microsoft.com/office/drawing/2014/main" id="{DE2ED53C-3535-F084-BD5C-E695F42B4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3331" y="3951635"/>
            <a:ext cx="318302" cy="477195"/>
          </a:xfrm>
          <a:prstGeom prst="downArrow">
            <a:avLst>
              <a:gd name="adj1" fmla="val 50000"/>
              <a:gd name="adj2" fmla="val 50245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9311" tIns="39656" rIns="79311" bIns="39656" anchor="ctr">
            <a:spAutoFit/>
          </a:bodyPr>
          <a:lstStyle/>
          <a:p>
            <a:endParaRPr lang="en-US" sz="2078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81AE0CF-00EC-0E1B-3B2C-76C48A3A3F05}"/>
              </a:ext>
            </a:extLst>
          </p:cNvPr>
          <p:cNvSpPr/>
          <p:nvPr/>
        </p:nvSpPr>
        <p:spPr>
          <a:xfrm>
            <a:off x="1780015" y="2716719"/>
            <a:ext cx="628650" cy="1053805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9311" tIns="39656" rIns="79311" bIns="39656" rtlCol="0" anchor="ctr"/>
          <a:lstStyle/>
          <a:p>
            <a:pPr algn="ctr"/>
            <a:endParaRPr lang="en-US" sz="2078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2111ABD-7285-E6BA-4100-F87BC7056B9F}"/>
              </a:ext>
            </a:extLst>
          </p:cNvPr>
          <p:cNvSpPr/>
          <p:nvPr/>
        </p:nvSpPr>
        <p:spPr>
          <a:xfrm>
            <a:off x="7712173" y="2564349"/>
            <a:ext cx="864096" cy="1039008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9311" tIns="39656" rIns="79311" bIns="39656" rtlCol="0" anchor="ctr"/>
          <a:lstStyle/>
          <a:p>
            <a:pPr algn="ctr"/>
            <a:endParaRPr lang="en-US" sz="2078"/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6A4E58DC-EA93-2705-EDF8-615CA99F36D7}"/>
              </a:ext>
            </a:extLst>
          </p:cNvPr>
          <p:cNvCxnSpPr>
            <a:cxnSpLocks/>
          </p:cNvCxnSpPr>
          <p:nvPr/>
        </p:nvCxnSpPr>
        <p:spPr>
          <a:xfrm flipV="1">
            <a:off x="5217046" y="2925990"/>
            <a:ext cx="404582" cy="377116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991FF77C-173B-5DE6-6001-3B69845B4F88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30779" y="3422426"/>
            <a:ext cx="377116" cy="365972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064D32D-AD04-B93E-1561-14A134CDA535}"/>
              </a:ext>
            </a:extLst>
          </p:cNvPr>
          <p:cNvGrpSpPr/>
          <p:nvPr/>
        </p:nvGrpSpPr>
        <p:grpSpPr>
          <a:xfrm>
            <a:off x="5240832" y="2060847"/>
            <a:ext cx="404582" cy="694895"/>
            <a:chOff x="5240832" y="2060847"/>
            <a:chExt cx="404582" cy="694895"/>
          </a:xfrm>
        </p:grpSpPr>
        <p:cxnSp>
          <p:nvCxnSpPr>
            <p:cNvPr id="33" name="Connector: Elbow 32">
              <a:extLst>
                <a:ext uri="{FF2B5EF4-FFF2-40B4-BE49-F238E27FC236}">
                  <a16:creationId xmlns:a16="http://schemas.microsoft.com/office/drawing/2014/main" id="{8A699203-ACCF-536D-88D6-6624089E73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0832" y="2392953"/>
              <a:ext cx="404582" cy="362789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Connector: Elbow 51">
              <a:extLst>
                <a:ext uri="{FF2B5EF4-FFF2-40B4-BE49-F238E27FC236}">
                  <a16:creationId xmlns:a16="http://schemas.microsoft.com/office/drawing/2014/main" id="{9CA0DC7D-C14F-AACB-FAAF-9FF1ECE9412F}"/>
                </a:ext>
              </a:extLst>
            </p:cNvPr>
            <p:cNvCxnSpPr/>
            <p:nvPr/>
          </p:nvCxnSpPr>
          <p:spPr>
            <a:xfrm rot="16200000" flipH="1">
              <a:off x="5175925" y="2125754"/>
              <a:ext cx="332105" cy="202291"/>
            </a:xfrm>
            <a:prstGeom prst="bentConnector3">
              <a:avLst>
                <a:gd name="adj1" fmla="val 7935"/>
              </a:avLst>
            </a:prstGeom>
            <a:ln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5" name="Rectangle 5">
            <a:extLst>
              <a:ext uri="{FF2B5EF4-FFF2-40B4-BE49-F238E27FC236}">
                <a16:creationId xmlns:a16="http://schemas.microsoft.com/office/drawing/2014/main" id="{7068D5B7-D851-F8B2-7625-7F5D4D14B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63" y="4420235"/>
            <a:ext cx="5401072" cy="146508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9311" tIns="39656" rIns="79311" bIns="39656">
            <a:spAutoFit/>
          </a:bodyPr>
          <a:lstStyle/>
          <a:p>
            <a:pPr eaLnBrk="0" hangingPunct="0"/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SELECT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PName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, Price</a:t>
            </a:r>
            <a:b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FROM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Product</a:t>
            </a:r>
          </a:p>
          <a:p>
            <a:pPr eaLnBrk="0" hangingPunct="0"/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JOIN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Company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ON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Manufacturer = CName </a:t>
            </a:r>
          </a:p>
          <a:p>
            <a:pPr eaLnBrk="0" hangingPunct="0"/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	       AND Country=‘Japan’</a:t>
            </a:r>
            <a:b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WHERE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Price &lt;= 200</a:t>
            </a:r>
          </a:p>
        </p:txBody>
      </p:sp>
    </p:spTree>
    <p:extLst>
      <p:ext uri="{BB962C8B-B14F-4D97-AF65-F5344CB8AC3E}">
        <p14:creationId xmlns:p14="http://schemas.microsoft.com/office/powerpoint/2010/main" val="972723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2" grpId="0" animBg="1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96082-ABD6-4DC2-927F-94C447F7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AEA295-1E93-12D0-4884-24057EE77261}"/>
              </a:ext>
            </a:extLst>
          </p:cNvPr>
          <p:cNvSpPr txBox="1">
            <a:spLocks/>
          </p:cNvSpPr>
          <p:nvPr/>
        </p:nvSpPr>
        <p:spPr bwMode="auto">
          <a:xfrm>
            <a:off x="3152800" y="260648"/>
            <a:ext cx="7272807" cy="410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87A529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GB" sz="1800" dirty="0"/>
              <a:t>SQL Data Manipulation Commands (Special Operators)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DB10CC-F017-9600-CA24-6FED2CBC1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7" y="822470"/>
            <a:ext cx="7886701" cy="420174"/>
          </a:xfrm>
        </p:spPr>
        <p:txBody>
          <a:bodyPr>
            <a:normAutofit fontScale="90000"/>
          </a:bodyPr>
          <a:lstStyle/>
          <a:p>
            <a:r>
              <a:rPr lang="en-US" sz="2800" b="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Joins: Types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E068B8-16EE-02B0-706F-0DB68AD39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733" y="1242644"/>
            <a:ext cx="3672408" cy="43110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52618A-FDAB-80CE-D762-F2AD80DAB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7773" y="1223388"/>
            <a:ext cx="3672408" cy="434521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3C1245C-164A-6101-796E-3D6F84914C99}"/>
              </a:ext>
            </a:extLst>
          </p:cNvPr>
          <p:cNvSpPr txBox="1"/>
          <p:nvPr/>
        </p:nvSpPr>
        <p:spPr>
          <a:xfrm>
            <a:off x="588071" y="5550695"/>
            <a:ext cx="39717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latin typeface="Helvetica" panose="020B0604020202020204" pitchFamily="34" charset="0"/>
                <a:cs typeface="Helvetica" panose="020B0604020202020204" pitchFamily="34" charset="0"/>
              </a:rPr>
              <a:t>INNER JOIN: </a:t>
            </a:r>
            <a:r>
              <a:rPr lang="en-GB" sz="1400" dirty="0">
                <a:latin typeface="Helvetica" panose="020B0604020202020204" pitchFamily="34" charset="0"/>
                <a:cs typeface="Helvetica" panose="020B0604020202020204" pitchFamily="34" charset="0"/>
              </a:rPr>
              <a:t>Returns records that have matching values in both tables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B95082-828B-BBD2-37A6-3628E02ABC6F}"/>
              </a:ext>
            </a:extLst>
          </p:cNvPr>
          <p:cNvSpPr txBox="1"/>
          <p:nvPr/>
        </p:nvSpPr>
        <p:spPr>
          <a:xfrm>
            <a:off x="4477937" y="5568603"/>
            <a:ext cx="5212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latin typeface="Helvetica" panose="020B0604020202020204" pitchFamily="34" charset="0"/>
                <a:cs typeface="Helvetica" panose="020B0604020202020204" pitchFamily="34" charset="0"/>
              </a:rPr>
              <a:t>LEFT JOIN: </a:t>
            </a:r>
            <a:r>
              <a:rPr lang="en-GB" sz="1400" dirty="0">
                <a:latin typeface="Helvetica" panose="020B0604020202020204" pitchFamily="34" charset="0"/>
                <a:cs typeface="Helvetica" panose="020B0604020202020204" pitchFamily="34" charset="0"/>
              </a:rPr>
              <a:t>Returns all records from the left table, and the matched records from the right table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ABA30F-70D3-DCDE-8FCA-7716564D6032}"/>
              </a:ext>
            </a:extLst>
          </p:cNvPr>
          <p:cNvSpPr txBox="1"/>
          <p:nvPr/>
        </p:nvSpPr>
        <p:spPr>
          <a:xfrm>
            <a:off x="5843628" y="6073915"/>
            <a:ext cx="34743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dirty="0"/>
              <a:t>Image source: https://blog.bytebytego.com/p/ep90-how-do-sql-joins-work</a:t>
            </a:r>
          </a:p>
        </p:txBody>
      </p:sp>
    </p:spTree>
    <p:extLst>
      <p:ext uri="{BB962C8B-B14F-4D97-AF65-F5344CB8AC3E}">
        <p14:creationId xmlns:p14="http://schemas.microsoft.com/office/powerpoint/2010/main" val="2390665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96082-ABD6-4DC2-927F-94C447F7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AEA295-1E93-12D0-4884-24057EE77261}"/>
              </a:ext>
            </a:extLst>
          </p:cNvPr>
          <p:cNvSpPr txBox="1">
            <a:spLocks/>
          </p:cNvSpPr>
          <p:nvPr/>
        </p:nvSpPr>
        <p:spPr bwMode="auto">
          <a:xfrm>
            <a:off x="3152800" y="260648"/>
            <a:ext cx="7272807" cy="410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87A529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GB" sz="1800" dirty="0"/>
              <a:t>SQL Data Manipulation Commands (Special Operators)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DB10CC-F017-9600-CA24-6FED2CBC1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7" y="822470"/>
            <a:ext cx="7886701" cy="420174"/>
          </a:xfrm>
        </p:spPr>
        <p:txBody>
          <a:bodyPr>
            <a:normAutofit fontScale="90000"/>
          </a:bodyPr>
          <a:lstStyle/>
          <a:p>
            <a:r>
              <a:rPr lang="en-US" sz="2800" b="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Joins: Types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F02713-0B73-5098-A717-9CFD4847E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536" y="1256392"/>
            <a:ext cx="3654723" cy="43452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3520AA-17ED-387F-CC8D-CFB664469D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3040" y="1255072"/>
            <a:ext cx="3654723" cy="43465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A1BAB9-0466-62F2-AA34-F2DD4296C5C7}"/>
              </a:ext>
            </a:extLst>
          </p:cNvPr>
          <p:cNvSpPr txBox="1"/>
          <p:nvPr/>
        </p:nvSpPr>
        <p:spPr>
          <a:xfrm>
            <a:off x="5843628" y="6073915"/>
            <a:ext cx="34743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dirty="0"/>
              <a:t>Image source: https://blog.bytebytego.com/p/ep90-how-do-sql-joins-work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0D9874-D847-E2BC-23A3-E0A589852829}"/>
              </a:ext>
            </a:extLst>
          </p:cNvPr>
          <p:cNvSpPr txBox="1"/>
          <p:nvPr/>
        </p:nvSpPr>
        <p:spPr>
          <a:xfrm>
            <a:off x="197994" y="5597544"/>
            <a:ext cx="47017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latin typeface="Helvetica" panose="020B0604020202020204" pitchFamily="34" charset="0"/>
                <a:cs typeface="Helvetica" panose="020B0604020202020204" pitchFamily="34" charset="0"/>
              </a:rPr>
              <a:t>RIGHT JOIN: </a:t>
            </a:r>
            <a:r>
              <a:rPr lang="en-GB" sz="1400" dirty="0">
                <a:latin typeface="Helvetica" panose="020B0604020202020204" pitchFamily="34" charset="0"/>
                <a:cs typeface="Helvetica" panose="020B0604020202020204" pitchFamily="34" charset="0"/>
              </a:rPr>
              <a:t>Returns all records from the right table, and the matched records from the left table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31708D-2D74-648E-DDB0-543361F89EB9}"/>
              </a:ext>
            </a:extLst>
          </p:cNvPr>
          <p:cNvSpPr txBox="1"/>
          <p:nvPr/>
        </p:nvSpPr>
        <p:spPr>
          <a:xfrm>
            <a:off x="4899723" y="5576259"/>
            <a:ext cx="47017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latin typeface="Helvetica" panose="020B0604020202020204" pitchFamily="34" charset="0"/>
                <a:cs typeface="Helvetica" panose="020B0604020202020204" pitchFamily="34" charset="0"/>
              </a:rPr>
              <a:t>FULL (OUTER) JOIN: </a:t>
            </a:r>
            <a:r>
              <a:rPr lang="en-GB" sz="1400" dirty="0">
                <a:latin typeface="Helvetica" panose="020B0604020202020204" pitchFamily="34" charset="0"/>
                <a:cs typeface="Helvetica" panose="020B0604020202020204" pitchFamily="34" charset="0"/>
              </a:rPr>
              <a:t>Returns all records when there is a match in either left or right table</a:t>
            </a:r>
          </a:p>
        </p:txBody>
      </p:sp>
    </p:spTree>
    <p:extLst>
      <p:ext uri="{BB962C8B-B14F-4D97-AF65-F5344CB8AC3E}">
        <p14:creationId xmlns:p14="http://schemas.microsoft.com/office/powerpoint/2010/main" val="9151437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271" y="806174"/>
            <a:ext cx="6645945" cy="780762"/>
          </a:xfrm>
        </p:spPr>
        <p:txBody>
          <a:bodyPr/>
          <a:lstStyle/>
          <a:p>
            <a:r>
              <a:rPr lang="en-GB" sz="24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Aggregate Functions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26</a:t>
            </a:fld>
            <a:endParaRPr lang="en-GB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5E0E26A6-CCC8-2BBF-4CE9-1FE499F39F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710951"/>
              </p:ext>
            </p:extLst>
          </p:nvPr>
        </p:nvGraphicFramePr>
        <p:xfrm>
          <a:off x="293689" y="1772816"/>
          <a:ext cx="9217024" cy="38830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8879">
                  <a:extLst>
                    <a:ext uri="{9D8B030D-6E8A-4147-A177-3AD203B41FA5}">
                      <a16:colId xmlns:a16="http://schemas.microsoft.com/office/drawing/2014/main" val="2423724649"/>
                    </a:ext>
                  </a:extLst>
                </a:gridCol>
                <a:gridCol w="6148145">
                  <a:extLst>
                    <a:ext uri="{9D8B030D-6E8A-4147-A177-3AD203B41FA5}">
                      <a16:colId xmlns:a16="http://schemas.microsoft.com/office/drawing/2014/main" val="540595928"/>
                    </a:ext>
                  </a:extLst>
                </a:gridCol>
              </a:tblGrid>
              <a:tr h="431589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Command or 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300043"/>
                  </a:ext>
                </a:extLst>
              </a:tr>
              <a:tr h="432910">
                <a:tc>
                  <a:txBody>
                    <a:bodyPr/>
                    <a:lstStyle/>
                    <a:p>
                      <a:pPr algn="l"/>
                      <a:r>
                        <a:rPr lang="en-GB" sz="18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AGGREGATE FUNCTIONS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Used with SELECT to return mathematical summaries on columns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841486"/>
                  </a:ext>
                </a:extLst>
              </a:tr>
              <a:tr h="431589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COUNT</a:t>
                      </a:r>
                    </a:p>
                  </a:txBody>
                  <a:tcPr>
                    <a:solidFill>
                      <a:schemeClr val="accent4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Returns the number of rows with non-null values for a given column</a:t>
                      </a:r>
                    </a:p>
                  </a:txBody>
                  <a:tcPr>
                    <a:solidFill>
                      <a:schemeClr val="accent4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359228"/>
                  </a:ext>
                </a:extLst>
              </a:tr>
              <a:tr h="431589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MIN</a:t>
                      </a:r>
                    </a:p>
                  </a:txBody>
                  <a:tcPr>
                    <a:solidFill>
                      <a:schemeClr val="accent4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Returns the minimum attribute value found in a given column</a:t>
                      </a:r>
                    </a:p>
                  </a:txBody>
                  <a:tcPr>
                    <a:solidFill>
                      <a:schemeClr val="accent4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075271"/>
                  </a:ext>
                </a:extLst>
              </a:tr>
              <a:tr h="431589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MAX</a:t>
                      </a:r>
                    </a:p>
                  </a:txBody>
                  <a:tcPr>
                    <a:solidFill>
                      <a:schemeClr val="accent4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Returns the maximum attribute value found in a given column</a:t>
                      </a:r>
                    </a:p>
                  </a:txBody>
                  <a:tcPr>
                    <a:solidFill>
                      <a:schemeClr val="accent4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417503"/>
                  </a:ext>
                </a:extLst>
              </a:tr>
              <a:tr h="431589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SUM</a:t>
                      </a:r>
                    </a:p>
                  </a:txBody>
                  <a:tcPr>
                    <a:solidFill>
                      <a:schemeClr val="accent4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Returns the sum of all values for a given column </a:t>
                      </a:r>
                    </a:p>
                  </a:txBody>
                  <a:tcPr>
                    <a:solidFill>
                      <a:schemeClr val="accent4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418172"/>
                  </a:ext>
                </a:extLst>
              </a:tr>
              <a:tr h="459565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AVG</a:t>
                      </a:r>
                    </a:p>
                  </a:txBody>
                  <a:tcPr>
                    <a:solidFill>
                      <a:schemeClr val="accent4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Returns the average of all values for a given column</a:t>
                      </a:r>
                    </a:p>
                  </a:txBody>
                  <a:tcPr>
                    <a:solidFill>
                      <a:schemeClr val="accent4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216069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D903712E-E8C2-4330-A532-DC1100294489}"/>
              </a:ext>
            </a:extLst>
          </p:cNvPr>
          <p:cNvSpPr txBox="1">
            <a:spLocks/>
          </p:cNvSpPr>
          <p:nvPr/>
        </p:nvSpPr>
        <p:spPr bwMode="auto">
          <a:xfrm>
            <a:off x="3368824" y="25412"/>
            <a:ext cx="6357913" cy="78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87A529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GB" sz="2600"/>
              <a:t>SQL Data Manipulation Commands</a:t>
            </a:r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1760352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97" y="757980"/>
            <a:ext cx="6645945" cy="780762"/>
          </a:xfrm>
        </p:spPr>
        <p:txBody>
          <a:bodyPr/>
          <a:lstStyle/>
          <a:p>
            <a:r>
              <a:rPr lang="en-GB" sz="24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Aggregation Functions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27</a:t>
            </a:fld>
            <a:endParaRPr lang="en-GB" dirty="0"/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11A42578-1366-59FF-5040-068538845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1623" y="1844824"/>
            <a:ext cx="3045576" cy="10393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lIns="79311" tIns="39656" rIns="79311" bIns="39656">
            <a:spAutoFit/>
          </a:bodyPr>
          <a:lstStyle/>
          <a:p>
            <a:pPr eaLnBrk="0" hangingPunct="0"/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SELECT</a:t>
            </a:r>
            <a:r>
              <a:rPr lang="en-US" sz="2000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COUNT</a:t>
            </a:r>
            <a:r>
              <a:rPr lang="en-US" sz="2000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(*)</a:t>
            </a:r>
          </a:p>
          <a:p>
            <a:pPr eaLnBrk="0" hangingPunct="0"/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FROM</a:t>
            </a:r>
            <a:r>
              <a:rPr lang="en-US" sz="2000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Product</a:t>
            </a:r>
          </a:p>
          <a:p>
            <a:pPr eaLnBrk="0" hangingPunct="0"/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WHERE</a:t>
            </a:r>
            <a:r>
              <a:rPr lang="en-US" sz="2000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year &gt; 1995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09689E-32EF-6145-87DE-4DC952C2F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6957" y="4661616"/>
            <a:ext cx="3807971" cy="1039388"/>
          </a:xfrm>
          <a:prstGeom prst="rect">
            <a:avLst/>
          </a:prstGeom>
          <a:solidFill>
            <a:srgbClr val="FFE181"/>
          </a:solidFill>
          <a:ln w="9525">
            <a:noFill/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9311" tIns="39656" rIns="79311" bIns="39656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78" i="1" dirty="0">
                <a:latin typeface="+mj-lt"/>
              </a:rPr>
              <a:t>Except COUNT, all aggregations apply to a single attribute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C74724B6-B40A-B9AF-81B8-A57F2A790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536" y="1844824"/>
            <a:ext cx="3699602" cy="100341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lIns="79311" tIns="39656" rIns="79311" bIns="39656">
            <a:spAutoFit/>
          </a:bodyPr>
          <a:lstStyle/>
          <a:p>
            <a:pPr eaLnBrk="0" hangingPunct="0"/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SELECT</a:t>
            </a:r>
            <a:r>
              <a:rPr lang="en-US" sz="2000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AVG</a:t>
            </a:r>
            <a:r>
              <a:rPr lang="en-US" sz="2000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(price)</a:t>
            </a:r>
          </a:p>
          <a:p>
            <a:pPr eaLnBrk="0" hangingPunct="0"/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FROM</a:t>
            </a:r>
            <a:r>
              <a:rPr lang="en-US" sz="2000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Product</a:t>
            </a:r>
          </a:p>
          <a:p>
            <a:pPr eaLnBrk="0" hangingPunct="0"/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WHERE</a:t>
            </a:r>
            <a:r>
              <a:rPr lang="en-US" sz="2000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maker = “Toyota”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31FD7733-BABC-9499-FCE9-2DE3A06EF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536" y="3437972"/>
            <a:ext cx="6120798" cy="1015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79311" tIns="39656" rIns="79311" bIns="39656">
            <a:spAutoFit/>
          </a:bodyPr>
          <a:lstStyle/>
          <a:p>
            <a:pPr marL="396553" indent="-396553" eaLnBrk="0" hangingPunct="0">
              <a:buFont typeface="Arial" charset="0"/>
              <a:buChar char="•"/>
            </a:pP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SQL supports several </a:t>
            </a:r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aggregation</a:t>
            </a: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 operations:</a:t>
            </a:r>
          </a:p>
          <a:p>
            <a:pPr marL="793107" lvl="1" indent="-396553" eaLnBrk="0" hangingPunct="0">
              <a:buFont typeface="Arial" charset="0"/>
              <a:buChar char="•"/>
            </a:pP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SUM, COUNT, MIN, MAX, AVG</a:t>
            </a:r>
          </a:p>
          <a:p>
            <a:pPr eaLnBrk="0" hangingPunct="0"/>
            <a:endParaRPr lang="en-US" sz="2078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109C00D-AE93-76A8-40BD-C5967F97982B}"/>
              </a:ext>
            </a:extLst>
          </p:cNvPr>
          <p:cNvSpPr txBox="1">
            <a:spLocks/>
          </p:cNvSpPr>
          <p:nvPr/>
        </p:nvSpPr>
        <p:spPr bwMode="auto">
          <a:xfrm>
            <a:off x="3368824" y="25412"/>
            <a:ext cx="6357913" cy="78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87A529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GB" sz="2600"/>
              <a:t>SQL Data Manipulation Commands</a:t>
            </a:r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373976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96" y="813652"/>
            <a:ext cx="6645945" cy="780762"/>
          </a:xfrm>
        </p:spPr>
        <p:txBody>
          <a:bodyPr/>
          <a:lstStyle/>
          <a:p>
            <a:r>
              <a:rPr lang="en-GB" sz="24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Aggregate: COUNT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28</a:t>
            </a:fld>
            <a:endParaRPr lang="en-GB" dirty="0"/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2E646940-8E91-E289-6411-2AB0E0BD6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536" y="1628800"/>
            <a:ext cx="8524874" cy="453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79311" tIns="39656" rIns="79311" bIns="39656">
            <a:spAutoFit/>
          </a:bodyPr>
          <a:lstStyle/>
          <a:p>
            <a:pPr marL="297415" indent="-297415" eaLnBrk="0" hangingPunct="0">
              <a:buFont typeface="Arial" charset="0"/>
              <a:buChar char="•"/>
            </a:pP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COUNT applies to duplicates, unless otherwise stated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0429D3D5-D9A3-818D-B93F-21A0D862B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653" y="2430060"/>
            <a:ext cx="3847078" cy="10393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lIns="79311" tIns="39656" rIns="79311" bIns="39656">
            <a:spAutoFit/>
          </a:bodyPr>
          <a:lstStyle/>
          <a:p>
            <a:pPr eaLnBrk="0" hangingPunct="0"/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SELECT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COUNT(category) </a:t>
            </a:r>
          </a:p>
          <a:p>
            <a:pPr eaLnBrk="0" hangingPunct="0"/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FROM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Product</a:t>
            </a:r>
          </a:p>
          <a:p>
            <a:pPr eaLnBrk="0" hangingPunct="0"/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WHERE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year &gt; 1995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6103E712-A448-54AC-CAC9-88744E4CA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9410" y="2430060"/>
            <a:ext cx="2736304" cy="757195"/>
          </a:xfrm>
          <a:prstGeom prst="rect">
            <a:avLst/>
          </a:prstGeom>
          <a:solidFill>
            <a:srgbClr val="FFE181"/>
          </a:solidFill>
          <a:ln w="9525">
            <a:noFill/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9311" tIns="39656" rIns="79311" bIns="39656">
            <a:spAutoFit/>
          </a:bodyPr>
          <a:lstStyle/>
          <a:p>
            <a:pPr eaLnBrk="0" hangingPunct="0"/>
            <a:r>
              <a:rPr lang="en-US" sz="2200" i="1" dirty="0">
                <a:latin typeface="Helvetica" panose="020B0604020202020204" pitchFamily="34" charset="0"/>
                <a:cs typeface="Helvetica" panose="020B0604020202020204" pitchFamily="34" charset="0"/>
              </a:rPr>
              <a:t>Note: Same as COUNT(*).  Why?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36638D1E-B0FF-D190-AB31-FCAD697FD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061" y="3811958"/>
            <a:ext cx="2704970" cy="44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79311" tIns="39656" rIns="79311" bIns="39656">
            <a:spAutoFit/>
          </a:bodyPr>
          <a:lstStyle/>
          <a:p>
            <a:pPr eaLnBrk="0" hangingPunct="0"/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We probably want: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35E9A9CD-EF94-D4ED-0921-6F9B1F3C63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061" y="4563291"/>
            <a:ext cx="5129480" cy="10393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lIns="79311" tIns="39656" rIns="79311" bIns="39656">
            <a:spAutoFit/>
          </a:bodyPr>
          <a:lstStyle/>
          <a:p>
            <a:pPr eaLnBrk="0" hangingPunct="0"/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SELECT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COUNT(</a:t>
            </a:r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DISTINCT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category)</a:t>
            </a:r>
          </a:p>
          <a:p>
            <a:pPr eaLnBrk="0" hangingPunct="0"/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FROM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Product</a:t>
            </a:r>
          </a:p>
          <a:p>
            <a:pPr eaLnBrk="0" hangingPunct="0"/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WHERE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year &gt; 1995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5724DBC-B706-D172-8C7C-4B463F8721DF}"/>
              </a:ext>
            </a:extLst>
          </p:cNvPr>
          <p:cNvSpPr txBox="1">
            <a:spLocks/>
          </p:cNvSpPr>
          <p:nvPr/>
        </p:nvSpPr>
        <p:spPr bwMode="auto">
          <a:xfrm>
            <a:off x="3368824" y="25412"/>
            <a:ext cx="6357913" cy="78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87A529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GB" sz="2600"/>
              <a:t>SQL Data Manipulation Commands</a:t>
            </a:r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2072777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 animBg="1"/>
      <p:bldP spid="11" grpId="0" animBg="1"/>
      <p:bldP spid="12" grpId="0"/>
      <p:bldP spid="1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29</a:t>
            </a:fld>
            <a:endParaRPr lang="en-GB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B0E281B-5484-F2B1-B4DC-0AD7FF8E2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303" y="2421840"/>
            <a:ext cx="6508094" cy="146508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9311" tIns="39656" rIns="79311" bIns="39656">
            <a:spAutoFit/>
          </a:bodyPr>
          <a:lstStyle/>
          <a:p>
            <a:pPr eaLnBrk="0" hangingPunct="0"/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SELECT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product,</a:t>
            </a:r>
          </a:p>
          <a:p>
            <a:pPr eaLnBrk="0" hangingPunct="0"/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	    SUM(price * quantity) AS </a:t>
            </a:r>
            <a:r>
              <a:rPr lang="en-US" dirty="0" err="1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TotalSales</a:t>
            </a:r>
            <a:endParaRPr lang="en-US" dirty="0">
              <a:latin typeface="Courier New" panose="02070309020205020404" pitchFamily="49" charset="0"/>
              <a:ea typeface="Menlo" charset="0"/>
              <a:cs typeface="Courier New" panose="02070309020205020404" pitchFamily="49" charset="0"/>
            </a:endParaRPr>
          </a:p>
          <a:p>
            <a:pPr eaLnBrk="0" hangingPunct="0"/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FROM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  Purchase</a:t>
            </a:r>
          </a:p>
          <a:p>
            <a:pPr eaLnBrk="0" hangingPunct="0"/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WHERE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 date &gt; ‘10/1/2005’</a:t>
            </a:r>
          </a:p>
          <a:p>
            <a:pPr eaLnBrk="0" hangingPunct="0"/>
            <a:r>
              <a:rPr lang="en-US" b="1" dirty="0">
                <a:solidFill>
                  <a:srgbClr val="FF0066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GROUP BY</a:t>
            </a:r>
            <a:r>
              <a:rPr lang="en-US" b="1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product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F3699E71-0DF6-B597-50AF-32F6C8068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9467" y="4788695"/>
            <a:ext cx="4046620" cy="453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79311" tIns="39656" rIns="79311" bIns="39656">
            <a:spAutoFit/>
          </a:bodyPr>
          <a:lstStyle/>
          <a:p>
            <a:r>
              <a:rPr lang="en-US" sz="2424" dirty="0">
                <a:latin typeface="Helvetica" panose="020B0604020202020204" pitchFamily="34" charset="0"/>
                <a:cs typeface="Helvetica" panose="020B0604020202020204" pitchFamily="34" charset="0"/>
              </a:rPr>
              <a:t>Let’s see what this means…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B6C0F93-687B-1B4E-939D-99FC6BB99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7256" y="2378472"/>
            <a:ext cx="1825229" cy="1359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79311" tIns="39656" rIns="79311" bIns="39656">
            <a:spAutoFit/>
          </a:bodyPr>
          <a:lstStyle/>
          <a:p>
            <a:r>
              <a:rPr lang="en-US" sz="2078" dirty="0">
                <a:latin typeface="Helvetica" panose="020B0604020202020204" pitchFamily="34" charset="0"/>
                <a:cs typeface="Helvetica" panose="020B0604020202020204" pitchFamily="34" charset="0"/>
              </a:rPr>
              <a:t>Find total sales after 10/1/2005 per product.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824DC434-999D-92C1-E690-1EE740446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354" y="1574474"/>
            <a:ext cx="4807277" cy="39985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lIns="79311" tIns="39656" rIns="79311" bIns="39656">
            <a:spAutoFit/>
          </a:bodyPr>
          <a:lstStyle/>
          <a:p>
            <a:pPr eaLnBrk="0" hangingPunct="0"/>
            <a:r>
              <a:rPr lang="en-US" sz="2078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Purchase(product, date, price, quantity)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8BD77BA-9D2A-8B60-549B-1830762F9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8824" y="25412"/>
            <a:ext cx="6357913" cy="780762"/>
          </a:xfrm>
        </p:spPr>
        <p:txBody>
          <a:bodyPr/>
          <a:lstStyle/>
          <a:p>
            <a:r>
              <a:rPr lang="en-GB" sz="2600" dirty="0"/>
              <a:t>SQL Data Manipulation Commands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CFA05D3-D385-9A82-EF70-DEDAC7F49EA1}"/>
              </a:ext>
            </a:extLst>
          </p:cNvPr>
          <p:cNvSpPr txBox="1">
            <a:spLocks/>
          </p:cNvSpPr>
          <p:nvPr/>
        </p:nvSpPr>
        <p:spPr bwMode="auto">
          <a:xfrm>
            <a:off x="362620" y="737174"/>
            <a:ext cx="6645945" cy="78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87A529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GB" sz="240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Grouping and Aggregation</a:t>
            </a:r>
            <a:endParaRPr lang="en-GB" sz="24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164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620" y="737174"/>
            <a:ext cx="6645945" cy="780762"/>
          </a:xfrm>
        </p:spPr>
        <p:txBody>
          <a:bodyPr/>
          <a:lstStyle/>
          <a:p>
            <a:r>
              <a:rPr lang="en-GB" sz="24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Grouping and Aggregation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30</a:t>
            </a:fld>
            <a:endParaRPr lang="en-GB" dirty="0"/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B87B28DA-EDB4-E5DD-0006-1D2602CF1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825" y="3645024"/>
            <a:ext cx="8640959" cy="1618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79311" tIns="39656" rIns="79311" bIns="39656">
            <a:spAutoFit/>
          </a:bodyPr>
          <a:lstStyle/>
          <a:p>
            <a:pPr eaLnBrk="0" hangingPunct="0"/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1. Compute the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 clauses</a:t>
            </a:r>
          </a:p>
          <a:p>
            <a:pPr eaLnBrk="0" hangingPunct="0"/>
            <a:endParaRPr lang="en-U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eaLnBrk="0" hangingPunct="0"/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2. Group by the attributes in the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 BY</a:t>
            </a:r>
          </a:p>
          <a:p>
            <a:pPr eaLnBrk="0" hangingPunct="0"/>
            <a:endParaRPr lang="en-U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eaLnBrk="0" hangingPunct="0"/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3. Compute the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 clause: grouped attributes and aggregates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40CAE1-3F2E-6AB5-4585-569DB760C13E}"/>
              </a:ext>
            </a:extLst>
          </p:cNvPr>
          <p:cNvSpPr txBox="1"/>
          <p:nvPr/>
        </p:nvSpPr>
        <p:spPr>
          <a:xfrm>
            <a:off x="100403" y="2071933"/>
            <a:ext cx="3127330" cy="418641"/>
          </a:xfrm>
          <a:prstGeom prst="rect">
            <a:avLst/>
          </a:prstGeom>
          <a:noFill/>
        </p:spPr>
        <p:txBody>
          <a:bodyPr wrap="none" lIns="79311" tIns="39656" rIns="79311" bIns="39656" rtlCol="0">
            <a:spAutoFit/>
          </a:bodyPr>
          <a:lstStyle/>
          <a:p>
            <a:r>
              <a:rPr lang="en-US" sz="2200" u="sng" dirty="0">
                <a:latin typeface="Helvetica" panose="020B0604020202020204" pitchFamily="34" charset="0"/>
                <a:cs typeface="Helvetica" panose="020B0604020202020204" pitchFamily="34" charset="0"/>
              </a:rPr>
              <a:t>Semantics of the query: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576FE5C2-F1AD-860F-56A1-069F3427E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3733" y="1790931"/>
            <a:ext cx="6508094" cy="146508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9311" tIns="39656" rIns="79311" bIns="39656">
            <a:spAutoFit/>
          </a:bodyPr>
          <a:lstStyle/>
          <a:p>
            <a:pPr eaLnBrk="0" hangingPunct="0"/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SELECT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product,</a:t>
            </a:r>
          </a:p>
          <a:p>
            <a:pPr eaLnBrk="0" hangingPunct="0"/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	    SUM(price * quantity) AS </a:t>
            </a:r>
            <a:r>
              <a:rPr lang="en-US" dirty="0" err="1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TotalSales</a:t>
            </a:r>
            <a:endParaRPr lang="en-US" dirty="0">
              <a:latin typeface="Courier New" panose="02070309020205020404" pitchFamily="49" charset="0"/>
              <a:ea typeface="Menlo" charset="0"/>
              <a:cs typeface="Courier New" panose="02070309020205020404" pitchFamily="49" charset="0"/>
            </a:endParaRPr>
          </a:p>
          <a:p>
            <a:pPr eaLnBrk="0" hangingPunct="0"/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FROM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  Purchase</a:t>
            </a:r>
          </a:p>
          <a:p>
            <a:pPr eaLnBrk="0" hangingPunct="0"/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WHERE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 date &gt; ‘10/1/2005’</a:t>
            </a:r>
          </a:p>
          <a:p>
            <a:pPr eaLnBrk="0" hangingPunct="0"/>
            <a:r>
              <a:rPr lang="en-US" b="1" dirty="0">
                <a:solidFill>
                  <a:srgbClr val="FF0066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GROUP BY</a:t>
            </a:r>
            <a:r>
              <a:rPr lang="en-US" b="1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product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3D2B5C3-728C-9804-6298-00C2294EC97A}"/>
              </a:ext>
            </a:extLst>
          </p:cNvPr>
          <p:cNvSpPr txBox="1">
            <a:spLocks/>
          </p:cNvSpPr>
          <p:nvPr/>
        </p:nvSpPr>
        <p:spPr bwMode="auto">
          <a:xfrm>
            <a:off x="3368824" y="25412"/>
            <a:ext cx="6357913" cy="78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87A529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GB" sz="2600"/>
              <a:t>SQL Data Manipulation Commands</a:t>
            </a:r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1104326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31</a:t>
            </a:fld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40CAE1-3F2E-6AB5-4585-569DB760C13E}"/>
              </a:ext>
            </a:extLst>
          </p:cNvPr>
          <p:cNvSpPr txBox="1"/>
          <p:nvPr/>
        </p:nvSpPr>
        <p:spPr>
          <a:xfrm>
            <a:off x="452606" y="968748"/>
            <a:ext cx="5049330" cy="418641"/>
          </a:xfrm>
          <a:prstGeom prst="rect">
            <a:avLst/>
          </a:prstGeom>
          <a:noFill/>
        </p:spPr>
        <p:txBody>
          <a:bodyPr wrap="none" lIns="79311" tIns="39656" rIns="79311" bIns="39656" rtlCol="0">
            <a:spAutoFit/>
          </a:bodyPr>
          <a:lstStyle/>
          <a:p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Compute the </a:t>
            </a:r>
            <a:r>
              <a:rPr lang="en-GB" sz="2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n-GB" sz="2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 clauses</a:t>
            </a:r>
            <a:endParaRPr lang="en-US"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576FE5C2-F1AD-860F-56A1-069F3427E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4047" y="1491617"/>
            <a:ext cx="6508094" cy="146508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9311" tIns="39656" rIns="79311" bIns="39656">
            <a:spAutoFit/>
          </a:bodyPr>
          <a:lstStyle/>
          <a:p>
            <a:pPr eaLnBrk="0" hangingPunct="0"/>
            <a:r>
              <a:rPr lang="en-US" b="1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SELECT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product,</a:t>
            </a:r>
          </a:p>
          <a:p>
            <a:pPr eaLnBrk="0" hangingPunct="0"/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	    SUM(price * quantity) AS </a:t>
            </a:r>
            <a:r>
              <a:rPr lang="en-US" dirty="0" err="1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TotalSales</a:t>
            </a:r>
            <a:endParaRPr lang="en-US" dirty="0">
              <a:latin typeface="Courier New" panose="02070309020205020404" pitchFamily="49" charset="0"/>
              <a:ea typeface="Menlo" charset="0"/>
              <a:cs typeface="Courier New" panose="02070309020205020404" pitchFamily="49" charset="0"/>
            </a:endParaRPr>
          </a:p>
          <a:p>
            <a:pPr eaLnBrk="0" hangingPunct="0"/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FROM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  Purchase</a:t>
            </a:r>
          </a:p>
          <a:p>
            <a:pPr eaLnBrk="0" hangingPunct="0"/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WHERE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 date &gt; ‘10/1/2005’</a:t>
            </a:r>
          </a:p>
          <a:p>
            <a:pPr eaLnBrk="0" hangingPunct="0"/>
            <a:r>
              <a:rPr lang="en-US" b="1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GROUP BY 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product</a:t>
            </a:r>
          </a:p>
        </p:txBody>
      </p:sp>
      <p:graphicFrame>
        <p:nvGraphicFramePr>
          <p:cNvPr id="4" name="Group 58">
            <a:extLst>
              <a:ext uri="{FF2B5EF4-FFF2-40B4-BE49-F238E27FC236}">
                <a16:creationId xmlns:a16="http://schemas.microsoft.com/office/drawing/2014/main" id="{061A5A06-4460-3A4F-0AA7-AB06974AF33A}"/>
              </a:ext>
            </a:extLst>
          </p:cNvPr>
          <p:cNvGraphicFramePr>
            <a:graphicFrameLocks noGrp="1"/>
          </p:cNvGraphicFramePr>
          <p:nvPr/>
        </p:nvGraphicFramePr>
        <p:xfrm>
          <a:off x="2728915" y="3773173"/>
          <a:ext cx="3859448" cy="2102176"/>
        </p:xfrm>
        <a:graphic>
          <a:graphicData uri="http://schemas.openxmlformats.org/drawingml/2006/table">
            <a:tbl>
              <a:tblPr/>
              <a:tblGrid>
                <a:gridCol w="1024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5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6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5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38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Product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Date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Price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Quantity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Bagel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10/21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Bagel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10/25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1.50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Banana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10/3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0.5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Banana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10/10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AutoShape 79">
            <a:extLst>
              <a:ext uri="{FF2B5EF4-FFF2-40B4-BE49-F238E27FC236}">
                <a16:creationId xmlns:a16="http://schemas.microsoft.com/office/drawing/2014/main" id="{D7FAA704-9AE9-4A7A-998B-10A6ECE52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7" y="4276498"/>
            <a:ext cx="679406" cy="794294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C0C0C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79311" tIns="39656" rIns="79311" bIns="39656" anchor="ctr">
            <a:spAutoFit/>
          </a:bodyPr>
          <a:lstStyle/>
          <a:p>
            <a:endParaRPr lang="en-US" sz="2078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9C9850-D96F-112A-BB7F-4FE1B24E6395}"/>
              </a:ext>
            </a:extLst>
          </p:cNvPr>
          <p:cNvSpPr/>
          <p:nvPr/>
        </p:nvSpPr>
        <p:spPr>
          <a:xfrm>
            <a:off x="1571627" y="4004460"/>
            <a:ext cx="944040" cy="399854"/>
          </a:xfrm>
          <a:prstGeom prst="rect">
            <a:avLst/>
          </a:prstGeom>
        </p:spPr>
        <p:txBody>
          <a:bodyPr wrap="none" lIns="79311" tIns="39656" rIns="79311" bIns="39656">
            <a:spAutoFit/>
          </a:bodyPr>
          <a:lstStyle/>
          <a:p>
            <a:r>
              <a:rPr lang="en-US" sz="2078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FROM</a:t>
            </a:r>
            <a:endParaRPr lang="en-US" sz="2078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9ECE5C9-1635-C03A-E38F-39D8026FE5AE}"/>
              </a:ext>
            </a:extLst>
          </p:cNvPr>
          <p:cNvSpPr txBox="1">
            <a:spLocks/>
          </p:cNvSpPr>
          <p:nvPr/>
        </p:nvSpPr>
        <p:spPr bwMode="auto">
          <a:xfrm>
            <a:off x="3368824" y="25412"/>
            <a:ext cx="6357913" cy="78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87A529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GB" sz="2600"/>
              <a:t>SQL Data Manipulation Commands</a:t>
            </a:r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3732061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32</a:t>
            </a:fld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40CAE1-3F2E-6AB5-4585-569DB760C13E}"/>
              </a:ext>
            </a:extLst>
          </p:cNvPr>
          <p:cNvSpPr txBox="1"/>
          <p:nvPr/>
        </p:nvSpPr>
        <p:spPr>
          <a:xfrm>
            <a:off x="452606" y="968748"/>
            <a:ext cx="5364866" cy="418641"/>
          </a:xfrm>
          <a:prstGeom prst="rect">
            <a:avLst/>
          </a:prstGeom>
          <a:noFill/>
        </p:spPr>
        <p:txBody>
          <a:bodyPr wrap="none" lIns="79311" tIns="39656" rIns="79311" bIns="39656" rtlCol="0">
            <a:spAutoFit/>
          </a:bodyPr>
          <a:lstStyle/>
          <a:p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Group by the attributes in the </a:t>
            </a:r>
            <a:r>
              <a:rPr lang="en-GB" sz="2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 BY</a:t>
            </a:r>
            <a:endParaRPr lang="en-US" sz="2200" b="1" dirty="0">
              <a:solidFill>
                <a:schemeClr val="tx2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576FE5C2-F1AD-860F-56A1-069F3427E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4047" y="1491617"/>
            <a:ext cx="6508094" cy="146508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9311" tIns="39656" rIns="79311" bIns="39656">
            <a:spAutoFit/>
          </a:bodyPr>
          <a:lstStyle/>
          <a:p>
            <a:pPr eaLnBrk="0" hangingPunct="0"/>
            <a:r>
              <a:rPr lang="en-US" b="1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SELECT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product,</a:t>
            </a:r>
          </a:p>
          <a:p>
            <a:pPr eaLnBrk="0" hangingPunct="0"/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	    SUM(price * quantity) AS </a:t>
            </a:r>
            <a:r>
              <a:rPr lang="en-US" dirty="0" err="1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TotalSales</a:t>
            </a:r>
            <a:endParaRPr lang="en-US" dirty="0">
              <a:latin typeface="Courier New" panose="02070309020205020404" pitchFamily="49" charset="0"/>
              <a:ea typeface="Menlo" charset="0"/>
              <a:cs typeface="Courier New" panose="02070309020205020404" pitchFamily="49" charset="0"/>
            </a:endParaRPr>
          </a:p>
          <a:p>
            <a:pPr eaLnBrk="0" hangingPunct="0"/>
            <a:r>
              <a:rPr lang="en-US" b="1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FROM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  Purchase</a:t>
            </a:r>
          </a:p>
          <a:p>
            <a:pPr eaLnBrk="0" hangingPunct="0"/>
            <a:r>
              <a:rPr lang="en-US" b="1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WHERE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 date &gt; ‘10/1/2005’</a:t>
            </a:r>
          </a:p>
          <a:p>
            <a:pPr eaLnBrk="0" hangingPunct="0"/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GROUP BY 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product</a:t>
            </a:r>
          </a:p>
        </p:txBody>
      </p:sp>
      <p:graphicFrame>
        <p:nvGraphicFramePr>
          <p:cNvPr id="3" name="Group 58">
            <a:extLst>
              <a:ext uri="{FF2B5EF4-FFF2-40B4-BE49-F238E27FC236}">
                <a16:creationId xmlns:a16="http://schemas.microsoft.com/office/drawing/2014/main" id="{2B64EBE4-5D83-A79F-07D5-7B15AA7D04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645590"/>
              </p:ext>
            </p:extLst>
          </p:nvPr>
        </p:nvGraphicFramePr>
        <p:xfrm>
          <a:off x="655829" y="3512827"/>
          <a:ext cx="3641604" cy="2102176"/>
        </p:xfrm>
        <a:graphic>
          <a:graphicData uri="http://schemas.openxmlformats.org/drawingml/2006/table">
            <a:tbl>
              <a:tblPr/>
              <a:tblGrid>
                <a:gridCol w="910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0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9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1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38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Product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Date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Price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Quantity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Bagel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10/21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Bagel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10/25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1.50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Banana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10/3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0.5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Banana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10/10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AutoShape 79">
            <a:extLst>
              <a:ext uri="{FF2B5EF4-FFF2-40B4-BE49-F238E27FC236}">
                <a16:creationId xmlns:a16="http://schemas.microsoft.com/office/drawing/2014/main" id="{40492858-A6B1-7E06-1EF5-4C368BFA2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6157" y="3896722"/>
            <a:ext cx="679406" cy="794294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C0C0C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79311" tIns="39656" rIns="79311" bIns="39656" anchor="ctr">
            <a:spAutoFit/>
          </a:bodyPr>
          <a:lstStyle/>
          <a:p>
            <a:endParaRPr lang="en-US" sz="2078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30936E-25A0-5268-B383-D7C7E1F3D62E}"/>
              </a:ext>
            </a:extLst>
          </p:cNvPr>
          <p:cNvSpPr/>
          <p:nvPr/>
        </p:nvSpPr>
        <p:spPr>
          <a:xfrm>
            <a:off x="4234288" y="3624056"/>
            <a:ext cx="1141209" cy="293222"/>
          </a:xfrm>
          <a:prstGeom prst="rect">
            <a:avLst/>
          </a:prstGeom>
        </p:spPr>
        <p:txBody>
          <a:bodyPr wrap="none" lIns="79311" tIns="39656" rIns="79311" bIns="39656">
            <a:spAutoFit/>
          </a:bodyPr>
          <a:lstStyle/>
          <a:p>
            <a:r>
              <a:rPr lang="en-US" sz="1385" dirty="0">
                <a:solidFill>
                  <a:srgbClr val="FF0000"/>
                </a:solidFill>
                <a:latin typeface="Menlo" charset="0"/>
                <a:ea typeface="Menlo" charset="0"/>
                <a:cs typeface="Menlo" charset="0"/>
              </a:rPr>
              <a:t>GROUP BY </a:t>
            </a:r>
            <a:endParaRPr lang="en-US" sz="1385" dirty="0"/>
          </a:p>
        </p:txBody>
      </p:sp>
      <p:graphicFrame>
        <p:nvGraphicFramePr>
          <p:cNvPr id="13" name="Group 58">
            <a:extLst>
              <a:ext uri="{FF2B5EF4-FFF2-40B4-BE49-F238E27FC236}">
                <a16:creationId xmlns:a16="http://schemas.microsoft.com/office/drawing/2014/main" id="{5708C091-ABA6-8745-D960-C1E9668F8D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68281"/>
              </p:ext>
            </p:extLst>
          </p:nvPr>
        </p:nvGraphicFramePr>
        <p:xfrm>
          <a:off x="5313040" y="3568216"/>
          <a:ext cx="4040580" cy="2102176"/>
        </p:xfrm>
        <a:graphic>
          <a:graphicData uri="http://schemas.openxmlformats.org/drawingml/2006/table">
            <a:tbl>
              <a:tblPr/>
              <a:tblGrid>
                <a:gridCol w="1010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0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01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0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38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Product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Date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Price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Quantity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5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Bagel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10/21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5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10/25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1.50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5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Banana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10/3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0.5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5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10/10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itle 1">
            <a:extLst>
              <a:ext uri="{FF2B5EF4-FFF2-40B4-BE49-F238E27FC236}">
                <a16:creationId xmlns:a16="http://schemas.microsoft.com/office/drawing/2014/main" id="{5723A14A-6F0D-8BF7-E38E-3463AF855B12}"/>
              </a:ext>
            </a:extLst>
          </p:cNvPr>
          <p:cNvSpPr txBox="1">
            <a:spLocks/>
          </p:cNvSpPr>
          <p:nvPr/>
        </p:nvSpPr>
        <p:spPr bwMode="auto">
          <a:xfrm>
            <a:off x="3296816" y="0"/>
            <a:ext cx="6357913" cy="78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87A529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GB" sz="2600" dirty="0"/>
              <a:t>SQL Data Manipulation Commands</a:t>
            </a:r>
          </a:p>
        </p:txBody>
      </p:sp>
    </p:spTree>
    <p:extLst>
      <p:ext uri="{BB962C8B-B14F-4D97-AF65-F5344CB8AC3E}">
        <p14:creationId xmlns:p14="http://schemas.microsoft.com/office/powerpoint/2010/main" val="4110926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33</a:t>
            </a:fld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40CAE1-3F2E-6AB5-4585-569DB760C13E}"/>
              </a:ext>
            </a:extLst>
          </p:cNvPr>
          <p:cNvSpPr txBox="1"/>
          <p:nvPr/>
        </p:nvSpPr>
        <p:spPr>
          <a:xfrm>
            <a:off x="452606" y="968748"/>
            <a:ext cx="8319199" cy="418641"/>
          </a:xfrm>
          <a:prstGeom prst="rect">
            <a:avLst/>
          </a:prstGeom>
          <a:noFill/>
        </p:spPr>
        <p:txBody>
          <a:bodyPr wrap="none" lIns="79311" tIns="39656" rIns="79311" bIns="39656" rtlCol="0">
            <a:spAutoFit/>
          </a:bodyPr>
          <a:lstStyle/>
          <a:p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Compute the </a:t>
            </a:r>
            <a:r>
              <a:rPr lang="en-GB" sz="22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 clause: grouped attributes and aggregates</a:t>
            </a:r>
            <a:endParaRPr lang="en-US" sz="2200" b="1" dirty="0">
              <a:solidFill>
                <a:schemeClr val="tx2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576FE5C2-F1AD-860F-56A1-069F3427E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75" y="1586238"/>
            <a:ext cx="6508094" cy="146508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9311" tIns="39656" rIns="79311" bIns="39656">
            <a:spAutoFit/>
          </a:bodyPr>
          <a:lstStyle/>
          <a:p>
            <a:pPr eaLnBrk="0" hangingPunct="0"/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SELECT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product,</a:t>
            </a:r>
          </a:p>
          <a:p>
            <a:pPr eaLnBrk="0" hangingPunct="0"/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	    SUM(price * quantity) AS </a:t>
            </a:r>
            <a:r>
              <a:rPr lang="en-US" dirty="0" err="1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TotalSales</a:t>
            </a:r>
            <a:endParaRPr lang="en-US" dirty="0">
              <a:latin typeface="Courier New" panose="02070309020205020404" pitchFamily="49" charset="0"/>
              <a:ea typeface="Menlo" charset="0"/>
              <a:cs typeface="Courier New" panose="02070309020205020404" pitchFamily="49" charset="0"/>
            </a:endParaRPr>
          </a:p>
          <a:p>
            <a:pPr eaLnBrk="0" hangingPunct="0"/>
            <a:r>
              <a:rPr lang="en-US" b="1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FROM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  Purchase</a:t>
            </a:r>
          </a:p>
          <a:p>
            <a:pPr eaLnBrk="0" hangingPunct="0"/>
            <a:r>
              <a:rPr lang="en-US" b="1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WHERE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 date &gt; ‘10/1/2005’</a:t>
            </a:r>
          </a:p>
          <a:p>
            <a:pPr eaLnBrk="0" hangingPunct="0"/>
            <a:r>
              <a:rPr lang="en-US" b="1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GROUP BY </a:t>
            </a:r>
            <a:r>
              <a:rPr lang="en-US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product</a:t>
            </a:r>
          </a:p>
        </p:txBody>
      </p:sp>
      <p:sp>
        <p:nvSpPr>
          <p:cNvPr id="4" name="AutoShape 79">
            <a:extLst>
              <a:ext uri="{FF2B5EF4-FFF2-40B4-BE49-F238E27FC236}">
                <a16:creationId xmlns:a16="http://schemas.microsoft.com/office/drawing/2014/main" id="{CA6E6E9B-DB6F-CB67-67C1-7C0A8AB51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0208" y="4157066"/>
            <a:ext cx="679406" cy="794294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C0C0C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79311" tIns="39656" rIns="79311" bIns="39656" anchor="ctr">
            <a:spAutoFit/>
          </a:bodyPr>
          <a:lstStyle/>
          <a:p>
            <a:endParaRPr lang="en-US" sz="2078"/>
          </a:p>
        </p:txBody>
      </p:sp>
      <p:graphicFrame>
        <p:nvGraphicFramePr>
          <p:cNvPr id="5" name="Group 74">
            <a:extLst>
              <a:ext uri="{FF2B5EF4-FFF2-40B4-BE49-F238E27FC236}">
                <a16:creationId xmlns:a16="http://schemas.microsoft.com/office/drawing/2014/main" id="{30949C66-603C-628C-C329-33F5B42F60CA}"/>
              </a:ext>
            </a:extLst>
          </p:cNvPr>
          <p:cNvGraphicFramePr>
            <a:graphicFrameLocks noGrp="1"/>
          </p:cNvGraphicFramePr>
          <p:nvPr/>
        </p:nvGraphicFramePr>
        <p:xfrm>
          <a:off x="5828583" y="3744503"/>
          <a:ext cx="2972924" cy="163932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9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6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Product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TotalSales</a:t>
                      </a:r>
                      <a:endParaRPr kumimoji="0" lang="en-US" sz="25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54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Bagel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50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Banana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15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6F6FECEE-603A-2ECF-A1F1-EF06A61CE69A}"/>
              </a:ext>
            </a:extLst>
          </p:cNvPr>
          <p:cNvSpPr/>
          <p:nvPr/>
        </p:nvSpPr>
        <p:spPr>
          <a:xfrm>
            <a:off x="4501622" y="3895148"/>
            <a:ext cx="1197314" cy="399854"/>
          </a:xfrm>
          <a:prstGeom prst="rect">
            <a:avLst/>
          </a:prstGeom>
        </p:spPr>
        <p:txBody>
          <a:bodyPr wrap="none" lIns="79311" tIns="39656" rIns="79311" bIns="39656">
            <a:spAutoFit/>
          </a:bodyPr>
          <a:lstStyle/>
          <a:p>
            <a:r>
              <a:rPr lang="en-US" sz="2078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SELECT</a:t>
            </a:r>
            <a:endParaRPr lang="en-US" sz="2078" dirty="0"/>
          </a:p>
        </p:txBody>
      </p:sp>
      <p:graphicFrame>
        <p:nvGraphicFramePr>
          <p:cNvPr id="14" name="Group 58">
            <a:extLst>
              <a:ext uri="{FF2B5EF4-FFF2-40B4-BE49-F238E27FC236}">
                <a16:creationId xmlns:a16="http://schemas.microsoft.com/office/drawing/2014/main" id="{78CF29FF-CF86-38C5-8F88-881DD08629E0}"/>
              </a:ext>
            </a:extLst>
          </p:cNvPr>
          <p:cNvGraphicFramePr>
            <a:graphicFrameLocks noGrp="1"/>
          </p:cNvGraphicFramePr>
          <p:nvPr/>
        </p:nvGraphicFramePr>
        <p:xfrm>
          <a:off x="669694" y="3599447"/>
          <a:ext cx="3702282" cy="2102176"/>
        </p:xfrm>
        <a:graphic>
          <a:graphicData uri="http://schemas.openxmlformats.org/drawingml/2006/table">
            <a:tbl>
              <a:tblPr/>
              <a:tblGrid>
                <a:gridCol w="1046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1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7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38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Product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Date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Price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charset="0"/>
                        </a:rPr>
                        <a:t>Quantity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5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Bagel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10/21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5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10/25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1.50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20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5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Banana</a:t>
                      </a:r>
                    </a:p>
                  </a:txBody>
                  <a:tcPr marL="68580" marR="68580" marT="41561" marB="4156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10/3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0.5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5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10/10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</a:t>
                      </a:r>
                    </a:p>
                  </a:txBody>
                  <a:tcPr marL="68580" marR="68580" marT="41561" marB="415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itle 1">
            <a:extLst>
              <a:ext uri="{FF2B5EF4-FFF2-40B4-BE49-F238E27FC236}">
                <a16:creationId xmlns:a16="http://schemas.microsoft.com/office/drawing/2014/main" id="{8E18BE2F-D5C9-3D15-9F73-5E8E37344BC0}"/>
              </a:ext>
            </a:extLst>
          </p:cNvPr>
          <p:cNvSpPr txBox="1">
            <a:spLocks/>
          </p:cNvSpPr>
          <p:nvPr/>
        </p:nvSpPr>
        <p:spPr bwMode="auto">
          <a:xfrm>
            <a:off x="3378040" y="6534"/>
            <a:ext cx="6357913" cy="78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87A529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GB" sz="2600" dirty="0"/>
              <a:t>SQL Data Manipulation Commands</a:t>
            </a:r>
          </a:p>
        </p:txBody>
      </p:sp>
    </p:spTree>
    <p:extLst>
      <p:ext uri="{BB962C8B-B14F-4D97-AF65-F5344CB8AC3E}">
        <p14:creationId xmlns:p14="http://schemas.microsoft.com/office/powerpoint/2010/main" val="1701472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34</a:t>
            </a:fld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40CAE1-3F2E-6AB5-4585-569DB760C13E}"/>
              </a:ext>
            </a:extLst>
          </p:cNvPr>
          <p:cNvSpPr txBox="1"/>
          <p:nvPr/>
        </p:nvSpPr>
        <p:spPr>
          <a:xfrm>
            <a:off x="452606" y="968748"/>
            <a:ext cx="2240741" cy="418641"/>
          </a:xfrm>
          <a:prstGeom prst="rect">
            <a:avLst/>
          </a:prstGeom>
          <a:noFill/>
        </p:spPr>
        <p:txBody>
          <a:bodyPr wrap="none" lIns="79311" tIns="39656" rIns="79311" bIns="39656" rtlCol="0">
            <a:spAutoFit/>
          </a:bodyPr>
          <a:lstStyle/>
          <a:p>
            <a:r>
              <a:rPr lang="en-GB"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HAVING Clause</a:t>
            </a:r>
            <a:endParaRPr lang="en-US" sz="2200" b="1" dirty="0">
              <a:solidFill>
                <a:schemeClr val="tx2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97B05D5E-AF09-9EF8-8C4B-5942E8D8A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7216" y="1849720"/>
            <a:ext cx="3131840" cy="1064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79311" tIns="39656" rIns="79311" bIns="39656">
            <a:spAutoFit/>
          </a:bodyPr>
          <a:lstStyle/>
          <a:p>
            <a:pPr eaLnBrk="0" hangingPunct="0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Same query as before, except that we consider only products that have more than</a:t>
            </a:r>
          </a:p>
          <a:p>
            <a:pPr eaLnBrk="0" hangingPunct="0"/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100 buyers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02832820-69D1-A2D1-28E9-C756101A0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511" y="4061974"/>
            <a:ext cx="6331219" cy="3998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lIns="79311" tIns="39656" rIns="79311" bIns="39656">
            <a:spAutoFit/>
          </a:bodyPr>
          <a:lstStyle/>
          <a:p>
            <a:pPr eaLnBrk="0" hangingPunct="0"/>
            <a:r>
              <a:rPr lang="en-US" sz="2078" dirty="0">
                <a:latin typeface="Helvetica" panose="020B0604020202020204" pitchFamily="34" charset="0"/>
                <a:cs typeface="Helvetica" panose="020B0604020202020204" pitchFamily="34" charset="0"/>
              </a:rPr>
              <a:t>HAVING clauses contains conditions on </a:t>
            </a:r>
            <a:r>
              <a:rPr lang="en-US" sz="2078" b="1" dirty="0">
                <a:latin typeface="Helvetica" panose="020B0604020202020204" pitchFamily="34" charset="0"/>
                <a:cs typeface="Helvetica" panose="020B0604020202020204" pitchFamily="34" charset="0"/>
              </a:rPr>
              <a:t>aggregates</a:t>
            </a:r>
          </a:p>
        </p:txBody>
      </p:sp>
      <p:sp>
        <p:nvSpPr>
          <p:cNvPr id="12" name="Text Box 1032">
            <a:extLst>
              <a:ext uri="{FF2B5EF4-FFF2-40B4-BE49-F238E27FC236}">
                <a16:creationId xmlns:a16="http://schemas.microsoft.com/office/drawing/2014/main" id="{80053CB0-8FFF-2D55-8786-A7B6B44E2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512" y="1855208"/>
            <a:ext cx="6091282" cy="167892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lIns="79311" tIns="39656" rIns="79311" bIns="39656">
            <a:spAutoFit/>
          </a:bodyPr>
          <a:lstStyle/>
          <a:p>
            <a:pPr eaLnBrk="0" hangingPunct="0"/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SELECT</a:t>
            </a:r>
            <a:r>
              <a:rPr lang="en-US" sz="2078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product, SUM(price*quantity)</a:t>
            </a:r>
          </a:p>
          <a:p>
            <a:pPr eaLnBrk="0" hangingPunct="0"/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FROM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  Purchase</a:t>
            </a:r>
          </a:p>
          <a:p>
            <a:pPr eaLnBrk="0" hangingPunct="0"/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WHERE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 date &gt; ‘10/1/2005’</a:t>
            </a:r>
          </a:p>
          <a:p>
            <a:pPr eaLnBrk="0" hangingPunct="0"/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GROUP BY 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product</a:t>
            </a:r>
          </a:p>
          <a:p>
            <a:pPr eaLnBrk="0" hangingPunct="0"/>
            <a:r>
              <a:rPr lang="en-US" sz="2078" b="1" dirty="0">
                <a:solidFill>
                  <a:srgbClr val="FF0000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HAVING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SUM(quantity) &gt; 100</a:t>
            </a:r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A7186E1A-F5ED-B1E6-DEEB-9CE5BEA62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512" y="4925823"/>
            <a:ext cx="7424980" cy="3998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lIns="79311" tIns="39656" rIns="79311" bIns="39656">
            <a:spAutoFit/>
          </a:bodyPr>
          <a:lstStyle/>
          <a:p>
            <a:pPr eaLnBrk="0" hangingPunct="0"/>
            <a:r>
              <a:rPr lang="en-US" sz="2078" i="1" dirty="0">
                <a:latin typeface="Helvetica" panose="020B0604020202020204" pitchFamily="34" charset="0"/>
                <a:cs typeface="Helvetica" panose="020B0604020202020204" pitchFamily="34" charset="0"/>
              </a:rPr>
              <a:t>Whereas WHERE clauses condition on </a:t>
            </a:r>
            <a:r>
              <a:rPr lang="en-US" sz="2078" b="1" i="1" dirty="0">
                <a:latin typeface="Helvetica" panose="020B0604020202020204" pitchFamily="34" charset="0"/>
                <a:cs typeface="Helvetica" panose="020B0604020202020204" pitchFamily="34" charset="0"/>
              </a:rPr>
              <a:t>individual tuples…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0F5FDE2-87A7-DB58-3DD0-075EF2E338D0}"/>
              </a:ext>
            </a:extLst>
          </p:cNvPr>
          <p:cNvSpPr txBox="1">
            <a:spLocks/>
          </p:cNvSpPr>
          <p:nvPr/>
        </p:nvSpPr>
        <p:spPr bwMode="auto">
          <a:xfrm>
            <a:off x="3296816" y="0"/>
            <a:ext cx="6357913" cy="78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87A529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GB" sz="2600" dirty="0"/>
              <a:t>SQL Data Manipulation Commands</a:t>
            </a:r>
          </a:p>
        </p:txBody>
      </p:sp>
    </p:spTree>
    <p:extLst>
      <p:ext uri="{BB962C8B-B14F-4D97-AF65-F5344CB8AC3E}">
        <p14:creationId xmlns:p14="http://schemas.microsoft.com/office/powerpoint/2010/main" val="3154535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 animBg="1"/>
      <p:bldP spid="12" grpId="0" animBg="1"/>
      <p:bldP spid="1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35</a:t>
            </a:fld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40CAE1-3F2E-6AB5-4585-569DB760C13E}"/>
              </a:ext>
            </a:extLst>
          </p:cNvPr>
          <p:cNvSpPr txBox="1"/>
          <p:nvPr/>
        </p:nvSpPr>
        <p:spPr>
          <a:xfrm>
            <a:off x="452606" y="968748"/>
            <a:ext cx="3877407" cy="418641"/>
          </a:xfrm>
          <a:prstGeom prst="rect">
            <a:avLst/>
          </a:prstGeom>
          <a:noFill/>
        </p:spPr>
        <p:txBody>
          <a:bodyPr wrap="none" lIns="79311" tIns="39656" rIns="79311" bIns="39656" rtlCol="0">
            <a:spAutoFit/>
          </a:bodyPr>
          <a:lstStyle/>
          <a:p>
            <a:r>
              <a:rPr lang="en-GB"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Group-by vs Nested Query</a:t>
            </a:r>
            <a:endParaRPr lang="en-US" sz="2200" b="1" dirty="0">
              <a:solidFill>
                <a:schemeClr val="tx2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92EEB7-90F5-47FC-12BB-704773C369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2606" y="2601705"/>
            <a:ext cx="6336704" cy="911084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Find authors who wrote </a:t>
            </a:r>
            <a:r>
              <a:rPr lang="en-US" dirty="0">
                <a:latin typeface="Symbol" charset="2"/>
              </a:rPr>
              <a:t>³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10 documents: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Attempt 1: with nested queries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53821C7E-571F-400D-BE92-0414D24490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521" y="3765688"/>
            <a:ext cx="7213384" cy="199868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lIns="79311" tIns="39656" rIns="79311" bIns="39656">
            <a:spAutoFit/>
          </a:bodyPr>
          <a:lstStyle/>
          <a:p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SELECT</a:t>
            </a:r>
            <a:r>
              <a:rPr lang="en-US" sz="2078" b="1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</a:t>
            </a:r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DISTINCT</a:t>
            </a:r>
            <a:r>
              <a:rPr lang="en-US" sz="2078" b="1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</a:t>
            </a:r>
            <a:r>
              <a:rPr lang="en-US" sz="2078" dirty="0" err="1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Author.name</a:t>
            </a:r>
            <a:endParaRPr lang="en-US" sz="2078" dirty="0">
              <a:latin typeface="Courier New" panose="02070309020205020404" pitchFamily="49" charset="0"/>
              <a:ea typeface="Menlo" charset="0"/>
              <a:cs typeface="Courier New" panose="02070309020205020404" pitchFamily="49" charset="0"/>
            </a:endParaRPr>
          </a:p>
          <a:p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FROM</a:t>
            </a:r>
            <a:r>
              <a:rPr lang="en-US" sz="2078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Author</a:t>
            </a:r>
          </a:p>
          <a:p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WHERE</a:t>
            </a:r>
            <a:r>
              <a:rPr lang="en-US" sz="2078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COUNT(</a:t>
            </a:r>
          </a:p>
          <a:p>
            <a:r>
              <a:rPr lang="en-US" sz="2078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	</a:t>
            </a:r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SELECT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</a:t>
            </a:r>
            <a:r>
              <a:rPr lang="en-US" sz="2078" dirty="0" err="1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Wrote.url</a:t>
            </a:r>
            <a:b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</a:b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  </a:t>
            </a:r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FROM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Wrote</a:t>
            </a:r>
            <a:b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</a:b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  </a:t>
            </a:r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WHERE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</a:t>
            </a:r>
            <a:r>
              <a:rPr lang="en-US" sz="2078" dirty="0" err="1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Author.login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= </a:t>
            </a:r>
            <a:r>
              <a:rPr lang="en-US" sz="2078" dirty="0" err="1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Wrote.login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) &gt; 10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9FA0EB76-0391-AE87-EEF9-EEA7D3184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520" y="1602772"/>
            <a:ext cx="2186367" cy="68948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lIns="79311" tIns="39656" rIns="79311" bIns="39656">
            <a:spAutoFit/>
          </a:bodyPr>
          <a:lstStyle/>
          <a:p>
            <a:pPr>
              <a:spcBef>
                <a:spcPct val="20000"/>
              </a:spcBef>
            </a:pPr>
            <a:r>
              <a:rPr lang="en-US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Author(</a:t>
            </a:r>
            <a:r>
              <a:rPr lang="en-US" u="sng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login</a:t>
            </a:r>
            <a:r>
              <a:rPr lang="en-US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, name)</a:t>
            </a:r>
          </a:p>
          <a:p>
            <a:pPr>
              <a:spcBef>
                <a:spcPct val="20000"/>
              </a:spcBef>
            </a:pPr>
            <a:r>
              <a:rPr lang="en-US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Wrote(login, url)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E0F8E4-EB70-0EEE-1162-80DDC3E99884}"/>
              </a:ext>
            </a:extLst>
          </p:cNvPr>
          <p:cNvSpPr/>
          <p:nvPr/>
        </p:nvSpPr>
        <p:spPr>
          <a:xfrm>
            <a:off x="7926538" y="4309490"/>
            <a:ext cx="1872207" cy="911083"/>
          </a:xfrm>
          <a:prstGeom prst="rect">
            <a:avLst/>
          </a:prstGeom>
          <a:solidFill>
            <a:srgbClr val="FFE181"/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9311" tIns="39656" rIns="79311" bIns="39656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This is</a:t>
            </a:r>
            <a:b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SQL by</a:t>
            </a:r>
            <a:b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 novice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3527BF9-4E9D-39E0-B781-85440CD1D3F0}"/>
              </a:ext>
            </a:extLst>
          </p:cNvPr>
          <p:cNvSpPr txBox="1">
            <a:spLocks/>
          </p:cNvSpPr>
          <p:nvPr/>
        </p:nvSpPr>
        <p:spPr bwMode="auto">
          <a:xfrm>
            <a:off x="3224808" y="14591"/>
            <a:ext cx="6357913" cy="78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87A529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GB" sz="2600" dirty="0"/>
              <a:t>SQL Data Manipulation Commands</a:t>
            </a:r>
          </a:p>
        </p:txBody>
      </p:sp>
    </p:spTree>
    <p:extLst>
      <p:ext uri="{BB962C8B-B14F-4D97-AF65-F5344CB8AC3E}">
        <p14:creationId xmlns:p14="http://schemas.microsoft.com/office/powerpoint/2010/main" val="3053571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8824" y="25412"/>
            <a:ext cx="6357913" cy="780762"/>
          </a:xfrm>
        </p:spPr>
        <p:txBody>
          <a:bodyPr/>
          <a:lstStyle/>
          <a:p>
            <a:r>
              <a:rPr lang="en-GB" sz="2600" dirty="0"/>
              <a:t>SQL Data Manipulation Commands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36</a:t>
            </a:fld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40CAE1-3F2E-6AB5-4585-569DB760C13E}"/>
              </a:ext>
            </a:extLst>
          </p:cNvPr>
          <p:cNvSpPr txBox="1"/>
          <p:nvPr/>
        </p:nvSpPr>
        <p:spPr>
          <a:xfrm>
            <a:off x="452606" y="968748"/>
            <a:ext cx="3877407" cy="418641"/>
          </a:xfrm>
          <a:prstGeom prst="rect">
            <a:avLst/>
          </a:prstGeom>
          <a:noFill/>
        </p:spPr>
        <p:txBody>
          <a:bodyPr wrap="none" lIns="79311" tIns="39656" rIns="79311" bIns="39656" rtlCol="0">
            <a:spAutoFit/>
          </a:bodyPr>
          <a:lstStyle/>
          <a:p>
            <a:r>
              <a:rPr lang="en-GB"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Group-by vs Nested Query</a:t>
            </a:r>
            <a:endParaRPr lang="en-US" sz="2200" b="1" dirty="0">
              <a:solidFill>
                <a:schemeClr val="tx2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F90E2BD-79F3-0DF1-146A-F5D6220A08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72480" y="2300660"/>
            <a:ext cx="7886701" cy="78076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Find all authors who wrote at least 10 documents:</a:t>
            </a:r>
          </a:p>
          <a:p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Attempt 2: SQL style (with GROUP BY)</a:t>
            </a: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85AC87BF-5433-AEF2-9186-1B035A976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440" y="3185676"/>
            <a:ext cx="5770681" cy="167892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lIns="79311" tIns="39656" rIns="79311" bIns="39656">
            <a:spAutoFit/>
          </a:bodyPr>
          <a:lstStyle/>
          <a:p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SELECT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</a:t>
            </a:r>
            <a:r>
              <a:rPr lang="en-US" sz="2078" dirty="0" err="1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Author.name</a:t>
            </a:r>
            <a:endParaRPr lang="en-US" sz="2078" dirty="0">
              <a:latin typeface="Courier New" panose="02070309020205020404" pitchFamily="49" charset="0"/>
              <a:ea typeface="Menlo" charset="0"/>
              <a:cs typeface="Courier New" panose="02070309020205020404" pitchFamily="49" charset="0"/>
            </a:endParaRPr>
          </a:p>
          <a:p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FROM</a:t>
            </a:r>
            <a:r>
              <a:rPr lang="en-US" sz="2078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Author, Wrote</a:t>
            </a:r>
          </a:p>
          <a:p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WHERE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 </a:t>
            </a:r>
            <a:r>
              <a:rPr lang="en-US" sz="2078" dirty="0" err="1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Author.login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= </a:t>
            </a:r>
            <a:r>
              <a:rPr lang="en-US" sz="2078" dirty="0" err="1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Wrote.login</a:t>
            </a:r>
            <a:endParaRPr lang="en-US" sz="2078" dirty="0">
              <a:latin typeface="Courier New" panose="02070309020205020404" pitchFamily="49" charset="0"/>
              <a:ea typeface="Menlo" charset="0"/>
              <a:cs typeface="Courier New" panose="02070309020205020404" pitchFamily="49" charset="0"/>
            </a:endParaRPr>
          </a:p>
          <a:p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GROUP BY</a:t>
            </a:r>
            <a:r>
              <a:rPr lang="en-US" sz="2078" b="1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</a:t>
            </a:r>
            <a:r>
              <a:rPr lang="en-US" sz="2078" dirty="0" err="1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Author.name</a:t>
            </a:r>
            <a:endParaRPr lang="en-US" sz="2078" dirty="0">
              <a:latin typeface="Courier New" panose="02070309020205020404" pitchFamily="49" charset="0"/>
              <a:ea typeface="Menlo" charset="0"/>
              <a:cs typeface="Courier New" panose="02070309020205020404" pitchFamily="49" charset="0"/>
            </a:endParaRPr>
          </a:p>
          <a:p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HAVING</a:t>
            </a:r>
            <a:r>
              <a:rPr lang="en-US" sz="2078" dirty="0">
                <a:solidFill>
                  <a:schemeClr val="accent2"/>
                </a:solidFill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   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COUNT(</a:t>
            </a:r>
            <a:r>
              <a:rPr lang="en-US" sz="2078" dirty="0" err="1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Wrote.url</a:t>
            </a:r>
            <a:r>
              <a:rPr lang="en-US" sz="2078" dirty="0">
                <a:latin typeface="Courier New" panose="02070309020205020404" pitchFamily="49" charset="0"/>
                <a:ea typeface="Menlo" charset="0"/>
                <a:cs typeface="Courier New" panose="02070309020205020404" pitchFamily="49" charset="0"/>
              </a:rPr>
              <a:t>) &gt; 10</a:t>
            </a: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925CCD30-D361-1AA8-DABA-B28462F39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0" y="5193658"/>
            <a:ext cx="6679584" cy="399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79311" tIns="39656" rIns="79311" bIns="39656">
            <a:spAutoFit/>
          </a:bodyPr>
          <a:lstStyle/>
          <a:p>
            <a:r>
              <a:rPr lang="en-US" sz="2078" dirty="0">
                <a:latin typeface="Helvetica" panose="020B0604020202020204" pitchFamily="34" charset="0"/>
                <a:cs typeface="Helvetica" panose="020B0604020202020204" pitchFamily="34" charset="0"/>
              </a:rPr>
              <a:t>No need for </a:t>
            </a:r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DISTINCT</a:t>
            </a:r>
            <a:r>
              <a:rPr lang="en-US" sz="2078" dirty="0">
                <a:latin typeface="Helvetica" panose="020B0604020202020204" pitchFamily="34" charset="0"/>
                <a:cs typeface="Helvetica" panose="020B0604020202020204" pitchFamily="34" charset="0"/>
              </a:rPr>
              <a:t>: automatically from </a:t>
            </a:r>
            <a:r>
              <a:rPr lang="en-US" sz="2078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 BY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FC92A5-EC52-A47A-40AE-BAEC2096EEAF}"/>
              </a:ext>
            </a:extLst>
          </p:cNvPr>
          <p:cNvSpPr/>
          <p:nvPr/>
        </p:nvSpPr>
        <p:spPr>
          <a:xfrm>
            <a:off x="6817571" y="3243814"/>
            <a:ext cx="1594832" cy="1039388"/>
          </a:xfrm>
          <a:prstGeom prst="rect">
            <a:avLst/>
          </a:prstGeom>
          <a:solidFill>
            <a:srgbClr val="FFE181"/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9311" tIns="39656" rIns="79311" bIns="39656">
            <a:spAutoFit/>
          </a:bodyPr>
          <a:lstStyle/>
          <a:p>
            <a:r>
              <a:rPr lang="en-US" sz="2078" dirty="0">
                <a:latin typeface="+mj-lt"/>
              </a:rPr>
              <a:t>This is</a:t>
            </a:r>
            <a:br>
              <a:rPr lang="en-US" sz="2078" dirty="0">
                <a:latin typeface="+mj-lt"/>
              </a:rPr>
            </a:br>
            <a:r>
              <a:rPr lang="en-US" sz="2078" dirty="0">
                <a:latin typeface="+mj-lt"/>
              </a:rPr>
              <a:t>SQL  by</a:t>
            </a:r>
            <a:br>
              <a:rPr lang="en-US" sz="2078" dirty="0">
                <a:latin typeface="+mj-lt"/>
              </a:rPr>
            </a:br>
            <a:r>
              <a:rPr lang="en-US" sz="2078" dirty="0">
                <a:latin typeface="+mj-lt"/>
              </a:rPr>
              <a:t>an expert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8FCAA6-7383-E923-CC72-71833AAC85DD}"/>
              </a:ext>
            </a:extLst>
          </p:cNvPr>
          <p:cNvSpPr txBox="1"/>
          <p:nvPr/>
        </p:nvSpPr>
        <p:spPr>
          <a:xfrm>
            <a:off x="1386547" y="5756085"/>
            <a:ext cx="5886932" cy="418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lIns="79311" tIns="39656" rIns="79311" bIns="39656" rtlCol="0">
            <a:spAutoFit/>
          </a:bodyPr>
          <a:lstStyle/>
          <a:p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With GROUP BY can be </a:t>
            </a:r>
            <a:r>
              <a:rPr lang="en-US" sz="2200" b="1" u="sng" dirty="0">
                <a:latin typeface="Helvetica" panose="020B0604020202020204" pitchFamily="34" charset="0"/>
                <a:cs typeface="Helvetica" panose="020B0604020202020204" pitchFamily="34" charset="0"/>
              </a:rPr>
              <a:t>much</a:t>
            </a:r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 more efficient!</a:t>
            </a: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6A654C86-EE57-ABAE-B1AF-18FB5BB37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440" y="1468585"/>
            <a:ext cx="2186367" cy="68948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none" lIns="79311" tIns="39656" rIns="79311" bIns="39656">
            <a:spAutoFit/>
          </a:bodyPr>
          <a:lstStyle/>
          <a:p>
            <a:pPr>
              <a:spcBef>
                <a:spcPct val="20000"/>
              </a:spcBef>
            </a:pPr>
            <a:r>
              <a:rPr lang="en-US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Author(</a:t>
            </a:r>
            <a:r>
              <a:rPr lang="en-US" u="sng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login</a:t>
            </a:r>
            <a:r>
              <a:rPr lang="en-US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, name)</a:t>
            </a:r>
          </a:p>
          <a:p>
            <a:pPr>
              <a:spcBef>
                <a:spcPct val="20000"/>
              </a:spcBef>
            </a:pPr>
            <a:r>
              <a:rPr lang="en-US" dirty="0">
                <a:solidFill>
                  <a:schemeClr val="accent2"/>
                </a:solidFill>
                <a:latin typeface="Helvetica" panose="020B0604020202020204" pitchFamily="34" charset="0"/>
                <a:ea typeface="Menlo" charset="0"/>
                <a:cs typeface="Helvetica" panose="020B0604020202020204" pitchFamily="34" charset="0"/>
              </a:rPr>
              <a:t>Wrote(login, url)</a:t>
            </a:r>
          </a:p>
        </p:txBody>
      </p:sp>
    </p:spTree>
    <p:extLst>
      <p:ext uri="{BB962C8B-B14F-4D97-AF65-F5344CB8AC3E}">
        <p14:creationId xmlns:p14="http://schemas.microsoft.com/office/powerpoint/2010/main" val="421772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74A10-DE2D-4116-A2DE-523D729BA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37</a:t>
            </a:fld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CAEA833-7FC5-4738-B55E-A41BE3BB8F6F}"/>
              </a:ext>
            </a:extLst>
          </p:cNvPr>
          <p:cNvSpPr txBox="1">
            <a:spLocks/>
          </p:cNvSpPr>
          <p:nvPr/>
        </p:nvSpPr>
        <p:spPr bwMode="auto">
          <a:xfrm>
            <a:off x="3800872" y="2996952"/>
            <a:ext cx="2160239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 fontScale="85000" lnSpcReduction="1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C00000"/>
              </a:buClr>
              <a:buNone/>
            </a:pPr>
            <a:r>
              <a:rPr lang="en-GB" sz="3600" dirty="0">
                <a:latin typeface="Comic Sans MS" panose="030F0702030302020204" pitchFamily="66" charset="0"/>
              </a:rPr>
              <a:t>Questions?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B05BF201-15EA-4712-87E8-E69CA936F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</p:spTree>
    <p:extLst>
      <p:ext uri="{BB962C8B-B14F-4D97-AF65-F5344CB8AC3E}">
        <p14:creationId xmlns:p14="http://schemas.microsoft.com/office/powerpoint/2010/main" val="41367127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NTIMETER_SERIES_ID_KEY" val="al4tdmoahdib7mdmitiproiyp2m6ucjj"/>
</p:tagLst>
</file>

<file path=ppt/theme/theme1.xml><?xml version="1.0" encoding="utf-8"?>
<a:theme xmlns:a="http://schemas.openxmlformats.org/drawingml/2006/main" name="UOB3687_Bradford PPT_Green_External_TEMPLATE">
  <a:themeElements>
    <a:clrScheme name="UOB Green">
      <a:dk1>
        <a:sysClr val="windowText" lastClr="000000"/>
      </a:dk1>
      <a:lt1>
        <a:sysClr val="window" lastClr="FFFFFF"/>
      </a:lt1>
      <a:dk2>
        <a:srgbClr val="005359"/>
      </a:dk2>
      <a:lt2>
        <a:srgbClr val="FFFFFF"/>
      </a:lt2>
      <a:accent1>
        <a:srgbClr val="87A529"/>
      </a:accent1>
      <a:accent2>
        <a:srgbClr val="009EB2"/>
      </a:accent2>
      <a:accent3>
        <a:srgbClr val="395E14"/>
      </a:accent3>
      <a:accent4>
        <a:srgbClr val="E6E7E8"/>
      </a:accent4>
      <a:accent5>
        <a:srgbClr val="C0E064"/>
      </a:accent5>
      <a:accent6>
        <a:srgbClr val="005359"/>
      </a:accent6>
      <a:hlink>
        <a:srgbClr val="009EB2"/>
      </a:hlink>
      <a:folHlink>
        <a:srgbClr val="87A52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0081BE"/>
          </a:solidFill>
        </a:ln>
        <a:effectLst/>
      </a:spPr>
      <a:bodyPr anchor="ctr"/>
      <a:lstStyle>
        <a:defPPr algn="ctr">
          <a:defRPr dirty="0">
            <a:latin typeface="Lucida Sans"/>
            <a:cs typeface="Lucida Sans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87A529"/>
          </a:solidFill>
          <a:prstDash val="sysDas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Lucida Sans Unicode" panose="020B0602030504020204" pitchFamily="34" charset="0"/>
            <a:cs typeface="Lucida Sans Unicode" panose="020B0602030504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62028F1181324286088878907BF764" ma:contentTypeVersion="14" ma:contentTypeDescription="Create a new document." ma:contentTypeScope="" ma:versionID="90976bd7b8c99da3d8fa7de315a6c862">
  <xsd:schema xmlns:xsd="http://www.w3.org/2001/XMLSchema" xmlns:xs="http://www.w3.org/2001/XMLSchema" xmlns:p="http://schemas.microsoft.com/office/2006/metadata/properties" xmlns:ns3="8112531f-664b-410e-b854-b0b109d7936d" xmlns:ns4="b544e34c-2ecd-4376-93c2-9ba4477ab504" targetNamespace="http://schemas.microsoft.com/office/2006/metadata/properties" ma:root="true" ma:fieldsID="40b278b0f625431f435dc1ad5c24d1a0" ns3:_="" ns4:_="">
    <xsd:import namespace="8112531f-664b-410e-b854-b0b109d7936d"/>
    <xsd:import namespace="b544e34c-2ecd-4376-93c2-9ba4477ab50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12531f-664b-410e-b854-b0b109d793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44e34c-2ecd-4376-93c2-9ba4477ab50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2CE5C33-72EA-487D-B241-32E996B7F0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E933D7E-1225-4F91-9BD7-501C0957F9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12531f-664b-410e-b854-b0b109d7936d"/>
    <ds:schemaRef ds:uri="b544e34c-2ecd-4376-93c2-9ba4477ab5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69E357C-CCDC-4DFE-B552-9384A2F6389B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8112531f-664b-410e-b854-b0b109d7936d"/>
    <ds:schemaRef ds:uri="b544e34c-2ecd-4376-93c2-9ba4477ab504"/>
    <ds:schemaRef ds:uri="http://purl.org/dc/terms/"/>
    <ds:schemaRef ds:uri="http://schemas.openxmlformats.org/package/2006/metadata/core-properties"/>
    <ds:schemaRef ds:uri="http://purl.org/dc/dcmitype/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3899</TotalTime>
  <Words>2811</Words>
  <Application>Microsoft Office PowerPoint</Application>
  <PresentationFormat>A4 Paper (210x297 mm)</PresentationFormat>
  <Paragraphs>720</Paragraphs>
  <Slides>37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50" baseType="lpstr">
      <vt:lpstr>Arial</vt:lpstr>
      <vt:lpstr>Calibri</vt:lpstr>
      <vt:lpstr>Comic Sans MS</vt:lpstr>
      <vt:lpstr>Courier New</vt:lpstr>
      <vt:lpstr>Garamond</vt:lpstr>
      <vt:lpstr>Georgia</vt:lpstr>
      <vt:lpstr>Helvetica</vt:lpstr>
      <vt:lpstr>Lucida Sans</vt:lpstr>
      <vt:lpstr>Lucida Sans Unicode</vt:lpstr>
      <vt:lpstr>Menlo</vt:lpstr>
      <vt:lpstr>Symbol</vt:lpstr>
      <vt:lpstr>Times New Roman</vt:lpstr>
      <vt:lpstr>UOB3687_Bradford PPT_Green_External_TEMPLATE</vt:lpstr>
      <vt:lpstr>Large Scale Data Driven Applications</vt:lpstr>
      <vt:lpstr>Outline</vt:lpstr>
      <vt:lpstr>Introduction to SQL</vt:lpstr>
      <vt:lpstr>Introduction to SQL</vt:lpstr>
      <vt:lpstr>SQL DDL Commands </vt:lpstr>
      <vt:lpstr>SQL DQL and DML Commands </vt:lpstr>
      <vt:lpstr>SQL Operators and Functions </vt:lpstr>
      <vt:lpstr>SQL Operators and Functions </vt:lpstr>
      <vt:lpstr>The Database Model</vt:lpstr>
      <vt:lpstr>Single-table queries</vt:lpstr>
      <vt:lpstr>Simple SQL Query: Selection</vt:lpstr>
      <vt:lpstr>Simple SQL Query: Selection</vt:lpstr>
      <vt:lpstr>Notations</vt:lpstr>
      <vt:lpstr>LIKE: Simple String Pattern Matching</vt:lpstr>
      <vt:lpstr>DISTINCT: Eliminating Duplicates</vt:lpstr>
      <vt:lpstr>ORDER BY: Sorting the Results</vt:lpstr>
      <vt:lpstr>PowerPoint Presentation</vt:lpstr>
      <vt:lpstr>PowerPoint Presentation</vt:lpstr>
      <vt:lpstr>PowerPoint Presentation</vt:lpstr>
      <vt:lpstr>Joins</vt:lpstr>
      <vt:lpstr>Joins</vt:lpstr>
      <vt:lpstr>Joins</vt:lpstr>
      <vt:lpstr>Joins</vt:lpstr>
      <vt:lpstr>Joins: Types</vt:lpstr>
      <vt:lpstr>Joins: Types</vt:lpstr>
      <vt:lpstr>Aggregate Functions</vt:lpstr>
      <vt:lpstr>Aggregation Functions</vt:lpstr>
      <vt:lpstr>Aggregate: COUNT</vt:lpstr>
      <vt:lpstr>SQL Data Manipulation Commands</vt:lpstr>
      <vt:lpstr>Grouping and Aggregation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SQL Data Manipulation Commands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Technologies</dc:title>
  <dc:creator>SK</dc:creator>
  <cp:lastModifiedBy>Sohag Kabir</cp:lastModifiedBy>
  <cp:revision>71</cp:revision>
  <dcterms:created xsi:type="dcterms:W3CDTF">2020-01-19T15:58:01Z</dcterms:created>
  <dcterms:modified xsi:type="dcterms:W3CDTF">2024-10-05T17:07:57Z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0x0101004462028F1181324286088878907BF764</vt:lpwstr>
  </property>
</Properties>
</file>