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handoutMasterIdLst>
    <p:handoutMasterId r:id="rId39"/>
  </p:handoutMasterIdLst>
  <p:sldIdLst>
    <p:sldId id="256" r:id="rId5"/>
    <p:sldId id="258" r:id="rId6"/>
    <p:sldId id="279" r:id="rId7"/>
    <p:sldId id="328" r:id="rId8"/>
    <p:sldId id="359" r:id="rId9"/>
    <p:sldId id="331" r:id="rId10"/>
    <p:sldId id="332" r:id="rId11"/>
    <p:sldId id="333" r:id="rId12"/>
    <p:sldId id="334" r:id="rId13"/>
    <p:sldId id="335" r:id="rId14"/>
    <p:sldId id="360" r:id="rId15"/>
    <p:sldId id="361" r:id="rId16"/>
    <p:sldId id="362" r:id="rId17"/>
    <p:sldId id="363" r:id="rId18"/>
    <p:sldId id="364" r:id="rId19"/>
    <p:sldId id="336" r:id="rId20"/>
    <p:sldId id="365" r:id="rId21"/>
    <p:sldId id="366" r:id="rId22"/>
    <p:sldId id="367" r:id="rId23"/>
    <p:sldId id="330" r:id="rId24"/>
    <p:sldId id="369" r:id="rId25"/>
    <p:sldId id="368" r:id="rId26"/>
    <p:sldId id="371" r:id="rId27"/>
    <p:sldId id="370" r:id="rId28"/>
    <p:sldId id="372" r:id="rId29"/>
    <p:sldId id="373" r:id="rId30"/>
    <p:sldId id="374" r:id="rId31"/>
    <p:sldId id="338" r:id="rId32"/>
    <p:sldId id="375" r:id="rId33"/>
    <p:sldId id="376" r:id="rId34"/>
    <p:sldId id="377" r:id="rId35"/>
    <p:sldId id="378" r:id="rId36"/>
    <p:sldId id="354" r:id="rId37"/>
  </p:sldIdLst>
  <p:sldSz cx="9906000" cy="6858000" type="A4"/>
  <p:notesSz cx="6858000" cy="9144000"/>
  <p:custDataLst>
    <p:tags r:id="rId40"/>
  </p:custDataLst>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a:srgbClr val="FF33CC"/>
    <a:srgbClr val="D5C3D7"/>
    <a:srgbClr val="FFE79B"/>
    <a:srgbClr val="FFE181"/>
    <a:srgbClr val="FFD03B"/>
    <a:srgbClr val="FFDA65"/>
    <a:srgbClr val="96C5CD"/>
    <a:srgbClr val="9FACC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38D4F1-04EA-4679-AABE-783D48579403}" v="651" dt="2024-10-19T17:49:02.9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7" autoAdjust="0"/>
    <p:restoredTop sz="87309" autoAdjust="0"/>
  </p:normalViewPr>
  <p:slideViewPr>
    <p:cSldViewPr showGuides="1">
      <p:cViewPr>
        <p:scale>
          <a:sx n="80" d="100"/>
          <a:sy n="80" d="100"/>
        </p:scale>
        <p:origin x="514" y="48"/>
      </p:cViewPr>
      <p:guideLst>
        <p:guide orient="horz"/>
        <p:guide/>
      </p:guideLst>
    </p:cSldViewPr>
  </p:slideViewPr>
  <p:notesTextViewPr>
    <p:cViewPr>
      <p:scale>
        <a:sx n="3" d="2"/>
        <a:sy n="3" d="2"/>
      </p:scale>
      <p:origin x="0" y="0"/>
    </p:cViewPr>
  </p:notesTextViewPr>
  <p:notesViewPr>
    <p:cSldViewPr showGuides="1">
      <p:cViewPr varScale="1">
        <p:scale>
          <a:sx n="55" d="100"/>
          <a:sy n="55" d="100"/>
        </p:scale>
        <p:origin x="-250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ags" Target="tags/tag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hag Kabir" userId="e9b0da40-aef8-480a-bb63-d1daacecf555" providerId="ADAL" clId="{B93E19F7-CF17-4898-9657-10FD6636A87B}"/>
    <pc:docChg chg="undo custSel addSld delSld modSld sldOrd">
      <pc:chgData name="Sohag Kabir" userId="e9b0da40-aef8-480a-bb63-d1daacecf555" providerId="ADAL" clId="{B93E19F7-CF17-4898-9657-10FD6636A87B}" dt="2024-10-05T17:07:53.200" v="3293" actId="1076"/>
      <pc:docMkLst>
        <pc:docMk/>
      </pc:docMkLst>
      <pc:sldChg chg="modSp mod">
        <pc:chgData name="Sohag Kabir" userId="e9b0da40-aef8-480a-bb63-d1daacecf555" providerId="ADAL" clId="{B93E19F7-CF17-4898-9657-10FD6636A87B}" dt="2024-10-05T10:17:01.352" v="1" actId="27636"/>
        <pc:sldMkLst>
          <pc:docMk/>
          <pc:sldMk cId="2795566495" sldId="256"/>
        </pc:sldMkLst>
        <pc:spChg chg="mod">
          <ac:chgData name="Sohag Kabir" userId="e9b0da40-aef8-480a-bb63-d1daacecf555" providerId="ADAL" clId="{B93E19F7-CF17-4898-9657-10FD6636A87B}" dt="2024-10-05T10:17:01.352" v="1" actId="27636"/>
          <ac:spMkLst>
            <pc:docMk/>
            <pc:sldMk cId="2795566495" sldId="256"/>
            <ac:spMk id="7" creationId="{2A7F24C1-BF6E-43D8-A57F-60FFBF172E51}"/>
          </ac:spMkLst>
        </pc:spChg>
      </pc:sldChg>
      <pc:sldChg chg="addSp delSp modSp mod delAnim modAnim">
        <pc:chgData name="Sohag Kabir" userId="e9b0da40-aef8-480a-bb63-d1daacecf555" providerId="ADAL" clId="{B93E19F7-CF17-4898-9657-10FD6636A87B}" dt="2024-10-05T16:03:26.564" v="2920" actId="6549"/>
        <pc:sldMkLst>
          <pc:docMk/>
          <pc:sldMk cId="1234101355" sldId="258"/>
        </pc:sldMkLst>
        <pc:spChg chg="mod">
          <ac:chgData name="Sohag Kabir" userId="e9b0da40-aef8-480a-bb63-d1daacecf555" providerId="ADAL" clId="{B93E19F7-CF17-4898-9657-10FD6636A87B}" dt="2024-10-05T10:18:58.769" v="26" actId="255"/>
          <ac:spMkLst>
            <pc:docMk/>
            <pc:sldMk cId="1234101355" sldId="258"/>
            <ac:spMk id="2" creationId="{DE13D453-4D7B-47BF-AED4-27D56C3644AA}"/>
          </ac:spMkLst>
        </pc:spChg>
        <pc:spChg chg="add mod">
          <ac:chgData name="Sohag Kabir" userId="e9b0da40-aef8-480a-bb63-d1daacecf555" providerId="ADAL" clId="{B93E19F7-CF17-4898-9657-10FD6636A87B}" dt="2024-10-05T16:03:26.564" v="2920" actId="6549"/>
          <ac:spMkLst>
            <pc:docMk/>
            <pc:sldMk cId="1234101355" sldId="258"/>
            <ac:spMk id="3" creationId="{2FEE6F10-BAF0-90B1-17AF-10D6EFC928B2}"/>
          </ac:spMkLst>
        </pc:spChg>
        <pc:spChg chg="del">
          <ac:chgData name="Sohag Kabir" userId="e9b0da40-aef8-480a-bb63-d1daacecf555" providerId="ADAL" clId="{B93E19F7-CF17-4898-9657-10FD6636A87B}" dt="2024-10-05T10:19:56.771" v="30" actId="478"/>
          <ac:spMkLst>
            <pc:docMk/>
            <pc:sldMk cId="1234101355" sldId="258"/>
            <ac:spMk id="13" creationId="{51E7DD38-3A4E-E236-8DA6-E2E51A13D62A}"/>
          </ac:spMkLst>
        </pc:spChg>
        <pc:spChg chg="del">
          <ac:chgData name="Sohag Kabir" userId="e9b0da40-aef8-480a-bb63-d1daacecf555" providerId="ADAL" clId="{B93E19F7-CF17-4898-9657-10FD6636A87B}" dt="2024-10-05T10:20:05.483" v="34" actId="478"/>
          <ac:spMkLst>
            <pc:docMk/>
            <pc:sldMk cId="1234101355" sldId="258"/>
            <ac:spMk id="15" creationId="{515006A4-5FEA-C619-68BB-7F6D6368B102}"/>
          </ac:spMkLst>
        </pc:spChg>
        <pc:spChg chg="del mod">
          <ac:chgData name="Sohag Kabir" userId="e9b0da40-aef8-480a-bb63-d1daacecf555" providerId="ADAL" clId="{B93E19F7-CF17-4898-9657-10FD6636A87B}" dt="2024-10-05T10:20:01.873" v="33" actId="478"/>
          <ac:spMkLst>
            <pc:docMk/>
            <pc:sldMk cId="1234101355" sldId="258"/>
            <ac:spMk id="16" creationId="{FD0D1805-9FC8-5CA2-20E3-B6DD0E688E0D}"/>
          </ac:spMkLst>
        </pc:spChg>
        <pc:picChg chg="del mod">
          <ac:chgData name="Sohag Kabir" userId="e9b0da40-aef8-480a-bb63-d1daacecf555" providerId="ADAL" clId="{B93E19F7-CF17-4898-9657-10FD6636A87B}" dt="2024-10-05T10:19:00.901" v="28" actId="478"/>
          <ac:picMkLst>
            <pc:docMk/>
            <pc:sldMk cId="1234101355" sldId="258"/>
            <ac:picMk id="12" creationId="{C8B76F36-681D-536B-E450-91882A118005}"/>
          </ac:picMkLst>
        </pc:picChg>
        <pc:picChg chg="del">
          <ac:chgData name="Sohag Kabir" userId="e9b0da40-aef8-480a-bb63-d1daacecf555" providerId="ADAL" clId="{B93E19F7-CF17-4898-9657-10FD6636A87B}" dt="2024-10-05T10:19:58.595" v="31" actId="478"/>
          <ac:picMkLst>
            <pc:docMk/>
            <pc:sldMk cId="1234101355" sldId="258"/>
            <ac:picMk id="17" creationId="{3A5C98C1-69C8-50CA-86DE-E22EA0C90F03}"/>
          </ac:picMkLst>
        </pc:picChg>
        <pc:picChg chg="del">
          <ac:chgData name="Sohag Kabir" userId="e9b0da40-aef8-480a-bb63-d1daacecf555" providerId="ADAL" clId="{B93E19F7-CF17-4898-9657-10FD6636A87B}" dt="2024-10-05T10:20:07.704" v="35" actId="478"/>
          <ac:picMkLst>
            <pc:docMk/>
            <pc:sldMk cId="1234101355" sldId="258"/>
            <ac:picMk id="18" creationId="{C6ED1E53-424E-0203-4AE3-CAB061ED8CAF}"/>
          </ac:picMkLst>
        </pc:picChg>
        <pc:picChg chg="del">
          <ac:chgData name="Sohag Kabir" userId="e9b0da40-aef8-480a-bb63-d1daacecf555" providerId="ADAL" clId="{B93E19F7-CF17-4898-9657-10FD6636A87B}" dt="2024-10-05T10:19:03.577" v="29" actId="478"/>
          <ac:picMkLst>
            <pc:docMk/>
            <pc:sldMk cId="1234101355" sldId="258"/>
            <ac:picMk id="1026" creationId="{0CA2D96E-5837-5AB6-3300-9A61DF99D7A8}"/>
          </ac:picMkLst>
        </pc:picChg>
      </pc:sldChg>
      <pc:sldChg chg="addSp delSp modSp mod">
        <pc:chgData name="Sohag Kabir" userId="e9b0da40-aef8-480a-bb63-d1daacecf555" providerId="ADAL" clId="{B93E19F7-CF17-4898-9657-10FD6636A87B}" dt="2024-10-05T11:59:21.075" v="2287" actId="2711"/>
        <pc:sldMkLst>
          <pc:docMk/>
          <pc:sldMk cId="2490493203" sldId="259"/>
        </pc:sldMkLst>
        <pc:spChg chg="mod">
          <ac:chgData name="Sohag Kabir" userId="e9b0da40-aef8-480a-bb63-d1daacecf555" providerId="ADAL" clId="{B93E19F7-CF17-4898-9657-10FD6636A87B}" dt="2024-10-05T11:56:42.914" v="2271"/>
          <ac:spMkLst>
            <pc:docMk/>
            <pc:sldMk cId="2490493203" sldId="259"/>
            <ac:spMk id="2" creationId="{3530B774-9001-449E-924A-4229028B4A25}"/>
          </ac:spMkLst>
        </pc:spChg>
        <pc:spChg chg="add mod">
          <ac:chgData name="Sohag Kabir" userId="e9b0da40-aef8-480a-bb63-d1daacecf555" providerId="ADAL" clId="{B93E19F7-CF17-4898-9657-10FD6636A87B}" dt="2024-10-05T11:57:55.344" v="2277" actId="255"/>
          <ac:spMkLst>
            <pc:docMk/>
            <pc:sldMk cId="2490493203" sldId="259"/>
            <ac:spMk id="3" creationId="{5DCBADA2-21C0-2FB7-7BEF-BAA931BE9BEF}"/>
          </ac:spMkLst>
        </pc:spChg>
        <pc:spChg chg="add mod">
          <ac:chgData name="Sohag Kabir" userId="e9b0da40-aef8-480a-bb63-d1daacecf555" providerId="ADAL" clId="{B93E19F7-CF17-4898-9657-10FD6636A87B}" dt="2024-10-05T11:58:04.679" v="2278" actId="1076"/>
          <ac:spMkLst>
            <pc:docMk/>
            <pc:sldMk cId="2490493203" sldId="259"/>
            <ac:spMk id="4" creationId="{B3213A80-DE3C-A647-3F8D-60F2C40F201E}"/>
          </ac:spMkLst>
        </pc:spChg>
        <pc:spChg chg="add mod">
          <ac:chgData name="Sohag Kabir" userId="e9b0da40-aef8-480a-bb63-d1daacecf555" providerId="ADAL" clId="{B93E19F7-CF17-4898-9657-10FD6636A87B}" dt="2024-10-05T11:58:58.073" v="2286" actId="2711"/>
          <ac:spMkLst>
            <pc:docMk/>
            <pc:sldMk cId="2490493203" sldId="259"/>
            <ac:spMk id="5" creationId="{9D77F72E-E895-6A2B-15B0-F5FE24931878}"/>
          </ac:spMkLst>
        </pc:spChg>
        <pc:spChg chg="add mod">
          <ac:chgData name="Sohag Kabir" userId="e9b0da40-aef8-480a-bb63-d1daacecf555" providerId="ADAL" clId="{B93E19F7-CF17-4898-9657-10FD6636A87B}" dt="2024-10-05T11:59:21.075" v="2287" actId="2711"/>
          <ac:spMkLst>
            <pc:docMk/>
            <pc:sldMk cId="2490493203" sldId="259"/>
            <ac:spMk id="7" creationId="{AA52F217-716B-6404-DDE5-B070F55EDC85}"/>
          </ac:spMkLst>
        </pc:spChg>
        <pc:spChg chg="add mod">
          <ac:chgData name="Sohag Kabir" userId="e9b0da40-aef8-480a-bb63-d1daacecf555" providerId="ADAL" clId="{B93E19F7-CF17-4898-9657-10FD6636A87B}" dt="2024-10-05T11:58:42.924" v="2285" actId="2711"/>
          <ac:spMkLst>
            <pc:docMk/>
            <pc:sldMk cId="2490493203" sldId="259"/>
            <ac:spMk id="11" creationId="{1D2939FD-9105-8DD1-DFC7-A1DD15ABF9C3}"/>
          </ac:spMkLst>
        </pc:spChg>
        <pc:picChg chg="del">
          <ac:chgData name="Sohag Kabir" userId="e9b0da40-aef8-480a-bb63-d1daacecf555" providerId="ADAL" clId="{B93E19F7-CF17-4898-9657-10FD6636A87B}" dt="2024-10-05T11:56:31.668" v="2270" actId="478"/>
          <ac:picMkLst>
            <pc:docMk/>
            <pc:sldMk cId="2490493203" sldId="259"/>
            <ac:picMk id="8" creationId="{9EEC136A-2A0B-36E6-F70E-7045D9828D75}"/>
          </ac:picMkLst>
        </pc:picChg>
        <pc:picChg chg="del">
          <ac:chgData name="Sohag Kabir" userId="e9b0da40-aef8-480a-bb63-d1daacecf555" providerId="ADAL" clId="{B93E19F7-CF17-4898-9657-10FD6636A87B}" dt="2024-10-05T11:56:29.816" v="2269" actId="478"/>
          <ac:picMkLst>
            <pc:docMk/>
            <pc:sldMk cId="2490493203" sldId="259"/>
            <ac:picMk id="10" creationId="{CCF6FCBE-5BEB-47F3-0D9E-3634B0A5CAF6}"/>
          </ac:picMkLst>
        </pc:picChg>
      </pc:sldChg>
      <pc:sldChg chg="del">
        <pc:chgData name="Sohag Kabir" userId="e9b0da40-aef8-480a-bb63-d1daacecf555" providerId="ADAL" clId="{B93E19F7-CF17-4898-9657-10FD6636A87B}" dt="2024-10-05T13:26:17.661" v="2425" actId="47"/>
        <pc:sldMkLst>
          <pc:docMk/>
          <pc:sldMk cId="1583876998" sldId="261"/>
        </pc:sldMkLst>
      </pc:sldChg>
      <pc:sldChg chg="del">
        <pc:chgData name="Sohag Kabir" userId="e9b0da40-aef8-480a-bb63-d1daacecf555" providerId="ADAL" clId="{B93E19F7-CF17-4898-9657-10FD6636A87B}" dt="2024-10-05T13:26:20.417" v="2426" actId="47"/>
        <pc:sldMkLst>
          <pc:docMk/>
          <pc:sldMk cId="4146333179" sldId="264"/>
        </pc:sldMkLst>
      </pc:sldChg>
      <pc:sldChg chg="addSp delSp modSp mod modAnim">
        <pc:chgData name="Sohag Kabir" userId="e9b0da40-aef8-480a-bb63-d1daacecf555" providerId="ADAL" clId="{B93E19F7-CF17-4898-9657-10FD6636A87B}" dt="2024-10-05T12:49:17.027" v="2376"/>
        <pc:sldMkLst>
          <pc:docMk/>
          <pc:sldMk cId="1671400381" sldId="265"/>
        </pc:sldMkLst>
        <pc:spChg chg="mod">
          <ac:chgData name="Sohag Kabir" userId="e9b0da40-aef8-480a-bb63-d1daacecf555" providerId="ADAL" clId="{B93E19F7-CF17-4898-9657-10FD6636A87B}" dt="2024-10-05T12:29:45.172" v="2357" actId="255"/>
          <ac:spMkLst>
            <pc:docMk/>
            <pc:sldMk cId="1671400381" sldId="265"/>
            <ac:spMk id="2" creationId="{F2A4DAD3-1E36-4CAD-94D1-E06B348A4ADD}"/>
          </ac:spMkLst>
        </pc:spChg>
        <pc:spChg chg="add mod">
          <ac:chgData name="Sohag Kabir" userId="e9b0da40-aef8-480a-bb63-d1daacecf555" providerId="ADAL" clId="{B93E19F7-CF17-4898-9657-10FD6636A87B}" dt="2024-10-05T12:31:05.055" v="2359" actId="1076"/>
          <ac:spMkLst>
            <pc:docMk/>
            <pc:sldMk cId="1671400381" sldId="265"/>
            <ac:spMk id="3" creationId="{FF1D6A8F-9F8F-D533-C2C2-463FB2DA3631}"/>
          </ac:spMkLst>
        </pc:spChg>
        <pc:spChg chg="add mod">
          <ac:chgData name="Sohag Kabir" userId="e9b0da40-aef8-480a-bb63-d1daacecf555" providerId="ADAL" clId="{B93E19F7-CF17-4898-9657-10FD6636A87B}" dt="2024-10-05T12:34:49.581" v="2370" actId="20577"/>
          <ac:spMkLst>
            <pc:docMk/>
            <pc:sldMk cId="1671400381" sldId="265"/>
            <ac:spMk id="4" creationId="{76C20FB3-59A9-10DA-33FD-4C721EB51BEB}"/>
          </ac:spMkLst>
        </pc:spChg>
        <pc:spChg chg="add mod">
          <ac:chgData name="Sohag Kabir" userId="e9b0da40-aef8-480a-bb63-d1daacecf555" providerId="ADAL" clId="{B93E19F7-CF17-4898-9657-10FD6636A87B}" dt="2024-10-05T12:46:09.056" v="2372" actId="115"/>
          <ac:spMkLst>
            <pc:docMk/>
            <pc:sldMk cId="1671400381" sldId="265"/>
            <ac:spMk id="5" creationId="{B1044B2D-80D3-8F50-4839-2137DB75AC2B}"/>
          </ac:spMkLst>
        </pc:spChg>
        <pc:spChg chg="del">
          <ac:chgData name="Sohag Kabir" userId="e9b0da40-aef8-480a-bb63-d1daacecf555" providerId="ADAL" clId="{B93E19F7-CF17-4898-9657-10FD6636A87B}" dt="2024-10-05T12:29:10.899" v="2352" actId="478"/>
          <ac:spMkLst>
            <pc:docMk/>
            <pc:sldMk cId="1671400381" sldId="265"/>
            <ac:spMk id="9" creationId="{D2DB1874-C0DE-779E-4007-ECE4F0580246}"/>
          </ac:spMkLst>
        </pc:spChg>
        <pc:spChg chg="del">
          <ac:chgData name="Sohag Kabir" userId="e9b0da40-aef8-480a-bb63-d1daacecf555" providerId="ADAL" clId="{B93E19F7-CF17-4898-9657-10FD6636A87B}" dt="2024-10-05T12:29:19.212" v="2355" actId="478"/>
          <ac:spMkLst>
            <pc:docMk/>
            <pc:sldMk cId="1671400381" sldId="265"/>
            <ac:spMk id="10" creationId="{C72B4FCD-4F84-43FF-E373-0E7E8665FC65}"/>
          </ac:spMkLst>
        </pc:spChg>
        <pc:spChg chg="add mod">
          <ac:chgData name="Sohag Kabir" userId="e9b0da40-aef8-480a-bb63-d1daacecf555" providerId="ADAL" clId="{B93E19F7-CF17-4898-9657-10FD6636A87B}" dt="2024-10-05T12:31:05.055" v="2359" actId="1076"/>
          <ac:spMkLst>
            <pc:docMk/>
            <pc:sldMk cId="1671400381" sldId="265"/>
            <ac:spMk id="11" creationId="{0FC84BF6-83B4-537B-B197-5298C529F397}"/>
          </ac:spMkLst>
        </pc:spChg>
        <pc:spChg chg="del">
          <ac:chgData name="Sohag Kabir" userId="e9b0da40-aef8-480a-bb63-d1daacecf555" providerId="ADAL" clId="{B93E19F7-CF17-4898-9657-10FD6636A87B}" dt="2024-10-05T12:29:16.589" v="2354" actId="478"/>
          <ac:spMkLst>
            <pc:docMk/>
            <pc:sldMk cId="1671400381" sldId="265"/>
            <ac:spMk id="12" creationId="{C344E8A4-372A-23BF-49B1-8767B696DC13}"/>
          </ac:spMkLst>
        </pc:spChg>
        <pc:spChg chg="add mod">
          <ac:chgData name="Sohag Kabir" userId="e9b0da40-aef8-480a-bb63-d1daacecf555" providerId="ADAL" clId="{B93E19F7-CF17-4898-9657-10FD6636A87B}" dt="2024-10-05T12:31:05.055" v="2359" actId="1076"/>
          <ac:spMkLst>
            <pc:docMk/>
            <pc:sldMk cId="1671400381" sldId="265"/>
            <ac:spMk id="13" creationId="{0FD02050-7BB1-1966-28CD-206C3D47ED21}"/>
          </ac:spMkLst>
        </pc:spChg>
        <pc:spChg chg="del">
          <ac:chgData name="Sohag Kabir" userId="e9b0da40-aef8-480a-bb63-d1daacecf555" providerId="ADAL" clId="{B93E19F7-CF17-4898-9657-10FD6636A87B}" dt="2024-10-05T12:29:13.553" v="2353" actId="478"/>
          <ac:spMkLst>
            <pc:docMk/>
            <pc:sldMk cId="1671400381" sldId="265"/>
            <ac:spMk id="14" creationId="{238C606A-9D8F-4C6C-B481-062B5EB30391}"/>
          </ac:spMkLst>
        </pc:spChg>
        <pc:spChg chg="add mod">
          <ac:chgData name="Sohag Kabir" userId="e9b0da40-aef8-480a-bb63-d1daacecf555" providerId="ADAL" clId="{B93E19F7-CF17-4898-9657-10FD6636A87B}" dt="2024-10-05T12:31:05.055" v="2359" actId="1076"/>
          <ac:spMkLst>
            <pc:docMk/>
            <pc:sldMk cId="1671400381" sldId="265"/>
            <ac:spMk id="15" creationId="{3A306778-1C21-80A2-3057-B10769E8A080}"/>
          </ac:spMkLst>
        </pc:spChg>
        <pc:spChg chg="add mod">
          <ac:chgData name="Sohag Kabir" userId="e9b0da40-aef8-480a-bb63-d1daacecf555" providerId="ADAL" clId="{B93E19F7-CF17-4898-9657-10FD6636A87B}" dt="2024-10-05T12:32:38.381" v="2365" actId="1076"/>
          <ac:spMkLst>
            <pc:docMk/>
            <pc:sldMk cId="1671400381" sldId="265"/>
            <ac:spMk id="16" creationId="{B1733F3C-DA91-EB34-E403-6F10E8E9683F}"/>
          </ac:spMkLst>
        </pc:spChg>
        <pc:spChg chg="add mod">
          <ac:chgData name="Sohag Kabir" userId="e9b0da40-aef8-480a-bb63-d1daacecf555" providerId="ADAL" clId="{B93E19F7-CF17-4898-9657-10FD6636A87B}" dt="2024-10-05T12:32:26.195" v="2363" actId="1076"/>
          <ac:spMkLst>
            <pc:docMk/>
            <pc:sldMk cId="1671400381" sldId="265"/>
            <ac:spMk id="17" creationId="{16E68E23-0C9A-B343-9113-506616B65C02}"/>
          </ac:spMkLst>
        </pc:spChg>
        <pc:picChg chg="del">
          <ac:chgData name="Sohag Kabir" userId="e9b0da40-aef8-480a-bb63-d1daacecf555" providerId="ADAL" clId="{B93E19F7-CF17-4898-9657-10FD6636A87B}" dt="2024-10-05T12:29:08.657" v="2351" actId="478"/>
          <ac:picMkLst>
            <pc:docMk/>
            <pc:sldMk cId="1671400381" sldId="265"/>
            <ac:picMk id="7" creationId="{AADCAB66-92D2-95F8-4276-DF3BE39A4E8E}"/>
          </ac:picMkLst>
        </pc:picChg>
      </pc:sldChg>
      <pc:sldChg chg="addSp delSp modSp mod delAnim">
        <pc:chgData name="Sohag Kabir" userId="e9b0da40-aef8-480a-bb63-d1daacecf555" providerId="ADAL" clId="{B93E19F7-CF17-4898-9657-10FD6636A87B}" dt="2024-10-05T13:07:51.210" v="2401" actId="113"/>
        <pc:sldMkLst>
          <pc:docMk/>
          <pc:sldMk cId="1480265116" sldId="266"/>
        </pc:sldMkLst>
        <pc:spChg chg="add mod">
          <ac:chgData name="Sohag Kabir" userId="e9b0da40-aef8-480a-bb63-d1daacecf555" providerId="ADAL" clId="{B93E19F7-CF17-4898-9657-10FD6636A87B}" dt="2024-10-05T13:03:26.546" v="2392" actId="207"/>
          <ac:spMkLst>
            <pc:docMk/>
            <pc:sldMk cId="1480265116" sldId="266"/>
            <ac:spMk id="2" creationId="{C41871F3-B595-E36C-AF47-CCEBC8A95B2E}"/>
          </ac:spMkLst>
        </pc:spChg>
        <pc:spChg chg="add mod">
          <ac:chgData name="Sohag Kabir" userId="e9b0da40-aef8-480a-bb63-d1daacecf555" providerId="ADAL" clId="{B93E19F7-CF17-4898-9657-10FD6636A87B}" dt="2024-10-05T13:04:08.936" v="2397" actId="14100"/>
          <ac:spMkLst>
            <pc:docMk/>
            <pc:sldMk cId="1480265116" sldId="266"/>
            <ac:spMk id="3" creationId="{677288F0-F0F5-CD03-B0DC-F0852D06708C}"/>
          </ac:spMkLst>
        </pc:spChg>
        <pc:spChg chg="mod">
          <ac:chgData name="Sohag Kabir" userId="e9b0da40-aef8-480a-bb63-d1daacecf555" providerId="ADAL" clId="{B93E19F7-CF17-4898-9657-10FD6636A87B}" dt="2024-10-05T13:01:02.224" v="2384" actId="1076"/>
          <ac:spMkLst>
            <pc:docMk/>
            <pc:sldMk cId="1480265116" sldId="266"/>
            <ac:spMk id="4" creationId="{8B3BBD20-CA54-1CCC-FDC5-4B2C938D023F}"/>
          </ac:spMkLst>
        </pc:spChg>
        <pc:spChg chg="add mod">
          <ac:chgData name="Sohag Kabir" userId="e9b0da40-aef8-480a-bb63-d1daacecf555" providerId="ADAL" clId="{B93E19F7-CF17-4898-9657-10FD6636A87B}" dt="2024-10-05T13:07:51.210" v="2401" actId="113"/>
          <ac:spMkLst>
            <pc:docMk/>
            <pc:sldMk cId="1480265116" sldId="266"/>
            <ac:spMk id="7" creationId="{BC63AF23-A25D-5605-6DA9-36B36320F996}"/>
          </ac:spMkLst>
        </pc:spChg>
        <pc:spChg chg="add del mod">
          <ac:chgData name="Sohag Kabir" userId="e9b0da40-aef8-480a-bb63-d1daacecf555" providerId="ADAL" clId="{B93E19F7-CF17-4898-9657-10FD6636A87B}" dt="2024-10-05T13:02:33.353" v="2386" actId="478"/>
          <ac:spMkLst>
            <pc:docMk/>
            <pc:sldMk cId="1480265116" sldId="266"/>
            <ac:spMk id="9" creationId="{954EA3AE-56F8-BAF9-DDBD-CCA7704776EE}"/>
          </ac:spMkLst>
        </pc:spChg>
        <pc:grpChg chg="del">
          <ac:chgData name="Sohag Kabir" userId="e9b0da40-aef8-480a-bb63-d1daacecf555" providerId="ADAL" clId="{B93E19F7-CF17-4898-9657-10FD6636A87B}" dt="2024-10-05T12:53:23.481" v="2378" actId="478"/>
          <ac:grpSpMkLst>
            <pc:docMk/>
            <pc:sldMk cId="1480265116" sldId="266"/>
            <ac:grpSpMk id="22" creationId="{83734901-8D72-C4F9-8A2C-2F0FA82EE86F}"/>
          </ac:grpSpMkLst>
        </pc:grpChg>
        <pc:picChg chg="del">
          <ac:chgData name="Sohag Kabir" userId="e9b0da40-aef8-480a-bb63-d1daacecf555" providerId="ADAL" clId="{B93E19F7-CF17-4898-9657-10FD6636A87B}" dt="2024-10-05T12:53:21.585" v="2377" actId="478"/>
          <ac:picMkLst>
            <pc:docMk/>
            <pc:sldMk cId="1480265116" sldId="266"/>
            <ac:picMk id="5" creationId="{73C3FC7A-B18C-801D-A078-C8C8D407B711}"/>
          </ac:picMkLst>
        </pc:picChg>
      </pc:sldChg>
      <pc:sldChg chg="del">
        <pc:chgData name="Sohag Kabir" userId="e9b0da40-aef8-480a-bb63-d1daacecf555" providerId="ADAL" clId="{B93E19F7-CF17-4898-9657-10FD6636A87B}" dt="2024-10-05T13:26:20.417" v="2426" actId="47"/>
        <pc:sldMkLst>
          <pc:docMk/>
          <pc:sldMk cId="4000026248" sldId="270"/>
        </pc:sldMkLst>
      </pc:sldChg>
      <pc:sldChg chg="del">
        <pc:chgData name="Sohag Kabir" userId="e9b0da40-aef8-480a-bb63-d1daacecf555" providerId="ADAL" clId="{B93E19F7-CF17-4898-9657-10FD6636A87B}" dt="2024-10-05T13:26:12.295" v="2423" actId="47"/>
        <pc:sldMkLst>
          <pc:docMk/>
          <pc:sldMk cId="4132999612" sldId="271"/>
        </pc:sldMkLst>
      </pc:sldChg>
      <pc:sldChg chg="addSp delSp modSp mod modAnim">
        <pc:chgData name="Sohag Kabir" userId="e9b0da40-aef8-480a-bb63-d1daacecf555" providerId="ADAL" clId="{B93E19F7-CF17-4898-9657-10FD6636A87B}" dt="2024-10-05T12:08:24.078" v="2332" actId="20577"/>
        <pc:sldMkLst>
          <pc:docMk/>
          <pc:sldMk cId="249088773" sldId="274"/>
        </pc:sldMkLst>
        <pc:spChg chg="mod">
          <ac:chgData name="Sohag Kabir" userId="e9b0da40-aef8-480a-bb63-d1daacecf555" providerId="ADAL" clId="{B93E19F7-CF17-4898-9657-10FD6636A87B}" dt="2024-10-05T12:01:28.763" v="2290" actId="255"/>
          <ac:spMkLst>
            <pc:docMk/>
            <pc:sldMk cId="249088773" sldId="274"/>
            <ac:spMk id="2" creationId="{3530B774-9001-449E-924A-4229028B4A25}"/>
          </ac:spMkLst>
        </pc:spChg>
        <pc:spChg chg="add mod">
          <ac:chgData name="Sohag Kabir" userId="e9b0da40-aef8-480a-bb63-d1daacecf555" providerId="ADAL" clId="{B93E19F7-CF17-4898-9657-10FD6636A87B}" dt="2024-10-05T12:02:48.565" v="2298" actId="1076"/>
          <ac:spMkLst>
            <pc:docMk/>
            <pc:sldMk cId="249088773" sldId="274"/>
            <ac:spMk id="3" creationId="{4A53CAC7-C63D-FD07-64B6-21A515D61196}"/>
          </ac:spMkLst>
        </pc:spChg>
        <pc:spChg chg="add mod">
          <ac:chgData name="Sohag Kabir" userId="e9b0da40-aef8-480a-bb63-d1daacecf555" providerId="ADAL" clId="{B93E19F7-CF17-4898-9657-10FD6636A87B}" dt="2024-10-05T12:03:44.769" v="2303" actId="1076"/>
          <ac:spMkLst>
            <pc:docMk/>
            <pc:sldMk cId="249088773" sldId="274"/>
            <ac:spMk id="7" creationId="{002BECB4-813A-AB3D-E83A-8F72DA4CB88A}"/>
          </ac:spMkLst>
        </pc:spChg>
        <pc:spChg chg="add mod">
          <ac:chgData name="Sohag Kabir" userId="e9b0da40-aef8-480a-bb63-d1daacecf555" providerId="ADAL" clId="{B93E19F7-CF17-4898-9657-10FD6636A87B}" dt="2024-10-05T12:08:24.078" v="2332" actId="20577"/>
          <ac:spMkLst>
            <pc:docMk/>
            <pc:sldMk cId="249088773" sldId="274"/>
            <ac:spMk id="18" creationId="{C8396839-4867-B84D-99D5-F365B7222258}"/>
          </ac:spMkLst>
        </pc:spChg>
        <pc:spChg chg="add mod">
          <ac:chgData name="Sohag Kabir" userId="e9b0da40-aef8-480a-bb63-d1daacecf555" providerId="ADAL" clId="{B93E19F7-CF17-4898-9657-10FD6636A87B}" dt="2024-10-05T12:06:24.041" v="2321" actId="1076"/>
          <ac:spMkLst>
            <pc:docMk/>
            <pc:sldMk cId="249088773" sldId="274"/>
            <ac:spMk id="19" creationId="{6F470AD4-F11C-D6F9-6B93-4615BA0031CD}"/>
          </ac:spMkLst>
        </pc:spChg>
        <pc:grpChg chg="del">
          <ac:chgData name="Sohag Kabir" userId="e9b0da40-aef8-480a-bb63-d1daacecf555" providerId="ADAL" clId="{B93E19F7-CF17-4898-9657-10FD6636A87B}" dt="2024-10-05T12:01:31.453" v="2291" actId="478"/>
          <ac:grpSpMkLst>
            <pc:docMk/>
            <pc:sldMk cId="249088773" sldId="274"/>
            <ac:grpSpMk id="36" creationId="{BEBC9702-2A01-C721-E8B5-B7EECD7F03AE}"/>
          </ac:grpSpMkLst>
        </pc:grpChg>
        <pc:graphicFrameChg chg="add mod modGraphic">
          <ac:chgData name="Sohag Kabir" userId="e9b0da40-aef8-480a-bb63-d1daacecf555" providerId="ADAL" clId="{B93E19F7-CF17-4898-9657-10FD6636A87B}" dt="2024-10-05T12:03:07.454" v="2301" actId="14100"/>
          <ac:graphicFrameMkLst>
            <pc:docMk/>
            <pc:sldMk cId="249088773" sldId="274"/>
            <ac:graphicFrameMk id="4" creationId="{9D9EBFBC-0A97-636A-E0DE-6CEFDA69CF87}"/>
          </ac:graphicFrameMkLst>
        </pc:graphicFrameChg>
        <pc:graphicFrameChg chg="add mod modGraphic">
          <ac:chgData name="Sohag Kabir" userId="e9b0da40-aef8-480a-bb63-d1daacecf555" providerId="ADAL" clId="{B93E19F7-CF17-4898-9657-10FD6636A87B}" dt="2024-10-05T12:04:15.632" v="2307" actId="14100"/>
          <ac:graphicFrameMkLst>
            <pc:docMk/>
            <pc:sldMk cId="249088773" sldId="274"/>
            <ac:graphicFrameMk id="8" creationId="{1365D5D7-FA64-0D30-6987-DF1DE3E8BD76}"/>
          </ac:graphicFrameMkLst>
        </pc:graphicFrameChg>
        <pc:cxnChg chg="mod">
          <ac:chgData name="Sohag Kabir" userId="e9b0da40-aef8-480a-bb63-d1daacecf555" providerId="ADAL" clId="{B93E19F7-CF17-4898-9657-10FD6636A87B}" dt="2024-10-05T12:01:31.453" v="2291" actId="478"/>
          <ac:cxnSpMkLst>
            <pc:docMk/>
            <pc:sldMk cId="249088773" sldId="274"/>
            <ac:cxnSpMk id="23" creationId="{BAB9D8A7-BAE2-14D2-26AA-5D60C2C583F1}"/>
          </ac:cxnSpMkLst>
        </pc:cxnChg>
        <pc:cxnChg chg="mod">
          <ac:chgData name="Sohag Kabir" userId="e9b0da40-aef8-480a-bb63-d1daacecf555" providerId="ADAL" clId="{B93E19F7-CF17-4898-9657-10FD6636A87B}" dt="2024-10-05T12:01:31.453" v="2291" actId="478"/>
          <ac:cxnSpMkLst>
            <pc:docMk/>
            <pc:sldMk cId="249088773" sldId="274"/>
            <ac:cxnSpMk id="25" creationId="{555FD488-9101-BF30-73C5-DC2346552816}"/>
          </ac:cxnSpMkLst>
        </pc:cxnChg>
        <pc:cxnChg chg="mod">
          <ac:chgData name="Sohag Kabir" userId="e9b0da40-aef8-480a-bb63-d1daacecf555" providerId="ADAL" clId="{B93E19F7-CF17-4898-9657-10FD6636A87B}" dt="2024-10-05T12:01:31.453" v="2291" actId="478"/>
          <ac:cxnSpMkLst>
            <pc:docMk/>
            <pc:sldMk cId="249088773" sldId="274"/>
            <ac:cxnSpMk id="29" creationId="{F0DD0348-E42C-2026-F990-022B9E2F6279}"/>
          </ac:cxnSpMkLst>
        </pc:cxnChg>
        <pc:cxnChg chg="mod">
          <ac:chgData name="Sohag Kabir" userId="e9b0da40-aef8-480a-bb63-d1daacecf555" providerId="ADAL" clId="{B93E19F7-CF17-4898-9657-10FD6636A87B}" dt="2024-10-05T12:01:31.453" v="2291" actId="478"/>
          <ac:cxnSpMkLst>
            <pc:docMk/>
            <pc:sldMk cId="249088773" sldId="274"/>
            <ac:cxnSpMk id="31" creationId="{7C077BDD-FCEA-AF2F-E984-BA3444044752}"/>
          </ac:cxnSpMkLst>
        </pc:cxnChg>
        <pc:cxnChg chg="mod">
          <ac:chgData name="Sohag Kabir" userId="e9b0da40-aef8-480a-bb63-d1daacecf555" providerId="ADAL" clId="{B93E19F7-CF17-4898-9657-10FD6636A87B}" dt="2024-10-05T12:01:31.453" v="2291" actId="478"/>
          <ac:cxnSpMkLst>
            <pc:docMk/>
            <pc:sldMk cId="249088773" sldId="274"/>
            <ac:cxnSpMk id="33" creationId="{F253A55A-A466-85FA-4075-4B574D3D9DDE}"/>
          </ac:cxnSpMkLst>
        </pc:cxnChg>
        <pc:cxnChg chg="mod">
          <ac:chgData name="Sohag Kabir" userId="e9b0da40-aef8-480a-bb63-d1daacecf555" providerId="ADAL" clId="{B93E19F7-CF17-4898-9657-10FD6636A87B}" dt="2024-10-05T12:01:31.453" v="2291" actId="478"/>
          <ac:cxnSpMkLst>
            <pc:docMk/>
            <pc:sldMk cId="249088773" sldId="274"/>
            <ac:cxnSpMk id="35" creationId="{94C74513-F00D-15A8-6843-5A9C444FDB64}"/>
          </ac:cxnSpMkLst>
        </pc:cxnChg>
      </pc:sldChg>
      <pc:sldChg chg="del">
        <pc:chgData name="Sohag Kabir" userId="e9b0da40-aef8-480a-bb63-d1daacecf555" providerId="ADAL" clId="{B93E19F7-CF17-4898-9657-10FD6636A87B}" dt="2024-10-05T13:26:00.550" v="2420" actId="47"/>
        <pc:sldMkLst>
          <pc:docMk/>
          <pc:sldMk cId="161335234" sldId="275"/>
        </pc:sldMkLst>
      </pc:sldChg>
      <pc:sldChg chg="del">
        <pc:chgData name="Sohag Kabir" userId="e9b0da40-aef8-480a-bb63-d1daacecf555" providerId="ADAL" clId="{B93E19F7-CF17-4898-9657-10FD6636A87B}" dt="2024-10-05T13:26:20.417" v="2426" actId="47"/>
        <pc:sldMkLst>
          <pc:docMk/>
          <pc:sldMk cId="2518863157" sldId="276"/>
        </pc:sldMkLst>
      </pc:sldChg>
      <pc:sldChg chg="del">
        <pc:chgData name="Sohag Kabir" userId="e9b0da40-aef8-480a-bb63-d1daacecf555" providerId="ADAL" clId="{B93E19F7-CF17-4898-9657-10FD6636A87B}" dt="2024-10-05T13:26:00.550" v="2420" actId="47"/>
        <pc:sldMkLst>
          <pc:docMk/>
          <pc:sldMk cId="3470196385" sldId="277"/>
        </pc:sldMkLst>
      </pc:sldChg>
      <pc:sldChg chg="del">
        <pc:chgData name="Sohag Kabir" userId="e9b0da40-aef8-480a-bb63-d1daacecf555" providerId="ADAL" clId="{B93E19F7-CF17-4898-9657-10FD6636A87B}" dt="2024-10-05T13:26:04.740" v="2421" actId="47"/>
        <pc:sldMkLst>
          <pc:docMk/>
          <pc:sldMk cId="4215629215" sldId="278"/>
        </pc:sldMkLst>
      </pc:sldChg>
      <pc:sldChg chg="addSp delSp modSp mod delAnim modAnim">
        <pc:chgData name="Sohag Kabir" userId="e9b0da40-aef8-480a-bb63-d1daacecf555" providerId="ADAL" clId="{B93E19F7-CF17-4898-9657-10FD6636A87B}" dt="2024-10-05T10:37:48.361" v="132"/>
        <pc:sldMkLst>
          <pc:docMk/>
          <pc:sldMk cId="616367942" sldId="279"/>
        </pc:sldMkLst>
        <pc:spChg chg="mod">
          <ac:chgData name="Sohag Kabir" userId="e9b0da40-aef8-480a-bb63-d1daacecf555" providerId="ADAL" clId="{B93E19F7-CF17-4898-9657-10FD6636A87B}" dt="2024-10-05T10:29:07.892" v="88" actId="6549"/>
          <ac:spMkLst>
            <pc:docMk/>
            <pc:sldMk cId="616367942" sldId="279"/>
            <ac:spMk id="2" creationId="{DE13D453-4D7B-47BF-AED4-27D56C3644AA}"/>
          </ac:spMkLst>
        </pc:spChg>
        <pc:spChg chg="add mod">
          <ac:chgData name="Sohag Kabir" userId="e9b0da40-aef8-480a-bb63-d1daacecf555" providerId="ADAL" clId="{B93E19F7-CF17-4898-9657-10FD6636A87B}" dt="2024-10-05T10:35:28.672" v="112" actId="1076"/>
          <ac:spMkLst>
            <pc:docMk/>
            <pc:sldMk cId="616367942" sldId="279"/>
            <ac:spMk id="5" creationId="{8143AF44-8037-97CC-53ED-2FE1F44FC034}"/>
          </ac:spMkLst>
        </pc:spChg>
        <pc:spChg chg="add mod">
          <ac:chgData name="Sohag Kabir" userId="e9b0da40-aef8-480a-bb63-d1daacecf555" providerId="ADAL" clId="{B93E19F7-CF17-4898-9657-10FD6636A87B}" dt="2024-10-05T10:37:39.784" v="131" actId="1076"/>
          <ac:spMkLst>
            <pc:docMk/>
            <pc:sldMk cId="616367942" sldId="279"/>
            <ac:spMk id="9" creationId="{B06106E6-D5F4-FBA7-3A0D-73F4DF202DD3}"/>
          </ac:spMkLst>
        </pc:spChg>
        <pc:spChg chg="del mod">
          <ac:chgData name="Sohag Kabir" userId="e9b0da40-aef8-480a-bb63-d1daacecf555" providerId="ADAL" clId="{B93E19F7-CF17-4898-9657-10FD6636A87B}" dt="2024-10-05T10:22:07.361" v="57" actId="478"/>
          <ac:spMkLst>
            <pc:docMk/>
            <pc:sldMk cId="616367942" sldId="279"/>
            <ac:spMk id="17" creationId="{AE07A529-53E8-8DF5-1062-AD0057D37E2E}"/>
          </ac:spMkLst>
        </pc:spChg>
        <pc:spChg chg="del mod">
          <ac:chgData name="Sohag Kabir" userId="e9b0da40-aef8-480a-bb63-d1daacecf555" providerId="ADAL" clId="{B93E19F7-CF17-4898-9657-10FD6636A87B}" dt="2024-10-05T10:22:16.473" v="61" actId="478"/>
          <ac:spMkLst>
            <pc:docMk/>
            <pc:sldMk cId="616367942" sldId="279"/>
            <ac:spMk id="22" creationId="{99AB6468-528C-A815-2057-77E3B2587DAB}"/>
          </ac:spMkLst>
        </pc:spChg>
        <pc:spChg chg="del">
          <ac:chgData name="Sohag Kabir" userId="e9b0da40-aef8-480a-bb63-d1daacecf555" providerId="ADAL" clId="{B93E19F7-CF17-4898-9657-10FD6636A87B}" dt="2024-10-05T10:22:20.060" v="63" actId="478"/>
          <ac:spMkLst>
            <pc:docMk/>
            <pc:sldMk cId="616367942" sldId="279"/>
            <ac:spMk id="31" creationId="{83B548FD-DDFE-7A74-AB64-22EAD0B1ADC5}"/>
          </ac:spMkLst>
        </pc:spChg>
        <pc:grpChg chg="del">
          <ac:chgData name="Sohag Kabir" userId="e9b0da40-aef8-480a-bb63-d1daacecf555" providerId="ADAL" clId="{B93E19F7-CF17-4898-9657-10FD6636A87B}" dt="2024-10-05T10:22:09.432" v="58" actId="478"/>
          <ac:grpSpMkLst>
            <pc:docMk/>
            <pc:sldMk cId="616367942" sldId="279"/>
            <ac:grpSpMk id="16" creationId="{DB6FE659-BA02-BE9A-F5AA-73DE71D41BE5}"/>
          </ac:grpSpMkLst>
        </pc:grpChg>
        <pc:grpChg chg="del">
          <ac:chgData name="Sohag Kabir" userId="e9b0da40-aef8-480a-bb63-d1daacecf555" providerId="ADAL" clId="{B93E19F7-CF17-4898-9657-10FD6636A87B}" dt="2024-10-05T10:22:18.103" v="62" actId="478"/>
          <ac:grpSpMkLst>
            <pc:docMk/>
            <pc:sldMk cId="616367942" sldId="279"/>
            <ac:grpSpMk id="20" creationId="{5D781849-0FED-DD65-FB9E-2D69A7200C70}"/>
          </ac:grpSpMkLst>
        </pc:grpChg>
        <pc:grpChg chg="del">
          <ac:chgData name="Sohag Kabir" userId="e9b0da40-aef8-480a-bb63-d1daacecf555" providerId="ADAL" clId="{B93E19F7-CF17-4898-9657-10FD6636A87B}" dt="2024-10-05T10:22:11.124" v="59" actId="478"/>
          <ac:grpSpMkLst>
            <pc:docMk/>
            <pc:sldMk cId="616367942" sldId="279"/>
            <ac:grpSpMk id="30" creationId="{D9EC2A41-88AF-B394-C3A2-D134ECCB53CC}"/>
          </ac:grpSpMkLst>
        </pc:grpChg>
      </pc:sldChg>
      <pc:sldChg chg="addSp delSp modSp mod delAnim">
        <pc:chgData name="Sohag Kabir" userId="e9b0da40-aef8-480a-bb63-d1daacecf555" providerId="ADAL" clId="{B93E19F7-CF17-4898-9657-10FD6636A87B}" dt="2024-10-05T11:25:29.334" v="1237" actId="113"/>
        <pc:sldMkLst>
          <pc:docMk/>
          <pc:sldMk cId="641033179" sldId="280"/>
        </pc:sldMkLst>
        <pc:spChg chg="mod">
          <ac:chgData name="Sohag Kabir" userId="e9b0da40-aef8-480a-bb63-d1daacecf555" providerId="ADAL" clId="{B93E19F7-CF17-4898-9657-10FD6636A87B}" dt="2024-10-05T10:52:16.557" v="220" actId="255"/>
          <ac:spMkLst>
            <pc:docMk/>
            <pc:sldMk cId="641033179" sldId="280"/>
            <ac:spMk id="2" creationId="{DE13D453-4D7B-47BF-AED4-27D56C3644AA}"/>
          </ac:spMkLst>
        </pc:spChg>
        <pc:spChg chg="del">
          <ac:chgData name="Sohag Kabir" userId="e9b0da40-aef8-480a-bb63-d1daacecf555" providerId="ADAL" clId="{B93E19F7-CF17-4898-9657-10FD6636A87B}" dt="2024-10-05T10:49:01.498" v="157" actId="478"/>
          <ac:spMkLst>
            <pc:docMk/>
            <pc:sldMk cId="641033179" sldId="280"/>
            <ac:spMk id="8" creationId="{A0985119-32A5-C2F9-D3E3-A5C753C11C2B}"/>
          </ac:spMkLst>
        </pc:spChg>
        <pc:spChg chg="del">
          <ac:chgData name="Sohag Kabir" userId="e9b0da40-aef8-480a-bb63-d1daacecf555" providerId="ADAL" clId="{B93E19F7-CF17-4898-9657-10FD6636A87B}" dt="2024-10-05T10:48:58.112" v="156" actId="478"/>
          <ac:spMkLst>
            <pc:docMk/>
            <pc:sldMk cId="641033179" sldId="280"/>
            <ac:spMk id="9" creationId="{83DBB9E9-BFA8-182A-7B39-9D86B867C339}"/>
          </ac:spMkLst>
        </pc:spChg>
        <pc:graphicFrameChg chg="add mod modGraphic">
          <ac:chgData name="Sohag Kabir" userId="e9b0da40-aef8-480a-bb63-d1daacecf555" providerId="ADAL" clId="{B93E19F7-CF17-4898-9657-10FD6636A87B}" dt="2024-10-05T11:25:29.334" v="1237" actId="113"/>
          <ac:graphicFrameMkLst>
            <pc:docMk/>
            <pc:sldMk cId="641033179" sldId="280"/>
            <ac:graphicFrameMk id="3" creationId="{5E0E26A6-CCC8-2BBF-4CE9-1FE499F39FFC}"/>
          </ac:graphicFrameMkLst>
        </pc:graphicFrameChg>
        <pc:picChg chg="del">
          <ac:chgData name="Sohag Kabir" userId="e9b0da40-aef8-480a-bb63-d1daacecf555" providerId="ADAL" clId="{B93E19F7-CF17-4898-9657-10FD6636A87B}" dt="2024-10-05T10:48:53.071" v="155" actId="478"/>
          <ac:picMkLst>
            <pc:docMk/>
            <pc:sldMk cId="641033179" sldId="280"/>
            <ac:picMk id="4" creationId="{36020D2A-540F-A16C-2A73-0DED848EEB84}"/>
          </ac:picMkLst>
        </pc:picChg>
      </pc:sldChg>
      <pc:sldChg chg="addSp delSp modSp mod delAnim">
        <pc:chgData name="Sohag Kabir" userId="e9b0da40-aef8-480a-bb63-d1daacecf555" providerId="ADAL" clId="{B93E19F7-CF17-4898-9657-10FD6636A87B}" dt="2024-10-05T11:55:12.779" v="2268" actId="1076"/>
        <pc:sldMkLst>
          <pc:docMk/>
          <pc:sldMk cId="1477951119" sldId="281"/>
        </pc:sldMkLst>
        <pc:spChg chg="mod">
          <ac:chgData name="Sohag Kabir" userId="e9b0da40-aef8-480a-bb63-d1daacecf555" providerId="ADAL" clId="{B93E19F7-CF17-4898-9657-10FD6636A87B}" dt="2024-10-05T11:54:20.699" v="2260"/>
          <ac:spMkLst>
            <pc:docMk/>
            <pc:sldMk cId="1477951119" sldId="281"/>
            <ac:spMk id="2" creationId="{DE13D453-4D7B-47BF-AED4-27D56C3644AA}"/>
          </ac:spMkLst>
        </pc:spChg>
        <pc:spChg chg="del mod">
          <ac:chgData name="Sohag Kabir" userId="e9b0da40-aef8-480a-bb63-d1daacecf555" providerId="ADAL" clId="{B93E19F7-CF17-4898-9657-10FD6636A87B}" dt="2024-10-05T11:52:24.155" v="2255" actId="478"/>
          <ac:spMkLst>
            <pc:docMk/>
            <pc:sldMk cId="1477951119" sldId="281"/>
            <ac:spMk id="9" creationId="{83DBB9E9-BFA8-182A-7B39-9D86B867C339}"/>
          </ac:spMkLst>
        </pc:spChg>
        <pc:spChg chg="del">
          <ac:chgData name="Sohag Kabir" userId="e9b0da40-aef8-480a-bb63-d1daacecf555" providerId="ADAL" clId="{B93E19F7-CF17-4898-9657-10FD6636A87B}" dt="2024-10-05T11:52:32.676" v="2256" actId="478"/>
          <ac:spMkLst>
            <pc:docMk/>
            <pc:sldMk cId="1477951119" sldId="281"/>
            <ac:spMk id="11" creationId="{688F0361-647D-318E-0CBC-1A54F270F376}"/>
          </ac:spMkLst>
        </pc:spChg>
        <pc:spChg chg="del">
          <ac:chgData name="Sohag Kabir" userId="e9b0da40-aef8-480a-bb63-d1daacecf555" providerId="ADAL" clId="{B93E19F7-CF17-4898-9657-10FD6636A87B}" dt="2024-10-05T11:52:39.555" v="2259" actId="478"/>
          <ac:spMkLst>
            <pc:docMk/>
            <pc:sldMk cId="1477951119" sldId="281"/>
            <ac:spMk id="12" creationId="{10F1B2D9-9696-056B-9B1C-F7645B049421}"/>
          </ac:spMkLst>
        </pc:spChg>
        <pc:picChg chg="del">
          <ac:chgData name="Sohag Kabir" userId="e9b0da40-aef8-480a-bb63-d1daacecf555" providerId="ADAL" clId="{B93E19F7-CF17-4898-9657-10FD6636A87B}" dt="2024-10-05T11:52:19.639" v="2253" actId="478"/>
          <ac:picMkLst>
            <pc:docMk/>
            <pc:sldMk cId="1477951119" sldId="281"/>
            <ac:picMk id="3" creationId="{24EEC880-794D-40E7-B5E5-8A0EDAC074A1}"/>
          </ac:picMkLst>
        </pc:picChg>
        <pc:picChg chg="add mod modCrop">
          <ac:chgData name="Sohag Kabir" userId="e9b0da40-aef8-480a-bb63-d1daacecf555" providerId="ADAL" clId="{B93E19F7-CF17-4898-9657-10FD6636A87B}" dt="2024-10-05T11:55:12.779" v="2268" actId="1076"/>
          <ac:picMkLst>
            <pc:docMk/>
            <pc:sldMk cId="1477951119" sldId="281"/>
            <ac:picMk id="4" creationId="{46AA2E3E-7D4A-164A-083A-E82118BA255B}"/>
          </ac:picMkLst>
        </pc:picChg>
        <pc:picChg chg="del">
          <ac:chgData name="Sohag Kabir" userId="e9b0da40-aef8-480a-bb63-d1daacecf555" providerId="ADAL" clId="{B93E19F7-CF17-4898-9657-10FD6636A87B}" dt="2024-10-05T11:52:35.131" v="2257" actId="478"/>
          <ac:picMkLst>
            <pc:docMk/>
            <pc:sldMk cId="1477951119" sldId="281"/>
            <ac:picMk id="5" creationId="{5B003D8C-8732-218C-B62B-44FC9E55136B}"/>
          </ac:picMkLst>
        </pc:picChg>
        <pc:picChg chg="del">
          <ac:chgData name="Sohag Kabir" userId="e9b0da40-aef8-480a-bb63-d1daacecf555" providerId="ADAL" clId="{B93E19F7-CF17-4898-9657-10FD6636A87B}" dt="2024-10-05T11:52:37.133" v="2258" actId="478"/>
          <ac:picMkLst>
            <pc:docMk/>
            <pc:sldMk cId="1477951119" sldId="281"/>
            <ac:picMk id="10" creationId="{D2549343-6F27-7B0D-4142-BDF2D1B7359E}"/>
          </ac:picMkLst>
        </pc:picChg>
      </pc:sldChg>
      <pc:sldChg chg="del">
        <pc:chgData name="Sohag Kabir" userId="e9b0da40-aef8-480a-bb63-d1daacecf555" providerId="ADAL" clId="{B93E19F7-CF17-4898-9657-10FD6636A87B}" dt="2024-10-05T13:26:00.550" v="2420" actId="47"/>
        <pc:sldMkLst>
          <pc:docMk/>
          <pc:sldMk cId="3529504122" sldId="282"/>
        </pc:sldMkLst>
      </pc:sldChg>
      <pc:sldChg chg="del">
        <pc:chgData name="Sohag Kabir" userId="e9b0da40-aef8-480a-bb63-d1daacecf555" providerId="ADAL" clId="{B93E19F7-CF17-4898-9657-10FD6636A87B}" dt="2024-10-05T13:26:00.550" v="2420" actId="47"/>
        <pc:sldMkLst>
          <pc:docMk/>
          <pc:sldMk cId="3093025796" sldId="283"/>
        </pc:sldMkLst>
      </pc:sldChg>
      <pc:sldChg chg="del">
        <pc:chgData name="Sohag Kabir" userId="e9b0da40-aef8-480a-bb63-d1daacecf555" providerId="ADAL" clId="{B93E19F7-CF17-4898-9657-10FD6636A87B}" dt="2024-10-05T13:26:04.740" v="2421" actId="47"/>
        <pc:sldMkLst>
          <pc:docMk/>
          <pc:sldMk cId="3299150616" sldId="284"/>
        </pc:sldMkLst>
      </pc:sldChg>
      <pc:sldChg chg="del">
        <pc:chgData name="Sohag Kabir" userId="e9b0da40-aef8-480a-bb63-d1daacecf555" providerId="ADAL" clId="{B93E19F7-CF17-4898-9657-10FD6636A87B}" dt="2024-10-05T13:26:04.740" v="2421" actId="47"/>
        <pc:sldMkLst>
          <pc:docMk/>
          <pc:sldMk cId="1975243977" sldId="285"/>
        </pc:sldMkLst>
      </pc:sldChg>
      <pc:sldChg chg="del">
        <pc:chgData name="Sohag Kabir" userId="e9b0da40-aef8-480a-bb63-d1daacecf555" providerId="ADAL" clId="{B93E19F7-CF17-4898-9657-10FD6636A87B}" dt="2024-10-05T13:26:09.729" v="2422" actId="47"/>
        <pc:sldMkLst>
          <pc:docMk/>
          <pc:sldMk cId="3773334495" sldId="286"/>
        </pc:sldMkLst>
      </pc:sldChg>
      <pc:sldChg chg="del">
        <pc:chgData name="Sohag Kabir" userId="e9b0da40-aef8-480a-bb63-d1daacecf555" providerId="ADAL" clId="{B93E19F7-CF17-4898-9657-10FD6636A87B}" dt="2024-10-05T13:26:09.729" v="2422" actId="47"/>
        <pc:sldMkLst>
          <pc:docMk/>
          <pc:sldMk cId="743092061" sldId="287"/>
        </pc:sldMkLst>
      </pc:sldChg>
      <pc:sldChg chg="del">
        <pc:chgData name="Sohag Kabir" userId="e9b0da40-aef8-480a-bb63-d1daacecf555" providerId="ADAL" clId="{B93E19F7-CF17-4898-9657-10FD6636A87B}" dt="2024-10-05T13:26:09.729" v="2422" actId="47"/>
        <pc:sldMkLst>
          <pc:docMk/>
          <pc:sldMk cId="2923510616" sldId="288"/>
        </pc:sldMkLst>
      </pc:sldChg>
      <pc:sldChg chg="del">
        <pc:chgData name="Sohag Kabir" userId="e9b0da40-aef8-480a-bb63-d1daacecf555" providerId="ADAL" clId="{B93E19F7-CF17-4898-9657-10FD6636A87B}" dt="2024-10-05T13:26:12.295" v="2423" actId="47"/>
        <pc:sldMkLst>
          <pc:docMk/>
          <pc:sldMk cId="2324322734" sldId="289"/>
        </pc:sldMkLst>
      </pc:sldChg>
      <pc:sldChg chg="del">
        <pc:chgData name="Sohag Kabir" userId="e9b0da40-aef8-480a-bb63-d1daacecf555" providerId="ADAL" clId="{B93E19F7-CF17-4898-9657-10FD6636A87B}" dt="2024-10-05T13:26:12.295" v="2423" actId="47"/>
        <pc:sldMkLst>
          <pc:docMk/>
          <pc:sldMk cId="2997775987" sldId="290"/>
        </pc:sldMkLst>
      </pc:sldChg>
      <pc:sldChg chg="del">
        <pc:chgData name="Sohag Kabir" userId="e9b0da40-aef8-480a-bb63-d1daacecf555" providerId="ADAL" clId="{B93E19F7-CF17-4898-9657-10FD6636A87B}" dt="2024-10-05T13:26:14.963" v="2424" actId="47"/>
        <pc:sldMkLst>
          <pc:docMk/>
          <pc:sldMk cId="522993105" sldId="291"/>
        </pc:sldMkLst>
      </pc:sldChg>
      <pc:sldChg chg="del">
        <pc:chgData name="Sohag Kabir" userId="e9b0da40-aef8-480a-bb63-d1daacecf555" providerId="ADAL" clId="{B93E19F7-CF17-4898-9657-10FD6636A87B}" dt="2024-10-05T13:26:14.963" v="2424" actId="47"/>
        <pc:sldMkLst>
          <pc:docMk/>
          <pc:sldMk cId="1047879687" sldId="292"/>
        </pc:sldMkLst>
      </pc:sldChg>
      <pc:sldChg chg="del">
        <pc:chgData name="Sohag Kabir" userId="e9b0da40-aef8-480a-bb63-d1daacecf555" providerId="ADAL" clId="{B93E19F7-CF17-4898-9657-10FD6636A87B}" dt="2024-10-05T13:26:17.661" v="2425" actId="47"/>
        <pc:sldMkLst>
          <pc:docMk/>
          <pc:sldMk cId="84711293" sldId="293"/>
        </pc:sldMkLst>
      </pc:sldChg>
      <pc:sldChg chg="del">
        <pc:chgData name="Sohag Kabir" userId="e9b0da40-aef8-480a-bb63-d1daacecf555" providerId="ADAL" clId="{B93E19F7-CF17-4898-9657-10FD6636A87B}" dt="2024-10-05T13:26:14.963" v="2424" actId="47"/>
        <pc:sldMkLst>
          <pc:docMk/>
          <pc:sldMk cId="1163318038" sldId="294"/>
        </pc:sldMkLst>
      </pc:sldChg>
      <pc:sldChg chg="del">
        <pc:chgData name="Sohag Kabir" userId="e9b0da40-aef8-480a-bb63-d1daacecf555" providerId="ADAL" clId="{B93E19F7-CF17-4898-9657-10FD6636A87B}" dt="2024-10-05T13:26:17.661" v="2425" actId="47"/>
        <pc:sldMkLst>
          <pc:docMk/>
          <pc:sldMk cId="1736692387" sldId="295"/>
        </pc:sldMkLst>
      </pc:sldChg>
      <pc:sldChg chg="del">
        <pc:chgData name="Sohag Kabir" userId="e9b0da40-aef8-480a-bb63-d1daacecf555" providerId="ADAL" clId="{B93E19F7-CF17-4898-9657-10FD6636A87B}" dt="2024-10-05T13:28:11.196" v="2427" actId="2696"/>
        <pc:sldMkLst>
          <pc:docMk/>
          <pc:sldMk cId="1404130163" sldId="296"/>
        </pc:sldMkLst>
      </pc:sldChg>
      <pc:sldChg chg="del">
        <pc:chgData name="Sohag Kabir" userId="e9b0da40-aef8-480a-bb63-d1daacecf555" providerId="ADAL" clId="{B93E19F7-CF17-4898-9657-10FD6636A87B}" dt="2024-10-05T13:28:11.196" v="2427" actId="2696"/>
        <pc:sldMkLst>
          <pc:docMk/>
          <pc:sldMk cId="3364632169" sldId="297"/>
        </pc:sldMkLst>
      </pc:sldChg>
      <pc:sldChg chg="del">
        <pc:chgData name="Sohag Kabir" userId="e9b0da40-aef8-480a-bb63-d1daacecf555" providerId="ADAL" clId="{B93E19F7-CF17-4898-9657-10FD6636A87B}" dt="2024-10-05T16:53:08.551" v="3143" actId="2696"/>
        <pc:sldMkLst>
          <pc:docMk/>
          <pc:sldMk cId="683997717" sldId="298"/>
        </pc:sldMkLst>
      </pc:sldChg>
      <pc:sldChg chg="addSp delSp modSp add mod delAnim">
        <pc:chgData name="Sohag Kabir" userId="e9b0da40-aef8-480a-bb63-d1daacecf555" providerId="ADAL" clId="{B93E19F7-CF17-4898-9657-10FD6636A87B}" dt="2024-10-05T10:43:25.794" v="154" actId="14100"/>
        <pc:sldMkLst>
          <pc:docMk/>
          <pc:sldMk cId="2123858380" sldId="299"/>
        </pc:sldMkLst>
        <pc:spChg chg="del">
          <ac:chgData name="Sohag Kabir" userId="e9b0da40-aef8-480a-bb63-d1daacecf555" providerId="ADAL" clId="{B93E19F7-CF17-4898-9657-10FD6636A87B}" dt="2024-10-05T10:41:18.271" v="135" actId="478"/>
          <ac:spMkLst>
            <pc:docMk/>
            <pc:sldMk cId="2123858380" sldId="299"/>
            <ac:spMk id="5" creationId="{8143AF44-8037-97CC-53ED-2FE1F44FC034}"/>
          </ac:spMkLst>
        </pc:spChg>
        <pc:spChg chg="add mod">
          <ac:chgData name="Sohag Kabir" userId="e9b0da40-aef8-480a-bb63-d1daacecf555" providerId="ADAL" clId="{B93E19F7-CF17-4898-9657-10FD6636A87B}" dt="2024-10-05T10:43:25.794" v="154" actId="14100"/>
          <ac:spMkLst>
            <pc:docMk/>
            <pc:sldMk cId="2123858380" sldId="299"/>
            <ac:spMk id="8" creationId="{25475156-E9E2-8B99-9CBE-9207C1E8E81F}"/>
          </ac:spMkLst>
        </pc:spChg>
        <pc:spChg chg="del">
          <ac:chgData name="Sohag Kabir" userId="e9b0da40-aef8-480a-bb63-d1daacecf555" providerId="ADAL" clId="{B93E19F7-CF17-4898-9657-10FD6636A87B}" dt="2024-10-05T10:38:39.118" v="134" actId="478"/>
          <ac:spMkLst>
            <pc:docMk/>
            <pc:sldMk cId="2123858380" sldId="299"/>
            <ac:spMk id="9" creationId="{B06106E6-D5F4-FBA7-3A0D-73F4DF202DD3}"/>
          </ac:spMkLst>
        </pc:spChg>
        <pc:picChg chg="add mod">
          <ac:chgData name="Sohag Kabir" userId="e9b0da40-aef8-480a-bb63-d1daacecf555" providerId="ADAL" clId="{B93E19F7-CF17-4898-9657-10FD6636A87B}" dt="2024-10-05T10:41:36.583" v="139" actId="14100"/>
          <ac:picMkLst>
            <pc:docMk/>
            <pc:sldMk cId="2123858380" sldId="299"/>
            <ac:picMk id="3" creationId="{776E4644-0C9D-8AD1-0535-525E6C1A383A}"/>
          </ac:picMkLst>
        </pc:picChg>
      </pc:sldChg>
      <pc:sldChg chg="modSp add mod">
        <pc:chgData name="Sohag Kabir" userId="e9b0da40-aef8-480a-bb63-d1daacecf555" providerId="ADAL" clId="{B93E19F7-CF17-4898-9657-10FD6636A87B}" dt="2024-10-05T11:25:22.271" v="1236" actId="113"/>
        <pc:sldMkLst>
          <pc:docMk/>
          <pc:sldMk cId="1426418876" sldId="300"/>
        </pc:sldMkLst>
        <pc:spChg chg="mod">
          <ac:chgData name="Sohag Kabir" userId="e9b0da40-aef8-480a-bb63-d1daacecf555" providerId="ADAL" clId="{B93E19F7-CF17-4898-9657-10FD6636A87B}" dt="2024-10-05T11:08:04.628" v="612" actId="14100"/>
          <ac:spMkLst>
            <pc:docMk/>
            <pc:sldMk cId="1426418876" sldId="300"/>
            <ac:spMk id="2" creationId="{DE13D453-4D7B-47BF-AED4-27D56C3644AA}"/>
          </ac:spMkLst>
        </pc:spChg>
        <pc:graphicFrameChg chg="mod modGraphic">
          <ac:chgData name="Sohag Kabir" userId="e9b0da40-aef8-480a-bb63-d1daacecf555" providerId="ADAL" clId="{B93E19F7-CF17-4898-9657-10FD6636A87B}" dt="2024-10-05T11:25:22.271" v="1236" actId="113"/>
          <ac:graphicFrameMkLst>
            <pc:docMk/>
            <pc:sldMk cId="1426418876" sldId="300"/>
            <ac:graphicFrameMk id="3" creationId="{5E0E26A6-CCC8-2BBF-4CE9-1FE499F39FFC}"/>
          </ac:graphicFrameMkLst>
        </pc:graphicFrameChg>
      </pc:sldChg>
      <pc:sldChg chg="modSp add mod">
        <pc:chgData name="Sohag Kabir" userId="e9b0da40-aef8-480a-bb63-d1daacecf555" providerId="ADAL" clId="{B93E19F7-CF17-4898-9657-10FD6636A87B}" dt="2024-10-05T11:51:39.950" v="2252" actId="113"/>
        <pc:sldMkLst>
          <pc:docMk/>
          <pc:sldMk cId="4245518297" sldId="301"/>
        </pc:sldMkLst>
        <pc:spChg chg="mod">
          <ac:chgData name="Sohag Kabir" userId="e9b0da40-aef8-480a-bb63-d1daacecf555" providerId="ADAL" clId="{B93E19F7-CF17-4898-9657-10FD6636A87B}" dt="2024-10-05T11:26:32.301" v="1263" actId="20577"/>
          <ac:spMkLst>
            <pc:docMk/>
            <pc:sldMk cId="4245518297" sldId="301"/>
            <ac:spMk id="2" creationId="{DE13D453-4D7B-47BF-AED4-27D56C3644AA}"/>
          </ac:spMkLst>
        </pc:spChg>
        <pc:graphicFrameChg chg="mod modGraphic">
          <ac:chgData name="Sohag Kabir" userId="e9b0da40-aef8-480a-bb63-d1daacecf555" providerId="ADAL" clId="{B93E19F7-CF17-4898-9657-10FD6636A87B}" dt="2024-10-05T11:51:39.950" v="2252" actId="113"/>
          <ac:graphicFrameMkLst>
            <pc:docMk/>
            <pc:sldMk cId="4245518297" sldId="301"/>
            <ac:graphicFrameMk id="3" creationId="{5E0E26A6-CCC8-2BBF-4CE9-1FE499F39FFC}"/>
          </ac:graphicFrameMkLst>
        </pc:graphicFrameChg>
      </pc:sldChg>
      <pc:sldChg chg="modSp add mod">
        <pc:chgData name="Sohag Kabir" userId="e9b0da40-aef8-480a-bb63-d1daacecf555" providerId="ADAL" clId="{B93E19F7-CF17-4898-9657-10FD6636A87B}" dt="2024-10-05T11:48:50.124" v="2245" actId="207"/>
        <pc:sldMkLst>
          <pc:docMk/>
          <pc:sldMk cId="846972630" sldId="302"/>
        </pc:sldMkLst>
        <pc:graphicFrameChg chg="mod modGraphic">
          <ac:chgData name="Sohag Kabir" userId="e9b0da40-aef8-480a-bb63-d1daacecf555" providerId="ADAL" clId="{B93E19F7-CF17-4898-9657-10FD6636A87B}" dt="2024-10-05T11:48:50.124" v="2245" actId="207"/>
          <ac:graphicFrameMkLst>
            <pc:docMk/>
            <pc:sldMk cId="846972630" sldId="302"/>
            <ac:graphicFrameMk id="3" creationId="{5E0E26A6-CCC8-2BBF-4CE9-1FE499F39FFC}"/>
          </ac:graphicFrameMkLst>
        </pc:graphicFrameChg>
      </pc:sldChg>
      <pc:sldChg chg="addSp delSp modSp add mod addAnim delAnim">
        <pc:chgData name="Sohag Kabir" userId="e9b0da40-aef8-480a-bb63-d1daacecf555" providerId="ADAL" clId="{B93E19F7-CF17-4898-9657-10FD6636A87B}" dt="2024-10-05T12:12:26.606" v="2350" actId="20577"/>
        <pc:sldMkLst>
          <pc:docMk/>
          <pc:sldMk cId="3111864872" sldId="303"/>
        </pc:sldMkLst>
        <pc:spChg chg="del">
          <ac:chgData name="Sohag Kabir" userId="e9b0da40-aef8-480a-bb63-d1daacecf555" providerId="ADAL" clId="{B93E19F7-CF17-4898-9657-10FD6636A87B}" dt="2024-10-05T12:09:50.079" v="2334" actId="478"/>
          <ac:spMkLst>
            <pc:docMk/>
            <pc:sldMk cId="3111864872" sldId="303"/>
            <ac:spMk id="3" creationId="{4A53CAC7-C63D-FD07-64B6-21A515D61196}"/>
          </ac:spMkLst>
        </pc:spChg>
        <pc:spChg chg="add mod">
          <ac:chgData name="Sohag Kabir" userId="e9b0da40-aef8-480a-bb63-d1daacecf555" providerId="ADAL" clId="{B93E19F7-CF17-4898-9657-10FD6636A87B}" dt="2024-10-05T12:10:05.734" v="2338" actId="1076"/>
          <ac:spMkLst>
            <pc:docMk/>
            <pc:sldMk cId="3111864872" sldId="303"/>
            <ac:spMk id="5" creationId="{015E5EFF-5540-010A-D066-2C5D27390FB0}"/>
          </ac:spMkLst>
        </pc:spChg>
        <pc:spChg chg="mod">
          <ac:chgData name="Sohag Kabir" userId="e9b0da40-aef8-480a-bb63-d1daacecf555" providerId="ADAL" clId="{B93E19F7-CF17-4898-9657-10FD6636A87B}" dt="2024-10-05T12:12:26.606" v="2350" actId="20577"/>
          <ac:spMkLst>
            <pc:docMk/>
            <pc:sldMk cId="3111864872" sldId="303"/>
            <ac:spMk id="18" creationId="{C8396839-4867-B84D-99D5-F365B7222258}"/>
          </ac:spMkLst>
        </pc:spChg>
        <pc:graphicFrameChg chg="add del mod modGraphic">
          <ac:chgData name="Sohag Kabir" userId="e9b0da40-aef8-480a-bb63-d1daacecf555" providerId="ADAL" clId="{B93E19F7-CF17-4898-9657-10FD6636A87B}" dt="2024-10-05T12:11:54.650" v="2349" actId="1076"/>
          <ac:graphicFrameMkLst>
            <pc:docMk/>
            <pc:sldMk cId="3111864872" sldId="303"/>
            <ac:graphicFrameMk id="8" creationId="{1365D5D7-FA64-0D30-6987-DF1DE3E8BD76}"/>
          </ac:graphicFrameMkLst>
        </pc:graphicFrameChg>
      </pc:sldChg>
      <pc:sldChg chg="addSp delSp modSp add mod">
        <pc:chgData name="Sohag Kabir" userId="e9b0da40-aef8-480a-bb63-d1daacecf555" providerId="ADAL" clId="{B93E19F7-CF17-4898-9657-10FD6636A87B}" dt="2024-10-05T13:25:10.268" v="2419" actId="255"/>
        <pc:sldMkLst>
          <pc:docMk/>
          <pc:sldMk cId="3848471798" sldId="304"/>
        </pc:sldMkLst>
        <pc:spChg chg="mod">
          <ac:chgData name="Sohag Kabir" userId="e9b0da40-aef8-480a-bb63-d1daacecf555" providerId="ADAL" clId="{B93E19F7-CF17-4898-9657-10FD6636A87B}" dt="2024-10-05T13:22:52.316" v="2403"/>
          <ac:spMkLst>
            <pc:docMk/>
            <pc:sldMk cId="3848471798" sldId="304"/>
            <ac:spMk id="2" creationId="{C41871F3-B595-E36C-AF47-CCEBC8A95B2E}"/>
          </ac:spMkLst>
        </pc:spChg>
        <pc:spChg chg="del">
          <ac:chgData name="Sohag Kabir" userId="e9b0da40-aef8-480a-bb63-d1daacecf555" providerId="ADAL" clId="{B93E19F7-CF17-4898-9657-10FD6636A87B}" dt="2024-10-05T13:22:59.495" v="2405" actId="478"/>
          <ac:spMkLst>
            <pc:docMk/>
            <pc:sldMk cId="3848471798" sldId="304"/>
            <ac:spMk id="3" creationId="{677288F0-F0F5-CD03-B0DC-F0852D06708C}"/>
          </ac:spMkLst>
        </pc:spChg>
        <pc:spChg chg="add del mod">
          <ac:chgData name="Sohag Kabir" userId="e9b0da40-aef8-480a-bb63-d1daacecf555" providerId="ADAL" clId="{B93E19F7-CF17-4898-9657-10FD6636A87B}" dt="2024-10-05T13:23:11.591" v="2406" actId="478"/>
          <ac:spMkLst>
            <pc:docMk/>
            <pc:sldMk cId="3848471798" sldId="304"/>
            <ac:spMk id="5" creationId="{9898B6D7-18BE-0544-81A8-D82BE7070F8A}"/>
          </ac:spMkLst>
        </pc:spChg>
        <pc:spChg chg="del">
          <ac:chgData name="Sohag Kabir" userId="e9b0da40-aef8-480a-bb63-d1daacecf555" providerId="ADAL" clId="{B93E19F7-CF17-4898-9657-10FD6636A87B}" dt="2024-10-05T13:22:58.079" v="2404" actId="478"/>
          <ac:spMkLst>
            <pc:docMk/>
            <pc:sldMk cId="3848471798" sldId="304"/>
            <ac:spMk id="7" creationId="{BC63AF23-A25D-5605-6DA9-36B36320F996}"/>
          </ac:spMkLst>
        </pc:spChg>
        <pc:spChg chg="add mod">
          <ac:chgData name="Sohag Kabir" userId="e9b0da40-aef8-480a-bb63-d1daacecf555" providerId="ADAL" clId="{B93E19F7-CF17-4898-9657-10FD6636A87B}" dt="2024-10-05T13:24:21.403" v="2414" actId="113"/>
          <ac:spMkLst>
            <pc:docMk/>
            <pc:sldMk cId="3848471798" sldId="304"/>
            <ac:spMk id="9" creationId="{CD50F2F8-1B2B-49A9-19F1-DB709D949017}"/>
          </ac:spMkLst>
        </pc:spChg>
        <pc:spChg chg="add mod">
          <ac:chgData name="Sohag Kabir" userId="e9b0da40-aef8-480a-bb63-d1daacecf555" providerId="ADAL" clId="{B93E19F7-CF17-4898-9657-10FD6636A87B}" dt="2024-10-05T13:25:10.268" v="2419" actId="255"/>
          <ac:spMkLst>
            <pc:docMk/>
            <pc:sldMk cId="3848471798" sldId="304"/>
            <ac:spMk id="10" creationId="{00E9F602-A3E5-2A9F-2415-D3BCE043D970}"/>
          </ac:spMkLst>
        </pc:spChg>
        <pc:spChg chg="add mod">
          <ac:chgData name="Sohag Kabir" userId="e9b0da40-aef8-480a-bb63-d1daacecf555" providerId="ADAL" clId="{B93E19F7-CF17-4898-9657-10FD6636A87B}" dt="2024-10-05T13:24:55.804" v="2417" actId="113"/>
          <ac:spMkLst>
            <pc:docMk/>
            <pc:sldMk cId="3848471798" sldId="304"/>
            <ac:spMk id="11" creationId="{AF86D1AE-A74F-85E0-A187-4D1857150FEF}"/>
          </ac:spMkLst>
        </pc:spChg>
        <pc:spChg chg="add mod">
          <ac:chgData name="Sohag Kabir" userId="e9b0da40-aef8-480a-bb63-d1daacecf555" providerId="ADAL" clId="{B93E19F7-CF17-4898-9657-10FD6636A87B}" dt="2024-10-05T13:23:21.823" v="2408" actId="1076"/>
          <ac:spMkLst>
            <pc:docMk/>
            <pc:sldMk cId="3848471798" sldId="304"/>
            <ac:spMk id="14" creationId="{A2F61D9D-25BA-DC84-A2E1-582A0F34418B}"/>
          </ac:spMkLst>
        </pc:spChg>
        <pc:spChg chg="add mod">
          <ac:chgData name="Sohag Kabir" userId="e9b0da40-aef8-480a-bb63-d1daacecf555" providerId="ADAL" clId="{B93E19F7-CF17-4898-9657-10FD6636A87B}" dt="2024-10-05T13:23:21.823" v="2408" actId="1076"/>
          <ac:spMkLst>
            <pc:docMk/>
            <pc:sldMk cId="3848471798" sldId="304"/>
            <ac:spMk id="15" creationId="{0998D7DF-3631-0AFC-4F75-315D4EC54AB5}"/>
          </ac:spMkLst>
        </pc:spChg>
        <pc:graphicFrameChg chg="add mod">
          <ac:chgData name="Sohag Kabir" userId="e9b0da40-aef8-480a-bb63-d1daacecf555" providerId="ADAL" clId="{B93E19F7-CF17-4898-9657-10FD6636A87B}" dt="2024-10-05T13:23:21.823" v="2408" actId="1076"/>
          <ac:graphicFrameMkLst>
            <pc:docMk/>
            <pc:sldMk cId="3848471798" sldId="304"/>
            <ac:graphicFrameMk id="12" creationId="{1DAFEA42-501C-66BE-C6CF-46F60F090DB5}"/>
          </ac:graphicFrameMkLst>
        </pc:graphicFrameChg>
        <pc:graphicFrameChg chg="add mod">
          <ac:chgData name="Sohag Kabir" userId="e9b0da40-aef8-480a-bb63-d1daacecf555" providerId="ADAL" clId="{B93E19F7-CF17-4898-9657-10FD6636A87B}" dt="2024-10-05T13:23:21.823" v="2408" actId="1076"/>
          <ac:graphicFrameMkLst>
            <pc:docMk/>
            <pc:sldMk cId="3848471798" sldId="304"/>
            <ac:graphicFrameMk id="13" creationId="{081B124B-A8AF-B868-834D-AE0938E734CE}"/>
          </ac:graphicFrameMkLst>
        </pc:graphicFrameChg>
      </pc:sldChg>
      <pc:sldChg chg="addSp delSp modSp add mod modAnim">
        <pc:chgData name="Sohag Kabir" userId="e9b0da40-aef8-480a-bb63-d1daacecf555" providerId="ADAL" clId="{B93E19F7-CF17-4898-9657-10FD6636A87B}" dt="2024-10-05T13:32:33.670" v="2448" actId="1076"/>
        <pc:sldMkLst>
          <pc:docMk/>
          <pc:sldMk cId="1153240218" sldId="305"/>
        </pc:sldMkLst>
        <pc:spChg chg="mod">
          <ac:chgData name="Sohag Kabir" userId="e9b0da40-aef8-480a-bb63-d1daacecf555" providerId="ADAL" clId="{B93E19F7-CF17-4898-9657-10FD6636A87B}" dt="2024-10-05T13:28:52.372" v="2430" actId="1076"/>
          <ac:spMkLst>
            <pc:docMk/>
            <pc:sldMk cId="1153240218" sldId="305"/>
            <ac:spMk id="2" creationId="{C41871F3-B595-E36C-AF47-CCEBC8A95B2E}"/>
          </ac:spMkLst>
        </pc:spChg>
        <pc:spChg chg="add mod">
          <ac:chgData name="Sohag Kabir" userId="e9b0da40-aef8-480a-bb63-d1daacecf555" providerId="ADAL" clId="{B93E19F7-CF17-4898-9657-10FD6636A87B}" dt="2024-10-05T13:30:49.911" v="2439" actId="1076"/>
          <ac:spMkLst>
            <pc:docMk/>
            <pc:sldMk cId="1153240218" sldId="305"/>
            <ac:spMk id="3" creationId="{B5B3383F-3495-18F9-D8E4-55694B3E22AC}"/>
          </ac:spMkLst>
        </pc:spChg>
        <pc:spChg chg="add mod">
          <ac:chgData name="Sohag Kabir" userId="e9b0da40-aef8-480a-bb63-d1daacecf555" providerId="ADAL" clId="{B93E19F7-CF17-4898-9657-10FD6636A87B}" dt="2024-10-05T13:32:31.967" v="2447" actId="1076"/>
          <ac:spMkLst>
            <pc:docMk/>
            <pc:sldMk cId="1153240218" sldId="305"/>
            <ac:spMk id="5" creationId="{D3C9AED7-9BE9-ABF0-7BAD-38B772E3CA82}"/>
          </ac:spMkLst>
        </pc:spChg>
        <pc:spChg chg="add mod">
          <ac:chgData name="Sohag Kabir" userId="e9b0da40-aef8-480a-bb63-d1daacecf555" providerId="ADAL" clId="{B93E19F7-CF17-4898-9657-10FD6636A87B}" dt="2024-10-05T13:32:33.670" v="2448" actId="1076"/>
          <ac:spMkLst>
            <pc:docMk/>
            <pc:sldMk cId="1153240218" sldId="305"/>
            <ac:spMk id="7" creationId="{DF1CD9A0-79D2-1AE1-FB7A-FC44A5225AE3}"/>
          </ac:spMkLst>
        </pc:spChg>
        <pc:spChg chg="del">
          <ac:chgData name="Sohag Kabir" userId="e9b0da40-aef8-480a-bb63-d1daacecf555" providerId="ADAL" clId="{B93E19F7-CF17-4898-9657-10FD6636A87B}" dt="2024-10-05T13:28:56.523" v="2431" actId="478"/>
          <ac:spMkLst>
            <pc:docMk/>
            <pc:sldMk cId="1153240218" sldId="305"/>
            <ac:spMk id="9" creationId="{CD50F2F8-1B2B-49A9-19F1-DB709D949017}"/>
          </ac:spMkLst>
        </pc:spChg>
        <pc:spChg chg="del">
          <ac:chgData name="Sohag Kabir" userId="e9b0da40-aef8-480a-bb63-d1daacecf555" providerId="ADAL" clId="{B93E19F7-CF17-4898-9657-10FD6636A87B}" dt="2024-10-05T13:28:56.523" v="2431" actId="478"/>
          <ac:spMkLst>
            <pc:docMk/>
            <pc:sldMk cId="1153240218" sldId="305"/>
            <ac:spMk id="10" creationId="{00E9F602-A3E5-2A9F-2415-D3BCE043D970}"/>
          </ac:spMkLst>
        </pc:spChg>
        <pc:spChg chg="del">
          <ac:chgData name="Sohag Kabir" userId="e9b0da40-aef8-480a-bb63-d1daacecf555" providerId="ADAL" clId="{B93E19F7-CF17-4898-9657-10FD6636A87B}" dt="2024-10-05T13:28:56.523" v="2431" actId="478"/>
          <ac:spMkLst>
            <pc:docMk/>
            <pc:sldMk cId="1153240218" sldId="305"/>
            <ac:spMk id="11" creationId="{AF86D1AE-A74F-85E0-A187-4D1857150FEF}"/>
          </ac:spMkLst>
        </pc:spChg>
        <pc:spChg chg="del">
          <ac:chgData name="Sohag Kabir" userId="e9b0da40-aef8-480a-bb63-d1daacecf555" providerId="ADAL" clId="{B93E19F7-CF17-4898-9657-10FD6636A87B}" dt="2024-10-05T13:28:56.523" v="2431" actId="478"/>
          <ac:spMkLst>
            <pc:docMk/>
            <pc:sldMk cId="1153240218" sldId="305"/>
            <ac:spMk id="14" creationId="{A2F61D9D-25BA-DC84-A2E1-582A0F34418B}"/>
          </ac:spMkLst>
        </pc:spChg>
        <pc:spChg chg="del">
          <ac:chgData name="Sohag Kabir" userId="e9b0da40-aef8-480a-bb63-d1daacecf555" providerId="ADAL" clId="{B93E19F7-CF17-4898-9657-10FD6636A87B}" dt="2024-10-05T13:28:56.523" v="2431" actId="478"/>
          <ac:spMkLst>
            <pc:docMk/>
            <pc:sldMk cId="1153240218" sldId="305"/>
            <ac:spMk id="15" creationId="{0998D7DF-3631-0AFC-4F75-315D4EC54AB5}"/>
          </ac:spMkLst>
        </pc:spChg>
        <pc:graphicFrameChg chg="del">
          <ac:chgData name="Sohag Kabir" userId="e9b0da40-aef8-480a-bb63-d1daacecf555" providerId="ADAL" clId="{B93E19F7-CF17-4898-9657-10FD6636A87B}" dt="2024-10-05T13:28:56.523" v="2431" actId="478"/>
          <ac:graphicFrameMkLst>
            <pc:docMk/>
            <pc:sldMk cId="1153240218" sldId="305"/>
            <ac:graphicFrameMk id="12" creationId="{1DAFEA42-501C-66BE-C6CF-46F60F090DB5}"/>
          </ac:graphicFrameMkLst>
        </pc:graphicFrameChg>
        <pc:graphicFrameChg chg="del">
          <ac:chgData name="Sohag Kabir" userId="e9b0da40-aef8-480a-bb63-d1daacecf555" providerId="ADAL" clId="{B93E19F7-CF17-4898-9657-10FD6636A87B}" dt="2024-10-05T13:28:56.523" v="2431" actId="478"/>
          <ac:graphicFrameMkLst>
            <pc:docMk/>
            <pc:sldMk cId="1153240218" sldId="305"/>
            <ac:graphicFrameMk id="13" creationId="{081B124B-A8AF-B868-834D-AE0938E734CE}"/>
          </ac:graphicFrameMkLst>
        </pc:graphicFrameChg>
      </pc:sldChg>
      <pc:sldChg chg="addSp delSp modSp add mod delAnim modAnim">
        <pc:chgData name="Sohag Kabir" userId="e9b0da40-aef8-480a-bb63-d1daacecf555" providerId="ADAL" clId="{B93E19F7-CF17-4898-9657-10FD6636A87B}" dt="2024-10-05T13:50:05.637" v="2496" actId="14100"/>
        <pc:sldMkLst>
          <pc:docMk/>
          <pc:sldMk cId="2096964769" sldId="306"/>
        </pc:sldMkLst>
        <pc:spChg chg="del">
          <ac:chgData name="Sohag Kabir" userId="e9b0da40-aef8-480a-bb63-d1daacecf555" providerId="ADAL" clId="{B93E19F7-CF17-4898-9657-10FD6636A87B}" dt="2024-10-05T13:34:49.323" v="2454" actId="478"/>
          <ac:spMkLst>
            <pc:docMk/>
            <pc:sldMk cId="2096964769" sldId="306"/>
            <ac:spMk id="2" creationId="{C41871F3-B595-E36C-AF47-CCEBC8A95B2E}"/>
          </ac:spMkLst>
        </pc:spChg>
        <pc:spChg chg="del">
          <ac:chgData name="Sohag Kabir" userId="e9b0da40-aef8-480a-bb63-d1daacecf555" providerId="ADAL" clId="{B93E19F7-CF17-4898-9657-10FD6636A87B}" dt="2024-10-05T13:34:52.987" v="2456" actId="478"/>
          <ac:spMkLst>
            <pc:docMk/>
            <pc:sldMk cId="2096964769" sldId="306"/>
            <ac:spMk id="3" creationId="{B5B3383F-3495-18F9-D8E4-55694B3E22AC}"/>
          </ac:spMkLst>
        </pc:spChg>
        <pc:spChg chg="mod">
          <ac:chgData name="Sohag Kabir" userId="e9b0da40-aef8-480a-bb63-d1daacecf555" providerId="ADAL" clId="{B93E19F7-CF17-4898-9657-10FD6636A87B}" dt="2024-10-05T13:34:44.243" v="2453" actId="255"/>
          <ac:spMkLst>
            <pc:docMk/>
            <pc:sldMk cId="2096964769" sldId="306"/>
            <ac:spMk id="4" creationId="{8B3BBD20-CA54-1CCC-FDC5-4B2C938D023F}"/>
          </ac:spMkLst>
        </pc:spChg>
        <pc:spChg chg="del">
          <ac:chgData name="Sohag Kabir" userId="e9b0da40-aef8-480a-bb63-d1daacecf555" providerId="ADAL" clId="{B93E19F7-CF17-4898-9657-10FD6636A87B}" dt="2024-10-05T13:34:54.180" v="2457" actId="478"/>
          <ac:spMkLst>
            <pc:docMk/>
            <pc:sldMk cId="2096964769" sldId="306"/>
            <ac:spMk id="5" creationId="{D3C9AED7-9BE9-ABF0-7BAD-38B772E3CA82}"/>
          </ac:spMkLst>
        </pc:spChg>
        <pc:spChg chg="del">
          <ac:chgData name="Sohag Kabir" userId="e9b0da40-aef8-480a-bb63-d1daacecf555" providerId="ADAL" clId="{B93E19F7-CF17-4898-9657-10FD6636A87B}" dt="2024-10-05T13:34:55.896" v="2458" actId="478"/>
          <ac:spMkLst>
            <pc:docMk/>
            <pc:sldMk cId="2096964769" sldId="306"/>
            <ac:spMk id="7" creationId="{DF1CD9A0-79D2-1AE1-FB7A-FC44A5225AE3}"/>
          </ac:spMkLst>
        </pc:spChg>
        <pc:spChg chg="add del mod">
          <ac:chgData name="Sohag Kabir" userId="e9b0da40-aef8-480a-bb63-d1daacecf555" providerId="ADAL" clId="{B93E19F7-CF17-4898-9657-10FD6636A87B}" dt="2024-10-05T13:34:52.080" v="2455" actId="478"/>
          <ac:spMkLst>
            <pc:docMk/>
            <pc:sldMk cId="2096964769" sldId="306"/>
            <ac:spMk id="9" creationId="{C23F14D2-B20E-F552-92DE-EDEE1B4B42EB}"/>
          </ac:spMkLst>
        </pc:spChg>
        <pc:spChg chg="add mod">
          <ac:chgData name="Sohag Kabir" userId="e9b0da40-aef8-480a-bb63-d1daacecf555" providerId="ADAL" clId="{B93E19F7-CF17-4898-9657-10FD6636A87B}" dt="2024-10-05T13:48:32.150" v="2492" actId="20577"/>
          <ac:spMkLst>
            <pc:docMk/>
            <pc:sldMk cId="2096964769" sldId="306"/>
            <ac:spMk id="10" creationId="{B2167580-6AE3-B019-0A0B-25B81FEC490F}"/>
          </ac:spMkLst>
        </pc:spChg>
        <pc:spChg chg="add mod">
          <ac:chgData name="Sohag Kabir" userId="e9b0da40-aef8-480a-bb63-d1daacecf555" providerId="ADAL" clId="{B93E19F7-CF17-4898-9657-10FD6636A87B}" dt="2024-10-05T13:50:05.637" v="2496" actId="14100"/>
          <ac:spMkLst>
            <pc:docMk/>
            <pc:sldMk cId="2096964769" sldId="306"/>
            <ac:spMk id="11" creationId="{16C08D9D-8210-7594-DCB1-8636CADD417A}"/>
          </ac:spMkLst>
        </pc:spChg>
        <pc:spChg chg="add mod">
          <ac:chgData name="Sohag Kabir" userId="e9b0da40-aef8-480a-bb63-d1daacecf555" providerId="ADAL" clId="{B93E19F7-CF17-4898-9657-10FD6636A87B}" dt="2024-10-05T13:35:30.987" v="2462" actId="1076"/>
          <ac:spMkLst>
            <pc:docMk/>
            <pc:sldMk cId="2096964769" sldId="306"/>
            <ac:spMk id="14" creationId="{134DAA3B-FD39-1994-7742-282CD08FDB49}"/>
          </ac:spMkLst>
        </pc:spChg>
        <pc:spChg chg="add mod">
          <ac:chgData name="Sohag Kabir" userId="e9b0da40-aef8-480a-bb63-d1daacecf555" providerId="ADAL" clId="{B93E19F7-CF17-4898-9657-10FD6636A87B}" dt="2024-10-05T13:35:30.987" v="2462" actId="1076"/>
          <ac:spMkLst>
            <pc:docMk/>
            <pc:sldMk cId="2096964769" sldId="306"/>
            <ac:spMk id="15" creationId="{48718829-4A29-D25E-0D6E-B11E0C2F51C8}"/>
          </ac:spMkLst>
        </pc:spChg>
        <pc:spChg chg="add mod">
          <ac:chgData name="Sohag Kabir" userId="e9b0da40-aef8-480a-bb63-d1daacecf555" providerId="ADAL" clId="{B93E19F7-CF17-4898-9657-10FD6636A87B}" dt="2024-10-05T13:47:33.958" v="2490" actId="1076"/>
          <ac:spMkLst>
            <pc:docMk/>
            <pc:sldMk cId="2096964769" sldId="306"/>
            <ac:spMk id="16" creationId="{CEA3C46F-B05F-05C3-021B-D8713F34F20E}"/>
          </ac:spMkLst>
        </pc:spChg>
        <pc:spChg chg="add mod">
          <ac:chgData name="Sohag Kabir" userId="e9b0da40-aef8-480a-bb63-d1daacecf555" providerId="ADAL" clId="{B93E19F7-CF17-4898-9657-10FD6636A87B}" dt="2024-10-05T13:35:30.987" v="2462" actId="1076"/>
          <ac:spMkLst>
            <pc:docMk/>
            <pc:sldMk cId="2096964769" sldId="306"/>
            <ac:spMk id="19" creationId="{4C8E8417-F9EF-BCBA-63EF-6F9F1E77FB3B}"/>
          </ac:spMkLst>
        </pc:spChg>
        <pc:graphicFrameChg chg="add mod modGraphic">
          <ac:chgData name="Sohag Kabir" userId="e9b0da40-aef8-480a-bb63-d1daacecf555" providerId="ADAL" clId="{B93E19F7-CF17-4898-9657-10FD6636A87B}" dt="2024-10-05T13:45:27.118" v="2469" actId="207"/>
          <ac:graphicFrameMkLst>
            <pc:docMk/>
            <pc:sldMk cId="2096964769" sldId="306"/>
            <ac:graphicFrameMk id="12" creationId="{04AF308F-67D8-575D-87D6-1C89DA2E768E}"/>
          </ac:graphicFrameMkLst>
        </pc:graphicFrameChg>
        <pc:graphicFrameChg chg="add mod modGraphic">
          <ac:chgData name="Sohag Kabir" userId="e9b0da40-aef8-480a-bb63-d1daacecf555" providerId="ADAL" clId="{B93E19F7-CF17-4898-9657-10FD6636A87B}" dt="2024-10-05T13:45:37.466" v="2470" actId="207"/>
          <ac:graphicFrameMkLst>
            <pc:docMk/>
            <pc:sldMk cId="2096964769" sldId="306"/>
            <ac:graphicFrameMk id="13" creationId="{04E29480-DA40-6D18-BE63-B63F72CFC601}"/>
          </ac:graphicFrameMkLst>
        </pc:graphicFrameChg>
        <pc:cxnChg chg="add mod">
          <ac:chgData name="Sohag Kabir" userId="e9b0da40-aef8-480a-bb63-d1daacecf555" providerId="ADAL" clId="{B93E19F7-CF17-4898-9657-10FD6636A87B}" dt="2024-10-05T13:35:30.987" v="2462" actId="1076"/>
          <ac:cxnSpMkLst>
            <pc:docMk/>
            <pc:sldMk cId="2096964769" sldId="306"/>
            <ac:cxnSpMk id="17" creationId="{E4F47166-E16A-2E97-B890-D0C584FACE0F}"/>
          </ac:cxnSpMkLst>
        </pc:cxnChg>
        <pc:cxnChg chg="add mod">
          <ac:chgData name="Sohag Kabir" userId="e9b0da40-aef8-480a-bb63-d1daacecf555" providerId="ADAL" clId="{B93E19F7-CF17-4898-9657-10FD6636A87B}" dt="2024-10-05T13:35:30.987" v="2462" actId="1076"/>
          <ac:cxnSpMkLst>
            <pc:docMk/>
            <pc:sldMk cId="2096964769" sldId="306"/>
            <ac:cxnSpMk id="18" creationId="{FEE7526F-4867-7105-D47F-EFCFFC45A8E4}"/>
          </ac:cxnSpMkLst>
        </pc:cxnChg>
      </pc:sldChg>
      <pc:sldChg chg="addSp delSp modSp add mod delAnim modAnim">
        <pc:chgData name="Sohag Kabir" userId="e9b0da40-aef8-480a-bb63-d1daacecf555" providerId="ADAL" clId="{B93E19F7-CF17-4898-9657-10FD6636A87B}" dt="2024-10-05T13:53:51.490" v="2521" actId="1076"/>
        <pc:sldMkLst>
          <pc:docMk/>
          <pc:sldMk cId="3822761777" sldId="307"/>
        </pc:sldMkLst>
        <pc:spChg chg="add del mod">
          <ac:chgData name="Sohag Kabir" userId="e9b0da40-aef8-480a-bb63-d1daacecf555" providerId="ADAL" clId="{B93E19F7-CF17-4898-9657-10FD6636A87B}" dt="2024-10-05T13:50:55.459" v="2501" actId="478"/>
          <ac:spMkLst>
            <pc:docMk/>
            <pc:sldMk cId="3822761777" sldId="307"/>
            <ac:spMk id="2" creationId="{F3BAF6B0-BEC8-7477-E801-C7EBE00A934E}"/>
          </ac:spMkLst>
        </pc:spChg>
        <pc:spChg chg="add mod">
          <ac:chgData name="Sohag Kabir" userId="e9b0da40-aef8-480a-bb63-d1daacecf555" providerId="ADAL" clId="{B93E19F7-CF17-4898-9657-10FD6636A87B}" dt="2024-10-05T13:53:48.598" v="2520" actId="1076"/>
          <ac:spMkLst>
            <pc:docMk/>
            <pc:sldMk cId="3822761777" sldId="307"/>
            <ac:spMk id="3" creationId="{0C4F1D13-7504-0E39-3F4E-FB3DFAEE379A}"/>
          </ac:spMkLst>
        </pc:spChg>
        <pc:spChg chg="mod">
          <ac:chgData name="Sohag Kabir" userId="e9b0da40-aef8-480a-bb63-d1daacecf555" providerId="ADAL" clId="{B93E19F7-CF17-4898-9657-10FD6636A87B}" dt="2024-10-05T13:50:49.110" v="2498"/>
          <ac:spMkLst>
            <pc:docMk/>
            <pc:sldMk cId="3822761777" sldId="307"/>
            <ac:spMk id="4" creationId="{8B3BBD20-CA54-1CCC-FDC5-4B2C938D023F}"/>
          </ac:spMkLst>
        </pc:spChg>
        <pc:spChg chg="add mod">
          <ac:chgData name="Sohag Kabir" userId="e9b0da40-aef8-480a-bb63-d1daacecf555" providerId="ADAL" clId="{B93E19F7-CF17-4898-9657-10FD6636A87B}" dt="2024-10-05T13:53:51.490" v="2521" actId="1076"/>
          <ac:spMkLst>
            <pc:docMk/>
            <pc:sldMk cId="3822761777" sldId="307"/>
            <ac:spMk id="5" creationId="{8FBE6B5F-C7ED-EFF3-C325-5DCB0BCE061B}"/>
          </ac:spMkLst>
        </pc:spChg>
        <pc:spChg chg="add mod">
          <ac:chgData name="Sohag Kabir" userId="e9b0da40-aef8-480a-bb63-d1daacecf555" providerId="ADAL" clId="{B93E19F7-CF17-4898-9657-10FD6636A87B}" dt="2024-10-05T13:53:12.622" v="2513" actId="27636"/>
          <ac:spMkLst>
            <pc:docMk/>
            <pc:sldMk cId="3822761777" sldId="307"/>
            <ac:spMk id="7" creationId="{E5397D9E-053A-D30F-5EC0-13FF2FA32234}"/>
          </ac:spMkLst>
        </pc:spChg>
        <pc:spChg chg="add mod">
          <ac:chgData name="Sohag Kabir" userId="e9b0da40-aef8-480a-bb63-d1daacecf555" providerId="ADAL" clId="{B93E19F7-CF17-4898-9657-10FD6636A87B}" dt="2024-10-05T13:53:17.045" v="2514" actId="1076"/>
          <ac:spMkLst>
            <pc:docMk/>
            <pc:sldMk cId="3822761777" sldId="307"/>
            <ac:spMk id="9" creationId="{63329360-C29D-60BE-A3DB-B1E388AC1C06}"/>
          </ac:spMkLst>
        </pc:spChg>
        <pc:spChg chg="del">
          <ac:chgData name="Sohag Kabir" userId="e9b0da40-aef8-480a-bb63-d1daacecf555" providerId="ADAL" clId="{B93E19F7-CF17-4898-9657-10FD6636A87B}" dt="2024-10-05T13:50:52.715" v="2499" actId="478"/>
          <ac:spMkLst>
            <pc:docMk/>
            <pc:sldMk cId="3822761777" sldId="307"/>
            <ac:spMk id="10" creationId="{B2167580-6AE3-B019-0A0B-25B81FEC490F}"/>
          </ac:spMkLst>
        </pc:spChg>
        <pc:spChg chg="del">
          <ac:chgData name="Sohag Kabir" userId="e9b0da40-aef8-480a-bb63-d1daacecf555" providerId="ADAL" clId="{B93E19F7-CF17-4898-9657-10FD6636A87B}" dt="2024-10-05T13:50:58.875" v="2502" actId="478"/>
          <ac:spMkLst>
            <pc:docMk/>
            <pc:sldMk cId="3822761777" sldId="307"/>
            <ac:spMk id="11" creationId="{16C08D9D-8210-7594-DCB1-8636CADD417A}"/>
          </ac:spMkLst>
        </pc:spChg>
        <pc:spChg chg="del">
          <ac:chgData name="Sohag Kabir" userId="e9b0da40-aef8-480a-bb63-d1daacecf555" providerId="ADAL" clId="{B93E19F7-CF17-4898-9657-10FD6636A87B}" dt="2024-10-05T13:50:58.875" v="2502" actId="478"/>
          <ac:spMkLst>
            <pc:docMk/>
            <pc:sldMk cId="3822761777" sldId="307"/>
            <ac:spMk id="14" creationId="{134DAA3B-FD39-1994-7742-282CD08FDB49}"/>
          </ac:spMkLst>
        </pc:spChg>
        <pc:spChg chg="del">
          <ac:chgData name="Sohag Kabir" userId="e9b0da40-aef8-480a-bb63-d1daacecf555" providerId="ADAL" clId="{B93E19F7-CF17-4898-9657-10FD6636A87B}" dt="2024-10-05T13:50:58.875" v="2502" actId="478"/>
          <ac:spMkLst>
            <pc:docMk/>
            <pc:sldMk cId="3822761777" sldId="307"/>
            <ac:spMk id="15" creationId="{48718829-4A29-D25E-0D6E-B11E0C2F51C8}"/>
          </ac:spMkLst>
        </pc:spChg>
        <pc:spChg chg="del">
          <ac:chgData name="Sohag Kabir" userId="e9b0da40-aef8-480a-bb63-d1daacecf555" providerId="ADAL" clId="{B93E19F7-CF17-4898-9657-10FD6636A87B}" dt="2024-10-05T13:50:59.911" v="2503" actId="478"/>
          <ac:spMkLst>
            <pc:docMk/>
            <pc:sldMk cId="3822761777" sldId="307"/>
            <ac:spMk id="16" creationId="{CEA3C46F-B05F-05C3-021B-D8713F34F20E}"/>
          </ac:spMkLst>
        </pc:spChg>
        <pc:spChg chg="del">
          <ac:chgData name="Sohag Kabir" userId="e9b0da40-aef8-480a-bb63-d1daacecf555" providerId="ADAL" clId="{B93E19F7-CF17-4898-9657-10FD6636A87B}" dt="2024-10-05T13:50:54.431" v="2500" actId="478"/>
          <ac:spMkLst>
            <pc:docMk/>
            <pc:sldMk cId="3822761777" sldId="307"/>
            <ac:spMk id="19" creationId="{4C8E8417-F9EF-BCBA-63EF-6F9F1E77FB3B}"/>
          </ac:spMkLst>
        </pc:spChg>
        <pc:graphicFrameChg chg="del">
          <ac:chgData name="Sohag Kabir" userId="e9b0da40-aef8-480a-bb63-d1daacecf555" providerId="ADAL" clId="{B93E19F7-CF17-4898-9657-10FD6636A87B}" dt="2024-10-05T13:50:58.875" v="2502" actId="478"/>
          <ac:graphicFrameMkLst>
            <pc:docMk/>
            <pc:sldMk cId="3822761777" sldId="307"/>
            <ac:graphicFrameMk id="12" creationId="{04AF308F-67D8-575D-87D6-1C89DA2E768E}"/>
          </ac:graphicFrameMkLst>
        </pc:graphicFrameChg>
        <pc:graphicFrameChg chg="del">
          <ac:chgData name="Sohag Kabir" userId="e9b0da40-aef8-480a-bb63-d1daacecf555" providerId="ADAL" clId="{B93E19F7-CF17-4898-9657-10FD6636A87B}" dt="2024-10-05T13:50:58.875" v="2502" actId="478"/>
          <ac:graphicFrameMkLst>
            <pc:docMk/>
            <pc:sldMk cId="3822761777" sldId="307"/>
            <ac:graphicFrameMk id="13" creationId="{04E29480-DA40-6D18-BE63-B63F72CFC601}"/>
          </ac:graphicFrameMkLst>
        </pc:graphicFrameChg>
        <pc:cxnChg chg="del">
          <ac:chgData name="Sohag Kabir" userId="e9b0da40-aef8-480a-bb63-d1daacecf555" providerId="ADAL" clId="{B93E19F7-CF17-4898-9657-10FD6636A87B}" dt="2024-10-05T13:50:58.875" v="2502" actId="478"/>
          <ac:cxnSpMkLst>
            <pc:docMk/>
            <pc:sldMk cId="3822761777" sldId="307"/>
            <ac:cxnSpMk id="17" creationId="{E4F47166-E16A-2E97-B890-D0C584FACE0F}"/>
          </ac:cxnSpMkLst>
        </pc:cxnChg>
        <pc:cxnChg chg="del">
          <ac:chgData name="Sohag Kabir" userId="e9b0da40-aef8-480a-bb63-d1daacecf555" providerId="ADAL" clId="{B93E19F7-CF17-4898-9657-10FD6636A87B}" dt="2024-10-05T13:50:58.875" v="2502" actId="478"/>
          <ac:cxnSpMkLst>
            <pc:docMk/>
            <pc:sldMk cId="3822761777" sldId="307"/>
            <ac:cxnSpMk id="18" creationId="{FEE7526F-4867-7105-D47F-EFCFFC45A8E4}"/>
          </ac:cxnSpMkLst>
        </pc:cxnChg>
      </pc:sldChg>
      <pc:sldChg chg="addSp delSp modSp add mod delAnim modAnim">
        <pc:chgData name="Sohag Kabir" userId="e9b0da40-aef8-480a-bb63-d1daacecf555" providerId="ADAL" clId="{B93E19F7-CF17-4898-9657-10FD6636A87B}" dt="2024-10-05T15:15:11.112" v="2654" actId="1076"/>
        <pc:sldMkLst>
          <pc:docMk/>
          <pc:sldMk cId="486127999" sldId="308"/>
        </pc:sldMkLst>
        <pc:spChg chg="add del mod">
          <ac:chgData name="Sohag Kabir" userId="e9b0da40-aef8-480a-bb63-d1daacecf555" providerId="ADAL" clId="{B93E19F7-CF17-4898-9657-10FD6636A87B}" dt="2024-10-05T14:57:16.552" v="2527" actId="478"/>
          <ac:spMkLst>
            <pc:docMk/>
            <pc:sldMk cId="486127999" sldId="308"/>
            <ac:spMk id="2" creationId="{F9D377D4-B6AC-C662-F5AE-C07F1945B342}"/>
          </ac:spMkLst>
        </pc:spChg>
        <pc:spChg chg="del">
          <ac:chgData name="Sohag Kabir" userId="e9b0da40-aef8-480a-bb63-d1daacecf555" providerId="ADAL" clId="{B93E19F7-CF17-4898-9657-10FD6636A87B}" dt="2024-10-05T14:57:14.262" v="2526" actId="478"/>
          <ac:spMkLst>
            <pc:docMk/>
            <pc:sldMk cId="486127999" sldId="308"/>
            <ac:spMk id="3" creationId="{0C4F1D13-7504-0E39-3F4E-FB3DFAEE379A}"/>
          </ac:spMkLst>
        </pc:spChg>
        <pc:spChg chg="mod">
          <ac:chgData name="Sohag Kabir" userId="e9b0da40-aef8-480a-bb63-d1daacecf555" providerId="ADAL" clId="{B93E19F7-CF17-4898-9657-10FD6636A87B}" dt="2024-10-05T15:00:41.948" v="2610" actId="20577"/>
          <ac:spMkLst>
            <pc:docMk/>
            <pc:sldMk cId="486127999" sldId="308"/>
            <ac:spMk id="4" creationId="{8B3BBD20-CA54-1CCC-FDC5-4B2C938D023F}"/>
          </ac:spMkLst>
        </pc:spChg>
        <pc:spChg chg="del">
          <ac:chgData name="Sohag Kabir" userId="e9b0da40-aef8-480a-bb63-d1daacecf555" providerId="ADAL" clId="{B93E19F7-CF17-4898-9657-10FD6636A87B}" dt="2024-10-05T14:57:04.841" v="2523" actId="478"/>
          <ac:spMkLst>
            <pc:docMk/>
            <pc:sldMk cId="486127999" sldId="308"/>
            <ac:spMk id="5" creationId="{8FBE6B5F-C7ED-EFF3-C325-5DCB0BCE061B}"/>
          </ac:spMkLst>
        </pc:spChg>
        <pc:spChg chg="del">
          <ac:chgData name="Sohag Kabir" userId="e9b0da40-aef8-480a-bb63-d1daacecf555" providerId="ADAL" clId="{B93E19F7-CF17-4898-9657-10FD6636A87B}" dt="2024-10-05T14:57:09.421" v="2524" actId="478"/>
          <ac:spMkLst>
            <pc:docMk/>
            <pc:sldMk cId="486127999" sldId="308"/>
            <ac:spMk id="7" creationId="{E5397D9E-053A-D30F-5EC0-13FF2FA32234}"/>
          </ac:spMkLst>
        </pc:spChg>
        <pc:spChg chg="del">
          <ac:chgData name="Sohag Kabir" userId="e9b0da40-aef8-480a-bb63-d1daacecf555" providerId="ADAL" clId="{B93E19F7-CF17-4898-9657-10FD6636A87B}" dt="2024-10-05T14:57:11.555" v="2525" actId="478"/>
          <ac:spMkLst>
            <pc:docMk/>
            <pc:sldMk cId="486127999" sldId="308"/>
            <ac:spMk id="9" creationId="{63329360-C29D-60BE-A3DB-B1E388AC1C06}"/>
          </ac:spMkLst>
        </pc:spChg>
        <pc:spChg chg="add mod">
          <ac:chgData name="Sohag Kabir" userId="e9b0da40-aef8-480a-bb63-d1daacecf555" providerId="ADAL" clId="{B93E19F7-CF17-4898-9657-10FD6636A87B}" dt="2024-10-05T15:15:11.112" v="2654" actId="1076"/>
          <ac:spMkLst>
            <pc:docMk/>
            <pc:sldMk cId="486127999" sldId="308"/>
            <ac:spMk id="11" creationId="{7CB2361F-A402-B8C2-A81A-41FE849B4D99}"/>
          </ac:spMkLst>
        </pc:spChg>
        <pc:spChg chg="add mod">
          <ac:chgData name="Sohag Kabir" userId="e9b0da40-aef8-480a-bb63-d1daacecf555" providerId="ADAL" clId="{B93E19F7-CF17-4898-9657-10FD6636A87B}" dt="2024-10-05T15:14:45.217" v="2649" actId="2711"/>
          <ac:spMkLst>
            <pc:docMk/>
            <pc:sldMk cId="486127999" sldId="308"/>
            <ac:spMk id="12" creationId="{BB4F1B59-0E32-B224-0487-3A6469ADCC4D}"/>
          </ac:spMkLst>
        </pc:spChg>
        <pc:spChg chg="add mod">
          <ac:chgData name="Sohag Kabir" userId="e9b0da40-aef8-480a-bb63-d1daacecf555" providerId="ADAL" clId="{B93E19F7-CF17-4898-9657-10FD6636A87B}" dt="2024-10-05T15:00:16.125" v="2609"/>
          <ac:spMkLst>
            <pc:docMk/>
            <pc:sldMk cId="486127999" sldId="308"/>
            <ac:spMk id="14" creationId="{107CEA64-5A89-E765-8B27-27EA17D7B0C6}"/>
          </ac:spMkLst>
        </pc:spChg>
        <pc:graphicFrameChg chg="add mod modGraphic">
          <ac:chgData name="Sohag Kabir" userId="e9b0da40-aef8-480a-bb63-d1daacecf555" providerId="ADAL" clId="{B93E19F7-CF17-4898-9657-10FD6636A87B}" dt="2024-10-05T15:01:00.868" v="2612" actId="115"/>
          <ac:graphicFrameMkLst>
            <pc:docMk/>
            <pc:sldMk cId="486127999" sldId="308"/>
            <ac:graphicFrameMk id="10" creationId="{BB843080-E7CA-A2DB-47E0-214B70A2E3CD}"/>
          </ac:graphicFrameMkLst>
        </pc:graphicFrameChg>
        <pc:graphicFrameChg chg="add mod modGraphic">
          <ac:chgData name="Sohag Kabir" userId="e9b0da40-aef8-480a-bb63-d1daacecf555" providerId="ADAL" clId="{B93E19F7-CF17-4898-9657-10FD6636A87B}" dt="2024-10-05T15:00:57.957" v="2611" actId="115"/>
          <ac:graphicFrameMkLst>
            <pc:docMk/>
            <pc:sldMk cId="486127999" sldId="308"/>
            <ac:graphicFrameMk id="13" creationId="{43F94652-1285-A2F1-70C5-B60602CCFA52}"/>
          </ac:graphicFrameMkLst>
        </pc:graphicFrameChg>
      </pc:sldChg>
      <pc:sldChg chg="addSp delSp modSp add mod">
        <pc:chgData name="Sohag Kabir" userId="e9b0da40-aef8-480a-bb63-d1daacecf555" providerId="ADAL" clId="{B93E19F7-CF17-4898-9657-10FD6636A87B}" dt="2024-10-05T15:15:19.436" v="2656" actId="1076"/>
        <pc:sldMkLst>
          <pc:docMk/>
          <pc:sldMk cId="722230659" sldId="309"/>
        </pc:sldMkLst>
        <pc:spChg chg="add mod">
          <ac:chgData name="Sohag Kabir" userId="e9b0da40-aef8-480a-bb63-d1daacecf555" providerId="ADAL" clId="{B93E19F7-CF17-4898-9657-10FD6636A87B}" dt="2024-10-05T15:01:36.848" v="2615"/>
          <ac:spMkLst>
            <pc:docMk/>
            <pc:sldMk cId="722230659" sldId="309"/>
            <ac:spMk id="2" creationId="{B0AEA295-1E93-12D0-4884-24057EE77261}"/>
          </ac:spMkLst>
        </pc:spChg>
        <pc:spChg chg="add mod">
          <ac:chgData name="Sohag Kabir" userId="e9b0da40-aef8-480a-bb63-d1daacecf555" providerId="ADAL" clId="{B93E19F7-CF17-4898-9657-10FD6636A87B}" dt="2024-10-05T15:02:29.843" v="2622" actId="2711"/>
          <ac:spMkLst>
            <pc:docMk/>
            <pc:sldMk cId="722230659" sldId="309"/>
            <ac:spMk id="3" creationId="{C1DB10CC-F017-9600-CA24-6FED2CBC1749}"/>
          </ac:spMkLst>
        </pc:spChg>
        <pc:spChg chg="del">
          <ac:chgData name="Sohag Kabir" userId="e9b0da40-aef8-480a-bb63-d1daacecf555" providerId="ADAL" clId="{B93E19F7-CF17-4898-9657-10FD6636A87B}" dt="2024-10-05T15:01:26.775" v="2614" actId="478"/>
          <ac:spMkLst>
            <pc:docMk/>
            <pc:sldMk cId="722230659" sldId="309"/>
            <ac:spMk id="4" creationId="{8B3BBD20-CA54-1CCC-FDC5-4B2C938D023F}"/>
          </ac:spMkLst>
        </pc:spChg>
        <pc:spChg chg="add mod">
          <ac:chgData name="Sohag Kabir" userId="e9b0da40-aef8-480a-bb63-d1daacecf555" providerId="ADAL" clId="{B93E19F7-CF17-4898-9657-10FD6636A87B}" dt="2024-10-05T15:02:20.200" v="2619" actId="1076"/>
          <ac:spMkLst>
            <pc:docMk/>
            <pc:sldMk cId="722230659" sldId="309"/>
            <ac:spMk id="5" creationId="{6B6AB2DA-B46F-0A99-1390-A523FD766EDF}"/>
          </ac:spMkLst>
        </pc:spChg>
        <pc:spChg chg="add mod">
          <ac:chgData name="Sohag Kabir" userId="e9b0da40-aef8-480a-bb63-d1daacecf555" providerId="ADAL" clId="{B93E19F7-CF17-4898-9657-10FD6636A87B}" dt="2024-10-05T15:13:16.474" v="2643" actId="207"/>
          <ac:spMkLst>
            <pc:docMk/>
            <pc:sldMk cId="722230659" sldId="309"/>
            <ac:spMk id="7" creationId="{7DA11DF3-B7D7-733B-93C7-B5A7D1A3F4EB}"/>
          </ac:spMkLst>
        </pc:spChg>
        <pc:spChg chg="add mod">
          <ac:chgData name="Sohag Kabir" userId="e9b0da40-aef8-480a-bb63-d1daacecf555" providerId="ADAL" clId="{B93E19F7-CF17-4898-9657-10FD6636A87B}" dt="2024-10-05T15:14:16.231" v="2646" actId="1076"/>
          <ac:spMkLst>
            <pc:docMk/>
            <pc:sldMk cId="722230659" sldId="309"/>
            <ac:spMk id="9" creationId="{881550EA-DF4B-8AC4-086B-BE54A0A6B11A}"/>
          </ac:spMkLst>
        </pc:spChg>
        <pc:spChg chg="del">
          <ac:chgData name="Sohag Kabir" userId="e9b0da40-aef8-480a-bb63-d1daacecf555" providerId="ADAL" clId="{B93E19F7-CF17-4898-9657-10FD6636A87B}" dt="2024-10-05T15:01:58.232" v="2617" actId="478"/>
          <ac:spMkLst>
            <pc:docMk/>
            <pc:sldMk cId="722230659" sldId="309"/>
            <ac:spMk id="11" creationId="{7CB2361F-A402-B8C2-A81A-41FE849B4D99}"/>
          </ac:spMkLst>
        </pc:spChg>
        <pc:spChg chg="del">
          <ac:chgData name="Sohag Kabir" userId="e9b0da40-aef8-480a-bb63-d1daacecf555" providerId="ADAL" clId="{B93E19F7-CF17-4898-9657-10FD6636A87B}" dt="2024-10-05T15:01:58.232" v="2617" actId="478"/>
          <ac:spMkLst>
            <pc:docMk/>
            <pc:sldMk cId="722230659" sldId="309"/>
            <ac:spMk id="12" creationId="{BB4F1B59-0E32-B224-0487-3A6469ADCC4D}"/>
          </ac:spMkLst>
        </pc:spChg>
        <pc:spChg chg="del">
          <ac:chgData name="Sohag Kabir" userId="e9b0da40-aef8-480a-bb63-d1daacecf555" providerId="ADAL" clId="{B93E19F7-CF17-4898-9657-10FD6636A87B}" dt="2024-10-05T15:01:54.601" v="2616" actId="478"/>
          <ac:spMkLst>
            <pc:docMk/>
            <pc:sldMk cId="722230659" sldId="309"/>
            <ac:spMk id="14" creationId="{107CEA64-5A89-E765-8B27-27EA17D7B0C6}"/>
          </ac:spMkLst>
        </pc:spChg>
        <pc:spChg chg="add mod">
          <ac:chgData name="Sohag Kabir" userId="e9b0da40-aef8-480a-bb63-d1daacecf555" providerId="ADAL" clId="{B93E19F7-CF17-4898-9657-10FD6636A87B}" dt="2024-10-05T15:04:07.486" v="2625" actId="2711"/>
          <ac:spMkLst>
            <pc:docMk/>
            <pc:sldMk cId="722230659" sldId="309"/>
            <ac:spMk id="15" creationId="{DD3EA391-0508-749A-168B-D11E3A06FA28}"/>
          </ac:spMkLst>
        </pc:spChg>
        <pc:spChg chg="add mod">
          <ac:chgData name="Sohag Kabir" userId="e9b0da40-aef8-480a-bb63-d1daacecf555" providerId="ADAL" clId="{B93E19F7-CF17-4898-9657-10FD6636A87B}" dt="2024-10-05T15:15:06.574" v="2652" actId="1076"/>
          <ac:spMkLst>
            <pc:docMk/>
            <pc:sldMk cId="722230659" sldId="309"/>
            <ac:spMk id="18" creationId="{EE77ACBE-343D-3E6C-7148-863131103E27}"/>
          </ac:spMkLst>
        </pc:spChg>
        <pc:spChg chg="add mod">
          <ac:chgData name="Sohag Kabir" userId="e9b0da40-aef8-480a-bb63-d1daacecf555" providerId="ADAL" clId="{B93E19F7-CF17-4898-9657-10FD6636A87B}" dt="2024-10-05T15:15:19.436" v="2656" actId="1076"/>
          <ac:spMkLst>
            <pc:docMk/>
            <pc:sldMk cId="722230659" sldId="309"/>
            <ac:spMk id="19" creationId="{56C6B8A7-F978-3EC6-ADD2-63CE5BCB6F0B}"/>
          </ac:spMkLst>
        </pc:spChg>
        <pc:graphicFrameChg chg="del">
          <ac:chgData name="Sohag Kabir" userId="e9b0da40-aef8-480a-bb63-d1daacecf555" providerId="ADAL" clId="{B93E19F7-CF17-4898-9657-10FD6636A87B}" dt="2024-10-05T15:01:58.232" v="2617" actId="478"/>
          <ac:graphicFrameMkLst>
            <pc:docMk/>
            <pc:sldMk cId="722230659" sldId="309"/>
            <ac:graphicFrameMk id="10" creationId="{BB843080-E7CA-A2DB-47E0-214B70A2E3CD}"/>
          </ac:graphicFrameMkLst>
        </pc:graphicFrameChg>
        <pc:graphicFrameChg chg="del">
          <ac:chgData name="Sohag Kabir" userId="e9b0da40-aef8-480a-bb63-d1daacecf555" providerId="ADAL" clId="{B93E19F7-CF17-4898-9657-10FD6636A87B}" dt="2024-10-05T15:01:58.232" v="2617" actId="478"/>
          <ac:graphicFrameMkLst>
            <pc:docMk/>
            <pc:sldMk cId="722230659" sldId="309"/>
            <ac:graphicFrameMk id="13" creationId="{43F94652-1285-A2F1-70C5-B60602CCFA52}"/>
          </ac:graphicFrameMkLst>
        </pc:graphicFrameChg>
        <pc:graphicFrameChg chg="add mod">
          <ac:chgData name="Sohag Kabir" userId="e9b0da40-aef8-480a-bb63-d1daacecf555" providerId="ADAL" clId="{B93E19F7-CF17-4898-9657-10FD6636A87B}" dt="2024-10-05T15:14:34.432" v="2648" actId="1076"/>
          <ac:graphicFrameMkLst>
            <pc:docMk/>
            <pc:sldMk cId="722230659" sldId="309"/>
            <ac:graphicFrameMk id="16" creationId="{2BB2A1A4-EE9D-F4E6-7DAC-33229BC4DBDD}"/>
          </ac:graphicFrameMkLst>
        </pc:graphicFrameChg>
        <pc:graphicFrameChg chg="add mod">
          <ac:chgData name="Sohag Kabir" userId="e9b0da40-aef8-480a-bb63-d1daacecf555" providerId="ADAL" clId="{B93E19F7-CF17-4898-9657-10FD6636A87B}" dt="2024-10-05T15:14:25.584" v="2647" actId="1076"/>
          <ac:graphicFrameMkLst>
            <pc:docMk/>
            <pc:sldMk cId="722230659" sldId="309"/>
            <ac:graphicFrameMk id="17" creationId="{E3B78874-221C-FB54-3813-8798D74E1FDC}"/>
          </ac:graphicFrameMkLst>
        </pc:graphicFrameChg>
      </pc:sldChg>
      <pc:sldChg chg="addSp delSp modSp add mod">
        <pc:chgData name="Sohag Kabir" userId="e9b0da40-aef8-480a-bb63-d1daacecf555" providerId="ADAL" clId="{B93E19F7-CF17-4898-9657-10FD6636A87B}" dt="2024-10-05T15:19:46.038" v="2678" actId="1076"/>
        <pc:sldMkLst>
          <pc:docMk/>
          <pc:sldMk cId="3109045321" sldId="310"/>
        </pc:sldMkLst>
        <pc:spChg chg="add mod">
          <ac:chgData name="Sohag Kabir" userId="e9b0da40-aef8-480a-bb63-d1daacecf555" providerId="ADAL" clId="{B93E19F7-CF17-4898-9657-10FD6636A87B}" dt="2024-10-05T15:18:15.860" v="2670" actId="207"/>
          <ac:spMkLst>
            <pc:docMk/>
            <pc:sldMk cId="3109045321" sldId="310"/>
            <ac:spMk id="4" creationId="{3BF102D5-A236-8EB4-C7B8-8336DAF9F3EF}"/>
          </ac:spMkLst>
        </pc:spChg>
        <pc:spChg chg="mod">
          <ac:chgData name="Sohag Kabir" userId="e9b0da40-aef8-480a-bb63-d1daacecf555" providerId="ADAL" clId="{B93E19F7-CF17-4898-9657-10FD6636A87B}" dt="2024-10-05T15:19:46.038" v="2678" actId="1076"/>
          <ac:spMkLst>
            <pc:docMk/>
            <pc:sldMk cId="3109045321" sldId="310"/>
            <ac:spMk id="7" creationId="{7DA11DF3-B7D7-733B-93C7-B5A7D1A3F4EB}"/>
          </ac:spMkLst>
        </pc:spChg>
        <pc:spChg chg="mod">
          <ac:chgData name="Sohag Kabir" userId="e9b0da40-aef8-480a-bb63-d1daacecf555" providerId="ADAL" clId="{B93E19F7-CF17-4898-9657-10FD6636A87B}" dt="2024-10-05T15:17:11.743" v="2662" actId="1076"/>
          <ac:spMkLst>
            <pc:docMk/>
            <pc:sldMk cId="3109045321" sldId="310"/>
            <ac:spMk id="9" creationId="{881550EA-DF4B-8AC4-086B-BE54A0A6B11A}"/>
          </ac:spMkLst>
        </pc:spChg>
        <pc:spChg chg="add mod">
          <ac:chgData name="Sohag Kabir" userId="e9b0da40-aef8-480a-bb63-d1daacecf555" providerId="ADAL" clId="{B93E19F7-CF17-4898-9657-10FD6636A87B}" dt="2024-10-05T15:19:11.781" v="2677" actId="2711"/>
          <ac:spMkLst>
            <pc:docMk/>
            <pc:sldMk cId="3109045321" sldId="310"/>
            <ac:spMk id="10" creationId="{509BB4DF-9803-44D7-DF03-DEDA0F0AB91B}"/>
          </ac:spMkLst>
        </pc:spChg>
        <pc:spChg chg="mod">
          <ac:chgData name="Sohag Kabir" userId="e9b0da40-aef8-480a-bb63-d1daacecf555" providerId="ADAL" clId="{B93E19F7-CF17-4898-9657-10FD6636A87B}" dt="2024-10-05T15:18:49.578" v="2674" actId="113"/>
          <ac:spMkLst>
            <pc:docMk/>
            <pc:sldMk cId="3109045321" sldId="310"/>
            <ac:spMk id="15" creationId="{DD3EA391-0508-749A-168B-D11E3A06FA28}"/>
          </ac:spMkLst>
        </pc:spChg>
        <pc:spChg chg="del">
          <ac:chgData name="Sohag Kabir" userId="e9b0da40-aef8-480a-bb63-d1daacecf555" providerId="ADAL" clId="{B93E19F7-CF17-4898-9657-10FD6636A87B}" dt="2024-10-05T15:16:55.864" v="2658" actId="478"/>
          <ac:spMkLst>
            <pc:docMk/>
            <pc:sldMk cId="3109045321" sldId="310"/>
            <ac:spMk id="18" creationId="{EE77ACBE-343D-3E6C-7148-863131103E27}"/>
          </ac:spMkLst>
        </pc:spChg>
        <pc:spChg chg="del">
          <ac:chgData name="Sohag Kabir" userId="e9b0da40-aef8-480a-bb63-d1daacecf555" providerId="ADAL" clId="{B93E19F7-CF17-4898-9657-10FD6636A87B}" dt="2024-10-05T15:17:05.969" v="2661" actId="478"/>
          <ac:spMkLst>
            <pc:docMk/>
            <pc:sldMk cId="3109045321" sldId="310"/>
            <ac:spMk id="19" creationId="{56C6B8A7-F978-3EC6-ADD2-63CE5BCB6F0B}"/>
          </ac:spMkLst>
        </pc:spChg>
        <pc:graphicFrameChg chg="del">
          <ac:chgData name="Sohag Kabir" userId="e9b0da40-aef8-480a-bb63-d1daacecf555" providerId="ADAL" clId="{B93E19F7-CF17-4898-9657-10FD6636A87B}" dt="2024-10-05T15:16:59.604" v="2659" actId="478"/>
          <ac:graphicFrameMkLst>
            <pc:docMk/>
            <pc:sldMk cId="3109045321" sldId="310"/>
            <ac:graphicFrameMk id="16" creationId="{2BB2A1A4-EE9D-F4E6-7DAC-33229BC4DBDD}"/>
          </ac:graphicFrameMkLst>
        </pc:graphicFrameChg>
        <pc:graphicFrameChg chg="del">
          <ac:chgData name="Sohag Kabir" userId="e9b0da40-aef8-480a-bb63-d1daacecf555" providerId="ADAL" clId="{B93E19F7-CF17-4898-9657-10FD6636A87B}" dt="2024-10-05T15:17:03.196" v="2660" actId="478"/>
          <ac:graphicFrameMkLst>
            <pc:docMk/>
            <pc:sldMk cId="3109045321" sldId="310"/>
            <ac:graphicFrameMk id="17" creationId="{E3B78874-221C-FB54-3813-8798D74E1FDC}"/>
          </ac:graphicFrameMkLst>
        </pc:graphicFrameChg>
      </pc:sldChg>
      <pc:sldChg chg="addSp delSp modSp add mod">
        <pc:chgData name="Sohag Kabir" userId="e9b0da40-aef8-480a-bb63-d1daacecf555" providerId="ADAL" clId="{B93E19F7-CF17-4898-9657-10FD6636A87B}" dt="2024-10-05T15:28:03.126" v="2708" actId="20577"/>
        <pc:sldMkLst>
          <pc:docMk/>
          <pc:sldMk cId="46135408" sldId="311"/>
        </pc:sldMkLst>
        <pc:spChg chg="del">
          <ac:chgData name="Sohag Kabir" userId="e9b0da40-aef8-480a-bb63-d1daacecf555" providerId="ADAL" clId="{B93E19F7-CF17-4898-9657-10FD6636A87B}" dt="2024-10-05T15:24:30.839" v="2682" actId="478"/>
          <ac:spMkLst>
            <pc:docMk/>
            <pc:sldMk cId="46135408" sldId="311"/>
            <ac:spMk id="4" creationId="{3BF102D5-A236-8EB4-C7B8-8336DAF9F3EF}"/>
          </ac:spMkLst>
        </pc:spChg>
        <pc:spChg chg="del">
          <ac:chgData name="Sohag Kabir" userId="e9b0da40-aef8-480a-bb63-d1daacecf555" providerId="ADAL" clId="{B93E19F7-CF17-4898-9657-10FD6636A87B}" dt="2024-10-05T15:24:26.919" v="2680" actId="478"/>
          <ac:spMkLst>
            <pc:docMk/>
            <pc:sldMk cId="46135408" sldId="311"/>
            <ac:spMk id="9" creationId="{881550EA-DF4B-8AC4-086B-BE54A0A6B11A}"/>
          </ac:spMkLst>
        </pc:spChg>
        <pc:spChg chg="del">
          <ac:chgData name="Sohag Kabir" userId="e9b0da40-aef8-480a-bb63-d1daacecf555" providerId="ADAL" clId="{B93E19F7-CF17-4898-9657-10FD6636A87B}" dt="2024-10-05T15:24:30.153" v="2681" actId="478"/>
          <ac:spMkLst>
            <pc:docMk/>
            <pc:sldMk cId="46135408" sldId="311"/>
            <ac:spMk id="10" creationId="{509BB4DF-9803-44D7-DF03-DEDA0F0AB91B}"/>
          </ac:spMkLst>
        </pc:spChg>
        <pc:spChg chg="add mod">
          <ac:chgData name="Sohag Kabir" userId="e9b0da40-aef8-480a-bb63-d1daacecf555" providerId="ADAL" clId="{B93E19F7-CF17-4898-9657-10FD6636A87B}" dt="2024-10-05T15:25:20.675" v="2690" actId="2711"/>
          <ac:spMkLst>
            <pc:docMk/>
            <pc:sldMk cId="46135408" sldId="311"/>
            <ac:spMk id="11" creationId="{17989832-1184-F644-DCE2-34925193156B}"/>
          </ac:spMkLst>
        </pc:spChg>
        <pc:spChg chg="add mod">
          <ac:chgData name="Sohag Kabir" userId="e9b0da40-aef8-480a-bb63-d1daacecf555" providerId="ADAL" clId="{B93E19F7-CF17-4898-9657-10FD6636A87B}" dt="2024-10-05T15:27:17.102" v="2706" actId="1076"/>
          <ac:spMkLst>
            <pc:docMk/>
            <pc:sldMk cId="46135408" sldId="311"/>
            <ac:spMk id="12" creationId="{5F8FC942-7736-D4B5-34B0-2E20AF79CC16}"/>
          </ac:spMkLst>
        </pc:spChg>
        <pc:spChg chg="add mod">
          <ac:chgData name="Sohag Kabir" userId="e9b0da40-aef8-480a-bb63-d1daacecf555" providerId="ADAL" clId="{B93E19F7-CF17-4898-9657-10FD6636A87B}" dt="2024-10-05T15:28:03.126" v="2708" actId="20577"/>
          <ac:spMkLst>
            <pc:docMk/>
            <pc:sldMk cId="46135408" sldId="311"/>
            <ac:spMk id="13" creationId="{B8CD22EC-97F5-0C68-1EBF-8E3CD278B841}"/>
          </ac:spMkLst>
        </pc:spChg>
        <pc:spChg chg="mod">
          <ac:chgData name="Sohag Kabir" userId="e9b0da40-aef8-480a-bb63-d1daacecf555" providerId="ADAL" clId="{B93E19F7-CF17-4898-9657-10FD6636A87B}" dt="2024-10-05T15:25:05.284" v="2688" actId="207"/>
          <ac:spMkLst>
            <pc:docMk/>
            <pc:sldMk cId="46135408" sldId="311"/>
            <ac:spMk id="15" creationId="{DD3EA391-0508-749A-168B-D11E3A06FA28}"/>
          </ac:spMkLst>
        </pc:spChg>
      </pc:sldChg>
      <pc:sldChg chg="addSp delSp modSp add mod delAnim modAnim">
        <pc:chgData name="Sohag Kabir" userId="e9b0da40-aef8-480a-bb63-d1daacecf555" providerId="ADAL" clId="{B93E19F7-CF17-4898-9657-10FD6636A87B}" dt="2024-10-05T15:51:59.215" v="2861" actId="20577"/>
        <pc:sldMkLst>
          <pc:docMk/>
          <pc:sldMk cId="972723603" sldId="312"/>
        </pc:sldMkLst>
        <pc:spChg chg="del">
          <ac:chgData name="Sohag Kabir" userId="e9b0da40-aef8-480a-bb63-d1daacecf555" providerId="ADAL" clId="{B93E19F7-CF17-4898-9657-10FD6636A87B}" dt="2024-10-05T15:28:50.640" v="2710" actId="478"/>
          <ac:spMkLst>
            <pc:docMk/>
            <pc:sldMk cId="972723603" sldId="312"/>
            <ac:spMk id="7" creationId="{7DA11DF3-B7D7-733B-93C7-B5A7D1A3F4EB}"/>
          </ac:spMkLst>
        </pc:spChg>
        <pc:spChg chg="add mod">
          <ac:chgData name="Sohag Kabir" userId="e9b0da40-aef8-480a-bb63-d1daacecf555" providerId="ADAL" clId="{B93E19F7-CF17-4898-9657-10FD6636A87B}" dt="2024-10-05T15:30:16.070" v="2721" actId="207"/>
          <ac:spMkLst>
            <pc:docMk/>
            <pc:sldMk cId="972723603" sldId="312"/>
            <ac:spMk id="9" creationId="{0EA4A4FE-63CC-D5E7-8C2A-19A94B023FB4}"/>
          </ac:spMkLst>
        </pc:spChg>
        <pc:spChg chg="add mod">
          <ac:chgData name="Sohag Kabir" userId="e9b0da40-aef8-480a-bb63-d1daacecf555" providerId="ADAL" clId="{B93E19F7-CF17-4898-9657-10FD6636A87B}" dt="2024-10-05T15:30:07.354" v="2717" actId="1076"/>
          <ac:spMkLst>
            <pc:docMk/>
            <pc:sldMk cId="972723603" sldId="312"/>
            <ac:spMk id="10" creationId="{2126FFE9-47E3-ED1C-C903-FC22E4F7EC9F}"/>
          </ac:spMkLst>
        </pc:spChg>
        <pc:spChg chg="del">
          <ac:chgData name="Sohag Kabir" userId="e9b0da40-aef8-480a-bb63-d1daacecf555" providerId="ADAL" clId="{B93E19F7-CF17-4898-9657-10FD6636A87B}" dt="2024-10-05T15:28:53.893" v="2711" actId="478"/>
          <ac:spMkLst>
            <pc:docMk/>
            <pc:sldMk cId="972723603" sldId="312"/>
            <ac:spMk id="11" creationId="{17989832-1184-F644-DCE2-34925193156B}"/>
          </ac:spMkLst>
        </pc:spChg>
        <pc:spChg chg="del">
          <ac:chgData name="Sohag Kabir" userId="e9b0da40-aef8-480a-bb63-d1daacecf555" providerId="ADAL" clId="{B93E19F7-CF17-4898-9657-10FD6636A87B}" dt="2024-10-05T15:28:59.114" v="2713" actId="478"/>
          <ac:spMkLst>
            <pc:docMk/>
            <pc:sldMk cId="972723603" sldId="312"/>
            <ac:spMk id="12" creationId="{5F8FC942-7736-D4B5-34B0-2E20AF79CC16}"/>
          </ac:spMkLst>
        </pc:spChg>
        <pc:spChg chg="del">
          <ac:chgData name="Sohag Kabir" userId="e9b0da40-aef8-480a-bb63-d1daacecf555" providerId="ADAL" clId="{B93E19F7-CF17-4898-9657-10FD6636A87B}" dt="2024-10-05T15:29:01.131" v="2714" actId="478"/>
          <ac:spMkLst>
            <pc:docMk/>
            <pc:sldMk cId="972723603" sldId="312"/>
            <ac:spMk id="13" creationId="{B8CD22EC-97F5-0C68-1EBF-8E3CD278B841}"/>
          </ac:spMkLst>
        </pc:spChg>
        <pc:spChg chg="del">
          <ac:chgData name="Sohag Kabir" userId="e9b0da40-aef8-480a-bb63-d1daacecf555" providerId="ADAL" clId="{B93E19F7-CF17-4898-9657-10FD6636A87B}" dt="2024-10-05T15:28:55.839" v="2712" actId="478"/>
          <ac:spMkLst>
            <pc:docMk/>
            <pc:sldMk cId="972723603" sldId="312"/>
            <ac:spMk id="15" creationId="{DD3EA391-0508-749A-168B-D11E3A06FA28}"/>
          </ac:spMkLst>
        </pc:spChg>
        <pc:spChg chg="add mod">
          <ac:chgData name="Sohag Kabir" userId="e9b0da40-aef8-480a-bb63-d1daacecf555" providerId="ADAL" clId="{B93E19F7-CF17-4898-9657-10FD6636A87B}" dt="2024-10-05T15:30:02.670" v="2716" actId="1076"/>
          <ac:spMkLst>
            <pc:docMk/>
            <pc:sldMk cId="972723603" sldId="312"/>
            <ac:spMk id="17" creationId="{DE2ED53C-3535-F084-BD5C-E695F42B4FCA}"/>
          </ac:spMkLst>
        </pc:spChg>
        <pc:spChg chg="add mod">
          <ac:chgData name="Sohag Kabir" userId="e9b0da40-aef8-480a-bb63-d1daacecf555" providerId="ADAL" clId="{B93E19F7-CF17-4898-9657-10FD6636A87B}" dt="2024-10-05T15:32:09.180" v="2739" actId="1076"/>
          <ac:spMkLst>
            <pc:docMk/>
            <pc:sldMk cId="972723603" sldId="312"/>
            <ac:spMk id="22" creationId="{581AE0CF-00EC-0E1B-3B2C-76C48A3A3F05}"/>
          </ac:spMkLst>
        </pc:spChg>
        <pc:spChg chg="add mod">
          <ac:chgData name="Sohag Kabir" userId="e9b0da40-aef8-480a-bb63-d1daacecf555" providerId="ADAL" clId="{B93E19F7-CF17-4898-9657-10FD6636A87B}" dt="2024-10-05T15:30:02.670" v="2716" actId="1076"/>
          <ac:spMkLst>
            <pc:docMk/>
            <pc:sldMk cId="972723603" sldId="312"/>
            <ac:spMk id="23" creationId="{62111ABD-7285-E6BA-4100-F87BC7056B9F}"/>
          </ac:spMkLst>
        </pc:spChg>
        <pc:spChg chg="add del mod">
          <ac:chgData name="Sohag Kabir" userId="e9b0da40-aef8-480a-bb63-d1daacecf555" providerId="ADAL" clId="{B93E19F7-CF17-4898-9657-10FD6636A87B}" dt="2024-10-05T15:51:40.099" v="2859" actId="478"/>
          <ac:spMkLst>
            <pc:docMk/>
            <pc:sldMk cId="972723603" sldId="312"/>
            <ac:spMk id="24" creationId="{1094F5EB-934A-07DC-3F01-F9949AC33D05}"/>
          </ac:spMkLst>
        </pc:spChg>
        <pc:spChg chg="add mod">
          <ac:chgData name="Sohag Kabir" userId="e9b0da40-aef8-480a-bb63-d1daacecf555" providerId="ADAL" clId="{B93E19F7-CF17-4898-9657-10FD6636A87B}" dt="2024-10-05T15:51:43.682" v="2860" actId="1076"/>
          <ac:spMkLst>
            <pc:docMk/>
            <pc:sldMk cId="972723603" sldId="312"/>
            <ac:spMk id="55" creationId="{7068D5B7-D851-F8B2-7625-7F5D4D14B364}"/>
          </ac:spMkLst>
        </pc:spChg>
        <pc:grpChg chg="add del mod">
          <ac:chgData name="Sohag Kabir" userId="e9b0da40-aef8-480a-bb63-d1daacecf555" providerId="ADAL" clId="{B93E19F7-CF17-4898-9657-10FD6636A87B}" dt="2024-10-05T15:39:46.662" v="2787" actId="478"/>
          <ac:grpSpMkLst>
            <pc:docMk/>
            <pc:sldMk cId="972723603" sldId="312"/>
            <ac:grpSpMk id="38" creationId="{2AD589E0-B4FC-8FAD-9D9B-35EB3B9CE2AF}"/>
          </ac:grpSpMkLst>
        </pc:grpChg>
        <pc:grpChg chg="add mod">
          <ac:chgData name="Sohag Kabir" userId="e9b0da40-aef8-480a-bb63-d1daacecf555" providerId="ADAL" clId="{B93E19F7-CF17-4898-9657-10FD6636A87B}" dt="2024-10-05T15:40:59.389" v="2794" actId="164"/>
          <ac:grpSpMkLst>
            <pc:docMk/>
            <pc:sldMk cId="972723603" sldId="312"/>
            <ac:grpSpMk id="54" creationId="{9064D32D-AD04-B93E-1561-14A134CDA535}"/>
          </ac:grpSpMkLst>
        </pc:grpChg>
        <pc:graphicFrameChg chg="add mod modGraphic">
          <ac:chgData name="Sohag Kabir" userId="e9b0da40-aef8-480a-bb63-d1daacecf555" providerId="ADAL" clId="{B93E19F7-CF17-4898-9657-10FD6636A87B}" dt="2024-10-05T15:32:02.701" v="2738" actId="14734"/>
          <ac:graphicFrameMkLst>
            <pc:docMk/>
            <pc:sldMk cId="972723603" sldId="312"/>
            <ac:graphicFrameMk id="4" creationId="{44634729-9557-1BA6-2CF4-CC65C815DD6A}"/>
          </ac:graphicFrameMkLst>
        </pc:graphicFrameChg>
        <pc:graphicFrameChg chg="add mod modGraphic">
          <ac:chgData name="Sohag Kabir" userId="e9b0da40-aef8-480a-bb63-d1daacecf555" providerId="ADAL" clId="{B93E19F7-CF17-4898-9657-10FD6636A87B}" dt="2024-10-05T15:51:59.215" v="2861" actId="20577"/>
          <ac:graphicFrameMkLst>
            <pc:docMk/>
            <pc:sldMk cId="972723603" sldId="312"/>
            <ac:graphicFrameMk id="14" creationId="{96CDC2C2-7C96-68B4-B82D-0DE9E7F87226}"/>
          </ac:graphicFrameMkLst>
        </pc:graphicFrameChg>
        <pc:graphicFrameChg chg="add mod">
          <ac:chgData name="Sohag Kabir" userId="e9b0da40-aef8-480a-bb63-d1daacecf555" providerId="ADAL" clId="{B93E19F7-CF17-4898-9657-10FD6636A87B}" dt="2024-10-05T15:51:24.579" v="2857" actId="1076"/>
          <ac:graphicFrameMkLst>
            <pc:docMk/>
            <pc:sldMk cId="972723603" sldId="312"/>
            <ac:graphicFrameMk id="16" creationId="{AFC31546-187B-07C2-6B9E-A53771919621}"/>
          </ac:graphicFrameMkLst>
        </pc:graphicFrameChg>
        <pc:cxnChg chg="add del mod">
          <ac:chgData name="Sohag Kabir" userId="e9b0da40-aef8-480a-bb63-d1daacecf555" providerId="ADAL" clId="{B93E19F7-CF17-4898-9657-10FD6636A87B}" dt="2024-10-05T15:35:34.790" v="2755" actId="478"/>
          <ac:cxnSpMkLst>
            <pc:docMk/>
            <pc:sldMk cId="972723603" sldId="312"/>
            <ac:cxnSpMk id="18" creationId="{D6654F0A-1601-A036-A7E7-7FAB3ECA8C52}"/>
          </ac:cxnSpMkLst>
        </pc:cxnChg>
        <pc:cxnChg chg="add del mod">
          <ac:chgData name="Sohag Kabir" userId="e9b0da40-aef8-480a-bb63-d1daacecf555" providerId="ADAL" clId="{B93E19F7-CF17-4898-9657-10FD6636A87B}" dt="2024-10-05T15:35:36.871" v="2756" actId="478"/>
          <ac:cxnSpMkLst>
            <pc:docMk/>
            <pc:sldMk cId="972723603" sldId="312"/>
            <ac:cxnSpMk id="19" creationId="{582D0E42-4611-709A-DE64-1A3B627F664F}"/>
          </ac:cxnSpMkLst>
        </pc:cxnChg>
        <pc:cxnChg chg="add del mod">
          <ac:chgData name="Sohag Kabir" userId="e9b0da40-aef8-480a-bb63-d1daacecf555" providerId="ADAL" clId="{B93E19F7-CF17-4898-9657-10FD6636A87B}" dt="2024-10-05T15:35:32.397" v="2754" actId="478"/>
          <ac:cxnSpMkLst>
            <pc:docMk/>
            <pc:sldMk cId="972723603" sldId="312"/>
            <ac:cxnSpMk id="20" creationId="{B53E1844-10D9-E14D-0D37-A46413ADBE94}"/>
          </ac:cxnSpMkLst>
        </pc:cxnChg>
        <pc:cxnChg chg="add del mod">
          <ac:chgData name="Sohag Kabir" userId="e9b0da40-aef8-480a-bb63-d1daacecf555" providerId="ADAL" clId="{B93E19F7-CF17-4898-9657-10FD6636A87B}" dt="2024-10-05T15:35:30.193" v="2753" actId="478"/>
          <ac:cxnSpMkLst>
            <pc:docMk/>
            <pc:sldMk cId="972723603" sldId="312"/>
            <ac:cxnSpMk id="21" creationId="{244A0ABB-A1EF-8C21-53BA-FEBC7E0C7C57}"/>
          </ac:cxnSpMkLst>
        </pc:cxnChg>
        <pc:cxnChg chg="add mod topLvl">
          <ac:chgData name="Sohag Kabir" userId="e9b0da40-aef8-480a-bb63-d1daacecf555" providerId="ADAL" clId="{B93E19F7-CF17-4898-9657-10FD6636A87B}" dt="2024-10-05T15:40:59.389" v="2794" actId="164"/>
          <ac:cxnSpMkLst>
            <pc:docMk/>
            <pc:sldMk cId="972723603" sldId="312"/>
            <ac:cxnSpMk id="33" creationId="{8A699203-ACCF-536D-88D6-6624089E732F}"/>
          </ac:cxnSpMkLst>
        </pc:cxnChg>
        <pc:cxnChg chg="add del mod topLvl">
          <ac:chgData name="Sohag Kabir" userId="e9b0da40-aef8-480a-bb63-d1daacecf555" providerId="ADAL" clId="{B93E19F7-CF17-4898-9657-10FD6636A87B}" dt="2024-10-05T15:39:46.662" v="2787" actId="478"/>
          <ac:cxnSpMkLst>
            <pc:docMk/>
            <pc:sldMk cId="972723603" sldId="312"/>
            <ac:cxnSpMk id="37" creationId="{190533B9-8302-717D-5D58-9EEA203F7459}"/>
          </ac:cxnSpMkLst>
        </pc:cxnChg>
        <pc:cxnChg chg="add mod">
          <ac:chgData name="Sohag Kabir" userId="e9b0da40-aef8-480a-bb63-d1daacecf555" providerId="ADAL" clId="{B93E19F7-CF17-4898-9657-10FD6636A87B}" dt="2024-10-05T15:37:43.437" v="2770" actId="208"/>
          <ac:cxnSpMkLst>
            <pc:docMk/>
            <pc:sldMk cId="972723603" sldId="312"/>
            <ac:cxnSpMk id="40" creationId="{6A4E58DC-EA93-2705-EDF8-615CA99F36D7}"/>
          </ac:cxnSpMkLst>
        </pc:cxnChg>
        <pc:cxnChg chg="add del mod">
          <ac:chgData name="Sohag Kabir" userId="e9b0da40-aef8-480a-bb63-d1daacecf555" providerId="ADAL" clId="{B93E19F7-CF17-4898-9657-10FD6636A87B}" dt="2024-10-05T15:38:13.033" v="2773" actId="478"/>
          <ac:cxnSpMkLst>
            <pc:docMk/>
            <pc:sldMk cId="972723603" sldId="312"/>
            <ac:cxnSpMk id="43" creationId="{FC410A21-93E7-D5B0-851E-0050310CFA42}"/>
          </ac:cxnSpMkLst>
        </pc:cxnChg>
        <pc:cxnChg chg="add mod">
          <ac:chgData name="Sohag Kabir" userId="e9b0da40-aef8-480a-bb63-d1daacecf555" providerId="ADAL" clId="{B93E19F7-CF17-4898-9657-10FD6636A87B}" dt="2024-10-05T15:39:15.588" v="2782" actId="208"/>
          <ac:cxnSpMkLst>
            <pc:docMk/>
            <pc:sldMk cId="972723603" sldId="312"/>
            <ac:cxnSpMk id="46" creationId="{991FF77C-173B-5DE6-6001-3B69845B4F88}"/>
          </ac:cxnSpMkLst>
        </pc:cxnChg>
        <pc:cxnChg chg="add del">
          <ac:chgData name="Sohag Kabir" userId="e9b0da40-aef8-480a-bb63-d1daacecf555" providerId="ADAL" clId="{B93E19F7-CF17-4898-9657-10FD6636A87B}" dt="2024-10-05T15:39:54.254" v="2789" actId="11529"/>
          <ac:cxnSpMkLst>
            <pc:docMk/>
            <pc:sldMk cId="972723603" sldId="312"/>
            <ac:cxnSpMk id="50" creationId="{5499B533-85BC-282E-B10C-7F6FC26D0411}"/>
          </ac:cxnSpMkLst>
        </pc:cxnChg>
        <pc:cxnChg chg="add mod">
          <ac:chgData name="Sohag Kabir" userId="e9b0da40-aef8-480a-bb63-d1daacecf555" providerId="ADAL" clId="{B93E19F7-CF17-4898-9657-10FD6636A87B}" dt="2024-10-05T15:40:59.389" v="2794" actId="164"/>
          <ac:cxnSpMkLst>
            <pc:docMk/>
            <pc:sldMk cId="972723603" sldId="312"/>
            <ac:cxnSpMk id="52" creationId="{9CA0DC7D-C14F-AACB-FAAF-9FF1ECE9412F}"/>
          </ac:cxnSpMkLst>
        </pc:cxnChg>
      </pc:sldChg>
      <pc:sldChg chg="addSp delSp modSp add mod delAnim">
        <pc:chgData name="Sohag Kabir" userId="e9b0da40-aef8-480a-bb63-d1daacecf555" providerId="ADAL" clId="{B93E19F7-CF17-4898-9657-10FD6636A87B}" dt="2024-10-05T15:55:31.184" v="2895" actId="1076"/>
        <pc:sldMkLst>
          <pc:docMk/>
          <pc:sldMk cId="239066561" sldId="313"/>
        </pc:sldMkLst>
        <pc:spChg chg="mod">
          <ac:chgData name="Sohag Kabir" userId="e9b0da40-aef8-480a-bb63-d1daacecf555" providerId="ADAL" clId="{B93E19F7-CF17-4898-9657-10FD6636A87B}" dt="2024-10-05T15:43:27.383" v="2811" actId="20577"/>
          <ac:spMkLst>
            <pc:docMk/>
            <pc:sldMk cId="239066561" sldId="313"/>
            <ac:spMk id="3" creationId="{C1DB10CC-F017-9600-CA24-6FED2CBC1749}"/>
          </ac:spMkLst>
        </pc:spChg>
        <pc:spChg chg="del">
          <ac:chgData name="Sohag Kabir" userId="e9b0da40-aef8-480a-bb63-d1daacecf555" providerId="ADAL" clId="{B93E19F7-CF17-4898-9657-10FD6636A87B}" dt="2024-10-05T15:43:39.667" v="2814" actId="478"/>
          <ac:spMkLst>
            <pc:docMk/>
            <pc:sldMk cId="239066561" sldId="313"/>
            <ac:spMk id="5" creationId="{6B6AB2DA-B46F-0A99-1390-A523FD766EDF}"/>
          </ac:spMkLst>
        </pc:spChg>
        <pc:spChg chg="del">
          <ac:chgData name="Sohag Kabir" userId="e9b0da40-aef8-480a-bb63-d1daacecf555" providerId="ADAL" clId="{B93E19F7-CF17-4898-9657-10FD6636A87B}" dt="2024-10-05T15:43:31.153" v="2812" actId="478"/>
          <ac:spMkLst>
            <pc:docMk/>
            <pc:sldMk cId="239066561" sldId="313"/>
            <ac:spMk id="9" creationId="{0EA4A4FE-63CC-D5E7-8C2A-19A94B023FB4}"/>
          </ac:spMkLst>
        </pc:spChg>
        <pc:spChg chg="del">
          <ac:chgData name="Sohag Kabir" userId="e9b0da40-aef8-480a-bb63-d1daacecf555" providerId="ADAL" clId="{B93E19F7-CF17-4898-9657-10FD6636A87B}" dt="2024-10-05T15:43:43.049" v="2815" actId="478"/>
          <ac:spMkLst>
            <pc:docMk/>
            <pc:sldMk cId="239066561" sldId="313"/>
            <ac:spMk id="10" creationId="{2126FFE9-47E3-ED1C-C903-FC22E4F7EC9F}"/>
          </ac:spMkLst>
        </pc:spChg>
        <pc:spChg chg="add del">
          <ac:chgData name="Sohag Kabir" userId="e9b0da40-aef8-480a-bb63-d1daacecf555" providerId="ADAL" clId="{B93E19F7-CF17-4898-9657-10FD6636A87B}" dt="2024-10-05T15:49:04.298" v="2840"/>
          <ac:spMkLst>
            <pc:docMk/>
            <pc:sldMk cId="239066561" sldId="313"/>
            <ac:spMk id="15" creationId="{7AA1B1C3-E9F1-2C53-1685-10C14B98BE85}"/>
          </ac:spMkLst>
        </pc:spChg>
        <pc:spChg chg="del">
          <ac:chgData name="Sohag Kabir" userId="e9b0da40-aef8-480a-bb63-d1daacecf555" providerId="ADAL" clId="{B93E19F7-CF17-4898-9657-10FD6636A87B}" dt="2024-10-05T15:43:39.667" v="2814" actId="478"/>
          <ac:spMkLst>
            <pc:docMk/>
            <pc:sldMk cId="239066561" sldId="313"/>
            <ac:spMk id="17" creationId="{DE2ED53C-3535-F084-BD5C-E695F42B4FCA}"/>
          </ac:spMkLst>
        </pc:spChg>
        <pc:spChg chg="add mod">
          <ac:chgData name="Sohag Kabir" userId="e9b0da40-aef8-480a-bb63-d1daacecf555" providerId="ADAL" clId="{B93E19F7-CF17-4898-9657-10FD6636A87B}" dt="2024-10-05T15:54:42.808" v="2874" actId="1076"/>
          <ac:spMkLst>
            <pc:docMk/>
            <pc:sldMk cId="239066561" sldId="313"/>
            <ac:spMk id="19" creationId="{A3C1245C-164A-6101-796E-3D6F84914C99}"/>
          </ac:spMkLst>
        </pc:spChg>
        <pc:spChg chg="add del">
          <ac:chgData name="Sohag Kabir" userId="e9b0da40-aef8-480a-bb63-d1daacecf555" providerId="ADAL" clId="{B93E19F7-CF17-4898-9657-10FD6636A87B}" dt="2024-10-05T15:53:34.172" v="2863"/>
          <ac:spMkLst>
            <pc:docMk/>
            <pc:sldMk cId="239066561" sldId="313"/>
            <ac:spMk id="20" creationId="{01ED2127-0381-FEF4-C91A-5FA0C7741738}"/>
          </ac:spMkLst>
        </pc:spChg>
        <pc:spChg chg="del">
          <ac:chgData name="Sohag Kabir" userId="e9b0da40-aef8-480a-bb63-d1daacecf555" providerId="ADAL" clId="{B93E19F7-CF17-4898-9657-10FD6636A87B}" dt="2024-10-05T15:43:39.667" v="2814" actId="478"/>
          <ac:spMkLst>
            <pc:docMk/>
            <pc:sldMk cId="239066561" sldId="313"/>
            <ac:spMk id="22" creationId="{581AE0CF-00EC-0E1B-3B2C-76C48A3A3F05}"/>
          </ac:spMkLst>
        </pc:spChg>
        <pc:spChg chg="del">
          <ac:chgData name="Sohag Kabir" userId="e9b0da40-aef8-480a-bb63-d1daacecf555" providerId="ADAL" clId="{B93E19F7-CF17-4898-9657-10FD6636A87B}" dt="2024-10-05T15:43:39.667" v="2814" actId="478"/>
          <ac:spMkLst>
            <pc:docMk/>
            <pc:sldMk cId="239066561" sldId="313"/>
            <ac:spMk id="23" creationId="{62111ABD-7285-E6BA-4100-F87BC7056B9F}"/>
          </ac:spMkLst>
        </pc:spChg>
        <pc:spChg chg="del">
          <ac:chgData name="Sohag Kabir" userId="e9b0da40-aef8-480a-bb63-d1daacecf555" providerId="ADAL" clId="{B93E19F7-CF17-4898-9657-10FD6636A87B}" dt="2024-10-05T15:43:39.667" v="2814" actId="478"/>
          <ac:spMkLst>
            <pc:docMk/>
            <pc:sldMk cId="239066561" sldId="313"/>
            <ac:spMk id="24" creationId="{1094F5EB-934A-07DC-3F01-F9949AC33D05}"/>
          </ac:spMkLst>
        </pc:spChg>
        <pc:spChg chg="add mod">
          <ac:chgData name="Sohag Kabir" userId="e9b0da40-aef8-480a-bb63-d1daacecf555" providerId="ADAL" clId="{B93E19F7-CF17-4898-9657-10FD6636A87B}" dt="2024-10-05T15:54:45.120" v="2875" actId="1076"/>
          <ac:spMkLst>
            <pc:docMk/>
            <pc:sldMk cId="239066561" sldId="313"/>
            <ac:spMk id="25" creationId="{B6B95082-828B-BBD2-37A6-3628E02ABC6F}"/>
          </ac:spMkLst>
        </pc:spChg>
        <pc:spChg chg="add mod">
          <ac:chgData name="Sohag Kabir" userId="e9b0da40-aef8-480a-bb63-d1daacecf555" providerId="ADAL" clId="{B93E19F7-CF17-4898-9657-10FD6636A87B}" dt="2024-10-05T15:55:31.184" v="2895" actId="1076"/>
          <ac:spMkLst>
            <pc:docMk/>
            <pc:sldMk cId="239066561" sldId="313"/>
            <ac:spMk id="27" creationId="{79ABA30F-70D3-DCDE-8FCA-7716564D6032}"/>
          </ac:spMkLst>
        </pc:spChg>
        <pc:grpChg chg="del">
          <ac:chgData name="Sohag Kabir" userId="e9b0da40-aef8-480a-bb63-d1daacecf555" providerId="ADAL" clId="{B93E19F7-CF17-4898-9657-10FD6636A87B}" dt="2024-10-05T15:43:39.667" v="2814" actId="478"/>
          <ac:grpSpMkLst>
            <pc:docMk/>
            <pc:sldMk cId="239066561" sldId="313"/>
            <ac:grpSpMk id="54" creationId="{9064D32D-AD04-B93E-1561-14A134CDA535}"/>
          </ac:grpSpMkLst>
        </pc:grpChg>
        <pc:graphicFrameChg chg="del">
          <ac:chgData name="Sohag Kabir" userId="e9b0da40-aef8-480a-bb63-d1daacecf555" providerId="ADAL" clId="{B93E19F7-CF17-4898-9657-10FD6636A87B}" dt="2024-10-05T15:43:34.016" v="2813" actId="478"/>
          <ac:graphicFrameMkLst>
            <pc:docMk/>
            <pc:sldMk cId="239066561" sldId="313"/>
            <ac:graphicFrameMk id="4" creationId="{44634729-9557-1BA6-2CF4-CC65C815DD6A}"/>
          </ac:graphicFrameMkLst>
        </pc:graphicFrameChg>
        <pc:graphicFrameChg chg="del">
          <ac:chgData name="Sohag Kabir" userId="e9b0da40-aef8-480a-bb63-d1daacecf555" providerId="ADAL" clId="{B93E19F7-CF17-4898-9657-10FD6636A87B}" dt="2024-10-05T15:43:39.667" v="2814" actId="478"/>
          <ac:graphicFrameMkLst>
            <pc:docMk/>
            <pc:sldMk cId="239066561" sldId="313"/>
            <ac:graphicFrameMk id="14" creationId="{96CDC2C2-7C96-68B4-B82D-0DE9E7F87226}"/>
          </ac:graphicFrameMkLst>
        </pc:graphicFrameChg>
        <pc:graphicFrameChg chg="del">
          <ac:chgData name="Sohag Kabir" userId="e9b0da40-aef8-480a-bb63-d1daacecf555" providerId="ADAL" clId="{B93E19F7-CF17-4898-9657-10FD6636A87B}" dt="2024-10-05T15:43:39.667" v="2814" actId="478"/>
          <ac:graphicFrameMkLst>
            <pc:docMk/>
            <pc:sldMk cId="239066561" sldId="313"/>
            <ac:graphicFrameMk id="16" creationId="{AFC31546-187B-07C2-6B9E-A53771919621}"/>
          </ac:graphicFrameMkLst>
        </pc:graphicFrameChg>
        <pc:picChg chg="add mod">
          <ac:chgData name="Sohag Kabir" userId="e9b0da40-aef8-480a-bb63-d1daacecf555" providerId="ADAL" clId="{B93E19F7-CF17-4898-9657-10FD6636A87B}" dt="2024-10-05T15:54:34.653" v="2872" actId="1076"/>
          <ac:picMkLst>
            <pc:docMk/>
            <pc:sldMk cId="239066561" sldId="313"/>
            <ac:picMk id="11" creationId="{A6E068B8-16EE-02B0-706F-0DB68AD39AD7}"/>
          </ac:picMkLst>
        </pc:picChg>
        <pc:picChg chg="add mod">
          <ac:chgData name="Sohag Kabir" userId="e9b0da40-aef8-480a-bb63-d1daacecf555" providerId="ADAL" clId="{B93E19F7-CF17-4898-9657-10FD6636A87B}" dt="2024-10-05T15:54:39.849" v="2873" actId="1076"/>
          <ac:picMkLst>
            <pc:docMk/>
            <pc:sldMk cId="239066561" sldId="313"/>
            <ac:picMk id="13" creationId="{4652618A-FDAB-80CE-D762-F2AD80DABF7C}"/>
          </ac:picMkLst>
        </pc:picChg>
        <pc:cxnChg chg="del">
          <ac:chgData name="Sohag Kabir" userId="e9b0da40-aef8-480a-bb63-d1daacecf555" providerId="ADAL" clId="{B93E19F7-CF17-4898-9657-10FD6636A87B}" dt="2024-10-05T15:43:39.667" v="2814" actId="478"/>
          <ac:cxnSpMkLst>
            <pc:docMk/>
            <pc:sldMk cId="239066561" sldId="313"/>
            <ac:cxnSpMk id="40" creationId="{6A4E58DC-EA93-2705-EDF8-615CA99F36D7}"/>
          </ac:cxnSpMkLst>
        </pc:cxnChg>
        <pc:cxnChg chg="del">
          <ac:chgData name="Sohag Kabir" userId="e9b0da40-aef8-480a-bb63-d1daacecf555" providerId="ADAL" clId="{B93E19F7-CF17-4898-9657-10FD6636A87B}" dt="2024-10-05T15:43:39.667" v="2814" actId="478"/>
          <ac:cxnSpMkLst>
            <pc:docMk/>
            <pc:sldMk cId="239066561" sldId="313"/>
            <ac:cxnSpMk id="46" creationId="{991FF77C-173B-5DE6-6001-3B69845B4F88}"/>
          </ac:cxnSpMkLst>
        </pc:cxnChg>
      </pc:sldChg>
      <pc:sldChg chg="addSp delSp modSp add mod">
        <pc:chgData name="Sohag Kabir" userId="e9b0da40-aef8-480a-bb63-d1daacecf555" providerId="ADAL" clId="{B93E19F7-CF17-4898-9657-10FD6636A87B}" dt="2024-10-05T15:58:36.317" v="2918" actId="1076"/>
        <pc:sldMkLst>
          <pc:docMk/>
          <pc:sldMk cId="915143749" sldId="314"/>
        </pc:sldMkLst>
        <pc:spChg chg="add mod">
          <ac:chgData name="Sohag Kabir" userId="e9b0da40-aef8-480a-bb63-d1daacecf555" providerId="ADAL" clId="{B93E19F7-CF17-4898-9657-10FD6636A87B}" dt="2024-10-05T15:55:46.243" v="2896"/>
          <ac:spMkLst>
            <pc:docMk/>
            <pc:sldMk cId="915143749" sldId="314"/>
            <ac:spMk id="10" creationId="{E5A1BAB9-0466-62F2-AA34-F2DD4296C5C7}"/>
          </ac:spMkLst>
        </pc:spChg>
        <pc:spChg chg="add mod">
          <ac:chgData name="Sohag Kabir" userId="e9b0da40-aef8-480a-bb63-d1daacecf555" providerId="ADAL" clId="{B93E19F7-CF17-4898-9657-10FD6636A87B}" dt="2024-10-05T15:58:26.832" v="2917" actId="1076"/>
          <ac:spMkLst>
            <pc:docMk/>
            <pc:sldMk cId="915143749" sldId="314"/>
            <ac:spMk id="14" creationId="{350D9874-D847-E2BC-23A3-E0A589852829}"/>
          </ac:spMkLst>
        </pc:spChg>
        <pc:spChg chg="add mod">
          <ac:chgData name="Sohag Kabir" userId="e9b0da40-aef8-480a-bb63-d1daacecf555" providerId="ADAL" clId="{B93E19F7-CF17-4898-9657-10FD6636A87B}" dt="2024-10-05T15:58:36.317" v="2918" actId="1076"/>
          <ac:spMkLst>
            <pc:docMk/>
            <pc:sldMk cId="915143749" sldId="314"/>
            <ac:spMk id="16" creationId="{DA31708D-2D74-648E-DDB0-543361F89EB9}"/>
          </ac:spMkLst>
        </pc:spChg>
        <pc:picChg chg="add mod">
          <ac:chgData name="Sohag Kabir" userId="e9b0da40-aef8-480a-bb63-d1daacecf555" providerId="ADAL" clId="{B93E19F7-CF17-4898-9657-10FD6636A87B}" dt="2024-10-05T15:55:50.456" v="2897" actId="1076"/>
          <ac:picMkLst>
            <pc:docMk/>
            <pc:sldMk cId="915143749" sldId="314"/>
            <ac:picMk id="5" creationId="{40F02713-0B73-5098-A717-9CFD4847E26F}"/>
          </ac:picMkLst>
        </pc:picChg>
        <pc:picChg chg="add mod">
          <ac:chgData name="Sohag Kabir" userId="e9b0da40-aef8-480a-bb63-d1daacecf555" providerId="ADAL" clId="{B93E19F7-CF17-4898-9657-10FD6636A87B}" dt="2024-10-05T15:56:47.335" v="2907" actId="1076"/>
          <ac:picMkLst>
            <pc:docMk/>
            <pc:sldMk cId="915143749" sldId="314"/>
            <ac:picMk id="9" creationId="{F93520AA-17ED-387F-CC8D-CFB664469D07}"/>
          </ac:picMkLst>
        </pc:picChg>
        <pc:picChg chg="del">
          <ac:chgData name="Sohag Kabir" userId="e9b0da40-aef8-480a-bb63-d1daacecf555" providerId="ADAL" clId="{B93E19F7-CF17-4898-9657-10FD6636A87B}" dt="2024-10-05T15:47:39.905" v="2827" actId="478"/>
          <ac:picMkLst>
            <pc:docMk/>
            <pc:sldMk cId="915143749" sldId="314"/>
            <ac:picMk id="11" creationId="{A6E068B8-16EE-02B0-706F-0DB68AD39AD7}"/>
          </ac:picMkLst>
        </pc:picChg>
        <pc:picChg chg="del">
          <ac:chgData name="Sohag Kabir" userId="e9b0da40-aef8-480a-bb63-d1daacecf555" providerId="ADAL" clId="{B93E19F7-CF17-4898-9657-10FD6636A87B}" dt="2024-10-05T15:47:49.399" v="2832" actId="478"/>
          <ac:picMkLst>
            <pc:docMk/>
            <pc:sldMk cId="915143749" sldId="314"/>
            <ac:picMk id="13" creationId="{4652618A-FDAB-80CE-D762-F2AD80DABF7C}"/>
          </ac:picMkLst>
        </pc:picChg>
      </pc:sldChg>
      <pc:sldChg chg="add del">
        <pc:chgData name="Sohag Kabir" userId="e9b0da40-aef8-480a-bb63-d1daacecf555" providerId="ADAL" clId="{B93E19F7-CF17-4898-9657-10FD6636A87B}" dt="2024-10-05T16:12:30.397" v="2963" actId="2696"/>
        <pc:sldMkLst>
          <pc:docMk/>
          <pc:sldMk cId="1173708504" sldId="315"/>
        </pc:sldMkLst>
      </pc:sldChg>
      <pc:sldChg chg="addSp modSp add mod ord">
        <pc:chgData name="Sohag Kabir" userId="e9b0da40-aef8-480a-bb63-d1daacecf555" providerId="ADAL" clId="{B93E19F7-CF17-4898-9657-10FD6636A87B}" dt="2024-10-05T17:07:53.200" v="3293" actId="1076"/>
        <pc:sldMkLst>
          <pc:docMk/>
          <pc:sldMk cId="176035261" sldId="316"/>
        </pc:sldMkLst>
        <pc:spChg chg="mod">
          <ac:chgData name="Sohag Kabir" userId="e9b0da40-aef8-480a-bb63-d1daacecf555" providerId="ADAL" clId="{B93E19F7-CF17-4898-9657-10FD6636A87B}" dt="2024-10-05T17:07:45.836" v="3291" actId="255"/>
          <ac:spMkLst>
            <pc:docMk/>
            <pc:sldMk cId="176035261" sldId="316"/>
            <ac:spMk id="2" creationId="{DE13D453-4D7B-47BF-AED4-27D56C3644AA}"/>
          </ac:spMkLst>
        </pc:spChg>
        <pc:spChg chg="add mod">
          <ac:chgData name="Sohag Kabir" userId="e9b0da40-aef8-480a-bb63-d1daacecf555" providerId="ADAL" clId="{B93E19F7-CF17-4898-9657-10FD6636A87B}" dt="2024-10-05T17:07:33.578" v="3287"/>
          <ac:spMkLst>
            <pc:docMk/>
            <pc:sldMk cId="176035261" sldId="316"/>
            <ac:spMk id="4" creationId="{D903712E-E8C2-4330-A532-DC1100294489}"/>
          </ac:spMkLst>
        </pc:spChg>
        <pc:graphicFrameChg chg="mod">
          <ac:chgData name="Sohag Kabir" userId="e9b0da40-aef8-480a-bb63-d1daacecf555" providerId="ADAL" clId="{B93E19F7-CF17-4898-9657-10FD6636A87B}" dt="2024-10-05T17:07:53.200" v="3293" actId="1076"/>
          <ac:graphicFrameMkLst>
            <pc:docMk/>
            <pc:sldMk cId="176035261" sldId="316"/>
            <ac:graphicFrameMk id="3" creationId="{5E0E26A6-CCC8-2BBF-4CE9-1FE499F39FFC}"/>
          </ac:graphicFrameMkLst>
        </pc:graphicFrameChg>
      </pc:sldChg>
      <pc:sldChg chg="addSp delSp modSp add mod modAnim">
        <pc:chgData name="Sohag Kabir" userId="e9b0da40-aef8-480a-bb63-d1daacecf555" providerId="ADAL" clId="{B93E19F7-CF17-4898-9657-10FD6636A87B}" dt="2024-10-05T17:07:07.761" v="3284" actId="20577"/>
        <pc:sldMkLst>
          <pc:docMk/>
          <pc:sldMk cId="3739762811" sldId="317"/>
        </pc:sldMkLst>
        <pc:spChg chg="mod">
          <ac:chgData name="Sohag Kabir" userId="e9b0da40-aef8-480a-bb63-d1daacecf555" providerId="ADAL" clId="{B93E19F7-CF17-4898-9657-10FD6636A87B}" dt="2024-10-05T17:07:07.761" v="3284" actId="20577"/>
          <ac:spMkLst>
            <pc:docMk/>
            <pc:sldMk cId="3739762811" sldId="317"/>
            <ac:spMk id="2" creationId="{DE13D453-4D7B-47BF-AED4-27D56C3644AA}"/>
          </ac:spMkLst>
        </pc:spChg>
        <pc:spChg chg="add mod">
          <ac:chgData name="Sohag Kabir" userId="e9b0da40-aef8-480a-bb63-d1daacecf555" providerId="ADAL" clId="{B93E19F7-CF17-4898-9657-10FD6636A87B}" dt="2024-10-05T17:06:37.547" v="3277" actId="1035"/>
          <ac:spMkLst>
            <pc:docMk/>
            <pc:sldMk cId="3739762811" sldId="317"/>
            <ac:spMk id="4" creationId="{11A42578-1366-59FF-5040-068538845988}"/>
          </ac:spMkLst>
        </pc:spChg>
        <pc:spChg chg="add mod">
          <ac:chgData name="Sohag Kabir" userId="e9b0da40-aef8-480a-bb63-d1daacecf555" providerId="ADAL" clId="{B93E19F7-CF17-4898-9657-10FD6636A87B}" dt="2024-10-05T17:06:37.547" v="3277" actId="1035"/>
          <ac:spMkLst>
            <pc:docMk/>
            <pc:sldMk cId="3739762811" sldId="317"/>
            <ac:spMk id="5" creationId="{2D09689E-32EF-6145-87DE-4DC952C2F508}"/>
          </ac:spMkLst>
        </pc:spChg>
        <pc:spChg chg="add mod">
          <ac:chgData name="Sohag Kabir" userId="e9b0da40-aef8-480a-bb63-d1daacecf555" providerId="ADAL" clId="{B93E19F7-CF17-4898-9657-10FD6636A87B}" dt="2024-10-05T17:06:37.547" v="3277" actId="1035"/>
          <ac:spMkLst>
            <pc:docMk/>
            <pc:sldMk cId="3739762811" sldId="317"/>
            <ac:spMk id="8" creationId="{C74724B6-B40A-B9AF-81B8-A57F2A790D6C}"/>
          </ac:spMkLst>
        </pc:spChg>
        <pc:spChg chg="add mod">
          <ac:chgData name="Sohag Kabir" userId="e9b0da40-aef8-480a-bb63-d1daacecf555" providerId="ADAL" clId="{B93E19F7-CF17-4898-9657-10FD6636A87B}" dt="2024-10-05T17:06:37.547" v="3277" actId="1035"/>
          <ac:spMkLst>
            <pc:docMk/>
            <pc:sldMk cId="3739762811" sldId="317"/>
            <ac:spMk id="9" creationId="{31FD7733-BABC-9499-FCE9-2DE3A06EFC31}"/>
          </ac:spMkLst>
        </pc:spChg>
        <pc:spChg chg="add mod">
          <ac:chgData name="Sohag Kabir" userId="e9b0da40-aef8-480a-bb63-d1daacecf555" providerId="ADAL" clId="{B93E19F7-CF17-4898-9657-10FD6636A87B}" dt="2024-10-05T17:06:24.056" v="3260"/>
          <ac:spMkLst>
            <pc:docMk/>
            <pc:sldMk cId="3739762811" sldId="317"/>
            <ac:spMk id="10" creationId="{B109C00D-AE93-76A8-40BD-C5967F97982B}"/>
          </ac:spMkLst>
        </pc:spChg>
        <pc:graphicFrameChg chg="del">
          <ac:chgData name="Sohag Kabir" userId="e9b0da40-aef8-480a-bb63-d1daacecf555" providerId="ADAL" clId="{B93E19F7-CF17-4898-9657-10FD6636A87B}" dt="2024-10-05T16:08:36.063" v="2945" actId="478"/>
          <ac:graphicFrameMkLst>
            <pc:docMk/>
            <pc:sldMk cId="3739762811" sldId="317"/>
            <ac:graphicFrameMk id="3" creationId="{5E0E26A6-CCC8-2BBF-4CE9-1FE499F39FFC}"/>
          </ac:graphicFrameMkLst>
        </pc:graphicFrameChg>
      </pc:sldChg>
      <pc:sldChg chg="addSp delSp modSp add mod delAnim modAnim">
        <pc:chgData name="Sohag Kabir" userId="e9b0da40-aef8-480a-bb63-d1daacecf555" providerId="ADAL" clId="{B93E19F7-CF17-4898-9657-10FD6636A87B}" dt="2024-10-05T17:06:09.728" v="3259" actId="1035"/>
        <pc:sldMkLst>
          <pc:docMk/>
          <pc:sldMk cId="2072777590" sldId="318"/>
        </pc:sldMkLst>
        <pc:spChg chg="mod">
          <ac:chgData name="Sohag Kabir" userId="e9b0da40-aef8-480a-bb63-d1daacecf555" providerId="ADAL" clId="{B93E19F7-CF17-4898-9657-10FD6636A87B}" dt="2024-10-05T17:06:00.464" v="3255" actId="255"/>
          <ac:spMkLst>
            <pc:docMk/>
            <pc:sldMk cId="2072777590" sldId="318"/>
            <ac:spMk id="2" creationId="{DE13D453-4D7B-47BF-AED4-27D56C3644AA}"/>
          </ac:spMkLst>
        </pc:spChg>
        <pc:spChg chg="add mod">
          <ac:chgData name="Sohag Kabir" userId="e9b0da40-aef8-480a-bb63-d1daacecf555" providerId="ADAL" clId="{B93E19F7-CF17-4898-9657-10FD6636A87B}" dt="2024-10-05T17:06:09.728" v="3259" actId="1035"/>
          <ac:spMkLst>
            <pc:docMk/>
            <pc:sldMk cId="2072777590" sldId="318"/>
            <ac:spMk id="3" creationId="{2E646940-8E91-E289-6411-2AB0E0BD6F00}"/>
          </ac:spMkLst>
        </pc:spChg>
        <pc:spChg chg="del">
          <ac:chgData name="Sohag Kabir" userId="e9b0da40-aef8-480a-bb63-d1daacecf555" providerId="ADAL" clId="{B93E19F7-CF17-4898-9657-10FD6636A87B}" dt="2024-10-05T16:13:51.165" v="2982" actId="478"/>
          <ac:spMkLst>
            <pc:docMk/>
            <pc:sldMk cId="2072777590" sldId="318"/>
            <ac:spMk id="4" creationId="{11A42578-1366-59FF-5040-068538845988}"/>
          </ac:spMkLst>
        </pc:spChg>
        <pc:spChg chg="del">
          <ac:chgData name="Sohag Kabir" userId="e9b0da40-aef8-480a-bb63-d1daacecf555" providerId="ADAL" clId="{B93E19F7-CF17-4898-9657-10FD6636A87B}" dt="2024-10-05T16:13:51.165" v="2982" actId="478"/>
          <ac:spMkLst>
            <pc:docMk/>
            <pc:sldMk cId="2072777590" sldId="318"/>
            <ac:spMk id="5" creationId="{2D09689E-32EF-6145-87DE-4DC952C2F508}"/>
          </ac:spMkLst>
        </pc:spChg>
        <pc:spChg chg="del">
          <ac:chgData name="Sohag Kabir" userId="e9b0da40-aef8-480a-bb63-d1daacecf555" providerId="ADAL" clId="{B93E19F7-CF17-4898-9657-10FD6636A87B}" dt="2024-10-05T16:13:51.165" v="2982" actId="478"/>
          <ac:spMkLst>
            <pc:docMk/>
            <pc:sldMk cId="2072777590" sldId="318"/>
            <ac:spMk id="8" creationId="{C74724B6-B40A-B9AF-81B8-A57F2A790D6C}"/>
          </ac:spMkLst>
        </pc:spChg>
        <pc:spChg chg="del">
          <ac:chgData name="Sohag Kabir" userId="e9b0da40-aef8-480a-bb63-d1daacecf555" providerId="ADAL" clId="{B93E19F7-CF17-4898-9657-10FD6636A87B}" dt="2024-10-05T16:13:51.165" v="2982" actId="478"/>
          <ac:spMkLst>
            <pc:docMk/>
            <pc:sldMk cId="2072777590" sldId="318"/>
            <ac:spMk id="9" creationId="{31FD7733-BABC-9499-FCE9-2DE3A06EFC31}"/>
          </ac:spMkLst>
        </pc:spChg>
        <pc:spChg chg="add mod">
          <ac:chgData name="Sohag Kabir" userId="e9b0da40-aef8-480a-bb63-d1daacecf555" providerId="ADAL" clId="{B93E19F7-CF17-4898-9657-10FD6636A87B}" dt="2024-10-05T17:06:09.728" v="3259" actId="1035"/>
          <ac:spMkLst>
            <pc:docMk/>
            <pc:sldMk cId="2072777590" sldId="318"/>
            <ac:spMk id="10" creationId="{0429D3D5-D9A3-818D-B93F-21A0D862B685}"/>
          </ac:spMkLst>
        </pc:spChg>
        <pc:spChg chg="add mod">
          <ac:chgData name="Sohag Kabir" userId="e9b0da40-aef8-480a-bb63-d1daacecf555" providerId="ADAL" clId="{B93E19F7-CF17-4898-9657-10FD6636A87B}" dt="2024-10-05T17:06:09.728" v="3259" actId="1035"/>
          <ac:spMkLst>
            <pc:docMk/>
            <pc:sldMk cId="2072777590" sldId="318"/>
            <ac:spMk id="11" creationId="{6103E712-A448-54AC-CAC9-88744E4CA541}"/>
          </ac:spMkLst>
        </pc:spChg>
        <pc:spChg chg="add mod">
          <ac:chgData name="Sohag Kabir" userId="e9b0da40-aef8-480a-bb63-d1daacecf555" providerId="ADAL" clId="{B93E19F7-CF17-4898-9657-10FD6636A87B}" dt="2024-10-05T17:06:09.728" v="3259" actId="1035"/>
          <ac:spMkLst>
            <pc:docMk/>
            <pc:sldMk cId="2072777590" sldId="318"/>
            <ac:spMk id="12" creationId="{36638D1E-B0FF-D190-AB31-FCAD697FD0F6}"/>
          </ac:spMkLst>
        </pc:spChg>
        <pc:spChg chg="add mod">
          <ac:chgData name="Sohag Kabir" userId="e9b0da40-aef8-480a-bb63-d1daacecf555" providerId="ADAL" clId="{B93E19F7-CF17-4898-9657-10FD6636A87B}" dt="2024-10-05T17:06:09.728" v="3259" actId="1035"/>
          <ac:spMkLst>
            <pc:docMk/>
            <pc:sldMk cId="2072777590" sldId="318"/>
            <ac:spMk id="13" creationId="{35E9A9CD-EF94-D4ED-0921-6F9B1F3C639B}"/>
          </ac:spMkLst>
        </pc:spChg>
        <pc:spChg chg="add del mod">
          <ac:chgData name="Sohag Kabir" userId="e9b0da40-aef8-480a-bb63-d1daacecf555" providerId="ADAL" clId="{B93E19F7-CF17-4898-9657-10FD6636A87B}" dt="2024-10-05T17:05:18.985" v="3237" actId="478"/>
          <ac:spMkLst>
            <pc:docMk/>
            <pc:sldMk cId="2072777590" sldId="318"/>
            <ac:spMk id="14" creationId="{D7B0022B-1E65-E9E9-A73B-ABFBE37BC115}"/>
          </ac:spMkLst>
        </pc:spChg>
        <pc:spChg chg="add mod">
          <ac:chgData name="Sohag Kabir" userId="e9b0da40-aef8-480a-bb63-d1daacecf555" providerId="ADAL" clId="{B93E19F7-CF17-4898-9657-10FD6636A87B}" dt="2024-10-05T17:05:26.063" v="3238"/>
          <ac:spMkLst>
            <pc:docMk/>
            <pc:sldMk cId="2072777590" sldId="318"/>
            <ac:spMk id="15" creationId="{95724DBC-B706-D172-8C7C-4B463F8721DF}"/>
          </ac:spMkLst>
        </pc:spChg>
      </pc:sldChg>
      <pc:sldChg chg="addSp delSp modSp add mod delAnim modAnim">
        <pc:chgData name="Sohag Kabir" userId="e9b0da40-aef8-480a-bb63-d1daacecf555" providerId="ADAL" clId="{B93E19F7-CF17-4898-9657-10FD6636A87B}" dt="2024-10-05T17:05:04.625" v="3235" actId="1076"/>
        <pc:sldMkLst>
          <pc:docMk/>
          <pc:sldMk cId="2430164481" sldId="319"/>
        </pc:sldMkLst>
        <pc:spChg chg="del mod">
          <ac:chgData name="Sohag Kabir" userId="e9b0da40-aef8-480a-bb63-d1daacecf555" providerId="ADAL" clId="{B93E19F7-CF17-4898-9657-10FD6636A87B}" dt="2024-10-05T17:04:46.432" v="3231" actId="478"/>
          <ac:spMkLst>
            <pc:docMk/>
            <pc:sldMk cId="2430164481" sldId="319"/>
            <ac:spMk id="2" creationId="{DE13D453-4D7B-47BF-AED4-27D56C3644AA}"/>
          </ac:spMkLst>
        </pc:spChg>
        <pc:spChg chg="del">
          <ac:chgData name="Sohag Kabir" userId="e9b0da40-aef8-480a-bb63-d1daacecf555" providerId="ADAL" clId="{B93E19F7-CF17-4898-9657-10FD6636A87B}" dt="2024-10-05T16:16:39.308" v="3004" actId="478"/>
          <ac:spMkLst>
            <pc:docMk/>
            <pc:sldMk cId="2430164481" sldId="319"/>
            <ac:spMk id="3" creationId="{2E646940-8E91-E289-6411-2AB0E0BD6F00}"/>
          </ac:spMkLst>
        </pc:spChg>
        <pc:spChg chg="add mod">
          <ac:chgData name="Sohag Kabir" userId="e9b0da40-aef8-480a-bb63-d1daacecf555" providerId="ADAL" clId="{B93E19F7-CF17-4898-9657-10FD6636A87B}" dt="2024-10-05T16:18:22.084" v="3017" actId="113"/>
          <ac:spMkLst>
            <pc:docMk/>
            <pc:sldMk cId="2430164481" sldId="319"/>
            <ac:spMk id="4" creationId="{8B0E281B-5484-F2B1-B4DC-0AD7FF8E271C}"/>
          </ac:spMkLst>
        </pc:spChg>
        <pc:spChg chg="add mod">
          <ac:chgData name="Sohag Kabir" userId="e9b0da40-aef8-480a-bb63-d1daacecf555" providerId="ADAL" clId="{B93E19F7-CF17-4898-9657-10FD6636A87B}" dt="2024-10-05T16:18:47.753" v="3020" actId="2711"/>
          <ac:spMkLst>
            <pc:docMk/>
            <pc:sldMk cId="2430164481" sldId="319"/>
            <ac:spMk id="5" creationId="{F3699E71-0DF6-B597-50AF-32F6C8068B76}"/>
          </ac:spMkLst>
        </pc:spChg>
        <pc:spChg chg="add mod">
          <ac:chgData name="Sohag Kabir" userId="e9b0da40-aef8-480a-bb63-d1daacecf555" providerId="ADAL" clId="{B93E19F7-CF17-4898-9657-10FD6636A87B}" dt="2024-10-05T16:18:39.087" v="3019" actId="2711"/>
          <ac:spMkLst>
            <pc:docMk/>
            <pc:sldMk cId="2430164481" sldId="319"/>
            <ac:spMk id="8" creationId="{AB6C0F93-687B-1B4E-939D-99FC6BB9941A}"/>
          </ac:spMkLst>
        </pc:spChg>
        <pc:spChg chg="add mod">
          <ac:chgData name="Sohag Kabir" userId="e9b0da40-aef8-480a-bb63-d1daacecf555" providerId="ADAL" clId="{B93E19F7-CF17-4898-9657-10FD6636A87B}" dt="2024-10-05T17:05:04.625" v="3235" actId="1076"/>
          <ac:spMkLst>
            <pc:docMk/>
            <pc:sldMk cId="2430164481" sldId="319"/>
            <ac:spMk id="9" creationId="{824DC434-999D-92C1-E690-1EE740446A41}"/>
          </ac:spMkLst>
        </pc:spChg>
        <pc:spChg chg="del">
          <ac:chgData name="Sohag Kabir" userId="e9b0da40-aef8-480a-bb63-d1daacecf555" providerId="ADAL" clId="{B93E19F7-CF17-4898-9657-10FD6636A87B}" dt="2024-10-05T16:16:42.937" v="3005" actId="478"/>
          <ac:spMkLst>
            <pc:docMk/>
            <pc:sldMk cId="2430164481" sldId="319"/>
            <ac:spMk id="10" creationId="{0429D3D5-D9A3-818D-B93F-21A0D862B685}"/>
          </ac:spMkLst>
        </pc:spChg>
        <pc:spChg chg="del">
          <ac:chgData name="Sohag Kabir" userId="e9b0da40-aef8-480a-bb63-d1daacecf555" providerId="ADAL" clId="{B93E19F7-CF17-4898-9657-10FD6636A87B}" dt="2024-10-05T16:16:42.937" v="3005" actId="478"/>
          <ac:spMkLst>
            <pc:docMk/>
            <pc:sldMk cId="2430164481" sldId="319"/>
            <ac:spMk id="11" creationId="{6103E712-A448-54AC-CAC9-88744E4CA541}"/>
          </ac:spMkLst>
        </pc:spChg>
        <pc:spChg chg="del">
          <ac:chgData name="Sohag Kabir" userId="e9b0da40-aef8-480a-bb63-d1daacecf555" providerId="ADAL" clId="{B93E19F7-CF17-4898-9657-10FD6636A87B}" dt="2024-10-05T16:16:42.937" v="3005" actId="478"/>
          <ac:spMkLst>
            <pc:docMk/>
            <pc:sldMk cId="2430164481" sldId="319"/>
            <ac:spMk id="12" creationId="{36638D1E-B0FF-D190-AB31-FCAD697FD0F6}"/>
          </ac:spMkLst>
        </pc:spChg>
        <pc:spChg chg="del">
          <ac:chgData name="Sohag Kabir" userId="e9b0da40-aef8-480a-bb63-d1daacecf555" providerId="ADAL" clId="{B93E19F7-CF17-4898-9657-10FD6636A87B}" dt="2024-10-05T16:16:42.937" v="3005" actId="478"/>
          <ac:spMkLst>
            <pc:docMk/>
            <pc:sldMk cId="2430164481" sldId="319"/>
            <ac:spMk id="13" creationId="{35E9A9CD-EF94-D4ED-0921-6F9B1F3C639B}"/>
          </ac:spMkLst>
        </pc:spChg>
        <pc:spChg chg="add del mod">
          <ac:chgData name="Sohag Kabir" userId="e9b0da40-aef8-480a-bb63-d1daacecf555" providerId="ADAL" clId="{B93E19F7-CF17-4898-9657-10FD6636A87B}" dt="2024-10-05T17:04:48.644" v="3232" actId="478"/>
          <ac:spMkLst>
            <pc:docMk/>
            <pc:sldMk cId="2430164481" sldId="319"/>
            <ac:spMk id="14" creationId="{22C02A7D-D6D4-6E51-B7C3-B0080AB1D9AF}"/>
          </ac:spMkLst>
        </pc:spChg>
        <pc:spChg chg="add mod">
          <ac:chgData name="Sohag Kabir" userId="e9b0da40-aef8-480a-bb63-d1daacecf555" providerId="ADAL" clId="{B93E19F7-CF17-4898-9657-10FD6636A87B}" dt="2024-10-05T17:04:50.249" v="3233"/>
          <ac:spMkLst>
            <pc:docMk/>
            <pc:sldMk cId="2430164481" sldId="319"/>
            <ac:spMk id="15" creationId="{28BD77BA-9D2A-8B60-549B-1830762F98C7}"/>
          </ac:spMkLst>
        </pc:spChg>
        <pc:spChg chg="add mod">
          <ac:chgData name="Sohag Kabir" userId="e9b0da40-aef8-480a-bb63-d1daacecf555" providerId="ADAL" clId="{B93E19F7-CF17-4898-9657-10FD6636A87B}" dt="2024-10-05T17:04:59.182" v="3234"/>
          <ac:spMkLst>
            <pc:docMk/>
            <pc:sldMk cId="2430164481" sldId="319"/>
            <ac:spMk id="16" creationId="{4CFA05D3-D385-9A82-EF70-DEDAC7F49EA1}"/>
          </ac:spMkLst>
        </pc:spChg>
      </pc:sldChg>
      <pc:sldChg chg="addSp delSp modSp add mod delAnim modAnim">
        <pc:chgData name="Sohag Kabir" userId="e9b0da40-aef8-480a-bb63-d1daacecf555" providerId="ADAL" clId="{B93E19F7-CF17-4898-9657-10FD6636A87B}" dt="2024-10-05T17:04:32.992" v="3230" actId="1076"/>
        <pc:sldMkLst>
          <pc:docMk/>
          <pc:sldMk cId="1104326229" sldId="320"/>
        </pc:sldMkLst>
        <pc:spChg chg="mod">
          <ac:chgData name="Sohag Kabir" userId="e9b0da40-aef8-480a-bb63-d1daacecf555" providerId="ADAL" clId="{B93E19F7-CF17-4898-9657-10FD6636A87B}" dt="2024-10-05T17:04:23.072" v="3226" actId="1076"/>
          <ac:spMkLst>
            <pc:docMk/>
            <pc:sldMk cId="1104326229" sldId="320"/>
            <ac:spMk id="2" creationId="{DE13D453-4D7B-47BF-AED4-27D56C3644AA}"/>
          </ac:spMkLst>
        </pc:spChg>
        <pc:spChg chg="add mod">
          <ac:chgData name="Sohag Kabir" userId="e9b0da40-aef8-480a-bb63-d1daacecf555" providerId="ADAL" clId="{B93E19F7-CF17-4898-9657-10FD6636A87B}" dt="2024-10-05T17:04:32.992" v="3230" actId="1076"/>
          <ac:spMkLst>
            <pc:docMk/>
            <pc:sldMk cId="1104326229" sldId="320"/>
            <ac:spMk id="3" creationId="{B87B28DA-EDB4-E5DD-0006-1D2602CF1383}"/>
          </ac:spMkLst>
        </pc:spChg>
        <pc:spChg chg="del">
          <ac:chgData name="Sohag Kabir" userId="e9b0da40-aef8-480a-bb63-d1daacecf555" providerId="ADAL" clId="{B93E19F7-CF17-4898-9657-10FD6636A87B}" dt="2024-10-05T16:21:22.648" v="3022" actId="478"/>
          <ac:spMkLst>
            <pc:docMk/>
            <pc:sldMk cId="1104326229" sldId="320"/>
            <ac:spMk id="4" creationId="{8B0E281B-5484-F2B1-B4DC-0AD7FF8E271C}"/>
          </ac:spMkLst>
        </pc:spChg>
        <pc:spChg chg="del">
          <ac:chgData name="Sohag Kabir" userId="e9b0da40-aef8-480a-bb63-d1daacecf555" providerId="ADAL" clId="{B93E19F7-CF17-4898-9657-10FD6636A87B}" dt="2024-10-05T16:21:30.157" v="3025" actId="478"/>
          <ac:spMkLst>
            <pc:docMk/>
            <pc:sldMk cId="1104326229" sldId="320"/>
            <ac:spMk id="5" creationId="{F3699E71-0DF6-B597-50AF-32F6C8068B76}"/>
          </ac:spMkLst>
        </pc:spChg>
        <pc:spChg chg="del">
          <ac:chgData name="Sohag Kabir" userId="e9b0da40-aef8-480a-bb63-d1daacecf555" providerId="ADAL" clId="{B93E19F7-CF17-4898-9657-10FD6636A87B}" dt="2024-10-05T16:21:26.790" v="3024" actId="478"/>
          <ac:spMkLst>
            <pc:docMk/>
            <pc:sldMk cId="1104326229" sldId="320"/>
            <ac:spMk id="8" creationId="{AB6C0F93-687B-1B4E-939D-99FC6BB9941A}"/>
          </ac:spMkLst>
        </pc:spChg>
        <pc:spChg chg="del">
          <ac:chgData name="Sohag Kabir" userId="e9b0da40-aef8-480a-bb63-d1daacecf555" providerId="ADAL" clId="{B93E19F7-CF17-4898-9657-10FD6636A87B}" dt="2024-10-05T16:21:24.285" v="3023" actId="478"/>
          <ac:spMkLst>
            <pc:docMk/>
            <pc:sldMk cId="1104326229" sldId="320"/>
            <ac:spMk id="9" creationId="{824DC434-999D-92C1-E690-1EE740446A41}"/>
          </ac:spMkLst>
        </pc:spChg>
        <pc:spChg chg="add mod">
          <ac:chgData name="Sohag Kabir" userId="e9b0da40-aef8-480a-bb63-d1daacecf555" providerId="ADAL" clId="{B93E19F7-CF17-4898-9657-10FD6636A87B}" dt="2024-10-05T17:04:30.328" v="3229" actId="1076"/>
          <ac:spMkLst>
            <pc:docMk/>
            <pc:sldMk cId="1104326229" sldId="320"/>
            <ac:spMk id="10" creationId="{4B40CAE1-3F2E-6AB5-4585-569DB760C13E}"/>
          </ac:spMkLst>
        </pc:spChg>
        <pc:spChg chg="add mod">
          <ac:chgData name="Sohag Kabir" userId="e9b0da40-aef8-480a-bb63-d1daacecf555" providerId="ADAL" clId="{B93E19F7-CF17-4898-9657-10FD6636A87B}" dt="2024-10-05T17:04:28.392" v="3228" actId="1076"/>
          <ac:spMkLst>
            <pc:docMk/>
            <pc:sldMk cId="1104326229" sldId="320"/>
            <ac:spMk id="11" creationId="{576FE5C2-F1AD-860F-56A1-069F3427ED16}"/>
          </ac:spMkLst>
        </pc:spChg>
        <pc:spChg chg="add mod">
          <ac:chgData name="Sohag Kabir" userId="e9b0da40-aef8-480a-bb63-d1daacecf555" providerId="ADAL" clId="{B93E19F7-CF17-4898-9657-10FD6636A87B}" dt="2024-10-05T17:04:05.828" v="3222"/>
          <ac:spMkLst>
            <pc:docMk/>
            <pc:sldMk cId="1104326229" sldId="320"/>
            <ac:spMk id="12" creationId="{E3D2B5C3-728C-9804-6298-00C2294EC97A}"/>
          </ac:spMkLst>
        </pc:spChg>
      </pc:sldChg>
      <pc:sldChg chg="addSp delSp modSp add mod delAnim modAnim">
        <pc:chgData name="Sohag Kabir" userId="e9b0da40-aef8-480a-bb63-d1daacecf555" providerId="ADAL" clId="{B93E19F7-CF17-4898-9657-10FD6636A87B}" dt="2024-10-05T17:03:36.306" v="3217" actId="478"/>
        <pc:sldMkLst>
          <pc:docMk/>
          <pc:sldMk cId="3732061710" sldId="321"/>
        </pc:sldMkLst>
        <pc:spChg chg="del mod">
          <ac:chgData name="Sohag Kabir" userId="e9b0da40-aef8-480a-bb63-d1daacecf555" providerId="ADAL" clId="{B93E19F7-CF17-4898-9657-10FD6636A87B}" dt="2024-10-05T17:03:34.580" v="3216" actId="478"/>
          <ac:spMkLst>
            <pc:docMk/>
            <pc:sldMk cId="3732061710" sldId="321"/>
            <ac:spMk id="2" creationId="{DE13D453-4D7B-47BF-AED4-27D56C3644AA}"/>
          </ac:spMkLst>
        </pc:spChg>
        <pc:spChg chg="del mod">
          <ac:chgData name="Sohag Kabir" userId="e9b0da40-aef8-480a-bb63-d1daacecf555" providerId="ADAL" clId="{B93E19F7-CF17-4898-9657-10FD6636A87B}" dt="2024-10-05T16:29:52.214" v="3063" actId="478"/>
          <ac:spMkLst>
            <pc:docMk/>
            <pc:sldMk cId="3732061710" sldId="321"/>
            <ac:spMk id="3" creationId="{B87B28DA-EDB4-E5DD-0006-1D2602CF1383}"/>
          </ac:spMkLst>
        </pc:spChg>
        <pc:spChg chg="add mod">
          <ac:chgData name="Sohag Kabir" userId="e9b0da40-aef8-480a-bb63-d1daacecf555" providerId="ADAL" clId="{B93E19F7-CF17-4898-9657-10FD6636A87B}" dt="2024-10-05T16:30:08.181" v="3064"/>
          <ac:spMkLst>
            <pc:docMk/>
            <pc:sldMk cId="3732061710" sldId="321"/>
            <ac:spMk id="5" creationId="{D7FAA704-9AE9-4A7A-998B-10A6ECE5217F}"/>
          </ac:spMkLst>
        </pc:spChg>
        <pc:spChg chg="add mod">
          <ac:chgData name="Sohag Kabir" userId="e9b0da40-aef8-480a-bb63-d1daacecf555" providerId="ADAL" clId="{B93E19F7-CF17-4898-9657-10FD6636A87B}" dt="2024-10-05T16:30:08.181" v="3064"/>
          <ac:spMkLst>
            <pc:docMk/>
            <pc:sldMk cId="3732061710" sldId="321"/>
            <ac:spMk id="8" creationId="{099C9850-D96F-112A-BB7F-4FE1B24E6395}"/>
          </ac:spMkLst>
        </pc:spChg>
        <pc:spChg chg="add mod">
          <ac:chgData name="Sohag Kabir" userId="e9b0da40-aef8-480a-bb63-d1daacecf555" providerId="ADAL" clId="{B93E19F7-CF17-4898-9657-10FD6636A87B}" dt="2024-10-05T17:03:28.971" v="3214"/>
          <ac:spMkLst>
            <pc:docMk/>
            <pc:sldMk cId="3732061710" sldId="321"/>
            <ac:spMk id="9" creationId="{49ECE5C9-1635-C03A-E38F-39D8026FE5AE}"/>
          </ac:spMkLst>
        </pc:spChg>
        <pc:spChg chg="mod">
          <ac:chgData name="Sohag Kabir" userId="e9b0da40-aef8-480a-bb63-d1daacecf555" providerId="ADAL" clId="{B93E19F7-CF17-4898-9657-10FD6636A87B}" dt="2024-10-05T16:29:41.168" v="3061" actId="113"/>
          <ac:spMkLst>
            <pc:docMk/>
            <pc:sldMk cId="3732061710" sldId="321"/>
            <ac:spMk id="10" creationId="{4B40CAE1-3F2E-6AB5-4585-569DB760C13E}"/>
          </ac:spMkLst>
        </pc:spChg>
        <pc:spChg chg="mod">
          <ac:chgData name="Sohag Kabir" userId="e9b0da40-aef8-480a-bb63-d1daacecf555" providerId="ADAL" clId="{B93E19F7-CF17-4898-9657-10FD6636A87B}" dt="2024-10-05T16:40:51.545" v="3071" actId="207"/>
          <ac:spMkLst>
            <pc:docMk/>
            <pc:sldMk cId="3732061710" sldId="321"/>
            <ac:spMk id="11" creationId="{576FE5C2-F1AD-860F-56A1-069F3427ED16}"/>
          </ac:spMkLst>
        </pc:spChg>
        <pc:spChg chg="add del mod">
          <ac:chgData name="Sohag Kabir" userId="e9b0da40-aef8-480a-bb63-d1daacecf555" providerId="ADAL" clId="{B93E19F7-CF17-4898-9657-10FD6636A87B}" dt="2024-10-05T17:03:36.306" v="3217" actId="478"/>
          <ac:spMkLst>
            <pc:docMk/>
            <pc:sldMk cId="3732061710" sldId="321"/>
            <ac:spMk id="12" creationId="{18185E06-9C16-6B2E-48C0-3BE4F4785A6D}"/>
          </ac:spMkLst>
        </pc:spChg>
        <pc:graphicFrameChg chg="add mod">
          <ac:chgData name="Sohag Kabir" userId="e9b0da40-aef8-480a-bb63-d1daacecf555" providerId="ADAL" clId="{B93E19F7-CF17-4898-9657-10FD6636A87B}" dt="2024-10-05T16:30:08.181" v="3064"/>
          <ac:graphicFrameMkLst>
            <pc:docMk/>
            <pc:sldMk cId="3732061710" sldId="321"/>
            <ac:graphicFrameMk id="4" creationId="{061A5A06-4460-3A4F-0AA7-AB06974AF33A}"/>
          </ac:graphicFrameMkLst>
        </pc:graphicFrameChg>
      </pc:sldChg>
      <pc:sldChg chg="addSp delSp modSp add mod delAnim modAnim">
        <pc:chgData name="Sohag Kabir" userId="e9b0da40-aef8-480a-bb63-d1daacecf555" providerId="ADAL" clId="{B93E19F7-CF17-4898-9657-10FD6636A87B}" dt="2024-10-05T17:03:18.565" v="3213" actId="1076"/>
        <pc:sldMkLst>
          <pc:docMk/>
          <pc:sldMk cId="4110926446" sldId="322"/>
        </pc:sldMkLst>
        <pc:spChg chg="del">
          <ac:chgData name="Sohag Kabir" userId="e9b0da40-aef8-480a-bb63-d1daacecf555" providerId="ADAL" clId="{B93E19F7-CF17-4898-9657-10FD6636A87B}" dt="2024-10-05T17:03:08.514" v="3210" actId="478"/>
          <ac:spMkLst>
            <pc:docMk/>
            <pc:sldMk cId="4110926446" sldId="322"/>
            <ac:spMk id="2" creationId="{DE13D453-4D7B-47BF-AED4-27D56C3644AA}"/>
          </ac:spMkLst>
        </pc:spChg>
        <pc:spChg chg="del">
          <ac:chgData name="Sohag Kabir" userId="e9b0da40-aef8-480a-bb63-d1daacecf555" providerId="ADAL" clId="{B93E19F7-CF17-4898-9657-10FD6636A87B}" dt="2024-10-05T16:41:42.514" v="3076" actId="478"/>
          <ac:spMkLst>
            <pc:docMk/>
            <pc:sldMk cId="4110926446" sldId="322"/>
            <ac:spMk id="5" creationId="{D7FAA704-9AE9-4A7A-998B-10A6ECE5217F}"/>
          </ac:spMkLst>
        </pc:spChg>
        <pc:spChg chg="del">
          <ac:chgData name="Sohag Kabir" userId="e9b0da40-aef8-480a-bb63-d1daacecf555" providerId="ADAL" clId="{B93E19F7-CF17-4898-9657-10FD6636A87B}" dt="2024-10-05T16:41:42.514" v="3076" actId="478"/>
          <ac:spMkLst>
            <pc:docMk/>
            <pc:sldMk cId="4110926446" sldId="322"/>
            <ac:spMk id="8" creationId="{099C9850-D96F-112A-BB7F-4FE1B24E6395}"/>
          </ac:spMkLst>
        </pc:spChg>
        <pc:spChg chg="add mod">
          <ac:chgData name="Sohag Kabir" userId="e9b0da40-aef8-480a-bb63-d1daacecf555" providerId="ADAL" clId="{B93E19F7-CF17-4898-9657-10FD6636A87B}" dt="2024-10-05T16:42:01.177" v="3078" actId="1076"/>
          <ac:spMkLst>
            <pc:docMk/>
            <pc:sldMk cId="4110926446" sldId="322"/>
            <ac:spMk id="9" creationId="{40492858-A6B1-7E06-1EF5-4C368BFA2987}"/>
          </ac:spMkLst>
        </pc:spChg>
        <pc:spChg chg="mod">
          <ac:chgData name="Sohag Kabir" userId="e9b0da40-aef8-480a-bb63-d1daacecf555" providerId="ADAL" clId="{B93E19F7-CF17-4898-9657-10FD6636A87B}" dt="2024-10-05T16:40:08.879" v="3069" actId="113"/>
          <ac:spMkLst>
            <pc:docMk/>
            <pc:sldMk cId="4110926446" sldId="322"/>
            <ac:spMk id="10" creationId="{4B40CAE1-3F2E-6AB5-4585-569DB760C13E}"/>
          </ac:spMkLst>
        </pc:spChg>
        <pc:spChg chg="mod">
          <ac:chgData name="Sohag Kabir" userId="e9b0da40-aef8-480a-bb63-d1daacecf555" providerId="ADAL" clId="{B93E19F7-CF17-4898-9657-10FD6636A87B}" dt="2024-10-05T16:41:37.826" v="3075" actId="207"/>
          <ac:spMkLst>
            <pc:docMk/>
            <pc:sldMk cId="4110926446" sldId="322"/>
            <ac:spMk id="11" creationId="{576FE5C2-F1AD-860F-56A1-069F3427ED16}"/>
          </ac:spMkLst>
        </pc:spChg>
        <pc:spChg chg="add mod">
          <ac:chgData name="Sohag Kabir" userId="e9b0da40-aef8-480a-bb63-d1daacecf555" providerId="ADAL" clId="{B93E19F7-CF17-4898-9657-10FD6636A87B}" dt="2024-10-05T16:42:01.177" v="3078" actId="1076"/>
          <ac:spMkLst>
            <pc:docMk/>
            <pc:sldMk cId="4110926446" sldId="322"/>
            <ac:spMk id="12" creationId="{AA30936E-25A0-5268-B383-D7C7E1F3D62E}"/>
          </ac:spMkLst>
        </pc:spChg>
        <pc:spChg chg="add mod">
          <ac:chgData name="Sohag Kabir" userId="e9b0da40-aef8-480a-bb63-d1daacecf555" providerId="ADAL" clId="{B93E19F7-CF17-4898-9657-10FD6636A87B}" dt="2024-10-05T17:03:18.565" v="3213" actId="1076"/>
          <ac:spMkLst>
            <pc:docMk/>
            <pc:sldMk cId="4110926446" sldId="322"/>
            <ac:spMk id="14" creationId="{5723A14A-6F0D-8BF7-E38E-3463AF855B12}"/>
          </ac:spMkLst>
        </pc:spChg>
        <pc:spChg chg="add del mod">
          <ac:chgData name="Sohag Kabir" userId="e9b0da40-aef8-480a-bb63-d1daacecf555" providerId="ADAL" clId="{B93E19F7-CF17-4898-9657-10FD6636A87B}" dt="2024-10-05T17:03:15.614" v="3212" actId="478"/>
          <ac:spMkLst>
            <pc:docMk/>
            <pc:sldMk cId="4110926446" sldId="322"/>
            <ac:spMk id="15" creationId="{21E5315C-80BF-AE49-4A2A-B91CC4A57E91}"/>
          </ac:spMkLst>
        </pc:spChg>
        <pc:graphicFrameChg chg="add mod">
          <ac:chgData name="Sohag Kabir" userId="e9b0da40-aef8-480a-bb63-d1daacecf555" providerId="ADAL" clId="{B93E19F7-CF17-4898-9657-10FD6636A87B}" dt="2024-10-05T16:42:01.177" v="3078" actId="1076"/>
          <ac:graphicFrameMkLst>
            <pc:docMk/>
            <pc:sldMk cId="4110926446" sldId="322"/>
            <ac:graphicFrameMk id="3" creationId="{2B64EBE4-5D83-A79F-07D5-7B15AA7D0455}"/>
          </ac:graphicFrameMkLst>
        </pc:graphicFrameChg>
        <pc:graphicFrameChg chg="del">
          <ac:chgData name="Sohag Kabir" userId="e9b0da40-aef8-480a-bb63-d1daacecf555" providerId="ADAL" clId="{B93E19F7-CF17-4898-9657-10FD6636A87B}" dt="2024-10-05T16:41:42.514" v="3076" actId="478"/>
          <ac:graphicFrameMkLst>
            <pc:docMk/>
            <pc:sldMk cId="4110926446" sldId="322"/>
            <ac:graphicFrameMk id="4" creationId="{061A5A06-4460-3A4F-0AA7-AB06974AF33A}"/>
          </ac:graphicFrameMkLst>
        </pc:graphicFrameChg>
        <pc:graphicFrameChg chg="add mod">
          <ac:chgData name="Sohag Kabir" userId="e9b0da40-aef8-480a-bb63-d1daacecf555" providerId="ADAL" clId="{B93E19F7-CF17-4898-9657-10FD6636A87B}" dt="2024-10-05T16:42:01.177" v="3078" actId="1076"/>
          <ac:graphicFrameMkLst>
            <pc:docMk/>
            <pc:sldMk cId="4110926446" sldId="322"/>
            <ac:graphicFrameMk id="13" creationId="{5708C091-ABA6-8745-D960-C1E9668F8D6F}"/>
          </ac:graphicFrameMkLst>
        </pc:graphicFrameChg>
      </pc:sldChg>
      <pc:sldChg chg="addSp delSp modSp add mod delAnim modAnim">
        <pc:chgData name="Sohag Kabir" userId="e9b0da40-aef8-480a-bb63-d1daacecf555" providerId="ADAL" clId="{B93E19F7-CF17-4898-9657-10FD6636A87B}" dt="2024-10-05T17:02:49.710" v="3207" actId="478"/>
        <pc:sldMkLst>
          <pc:docMk/>
          <pc:sldMk cId="1701472916" sldId="323"/>
        </pc:sldMkLst>
        <pc:spChg chg="del mod">
          <ac:chgData name="Sohag Kabir" userId="e9b0da40-aef8-480a-bb63-d1daacecf555" providerId="ADAL" clId="{B93E19F7-CF17-4898-9657-10FD6636A87B}" dt="2024-10-05T17:02:47.783" v="3206" actId="478"/>
          <ac:spMkLst>
            <pc:docMk/>
            <pc:sldMk cId="1701472916" sldId="323"/>
            <ac:spMk id="2" creationId="{DE13D453-4D7B-47BF-AED4-27D56C3644AA}"/>
          </ac:spMkLst>
        </pc:spChg>
        <pc:spChg chg="add mod">
          <ac:chgData name="Sohag Kabir" userId="e9b0da40-aef8-480a-bb63-d1daacecf555" providerId="ADAL" clId="{B93E19F7-CF17-4898-9657-10FD6636A87B}" dt="2024-10-05T16:44:39.098" v="3088"/>
          <ac:spMkLst>
            <pc:docMk/>
            <pc:sldMk cId="1701472916" sldId="323"/>
            <ac:spMk id="4" creationId="{CA6E6E9B-DB6F-CB67-67C1-7C0A8AB512A8}"/>
          </ac:spMkLst>
        </pc:spChg>
        <pc:spChg chg="add mod">
          <ac:chgData name="Sohag Kabir" userId="e9b0da40-aef8-480a-bb63-d1daacecf555" providerId="ADAL" clId="{B93E19F7-CF17-4898-9657-10FD6636A87B}" dt="2024-10-05T16:44:39.098" v="3088"/>
          <ac:spMkLst>
            <pc:docMk/>
            <pc:sldMk cId="1701472916" sldId="323"/>
            <ac:spMk id="8" creationId="{6F6FECEE-603A-2ECF-A1F1-EF06A61CE69A}"/>
          </ac:spMkLst>
        </pc:spChg>
        <pc:spChg chg="del">
          <ac:chgData name="Sohag Kabir" userId="e9b0da40-aef8-480a-bb63-d1daacecf555" providerId="ADAL" clId="{B93E19F7-CF17-4898-9657-10FD6636A87B}" dt="2024-10-05T16:44:24.004" v="3087" actId="478"/>
          <ac:spMkLst>
            <pc:docMk/>
            <pc:sldMk cId="1701472916" sldId="323"/>
            <ac:spMk id="9" creationId="{40492858-A6B1-7E06-1EF5-4C368BFA2987}"/>
          </ac:spMkLst>
        </pc:spChg>
        <pc:spChg chg="mod">
          <ac:chgData name="Sohag Kabir" userId="e9b0da40-aef8-480a-bb63-d1daacecf555" providerId="ADAL" clId="{B93E19F7-CF17-4898-9657-10FD6636A87B}" dt="2024-10-05T16:44:12.261" v="3086" actId="207"/>
          <ac:spMkLst>
            <pc:docMk/>
            <pc:sldMk cId="1701472916" sldId="323"/>
            <ac:spMk id="10" creationId="{4B40CAE1-3F2E-6AB5-4585-569DB760C13E}"/>
          </ac:spMkLst>
        </pc:spChg>
        <pc:spChg chg="mod">
          <ac:chgData name="Sohag Kabir" userId="e9b0da40-aef8-480a-bb63-d1daacecf555" providerId="ADAL" clId="{B93E19F7-CF17-4898-9657-10FD6636A87B}" dt="2024-10-05T16:43:51.867" v="3082" actId="207"/>
          <ac:spMkLst>
            <pc:docMk/>
            <pc:sldMk cId="1701472916" sldId="323"/>
            <ac:spMk id="11" creationId="{576FE5C2-F1AD-860F-56A1-069F3427ED16}"/>
          </ac:spMkLst>
        </pc:spChg>
        <pc:spChg chg="del">
          <ac:chgData name="Sohag Kabir" userId="e9b0da40-aef8-480a-bb63-d1daacecf555" providerId="ADAL" clId="{B93E19F7-CF17-4898-9657-10FD6636A87B}" dt="2024-10-05T16:44:24.004" v="3087" actId="478"/>
          <ac:spMkLst>
            <pc:docMk/>
            <pc:sldMk cId="1701472916" sldId="323"/>
            <ac:spMk id="12" creationId="{AA30936E-25A0-5268-B383-D7C7E1F3D62E}"/>
          </ac:spMkLst>
        </pc:spChg>
        <pc:spChg chg="add mod">
          <ac:chgData name="Sohag Kabir" userId="e9b0da40-aef8-480a-bb63-d1daacecf555" providerId="ADAL" clId="{B93E19F7-CF17-4898-9657-10FD6636A87B}" dt="2024-10-05T17:02:44.674" v="3205" actId="1076"/>
          <ac:spMkLst>
            <pc:docMk/>
            <pc:sldMk cId="1701472916" sldId="323"/>
            <ac:spMk id="15" creationId="{8E18BE2F-D5C9-3D15-9F73-5E8E37344BC0}"/>
          </ac:spMkLst>
        </pc:spChg>
        <pc:spChg chg="add del mod">
          <ac:chgData name="Sohag Kabir" userId="e9b0da40-aef8-480a-bb63-d1daacecf555" providerId="ADAL" clId="{B93E19F7-CF17-4898-9657-10FD6636A87B}" dt="2024-10-05T17:02:49.710" v="3207" actId="478"/>
          <ac:spMkLst>
            <pc:docMk/>
            <pc:sldMk cId="1701472916" sldId="323"/>
            <ac:spMk id="16" creationId="{7DC2835B-4734-BF0D-EE17-9E1EBC2AD353}"/>
          </ac:spMkLst>
        </pc:spChg>
        <pc:graphicFrameChg chg="del">
          <ac:chgData name="Sohag Kabir" userId="e9b0da40-aef8-480a-bb63-d1daacecf555" providerId="ADAL" clId="{B93E19F7-CF17-4898-9657-10FD6636A87B}" dt="2024-10-05T16:44:24.004" v="3087" actId="478"/>
          <ac:graphicFrameMkLst>
            <pc:docMk/>
            <pc:sldMk cId="1701472916" sldId="323"/>
            <ac:graphicFrameMk id="3" creationId="{2B64EBE4-5D83-A79F-07D5-7B15AA7D0455}"/>
          </ac:graphicFrameMkLst>
        </pc:graphicFrameChg>
        <pc:graphicFrameChg chg="add mod">
          <ac:chgData name="Sohag Kabir" userId="e9b0da40-aef8-480a-bb63-d1daacecf555" providerId="ADAL" clId="{B93E19F7-CF17-4898-9657-10FD6636A87B}" dt="2024-10-05T16:44:39.098" v="3088"/>
          <ac:graphicFrameMkLst>
            <pc:docMk/>
            <pc:sldMk cId="1701472916" sldId="323"/>
            <ac:graphicFrameMk id="5" creationId="{30949C66-603C-628C-C329-33F5B42F60CA}"/>
          </ac:graphicFrameMkLst>
        </pc:graphicFrameChg>
        <pc:graphicFrameChg chg="del">
          <ac:chgData name="Sohag Kabir" userId="e9b0da40-aef8-480a-bb63-d1daacecf555" providerId="ADAL" clId="{B93E19F7-CF17-4898-9657-10FD6636A87B}" dt="2024-10-05T16:44:24.004" v="3087" actId="478"/>
          <ac:graphicFrameMkLst>
            <pc:docMk/>
            <pc:sldMk cId="1701472916" sldId="323"/>
            <ac:graphicFrameMk id="13" creationId="{5708C091-ABA6-8745-D960-C1E9668F8D6F}"/>
          </ac:graphicFrameMkLst>
        </pc:graphicFrameChg>
        <pc:graphicFrameChg chg="add mod">
          <ac:chgData name="Sohag Kabir" userId="e9b0da40-aef8-480a-bb63-d1daacecf555" providerId="ADAL" clId="{B93E19F7-CF17-4898-9657-10FD6636A87B}" dt="2024-10-05T16:44:39.098" v="3088"/>
          <ac:graphicFrameMkLst>
            <pc:docMk/>
            <pc:sldMk cId="1701472916" sldId="323"/>
            <ac:graphicFrameMk id="14" creationId="{78CF29FF-CF86-38C5-8F88-881DD08629E0}"/>
          </ac:graphicFrameMkLst>
        </pc:graphicFrameChg>
      </pc:sldChg>
      <pc:sldChg chg="addSp delSp modSp add mod delAnim modAnim">
        <pc:chgData name="Sohag Kabir" userId="e9b0da40-aef8-480a-bb63-d1daacecf555" providerId="ADAL" clId="{B93E19F7-CF17-4898-9657-10FD6636A87B}" dt="2024-10-05T17:02:19.974" v="3201" actId="113"/>
        <pc:sldMkLst>
          <pc:docMk/>
          <pc:sldMk cId="3154535261" sldId="324"/>
        </pc:sldMkLst>
        <pc:spChg chg="del mod">
          <ac:chgData name="Sohag Kabir" userId="e9b0da40-aef8-480a-bb63-d1daacecf555" providerId="ADAL" clId="{B93E19F7-CF17-4898-9657-10FD6636A87B}" dt="2024-10-05T17:02:06.647" v="3199" actId="478"/>
          <ac:spMkLst>
            <pc:docMk/>
            <pc:sldMk cId="3154535261" sldId="324"/>
            <ac:spMk id="2" creationId="{DE13D453-4D7B-47BF-AED4-27D56C3644AA}"/>
          </ac:spMkLst>
        </pc:spChg>
        <pc:spChg chg="add mod">
          <ac:chgData name="Sohag Kabir" userId="e9b0da40-aef8-480a-bb63-d1daacecf555" providerId="ADAL" clId="{B93E19F7-CF17-4898-9657-10FD6636A87B}" dt="2024-10-05T16:46:15.937" v="3109" actId="2711"/>
          <ac:spMkLst>
            <pc:docMk/>
            <pc:sldMk cId="3154535261" sldId="324"/>
            <ac:spMk id="3" creationId="{97B05D5E-AF09-9EF8-8C4B-5942E8D8A9C2}"/>
          </ac:spMkLst>
        </pc:spChg>
        <pc:spChg chg="del">
          <ac:chgData name="Sohag Kabir" userId="e9b0da40-aef8-480a-bb63-d1daacecf555" providerId="ADAL" clId="{B93E19F7-CF17-4898-9657-10FD6636A87B}" dt="2024-10-05T16:45:50.992" v="3104" actId="478"/>
          <ac:spMkLst>
            <pc:docMk/>
            <pc:sldMk cId="3154535261" sldId="324"/>
            <ac:spMk id="4" creationId="{CA6E6E9B-DB6F-CB67-67C1-7C0A8AB512A8}"/>
          </ac:spMkLst>
        </pc:spChg>
        <pc:spChg chg="del">
          <ac:chgData name="Sohag Kabir" userId="e9b0da40-aef8-480a-bb63-d1daacecf555" providerId="ADAL" clId="{B93E19F7-CF17-4898-9657-10FD6636A87B}" dt="2024-10-05T16:45:50.992" v="3104" actId="478"/>
          <ac:spMkLst>
            <pc:docMk/>
            <pc:sldMk cId="3154535261" sldId="324"/>
            <ac:spMk id="8" creationId="{6F6FECEE-603A-2ECF-A1F1-EF06A61CE69A}"/>
          </ac:spMkLst>
        </pc:spChg>
        <pc:spChg chg="add mod">
          <ac:chgData name="Sohag Kabir" userId="e9b0da40-aef8-480a-bb63-d1daacecf555" providerId="ADAL" clId="{B93E19F7-CF17-4898-9657-10FD6636A87B}" dt="2024-10-05T16:46:40.451" v="3115" actId="2711"/>
          <ac:spMkLst>
            <pc:docMk/>
            <pc:sldMk cId="3154535261" sldId="324"/>
            <ac:spMk id="9" creationId="{02832820-69D1-A2D1-28E9-C756101A04D4}"/>
          </ac:spMkLst>
        </pc:spChg>
        <pc:spChg chg="mod">
          <ac:chgData name="Sohag Kabir" userId="e9b0da40-aef8-480a-bb63-d1daacecf555" providerId="ADAL" clId="{B93E19F7-CF17-4898-9657-10FD6636A87B}" dt="2024-10-05T17:02:19.974" v="3201" actId="113"/>
          <ac:spMkLst>
            <pc:docMk/>
            <pc:sldMk cId="3154535261" sldId="324"/>
            <ac:spMk id="10" creationId="{4B40CAE1-3F2E-6AB5-4585-569DB760C13E}"/>
          </ac:spMkLst>
        </pc:spChg>
        <pc:spChg chg="del">
          <ac:chgData name="Sohag Kabir" userId="e9b0da40-aef8-480a-bb63-d1daacecf555" providerId="ADAL" clId="{B93E19F7-CF17-4898-9657-10FD6636A87B}" dt="2024-10-05T16:45:47.864" v="3103" actId="478"/>
          <ac:spMkLst>
            <pc:docMk/>
            <pc:sldMk cId="3154535261" sldId="324"/>
            <ac:spMk id="11" creationId="{576FE5C2-F1AD-860F-56A1-069F3427ED16}"/>
          </ac:spMkLst>
        </pc:spChg>
        <pc:spChg chg="add mod">
          <ac:chgData name="Sohag Kabir" userId="e9b0da40-aef8-480a-bb63-d1daacecf555" providerId="ADAL" clId="{B93E19F7-CF17-4898-9657-10FD6636A87B}" dt="2024-10-05T16:46:32.342" v="3114" actId="113"/>
          <ac:spMkLst>
            <pc:docMk/>
            <pc:sldMk cId="3154535261" sldId="324"/>
            <ac:spMk id="12" creationId="{80053CB0-8FFF-2D55-8786-A7B6B44E26CF}"/>
          </ac:spMkLst>
        </pc:spChg>
        <pc:spChg chg="add mod">
          <ac:chgData name="Sohag Kabir" userId="e9b0da40-aef8-480a-bb63-d1daacecf555" providerId="ADAL" clId="{B93E19F7-CF17-4898-9657-10FD6636A87B}" dt="2024-10-05T16:46:45.563" v="3116" actId="2711"/>
          <ac:spMkLst>
            <pc:docMk/>
            <pc:sldMk cId="3154535261" sldId="324"/>
            <ac:spMk id="13" creationId="{A7186E1A-F5ED-B1E6-DEEB-9CE5BEA62981}"/>
          </ac:spMkLst>
        </pc:spChg>
        <pc:spChg chg="add mod">
          <ac:chgData name="Sohag Kabir" userId="e9b0da40-aef8-480a-bb63-d1daacecf555" providerId="ADAL" clId="{B93E19F7-CF17-4898-9657-10FD6636A87B}" dt="2024-10-05T17:02:04.151" v="3198" actId="1076"/>
          <ac:spMkLst>
            <pc:docMk/>
            <pc:sldMk cId="3154535261" sldId="324"/>
            <ac:spMk id="15" creationId="{20F5FDE2-87A7-DB58-3DD0-075EF2E338D0}"/>
          </ac:spMkLst>
        </pc:spChg>
        <pc:spChg chg="add del mod">
          <ac:chgData name="Sohag Kabir" userId="e9b0da40-aef8-480a-bb63-d1daacecf555" providerId="ADAL" clId="{B93E19F7-CF17-4898-9657-10FD6636A87B}" dt="2024-10-05T17:02:08.916" v="3200" actId="478"/>
          <ac:spMkLst>
            <pc:docMk/>
            <pc:sldMk cId="3154535261" sldId="324"/>
            <ac:spMk id="16" creationId="{1DF46F48-6883-C127-F813-9F0285125283}"/>
          </ac:spMkLst>
        </pc:spChg>
        <pc:graphicFrameChg chg="del">
          <ac:chgData name="Sohag Kabir" userId="e9b0da40-aef8-480a-bb63-d1daacecf555" providerId="ADAL" clId="{B93E19F7-CF17-4898-9657-10FD6636A87B}" dt="2024-10-05T16:45:50.992" v="3104" actId="478"/>
          <ac:graphicFrameMkLst>
            <pc:docMk/>
            <pc:sldMk cId="3154535261" sldId="324"/>
            <ac:graphicFrameMk id="5" creationId="{30949C66-603C-628C-C329-33F5B42F60CA}"/>
          </ac:graphicFrameMkLst>
        </pc:graphicFrameChg>
        <pc:graphicFrameChg chg="del">
          <ac:chgData name="Sohag Kabir" userId="e9b0da40-aef8-480a-bb63-d1daacecf555" providerId="ADAL" clId="{B93E19F7-CF17-4898-9657-10FD6636A87B}" dt="2024-10-05T16:45:50.992" v="3104" actId="478"/>
          <ac:graphicFrameMkLst>
            <pc:docMk/>
            <pc:sldMk cId="3154535261" sldId="324"/>
            <ac:graphicFrameMk id="14" creationId="{78CF29FF-CF86-38C5-8F88-881DD08629E0}"/>
          </ac:graphicFrameMkLst>
        </pc:graphicFrameChg>
      </pc:sldChg>
      <pc:sldChg chg="addSp delSp modSp add mod delAnim modAnim">
        <pc:chgData name="Sohag Kabir" userId="e9b0da40-aef8-480a-bb63-d1daacecf555" providerId="ADAL" clId="{B93E19F7-CF17-4898-9657-10FD6636A87B}" dt="2024-10-05T16:59:33.534" v="3194" actId="20577"/>
        <pc:sldMkLst>
          <pc:docMk/>
          <pc:sldMk cId="3053571331" sldId="325"/>
        </pc:sldMkLst>
        <pc:spChg chg="del">
          <ac:chgData name="Sohag Kabir" userId="e9b0da40-aef8-480a-bb63-d1daacecf555" providerId="ADAL" clId="{B93E19F7-CF17-4898-9657-10FD6636A87B}" dt="2024-10-05T16:59:20.382" v="3190" actId="478"/>
          <ac:spMkLst>
            <pc:docMk/>
            <pc:sldMk cId="3053571331" sldId="325"/>
            <ac:spMk id="2" creationId="{DE13D453-4D7B-47BF-AED4-27D56C3644AA}"/>
          </ac:spMkLst>
        </pc:spChg>
        <pc:spChg chg="del">
          <ac:chgData name="Sohag Kabir" userId="e9b0da40-aef8-480a-bb63-d1daacecf555" providerId="ADAL" clId="{B93E19F7-CF17-4898-9657-10FD6636A87B}" dt="2024-10-05T16:47:48.891" v="3120" actId="478"/>
          <ac:spMkLst>
            <pc:docMk/>
            <pc:sldMk cId="3053571331" sldId="325"/>
            <ac:spMk id="3" creationId="{97B05D5E-AF09-9EF8-8C4B-5942E8D8A9C2}"/>
          </ac:spMkLst>
        </pc:spChg>
        <pc:spChg chg="add mod">
          <ac:chgData name="Sohag Kabir" userId="e9b0da40-aef8-480a-bb63-d1daacecf555" providerId="ADAL" clId="{B93E19F7-CF17-4898-9657-10FD6636A87B}" dt="2024-10-05T16:49:35.721" v="3132" actId="14100"/>
          <ac:spMkLst>
            <pc:docMk/>
            <pc:sldMk cId="3053571331" sldId="325"/>
            <ac:spMk id="4" creationId="{8D92EEB7-90F5-47FC-12BB-704773C36992}"/>
          </ac:spMkLst>
        </pc:spChg>
        <pc:spChg chg="add mod">
          <ac:chgData name="Sohag Kabir" userId="e9b0da40-aef8-480a-bb63-d1daacecf555" providerId="ADAL" clId="{B93E19F7-CF17-4898-9657-10FD6636A87B}" dt="2024-10-05T16:50:02.049" v="3139" actId="113"/>
          <ac:spMkLst>
            <pc:docMk/>
            <pc:sldMk cId="3053571331" sldId="325"/>
            <ac:spMk id="5" creationId="{53821C7E-571F-400D-BE92-0414D24490C0}"/>
          </ac:spMkLst>
        </pc:spChg>
        <pc:spChg chg="add mod">
          <ac:chgData name="Sohag Kabir" userId="e9b0da40-aef8-480a-bb63-d1daacecf555" providerId="ADAL" clId="{B93E19F7-CF17-4898-9657-10FD6636A87B}" dt="2024-10-05T16:54:14.560" v="3153" actId="255"/>
          <ac:spMkLst>
            <pc:docMk/>
            <pc:sldMk cId="3053571331" sldId="325"/>
            <ac:spMk id="8" creationId="{9FA0EB76-0391-AE87-EEF9-EEA7D3184701}"/>
          </ac:spMkLst>
        </pc:spChg>
        <pc:spChg chg="del">
          <ac:chgData name="Sohag Kabir" userId="e9b0da40-aef8-480a-bb63-d1daacecf555" providerId="ADAL" clId="{B93E19F7-CF17-4898-9657-10FD6636A87B}" dt="2024-10-05T16:47:50.703" v="3121" actId="478"/>
          <ac:spMkLst>
            <pc:docMk/>
            <pc:sldMk cId="3053571331" sldId="325"/>
            <ac:spMk id="9" creationId="{02832820-69D1-A2D1-28E9-C756101A04D4}"/>
          </ac:spMkLst>
        </pc:spChg>
        <pc:spChg chg="mod">
          <ac:chgData name="Sohag Kabir" userId="e9b0da40-aef8-480a-bb63-d1daacecf555" providerId="ADAL" clId="{B93E19F7-CF17-4898-9657-10FD6636A87B}" dt="2024-10-05T16:59:33.534" v="3194" actId="20577"/>
          <ac:spMkLst>
            <pc:docMk/>
            <pc:sldMk cId="3053571331" sldId="325"/>
            <ac:spMk id="10" creationId="{4B40CAE1-3F2E-6AB5-4585-569DB760C13E}"/>
          </ac:spMkLst>
        </pc:spChg>
        <pc:spChg chg="add mod">
          <ac:chgData name="Sohag Kabir" userId="e9b0da40-aef8-480a-bb63-d1daacecf555" providerId="ADAL" clId="{B93E19F7-CF17-4898-9657-10FD6636A87B}" dt="2024-10-05T16:52:56.819" v="3142" actId="207"/>
          <ac:spMkLst>
            <pc:docMk/>
            <pc:sldMk cId="3053571331" sldId="325"/>
            <ac:spMk id="11" creationId="{FBE0F8E4-EB70-0EEE-1162-80DDC3E99884}"/>
          </ac:spMkLst>
        </pc:spChg>
        <pc:spChg chg="del">
          <ac:chgData name="Sohag Kabir" userId="e9b0da40-aef8-480a-bb63-d1daacecf555" providerId="ADAL" clId="{B93E19F7-CF17-4898-9657-10FD6636A87B}" dt="2024-10-05T16:47:46.987" v="3119" actId="478"/>
          <ac:spMkLst>
            <pc:docMk/>
            <pc:sldMk cId="3053571331" sldId="325"/>
            <ac:spMk id="12" creationId="{80053CB0-8FFF-2D55-8786-A7B6B44E26CF}"/>
          </ac:spMkLst>
        </pc:spChg>
        <pc:spChg chg="del">
          <ac:chgData name="Sohag Kabir" userId="e9b0da40-aef8-480a-bb63-d1daacecf555" providerId="ADAL" clId="{B93E19F7-CF17-4898-9657-10FD6636A87B}" dt="2024-10-05T16:47:51.667" v="3122" actId="478"/>
          <ac:spMkLst>
            <pc:docMk/>
            <pc:sldMk cId="3053571331" sldId="325"/>
            <ac:spMk id="13" creationId="{A7186E1A-F5ED-B1E6-DEEB-9CE5BEA62981}"/>
          </ac:spMkLst>
        </pc:spChg>
        <pc:spChg chg="add mod">
          <ac:chgData name="Sohag Kabir" userId="e9b0da40-aef8-480a-bb63-d1daacecf555" providerId="ADAL" clId="{B93E19F7-CF17-4898-9657-10FD6636A87B}" dt="2024-10-05T16:59:28.644" v="3192" actId="1076"/>
          <ac:spMkLst>
            <pc:docMk/>
            <pc:sldMk cId="3053571331" sldId="325"/>
            <ac:spMk id="14" creationId="{83527BF9-4E9D-39E0-B781-85440CD1D3F0}"/>
          </ac:spMkLst>
        </pc:spChg>
        <pc:spChg chg="add del mod">
          <ac:chgData name="Sohag Kabir" userId="e9b0da40-aef8-480a-bb63-d1daacecf555" providerId="ADAL" clId="{B93E19F7-CF17-4898-9657-10FD6636A87B}" dt="2024-10-05T16:59:23.959" v="3191" actId="478"/>
          <ac:spMkLst>
            <pc:docMk/>
            <pc:sldMk cId="3053571331" sldId="325"/>
            <ac:spMk id="15" creationId="{71F1E55C-2FD4-6D54-273E-BC436C57D349}"/>
          </ac:spMkLst>
        </pc:spChg>
      </pc:sldChg>
      <pc:sldChg chg="addSp delSp modSp add mod delAnim modAnim">
        <pc:chgData name="Sohag Kabir" userId="e9b0da40-aef8-480a-bb63-d1daacecf555" providerId="ADAL" clId="{B93E19F7-CF17-4898-9657-10FD6636A87B}" dt="2024-10-05T16:58:52.896" v="3187" actId="6549"/>
        <pc:sldMkLst>
          <pc:docMk/>
          <pc:sldMk cId="421772403" sldId="326"/>
        </pc:sldMkLst>
        <pc:spChg chg="mod">
          <ac:chgData name="Sohag Kabir" userId="e9b0da40-aef8-480a-bb63-d1daacecf555" providerId="ADAL" clId="{B93E19F7-CF17-4898-9657-10FD6636A87B}" dt="2024-10-05T16:58:46.544" v="3185" actId="1076"/>
          <ac:spMkLst>
            <pc:docMk/>
            <pc:sldMk cId="421772403" sldId="326"/>
            <ac:spMk id="2" creationId="{DE13D453-4D7B-47BF-AED4-27D56C3644AA}"/>
          </ac:spMkLst>
        </pc:spChg>
        <pc:spChg chg="add del mod">
          <ac:chgData name="Sohag Kabir" userId="e9b0da40-aef8-480a-bb63-d1daacecf555" providerId="ADAL" clId="{B93E19F7-CF17-4898-9657-10FD6636A87B}" dt="2024-10-05T16:53:24.720" v="3149" actId="478"/>
          <ac:spMkLst>
            <pc:docMk/>
            <pc:sldMk cId="421772403" sldId="326"/>
            <ac:spMk id="3" creationId="{3814EFDB-7B05-54A5-76CD-547B1DD9440A}"/>
          </ac:spMkLst>
        </pc:spChg>
        <pc:spChg chg="del">
          <ac:chgData name="Sohag Kabir" userId="e9b0da40-aef8-480a-bb63-d1daacecf555" providerId="ADAL" clId="{B93E19F7-CF17-4898-9657-10FD6636A87B}" dt="2024-10-05T16:53:19.962" v="3147" actId="478"/>
          <ac:spMkLst>
            <pc:docMk/>
            <pc:sldMk cId="421772403" sldId="326"/>
            <ac:spMk id="4" creationId="{8D92EEB7-90F5-47FC-12BB-704773C36992}"/>
          </ac:spMkLst>
        </pc:spChg>
        <pc:spChg chg="del">
          <ac:chgData name="Sohag Kabir" userId="e9b0da40-aef8-480a-bb63-d1daacecf555" providerId="ADAL" clId="{B93E19F7-CF17-4898-9657-10FD6636A87B}" dt="2024-10-05T16:53:16.480" v="3145" actId="478"/>
          <ac:spMkLst>
            <pc:docMk/>
            <pc:sldMk cId="421772403" sldId="326"/>
            <ac:spMk id="5" creationId="{53821C7E-571F-400D-BE92-0414D24490C0}"/>
          </ac:spMkLst>
        </pc:spChg>
        <pc:spChg chg="del">
          <ac:chgData name="Sohag Kabir" userId="e9b0da40-aef8-480a-bb63-d1daacecf555" providerId="ADAL" clId="{B93E19F7-CF17-4898-9657-10FD6636A87B}" dt="2024-10-05T16:53:22.817" v="3148" actId="478"/>
          <ac:spMkLst>
            <pc:docMk/>
            <pc:sldMk cId="421772403" sldId="326"/>
            <ac:spMk id="8" creationId="{9FA0EB76-0391-AE87-EEF9-EEA7D3184701}"/>
          </ac:spMkLst>
        </pc:spChg>
        <pc:spChg chg="add mod">
          <ac:chgData name="Sohag Kabir" userId="e9b0da40-aef8-480a-bb63-d1daacecf555" providerId="ADAL" clId="{B93E19F7-CF17-4898-9657-10FD6636A87B}" dt="2024-10-05T16:54:46.513" v="3161" actId="14100"/>
          <ac:spMkLst>
            <pc:docMk/>
            <pc:sldMk cId="421772403" sldId="326"/>
            <ac:spMk id="9" creationId="{5F90E2BD-79F3-0DF1-146A-F5D6220A08DD}"/>
          </ac:spMkLst>
        </pc:spChg>
        <pc:spChg chg="mod">
          <ac:chgData name="Sohag Kabir" userId="e9b0da40-aef8-480a-bb63-d1daacecf555" providerId="ADAL" clId="{B93E19F7-CF17-4898-9657-10FD6636A87B}" dt="2024-10-05T16:58:52.896" v="3187" actId="6549"/>
          <ac:spMkLst>
            <pc:docMk/>
            <pc:sldMk cId="421772403" sldId="326"/>
            <ac:spMk id="10" creationId="{4B40CAE1-3F2E-6AB5-4585-569DB760C13E}"/>
          </ac:spMkLst>
        </pc:spChg>
        <pc:spChg chg="del">
          <ac:chgData name="Sohag Kabir" userId="e9b0da40-aef8-480a-bb63-d1daacecf555" providerId="ADAL" clId="{B93E19F7-CF17-4898-9657-10FD6636A87B}" dt="2024-10-05T16:53:17.539" v="3146" actId="478"/>
          <ac:spMkLst>
            <pc:docMk/>
            <pc:sldMk cId="421772403" sldId="326"/>
            <ac:spMk id="11" creationId="{FBE0F8E4-EB70-0EEE-1162-80DDC3E99884}"/>
          </ac:spMkLst>
        </pc:spChg>
        <pc:spChg chg="add mod">
          <ac:chgData name="Sohag Kabir" userId="e9b0da40-aef8-480a-bb63-d1daacecf555" providerId="ADAL" clId="{B93E19F7-CF17-4898-9657-10FD6636A87B}" dt="2024-10-05T16:55:39.051" v="3168" actId="113"/>
          <ac:spMkLst>
            <pc:docMk/>
            <pc:sldMk cId="421772403" sldId="326"/>
            <ac:spMk id="12" creationId="{85AC87BF-5433-AEF2-9186-1B035A976D89}"/>
          </ac:spMkLst>
        </pc:spChg>
        <pc:spChg chg="add mod">
          <ac:chgData name="Sohag Kabir" userId="e9b0da40-aef8-480a-bb63-d1daacecf555" providerId="ADAL" clId="{B93E19F7-CF17-4898-9657-10FD6636A87B}" dt="2024-10-05T16:57:20.303" v="3177" actId="113"/>
          <ac:spMkLst>
            <pc:docMk/>
            <pc:sldMk cId="421772403" sldId="326"/>
            <ac:spMk id="13" creationId="{925CCD30-D361-1AA8-DABA-B28462F393A7}"/>
          </ac:spMkLst>
        </pc:spChg>
        <pc:spChg chg="add mod">
          <ac:chgData name="Sohag Kabir" userId="e9b0da40-aef8-480a-bb63-d1daacecf555" providerId="ADAL" clId="{B93E19F7-CF17-4898-9657-10FD6636A87B}" dt="2024-10-05T16:56:40.897" v="3171" actId="207"/>
          <ac:spMkLst>
            <pc:docMk/>
            <pc:sldMk cId="421772403" sldId="326"/>
            <ac:spMk id="14" creationId="{9DFC92A5-EC52-A47A-40AE-BAEC2096EEAF}"/>
          </ac:spMkLst>
        </pc:spChg>
        <pc:spChg chg="add mod">
          <ac:chgData name="Sohag Kabir" userId="e9b0da40-aef8-480a-bb63-d1daacecf555" providerId="ADAL" clId="{B93E19F7-CF17-4898-9657-10FD6636A87B}" dt="2024-10-05T16:58:02.778" v="3179" actId="1076"/>
          <ac:spMkLst>
            <pc:docMk/>
            <pc:sldMk cId="421772403" sldId="326"/>
            <ac:spMk id="15" creationId="{928FCAA6-7383-E923-CC72-71833AAC85DD}"/>
          </ac:spMkLst>
        </pc:spChg>
        <pc:spChg chg="add mod">
          <ac:chgData name="Sohag Kabir" userId="e9b0da40-aef8-480a-bb63-d1daacecf555" providerId="ADAL" clId="{B93E19F7-CF17-4898-9657-10FD6636A87B}" dt="2024-10-05T16:54:26.565" v="3157" actId="1076"/>
          <ac:spMkLst>
            <pc:docMk/>
            <pc:sldMk cId="421772403" sldId="326"/>
            <ac:spMk id="16" creationId="{6A654C86-EE57-ABAE-B1AF-18FB5BB37447}"/>
          </ac:spMkLst>
        </pc:spChg>
      </pc:sldChg>
    </pc:docChg>
  </pc:docChgLst>
  <pc:docChgLst>
    <pc:chgData name="Amanda Hurford" userId="98930892-8a15-421c-920a-5ad07b8152e5" providerId="ADAL" clId="{B7381A77-56A2-4C4C-BE6A-076B8D709D33}"/>
    <pc:docChg chg="custSel addSld modSld">
      <pc:chgData name="Amanda Hurford" userId="98930892-8a15-421c-920a-5ad07b8152e5" providerId="ADAL" clId="{B7381A77-56A2-4C4C-BE6A-076B8D709D33}" dt="2019-09-18T11:25:11.948" v="584" actId="20577"/>
      <pc:docMkLst>
        <pc:docMk/>
      </pc:docMkLst>
      <pc:sldChg chg="modSp">
        <pc:chgData name="Amanda Hurford" userId="98930892-8a15-421c-920a-5ad07b8152e5" providerId="ADAL" clId="{B7381A77-56A2-4C4C-BE6A-076B8D709D33}" dt="2019-09-18T11:25:11.948" v="584" actId="20577"/>
        <pc:sldMkLst>
          <pc:docMk/>
          <pc:sldMk cId="2795566495" sldId="256"/>
        </pc:sldMkLst>
        <pc:spChg chg="mod">
          <ac:chgData name="Amanda Hurford" userId="98930892-8a15-421c-920a-5ad07b8152e5" providerId="ADAL" clId="{B7381A77-56A2-4C4C-BE6A-076B8D709D33}" dt="2019-09-18T11:24:39.244" v="580" actId="403"/>
          <ac:spMkLst>
            <pc:docMk/>
            <pc:sldMk cId="2795566495" sldId="256"/>
            <ac:spMk id="2" creationId="{00000000-0000-0000-0000-000000000000}"/>
          </ac:spMkLst>
        </pc:spChg>
        <pc:spChg chg="mod">
          <ac:chgData name="Amanda Hurford" userId="98930892-8a15-421c-920a-5ad07b8152e5" providerId="ADAL" clId="{B7381A77-56A2-4C4C-BE6A-076B8D709D33}" dt="2019-09-18T11:25:11.948" v="584" actId="20577"/>
          <ac:spMkLst>
            <pc:docMk/>
            <pc:sldMk cId="2795566495" sldId="256"/>
            <ac:spMk id="3" creationId="{00000000-0000-0000-0000-000000000000}"/>
          </ac:spMkLst>
        </pc:spChg>
        <pc:spChg chg="mod">
          <ac:chgData name="Amanda Hurford" userId="98930892-8a15-421c-920a-5ad07b8152e5" providerId="ADAL" clId="{B7381A77-56A2-4C4C-BE6A-076B8D709D33}" dt="2019-09-18T11:16:33.173" v="91" actId="20577"/>
          <ac:spMkLst>
            <pc:docMk/>
            <pc:sldMk cId="2795566495" sldId="256"/>
            <ac:spMk id="5" creationId="{00000000-0000-0000-0000-000000000000}"/>
          </ac:spMkLst>
        </pc:spChg>
      </pc:sldChg>
      <pc:sldChg chg="modSp">
        <pc:chgData name="Amanda Hurford" userId="98930892-8a15-421c-920a-5ad07b8152e5" providerId="ADAL" clId="{B7381A77-56A2-4C4C-BE6A-076B8D709D33}" dt="2019-09-18T11:16:45.883" v="92"/>
        <pc:sldMkLst>
          <pc:docMk/>
          <pc:sldMk cId="1986263407" sldId="257"/>
        </pc:sldMkLst>
        <pc:spChg chg="mod">
          <ac:chgData name="Amanda Hurford" userId="98930892-8a15-421c-920a-5ad07b8152e5" providerId="ADAL" clId="{B7381A77-56A2-4C4C-BE6A-076B8D709D33}" dt="2019-09-18T11:16:45.883" v="92"/>
          <ac:spMkLst>
            <pc:docMk/>
            <pc:sldMk cId="1986263407" sldId="257"/>
            <ac:spMk id="5" creationId="{00000000-0000-0000-0000-000000000000}"/>
          </ac:spMkLst>
        </pc:spChg>
      </pc:sldChg>
      <pc:sldChg chg="modSp">
        <pc:chgData name="Amanda Hurford" userId="98930892-8a15-421c-920a-5ad07b8152e5" providerId="ADAL" clId="{B7381A77-56A2-4C4C-BE6A-076B8D709D33}" dt="2019-09-18T11:16:52.459" v="93"/>
        <pc:sldMkLst>
          <pc:docMk/>
          <pc:sldMk cId="1234101355" sldId="258"/>
        </pc:sldMkLst>
        <pc:spChg chg="mod">
          <ac:chgData name="Amanda Hurford" userId="98930892-8a15-421c-920a-5ad07b8152e5" providerId="ADAL" clId="{B7381A77-56A2-4C4C-BE6A-076B8D709D33}" dt="2019-09-18T11:16:52.459" v="93"/>
          <ac:spMkLst>
            <pc:docMk/>
            <pc:sldMk cId="1234101355" sldId="258"/>
            <ac:spMk id="5" creationId="{AB568B8D-5DEC-4622-8655-9E7A8EFC5867}"/>
          </ac:spMkLst>
        </pc:spChg>
      </pc:sldChg>
      <pc:sldChg chg="modSp">
        <pc:chgData name="Amanda Hurford" userId="98930892-8a15-421c-920a-5ad07b8152e5" providerId="ADAL" clId="{B7381A77-56A2-4C4C-BE6A-076B8D709D33}" dt="2019-09-18T11:16:57.654" v="94"/>
        <pc:sldMkLst>
          <pc:docMk/>
          <pc:sldMk cId="2490493203" sldId="259"/>
        </pc:sldMkLst>
        <pc:spChg chg="mod">
          <ac:chgData name="Amanda Hurford" userId="98930892-8a15-421c-920a-5ad07b8152e5" providerId="ADAL" clId="{B7381A77-56A2-4C4C-BE6A-076B8D709D33}" dt="2019-09-18T11:16:57.654" v="94"/>
          <ac:spMkLst>
            <pc:docMk/>
            <pc:sldMk cId="2490493203" sldId="259"/>
            <ac:spMk id="5" creationId="{56ED9CFA-7891-4219-8507-55A9B2B0A487}"/>
          </ac:spMkLst>
        </pc:spChg>
      </pc:sldChg>
      <pc:sldChg chg="modSp">
        <pc:chgData name="Amanda Hurford" userId="98930892-8a15-421c-920a-5ad07b8152e5" providerId="ADAL" clId="{B7381A77-56A2-4C4C-BE6A-076B8D709D33}" dt="2019-09-18T11:17:03.833" v="95"/>
        <pc:sldMkLst>
          <pc:docMk/>
          <pc:sldMk cId="4036761262" sldId="260"/>
        </pc:sldMkLst>
        <pc:spChg chg="mod">
          <ac:chgData name="Amanda Hurford" userId="98930892-8a15-421c-920a-5ad07b8152e5" providerId="ADAL" clId="{B7381A77-56A2-4C4C-BE6A-076B8D709D33}" dt="2019-09-18T11:14:28.023" v="38" actId="20577"/>
          <ac:spMkLst>
            <pc:docMk/>
            <pc:sldMk cId="4036761262" sldId="260"/>
            <ac:spMk id="3" creationId="{69629499-4F36-4E83-817C-E10C4F24E0FA}"/>
          </ac:spMkLst>
        </pc:spChg>
        <pc:spChg chg="mod">
          <ac:chgData name="Amanda Hurford" userId="98930892-8a15-421c-920a-5ad07b8152e5" providerId="ADAL" clId="{B7381A77-56A2-4C4C-BE6A-076B8D709D33}" dt="2019-09-18T11:17:03.833" v="95"/>
          <ac:spMkLst>
            <pc:docMk/>
            <pc:sldMk cId="4036761262" sldId="260"/>
            <ac:spMk id="5" creationId="{AA9C24D0-E70A-4C62-A662-6E5ED0F91303}"/>
          </ac:spMkLst>
        </pc:spChg>
      </pc:sldChg>
      <pc:sldChg chg="modSp">
        <pc:chgData name="Amanda Hurford" userId="98930892-8a15-421c-920a-5ad07b8152e5" providerId="ADAL" clId="{B7381A77-56A2-4C4C-BE6A-076B8D709D33}" dt="2019-09-18T11:17:09.650" v="96"/>
        <pc:sldMkLst>
          <pc:docMk/>
          <pc:sldMk cId="1583876998" sldId="261"/>
        </pc:sldMkLst>
        <pc:spChg chg="mod">
          <ac:chgData name="Amanda Hurford" userId="98930892-8a15-421c-920a-5ad07b8152e5" providerId="ADAL" clId="{B7381A77-56A2-4C4C-BE6A-076B8D709D33}" dt="2019-09-18T11:15:23.389" v="55" actId="20577"/>
          <ac:spMkLst>
            <pc:docMk/>
            <pc:sldMk cId="1583876998" sldId="261"/>
            <ac:spMk id="3" creationId="{EED54D9B-AF01-422B-9E17-D88AC1FF4E57}"/>
          </ac:spMkLst>
        </pc:spChg>
        <pc:spChg chg="mod">
          <ac:chgData name="Amanda Hurford" userId="98930892-8a15-421c-920a-5ad07b8152e5" providerId="ADAL" clId="{B7381A77-56A2-4C4C-BE6A-076B8D709D33}" dt="2019-09-18T11:17:09.650" v="96"/>
          <ac:spMkLst>
            <pc:docMk/>
            <pc:sldMk cId="1583876998" sldId="261"/>
            <ac:spMk id="5" creationId="{200F95E4-5BD9-4085-BAD0-D3E5D1C44D77}"/>
          </ac:spMkLst>
        </pc:spChg>
      </pc:sldChg>
      <pc:sldChg chg="modSp">
        <pc:chgData name="Amanda Hurford" userId="98930892-8a15-421c-920a-5ad07b8152e5" providerId="ADAL" clId="{B7381A77-56A2-4C4C-BE6A-076B8D709D33}" dt="2019-09-18T11:17:15.322" v="97"/>
        <pc:sldMkLst>
          <pc:docMk/>
          <pc:sldMk cId="3003749866" sldId="262"/>
        </pc:sldMkLst>
        <pc:spChg chg="mod">
          <ac:chgData name="Amanda Hurford" userId="98930892-8a15-421c-920a-5ad07b8152e5" providerId="ADAL" clId="{B7381A77-56A2-4C4C-BE6A-076B8D709D33}" dt="2019-09-18T11:17:15.322" v="97"/>
          <ac:spMkLst>
            <pc:docMk/>
            <pc:sldMk cId="3003749866" sldId="262"/>
            <ac:spMk id="5" creationId="{22558A92-9278-406E-B669-A405AD4FE70D}"/>
          </ac:spMkLst>
        </pc:spChg>
      </pc:sldChg>
      <pc:sldChg chg="modSp">
        <pc:chgData name="Amanda Hurford" userId="98930892-8a15-421c-920a-5ad07b8152e5" providerId="ADAL" clId="{B7381A77-56A2-4C4C-BE6A-076B8D709D33}" dt="2019-09-18T11:17:20.563" v="98"/>
        <pc:sldMkLst>
          <pc:docMk/>
          <pc:sldMk cId="1736237551" sldId="263"/>
        </pc:sldMkLst>
        <pc:spChg chg="mod">
          <ac:chgData name="Amanda Hurford" userId="98930892-8a15-421c-920a-5ad07b8152e5" providerId="ADAL" clId="{B7381A77-56A2-4C4C-BE6A-076B8D709D33}" dt="2019-09-18T11:17:20.563" v="98"/>
          <ac:spMkLst>
            <pc:docMk/>
            <pc:sldMk cId="1736237551" sldId="263"/>
            <ac:spMk id="5" creationId="{22558A92-9278-406E-B669-A405AD4FE70D}"/>
          </ac:spMkLst>
        </pc:spChg>
      </pc:sldChg>
      <pc:sldChg chg="modSp add">
        <pc:chgData name="Amanda Hurford" userId="98930892-8a15-421c-920a-5ad07b8152e5" providerId="ADAL" clId="{B7381A77-56A2-4C4C-BE6A-076B8D709D33}" dt="2019-09-18T11:24:01.468" v="576" actId="207"/>
        <pc:sldMkLst>
          <pc:docMk/>
          <pc:sldMk cId="4146333179" sldId="264"/>
        </pc:sldMkLst>
        <pc:spChg chg="mod">
          <ac:chgData name="Amanda Hurford" userId="98930892-8a15-421c-920a-5ad07b8152e5" providerId="ADAL" clId="{B7381A77-56A2-4C4C-BE6A-076B8D709D33}" dt="2019-09-18T11:22:25.830" v="525" actId="14100"/>
          <ac:spMkLst>
            <pc:docMk/>
            <pc:sldMk cId="4146333179" sldId="264"/>
            <ac:spMk id="2" creationId="{81C438A6-3010-496D-B29E-036E43E273F3}"/>
          </ac:spMkLst>
        </pc:spChg>
        <pc:spChg chg="mod">
          <ac:chgData name="Amanda Hurford" userId="98930892-8a15-421c-920a-5ad07b8152e5" providerId="ADAL" clId="{B7381A77-56A2-4C4C-BE6A-076B8D709D33}" dt="2019-09-18T11:24:01.468" v="576" actId="207"/>
          <ac:spMkLst>
            <pc:docMk/>
            <pc:sldMk cId="4146333179" sldId="264"/>
            <ac:spMk id="3" creationId="{137897C8-6888-440A-86A8-79A78F9FA733}"/>
          </ac:spMkLst>
        </pc:spChg>
        <pc:spChg chg="mod">
          <ac:chgData name="Amanda Hurford" userId="98930892-8a15-421c-920a-5ad07b8152e5" providerId="ADAL" clId="{B7381A77-56A2-4C4C-BE6A-076B8D709D33}" dt="2019-09-18T11:18:49.731" v="311"/>
          <ac:spMkLst>
            <pc:docMk/>
            <pc:sldMk cId="4146333179" sldId="264"/>
            <ac:spMk id="5" creationId="{7D1D752A-DA38-4D95-A111-CCDE204D5FB2}"/>
          </ac:spMkLst>
        </pc:spChg>
      </pc:sldChg>
    </pc:docChg>
  </pc:docChgLst>
  <pc:docChgLst>
    <pc:chgData name="Sohag Kabir" userId="e9b0da40-aef8-480a-bb63-d1daacecf555" providerId="ADAL" clId="{59E50A16-9BA8-49D3-AC37-5E7298F40FAE}"/>
    <pc:docChg chg="custSel addSld modSld">
      <pc:chgData name="Sohag Kabir" userId="e9b0da40-aef8-480a-bb63-d1daacecf555" providerId="ADAL" clId="{59E50A16-9BA8-49D3-AC37-5E7298F40FAE}" dt="2020-01-20T20:37:55.826" v="150"/>
      <pc:docMkLst>
        <pc:docMk/>
      </pc:docMkLst>
      <pc:sldChg chg="addSp delSp modSp">
        <pc:chgData name="Sohag Kabir" userId="e9b0da40-aef8-480a-bb63-d1daacecf555" providerId="ADAL" clId="{59E50A16-9BA8-49D3-AC37-5E7298F40FAE}" dt="2020-01-19T16:11:03.471" v="0" actId="931"/>
        <pc:sldMkLst>
          <pc:docMk/>
          <pc:sldMk cId="2795566495" sldId="256"/>
        </pc:sldMkLst>
        <pc:spChg chg="del">
          <ac:chgData name="Sohag Kabir" userId="e9b0da40-aef8-480a-bb63-d1daacecf555" providerId="ADAL" clId="{59E50A16-9BA8-49D3-AC37-5E7298F40FAE}" dt="2020-01-19T16:11:03.471" v="0" actId="931"/>
          <ac:spMkLst>
            <pc:docMk/>
            <pc:sldMk cId="2795566495" sldId="256"/>
            <ac:spMk id="12" creationId="{C6D9A962-5194-4168-828C-6A9FAA810FBB}"/>
          </ac:spMkLst>
        </pc:spChg>
        <pc:picChg chg="add mod">
          <ac:chgData name="Sohag Kabir" userId="e9b0da40-aef8-480a-bb63-d1daacecf555" providerId="ADAL" clId="{59E50A16-9BA8-49D3-AC37-5E7298F40FAE}" dt="2020-01-19T16:11:03.471" v="0" actId="931"/>
          <ac:picMkLst>
            <pc:docMk/>
            <pc:sldMk cId="2795566495" sldId="256"/>
            <ac:picMk id="8" creationId="{87EED139-1016-44E1-8501-F6FBB1F75440}"/>
          </ac:picMkLst>
        </pc:picChg>
      </pc:sldChg>
      <pc:sldChg chg="modSp modAnim">
        <pc:chgData name="Sohag Kabir" userId="e9b0da40-aef8-480a-bb63-d1daacecf555" providerId="ADAL" clId="{59E50A16-9BA8-49D3-AC37-5E7298F40FAE}" dt="2020-01-20T20:30:46.866" v="133"/>
        <pc:sldMkLst>
          <pc:docMk/>
          <pc:sldMk cId="1986263407" sldId="257"/>
        </pc:sldMkLst>
        <pc:spChg chg="mod">
          <ac:chgData name="Sohag Kabir" userId="e9b0da40-aef8-480a-bb63-d1daacecf555" providerId="ADAL" clId="{59E50A16-9BA8-49D3-AC37-5E7298F40FAE}" dt="2020-01-20T20:30:06.337" v="132" actId="2711"/>
          <ac:spMkLst>
            <pc:docMk/>
            <pc:sldMk cId="1986263407" sldId="257"/>
            <ac:spMk id="8" creationId="{00000000-0000-0000-0000-000000000000}"/>
          </ac:spMkLst>
        </pc:spChg>
      </pc:sldChg>
      <pc:sldChg chg="modSp">
        <pc:chgData name="Sohag Kabir" userId="e9b0da40-aef8-480a-bb63-d1daacecf555" providerId="ADAL" clId="{59E50A16-9BA8-49D3-AC37-5E7298F40FAE}" dt="2020-01-20T20:26:52.680" v="110" actId="2"/>
        <pc:sldMkLst>
          <pc:docMk/>
          <pc:sldMk cId="1234101355" sldId="258"/>
        </pc:sldMkLst>
        <pc:spChg chg="mod">
          <ac:chgData name="Sohag Kabir" userId="e9b0da40-aef8-480a-bb63-d1daacecf555" providerId="ADAL" clId="{59E50A16-9BA8-49D3-AC37-5E7298F40FAE}" dt="2020-01-20T20:26:52.680" v="110" actId="2"/>
          <ac:spMkLst>
            <pc:docMk/>
            <pc:sldMk cId="1234101355" sldId="258"/>
            <ac:spMk id="11" creationId="{00000000-0000-0000-0000-000000000000}"/>
          </ac:spMkLst>
        </pc:spChg>
      </pc:sldChg>
      <pc:sldChg chg="modSp">
        <pc:chgData name="Sohag Kabir" userId="e9b0da40-aef8-480a-bb63-d1daacecf555" providerId="ADAL" clId="{59E50A16-9BA8-49D3-AC37-5E7298F40FAE}" dt="2020-01-19T16:31:30.529" v="32" actId="14100"/>
        <pc:sldMkLst>
          <pc:docMk/>
          <pc:sldMk cId="2490493203" sldId="259"/>
        </pc:sldMkLst>
        <pc:spChg chg="mod">
          <ac:chgData name="Sohag Kabir" userId="e9b0da40-aef8-480a-bb63-d1daacecf555" providerId="ADAL" clId="{59E50A16-9BA8-49D3-AC37-5E7298F40FAE}" dt="2020-01-19T16:31:30.529" v="32" actId="14100"/>
          <ac:spMkLst>
            <pc:docMk/>
            <pc:sldMk cId="2490493203" sldId="259"/>
            <ac:spMk id="3" creationId="{107ACF01-04B5-406F-ADB3-2AFFF21F732C}"/>
          </ac:spMkLst>
        </pc:spChg>
      </pc:sldChg>
      <pc:sldChg chg="modSp">
        <pc:chgData name="Sohag Kabir" userId="e9b0da40-aef8-480a-bb63-d1daacecf555" providerId="ADAL" clId="{59E50A16-9BA8-49D3-AC37-5E7298F40FAE}" dt="2020-01-20T20:26:59.677" v="112" actId="2"/>
        <pc:sldMkLst>
          <pc:docMk/>
          <pc:sldMk cId="4036761262" sldId="260"/>
        </pc:sldMkLst>
        <pc:spChg chg="mod">
          <ac:chgData name="Sohag Kabir" userId="e9b0da40-aef8-480a-bb63-d1daacecf555" providerId="ADAL" clId="{59E50A16-9BA8-49D3-AC37-5E7298F40FAE}" dt="2020-01-20T20:26:59.677" v="112" actId="2"/>
          <ac:spMkLst>
            <pc:docMk/>
            <pc:sldMk cId="4036761262" sldId="260"/>
            <ac:spMk id="7" creationId="{00000000-0000-0000-0000-000000000000}"/>
          </ac:spMkLst>
        </pc:spChg>
      </pc:sldChg>
      <pc:sldChg chg="addSp">
        <pc:chgData name="Sohag Kabir" userId="e9b0da40-aef8-480a-bb63-d1daacecf555" providerId="ADAL" clId="{59E50A16-9BA8-49D3-AC37-5E7298F40FAE}" dt="2020-01-19T17:34:50.740" v="67"/>
        <pc:sldMkLst>
          <pc:docMk/>
          <pc:sldMk cId="1583876998" sldId="261"/>
        </pc:sldMkLst>
        <pc:spChg chg="add">
          <ac:chgData name="Sohag Kabir" userId="e9b0da40-aef8-480a-bb63-d1daacecf555" providerId="ADAL" clId="{59E50A16-9BA8-49D3-AC37-5E7298F40FAE}" dt="2020-01-19T17:34:50.740" v="67"/>
          <ac:spMkLst>
            <pc:docMk/>
            <pc:sldMk cId="1583876998" sldId="261"/>
            <ac:spMk id="7" creationId="{2FDE415C-F3CC-4D2E-B0F5-4EADDCEE714F}"/>
          </ac:spMkLst>
        </pc:spChg>
      </pc:sldChg>
      <pc:sldChg chg="addSp delSp modSp modAnim">
        <pc:chgData name="Sohag Kabir" userId="e9b0da40-aef8-480a-bb63-d1daacecf555" providerId="ADAL" clId="{59E50A16-9BA8-49D3-AC37-5E7298F40FAE}" dt="2020-01-19T17:35:02.328" v="68"/>
        <pc:sldMkLst>
          <pc:docMk/>
          <pc:sldMk cId="3003749866" sldId="262"/>
        </pc:sldMkLst>
        <pc:spChg chg="mod">
          <ac:chgData name="Sohag Kabir" userId="e9b0da40-aef8-480a-bb63-d1daacecf555" providerId="ADAL" clId="{59E50A16-9BA8-49D3-AC37-5E7298F40FAE}" dt="2020-01-19T16:49:26.172" v="37" actId="1076"/>
          <ac:spMkLst>
            <pc:docMk/>
            <pc:sldMk cId="3003749866" sldId="262"/>
            <ac:spMk id="2" creationId="{34E1E058-61F9-4514-99F0-93DE3829F95E}"/>
          </ac:spMkLst>
        </pc:spChg>
        <pc:spChg chg="del">
          <ac:chgData name="Sohag Kabir" userId="e9b0da40-aef8-480a-bb63-d1daacecf555" providerId="ADAL" clId="{59E50A16-9BA8-49D3-AC37-5E7298F40FAE}" dt="2020-01-19T16:49:09.263" v="35" actId="478"/>
          <ac:spMkLst>
            <pc:docMk/>
            <pc:sldMk cId="3003749866" sldId="262"/>
            <ac:spMk id="3" creationId="{4FECE58C-1470-4554-BDBF-7AF02ACC5DA9}"/>
          </ac:spMkLst>
        </pc:spChg>
        <pc:spChg chg="add del mod">
          <ac:chgData name="Sohag Kabir" userId="e9b0da40-aef8-480a-bb63-d1daacecf555" providerId="ADAL" clId="{59E50A16-9BA8-49D3-AC37-5E7298F40FAE}" dt="2020-01-19T16:49:13.573" v="36" actId="478"/>
          <ac:spMkLst>
            <pc:docMk/>
            <pc:sldMk cId="3003749866" sldId="262"/>
            <ac:spMk id="8" creationId="{01C05073-0598-45FD-9B16-1DADB41DB973}"/>
          </ac:spMkLst>
        </pc:spChg>
        <pc:spChg chg="add mod">
          <ac:chgData name="Sohag Kabir" userId="e9b0da40-aef8-480a-bb63-d1daacecf555" providerId="ADAL" clId="{59E50A16-9BA8-49D3-AC37-5E7298F40FAE}" dt="2020-01-19T16:59:34.496" v="66" actId="207"/>
          <ac:spMkLst>
            <pc:docMk/>
            <pc:sldMk cId="3003749866" sldId="262"/>
            <ac:spMk id="9" creationId="{47EDDBB4-03E5-49E4-A152-D1BD4CD5B6B3}"/>
          </ac:spMkLst>
        </pc:spChg>
        <pc:spChg chg="add">
          <ac:chgData name="Sohag Kabir" userId="e9b0da40-aef8-480a-bb63-d1daacecf555" providerId="ADAL" clId="{59E50A16-9BA8-49D3-AC37-5E7298F40FAE}" dt="2020-01-19T16:50:20.031" v="39"/>
          <ac:spMkLst>
            <pc:docMk/>
            <pc:sldMk cId="3003749866" sldId="262"/>
            <ac:spMk id="10" creationId="{B0FD6F9F-A13C-426F-B0EC-76F2D771CE4D}"/>
          </ac:spMkLst>
        </pc:spChg>
        <pc:spChg chg="add">
          <ac:chgData name="Sohag Kabir" userId="e9b0da40-aef8-480a-bb63-d1daacecf555" providerId="ADAL" clId="{59E50A16-9BA8-49D3-AC37-5E7298F40FAE}" dt="2020-01-19T17:35:02.328" v="68"/>
          <ac:spMkLst>
            <pc:docMk/>
            <pc:sldMk cId="3003749866" sldId="262"/>
            <ac:spMk id="11" creationId="{5758E4BD-E4C6-438F-AC96-10BC886775E6}"/>
          </ac:spMkLst>
        </pc:spChg>
      </pc:sldChg>
      <pc:sldChg chg="addSp delSp modSp">
        <pc:chgData name="Sohag Kabir" userId="e9b0da40-aef8-480a-bb63-d1daacecf555" providerId="ADAL" clId="{59E50A16-9BA8-49D3-AC37-5E7298F40FAE}" dt="2020-01-20T20:27:14.902" v="115" actId="2"/>
        <pc:sldMkLst>
          <pc:docMk/>
          <pc:sldMk cId="1736237551" sldId="263"/>
        </pc:sldMkLst>
        <pc:spChg chg="mod">
          <ac:chgData name="Sohag Kabir" userId="e9b0da40-aef8-480a-bb63-d1daacecf555" providerId="ADAL" clId="{59E50A16-9BA8-49D3-AC37-5E7298F40FAE}" dt="2020-01-19T17:35:26.145" v="69" actId="1076"/>
          <ac:spMkLst>
            <pc:docMk/>
            <pc:sldMk cId="1736237551" sldId="263"/>
            <ac:spMk id="2" creationId="{34E1E058-61F9-4514-99F0-93DE3829F95E}"/>
          </ac:spMkLst>
        </pc:spChg>
        <pc:spChg chg="add del mod">
          <ac:chgData name="Sohag Kabir" userId="e9b0da40-aef8-480a-bb63-d1daacecf555" providerId="ADAL" clId="{59E50A16-9BA8-49D3-AC37-5E7298F40FAE}" dt="2020-01-19T17:35:39.529" v="71" actId="478"/>
          <ac:spMkLst>
            <pc:docMk/>
            <pc:sldMk cId="1736237551" sldId="263"/>
            <ac:spMk id="3" creationId="{B68EC9E4-BB2E-4B3A-9B4C-48A48F08F2C1}"/>
          </ac:spMkLst>
        </pc:spChg>
        <pc:spChg chg="del">
          <ac:chgData name="Sohag Kabir" userId="e9b0da40-aef8-480a-bb63-d1daacecf555" providerId="ADAL" clId="{59E50A16-9BA8-49D3-AC37-5E7298F40FAE}" dt="2020-01-19T17:35:36.824" v="70" actId="478"/>
          <ac:spMkLst>
            <pc:docMk/>
            <pc:sldMk cId="1736237551" sldId="263"/>
            <ac:spMk id="9" creationId="{09EEC3A2-4007-4053-819F-505214486A4B}"/>
          </ac:spMkLst>
        </pc:spChg>
        <pc:spChg chg="add">
          <ac:chgData name="Sohag Kabir" userId="e9b0da40-aef8-480a-bb63-d1daacecf555" providerId="ADAL" clId="{59E50A16-9BA8-49D3-AC37-5E7298F40FAE}" dt="2020-01-19T17:35:45.589" v="73"/>
          <ac:spMkLst>
            <pc:docMk/>
            <pc:sldMk cId="1736237551" sldId="263"/>
            <ac:spMk id="11" creationId="{81EC2EC8-08AF-4F2E-9595-B1D7A68CEB49}"/>
          </ac:spMkLst>
        </pc:spChg>
        <pc:spChg chg="add mod">
          <ac:chgData name="Sohag Kabir" userId="e9b0da40-aef8-480a-bb63-d1daacecf555" providerId="ADAL" clId="{59E50A16-9BA8-49D3-AC37-5E7298F40FAE}" dt="2020-01-20T20:27:14.902" v="115" actId="2"/>
          <ac:spMkLst>
            <pc:docMk/>
            <pc:sldMk cId="1736237551" sldId="263"/>
            <ac:spMk id="12" creationId="{AE427AB6-2C9B-44F8-B549-F145AA134E2A}"/>
          </ac:spMkLst>
        </pc:spChg>
        <pc:spChg chg="add del mod">
          <ac:chgData name="Sohag Kabir" userId="e9b0da40-aef8-480a-bb63-d1daacecf555" providerId="ADAL" clId="{59E50A16-9BA8-49D3-AC37-5E7298F40FAE}" dt="2020-01-19T17:37:23.708" v="79"/>
          <ac:spMkLst>
            <pc:docMk/>
            <pc:sldMk cId="1736237551" sldId="263"/>
            <ac:spMk id="13" creationId="{00735706-B3A0-4CD3-8E6A-56B12E38BE45}"/>
          </ac:spMkLst>
        </pc:spChg>
        <pc:graphicFrameChg chg="add del">
          <ac:chgData name="Sohag Kabir" userId="e9b0da40-aef8-480a-bb63-d1daacecf555" providerId="ADAL" clId="{59E50A16-9BA8-49D3-AC37-5E7298F40FAE}" dt="2020-01-19T17:43:40.828" v="83"/>
          <ac:graphicFrameMkLst>
            <pc:docMk/>
            <pc:sldMk cId="1736237551" sldId="263"/>
            <ac:graphicFrameMk id="7" creationId="{DD039B24-6416-40E1-9876-BF284A8F299E}"/>
          </ac:graphicFrameMkLst>
        </pc:graphicFrameChg>
        <pc:picChg chg="del">
          <ac:chgData name="Sohag Kabir" userId="e9b0da40-aef8-480a-bb63-d1daacecf555" providerId="ADAL" clId="{59E50A16-9BA8-49D3-AC37-5E7298F40FAE}" dt="2020-01-19T17:35:41.308" v="72" actId="478"/>
          <ac:picMkLst>
            <pc:docMk/>
            <pc:sldMk cId="1736237551" sldId="263"/>
            <ac:picMk id="10" creationId="{A45DFAB6-72A7-40A0-AB66-35882A504896}"/>
          </ac:picMkLst>
        </pc:picChg>
      </pc:sldChg>
      <pc:sldChg chg="addSp delSp modSp">
        <pc:chgData name="Sohag Kabir" userId="e9b0da40-aef8-480a-bb63-d1daacecf555" providerId="ADAL" clId="{59E50A16-9BA8-49D3-AC37-5E7298F40FAE}" dt="2020-01-20T20:37:55.826" v="150"/>
        <pc:sldMkLst>
          <pc:docMk/>
          <pc:sldMk cId="4146333179" sldId="264"/>
        </pc:sldMkLst>
        <pc:spChg chg="mod">
          <ac:chgData name="Sohag Kabir" userId="e9b0da40-aef8-480a-bb63-d1daacecf555" providerId="ADAL" clId="{59E50A16-9BA8-49D3-AC37-5E7298F40FAE}" dt="2020-01-19T17:53:13.991" v="88" actId="1076"/>
          <ac:spMkLst>
            <pc:docMk/>
            <pc:sldMk cId="4146333179" sldId="264"/>
            <ac:spMk id="2" creationId="{81C438A6-3010-496D-B29E-036E43E273F3}"/>
          </ac:spMkLst>
        </pc:spChg>
        <pc:spChg chg="del mod">
          <ac:chgData name="Sohag Kabir" userId="e9b0da40-aef8-480a-bb63-d1daacecf555" providerId="ADAL" clId="{59E50A16-9BA8-49D3-AC37-5E7298F40FAE}" dt="2020-01-19T17:53:23.356" v="90" actId="478"/>
          <ac:spMkLst>
            <pc:docMk/>
            <pc:sldMk cId="4146333179" sldId="264"/>
            <ac:spMk id="3" creationId="{137897C8-6888-440A-86A8-79A78F9FA733}"/>
          </ac:spMkLst>
        </pc:spChg>
        <pc:spChg chg="del">
          <ac:chgData name="Sohag Kabir" userId="e9b0da40-aef8-480a-bb63-d1daacecf555" providerId="ADAL" clId="{59E50A16-9BA8-49D3-AC37-5E7298F40FAE}" dt="2020-01-20T20:37:44.028" v="149" actId="478"/>
          <ac:spMkLst>
            <pc:docMk/>
            <pc:sldMk cId="4146333179" sldId="264"/>
            <ac:spMk id="5" creationId="{7D1D752A-DA38-4D95-A111-CCDE204D5FB2}"/>
          </ac:spMkLst>
        </pc:spChg>
        <pc:spChg chg="add del mod">
          <ac:chgData name="Sohag Kabir" userId="e9b0da40-aef8-480a-bb63-d1daacecf555" providerId="ADAL" clId="{59E50A16-9BA8-49D3-AC37-5E7298F40FAE}" dt="2020-01-19T17:53:25.581" v="91" actId="478"/>
          <ac:spMkLst>
            <pc:docMk/>
            <pc:sldMk cId="4146333179" sldId="264"/>
            <ac:spMk id="7" creationId="{F3EBDE52-C61F-44C2-8D42-1F0303DCC111}"/>
          </ac:spMkLst>
        </pc:spChg>
        <pc:spChg chg="add mod">
          <ac:chgData name="Sohag Kabir" userId="e9b0da40-aef8-480a-bb63-d1daacecf555" providerId="ADAL" clId="{59E50A16-9BA8-49D3-AC37-5E7298F40FAE}" dt="2020-01-19T18:07:19.320" v="105" actId="14100"/>
          <ac:spMkLst>
            <pc:docMk/>
            <pc:sldMk cId="4146333179" sldId="264"/>
            <ac:spMk id="8" creationId="{0CAEA833-7FC5-4738-B55E-A41BE3BB8F6F}"/>
          </ac:spMkLst>
        </pc:spChg>
        <pc:spChg chg="add mod">
          <ac:chgData name="Sohag Kabir" userId="e9b0da40-aef8-480a-bb63-d1daacecf555" providerId="ADAL" clId="{59E50A16-9BA8-49D3-AC37-5E7298F40FAE}" dt="2020-01-19T17:59:56.025" v="99" actId="164"/>
          <ac:spMkLst>
            <pc:docMk/>
            <pc:sldMk cId="4146333179" sldId="264"/>
            <ac:spMk id="10" creationId="{D7E8282F-1762-4AA3-BFF3-C2A59A6BE4D5}"/>
          </ac:spMkLst>
        </pc:spChg>
        <pc:spChg chg="add mod">
          <ac:chgData name="Sohag Kabir" userId="e9b0da40-aef8-480a-bb63-d1daacecf555" providerId="ADAL" clId="{59E50A16-9BA8-49D3-AC37-5E7298F40FAE}" dt="2020-01-19T18:08:17.615" v="109" actId="207"/>
          <ac:spMkLst>
            <pc:docMk/>
            <pc:sldMk cId="4146333179" sldId="264"/>
            <ac:spMk id="12" creationId="{F5C0CF33-7E78-446B-B43D-A97F12571726}"/>
          </ac:spMkLst>
        </pc:spChg>
        <pc:spChg chg="add">
          <ac:chgData name="Sohag Kabir" userId="e9b0da40-aef8-480a-bb63-d1daacecf555" providerId="ADAL" clId="{59E50A16-9BA8-49D3-AC37-5E7298F40FAE}" dt="2020-01-20T20:37:55.826" v="150"/>
          <ac:spMkLst>
            <pc:docMk/>
            <pc:sldMk cId="4146333179" sldId="264"/>
            <ac:spMk id="13" creationId="{B05BF201-15EA-4712-87E8-E69CA936FC58}"/>
          </ac:spMkLst>
        </pc:spChg>
        <pc:grpChg chg="add mod">
          <ac:chgData name="Sohag Kabir" userId="e9b0da40-aef8-480a-bb63-d1daacecf555" providerId="ADAL" clId="{59E50A16-9BA8-49D3-AC37-5E7298F40FAE}" dt="2020-01-19T17:59:56.025" v="99" actId="164"/>
          <ac:grpSpMkLst>
            <pc:docMk/>
            <pc:sldMk cId="4146333179" sldId="264"/>
            <ac:grpSpMk id="11" creationId="{A6630F8C-E1A3-43A8-A982-9F125FD94C83}"/>
          </ac:grpSpMkLst>
        </pc:grpChg>
        <pc:picChg chg="add mod">
          <ac:chgData name="Sohag Kabir" userId="e9b0da40-aef8-480a-bb63-d1daacecf555" providerId="ADAL" clId="{59E50A16-9BA8-49D3-AC37-5E7298F40FAE}" dt="2020-01-19T17:59:56.025" v="99" actId="164"/>
          <ac:picMkLst>
            <pc:docMk/>
            <pc:sldMk cId="4146333179" sldId="264"/>
            <ac:picMk id="9" creationId="{CFD1A598-37EB-4561-ACE1-7AC5EF6EFEEE}"/>
          </ac:picMkLst>
        </pc:picChg>
      </pc:sldChg>
      <pc:sldChg chg="modAnim">
        <pc:chgData name="Sohag Kabir" userId="e9b0da40-aef8-480a-bb63-d1daacecf555" providerId="ADAL" clId="{59E50A16-9BA8-49D3-AC37-5E7298F40FAE}" dt="2020-01-20T20:34:30.621" v="148"/>
        <pc:sldMkLst>
          <pc:docMk/>
          <pc:sldMk cId="1671400381" sldId="265"/>
        </pc:sldMkLst>
      </pc:sldChg>
      <pc:sldChg chg="modSp">
        <pc:chgData name="Sohag Kabir" userId="e9b0da40-aef8-480a-bb63-d1daacecf555" providerId="ADAL" clId="{59E50A16-9BA8-49D3-AC37-5E7298F40FAE}" dt="2020-01-19T16:47:26.198" v="34" actId="1076"/>
        <pc:sldMkLst>
          <pc:docMk/>
          <pc:sldMk cId="1480265116" sldId="266"/>
        </pc:sldMkLst>
        <pc:spChg chg="mod">
          <ac:chgData name="Sohag Kabir" userId="e9b0da40-aef8-480a-bb63-d1daacecf555" providerId="ADAL" clId="{59E50A16-9BA8-49D3-AC37-5E7298F40FAE}" dt="2020-01-19T16:47:26.198" v="34" actId="1076"/>
          <ac:spMkLst>
            <pc:docMk/>
            <pc:sldMk cId="1480265116" sldId="266"/>
            <ac:spMk id="7" creationId="{00000000-0000-0000-0000-000000000000}"/>
          </ac:spMkLst>
        </pc:spChg>
      </pc:sldChg>
      <pc:sldChg chg="addSp delSp modSp add modAnim">
        <pc:chgData name="Sohag Kabir" userId="e9b0da40-aef8-480a-bb63-d1daacecf555" providerId="ADAL" clId="{59E50A16-9BA8-49D3-AC37-5E7298F40FAE}" dt="2020-01-19T16:26:10.250" v="25"/>
        <pc:sldMkLst>
          <pc:docMk/>
          <pc:sldMk cId="763715465" sldId="267"/>
        </pc:sldMkLst>
        <pc:spChg chg="del">
          <ac:chgData name="Sohag Kabir" userId="e9b0da40-aef8-480a-bb63-d1daacecf555" providerId="ADAL" clId="{59E50A16-9BA8-49D3-AC37-5E7298F40FAE}" dt="2020-01-19T16:19:59.297" v="2" actId="478"/>
          <ac:spMkLst>
            <pc:docMk/>
            <pc:sldMk cId="763715465" sldId="267"/>
            <ac:spMk id="3" creationId="{69629499-4F36-4E83-817C-E10C4F24E0FA}"/>
          </ac:spMkLst>
        </pc:spChg>
        <pc:spChg chg="add del mod">
          <ac:chgData name="Sohag Kabir" userId="e9b0da40-aef8-480a-bb63-d1daacecf555" providerId="ADAL" clId="{59E50A16-9BA8-49D3-AC37-5E7298F40FAE}" dt="2020-01-19T16:20:02.570" v="3" actId="478"/>
          <ac:spMkLst>
            <pc:docMk/>
            <pc:sldMk cId="763715465" sldId="267"/>
            <ac:spMk id="5" creationId="{54B8C9BA-72A9-41E3-B0B4-461D55DC0DF6}"/>
          </ac:spMkLst>
        </pc:spChg>
        <pc:spChg chg="del">
          <ac:chgData name="Sohag Kabir" userId="e9b0da40-aef8-480a-bb63-d1daacecf555" providerId="ADAL" clId="{59E50A16-9BA8-49D3-AC37-5E7298F40FAE}" dt="2020-01-19T16:20:06.809" v="4" actId="478"/>
          <ac:spMkLst>
            <pc:docMk/>
            <pc:sldMk cId="763715465" sldId="267"/>
            <ac:spMk id="7" creationId="{00000000-0000-0000-0000-000000000000}"/>
          </ac:spMkLst>
        </pc:spChg>
        <pc:spChg chg="add mod">
          <ac:chgData name="Sohag Kabir" userId="e9b0da40-aef8-480a-bb63-d1daacecf555" providerId="ADAL" clId="{59E50A16-9BA8-49D3-AC37-5E7298F40FAE}" dt="2020-01-19T16:23:49.984" v="22" actId="2711"/>
          <ac:spMkLst>
            <pc:docMk/>
            <pc:sldMk cId="763715465" sldId="267"/>
            <ac:spMk id="9" creationId="{9E6DEDB7-5C1D-4218-BC42-03F64F79B30F}"/>
          </ac:spMkLst>
        </pc:spChg>
        <pc:spChg chg="add">
          <ac:chgData name="Sohag Kabir" userId="e9b0da40-aef8-480a-bb63-d1daacecf555" providerId="ADAL" clId="{59E50A16-9BA8-49D3-AC37-5E7298F40FAE}" dt="2020-01-19T16:24:31.497" v="23"/>
          <ac:spMkLst>
            <pc:docMk/>
            <pc:sldMk cId="763715465" sldId="267"/>
            <ac:spMk id="10" creationId="{4D7C4C03-7F78-4DA0-84CF-A42FAA18DE46}"/>
          </ac:spMkLst>
        </pc:spChg>
        <pc:spChg chg="add">
          <ac:chgData name="Sohag Kabir" userId="e9b0da40-aef8-480a-bb63-d1daacecf555" providerId="ADAL" clId="{59E50A16-9BA8-49D3-AC37-5E7298F40FAE}" dt="2020-01-19T16:25:13.316" v="24"/>
          <ac:spMkLst>
            <pc:docMk/>
            <pc:sldMk cId="763715465" sldId="267"/>
            <ac:spMk id="11" creationId="{9A34254E-D667-478E-96BD-878B419BD3CB}"/>
          </ac:spMkLst>
        </pc:spChg>
        <pc:spChg chg="add">
          <ac:chgData name="Sohag Kabir" userId="e9b0da40-aef8-480a-bb63-d1daacecf555" providerId="ADAL" clId="{59E50A16-9BA8-49D3-AC37-5E7298F40FAE}" dt="2020-01-19T16:26:10.250" v="25"/>
          <ac:spMkLst>
            <pc:docMk/>
            <pc:sldMk cId="763715465" sldId="267"/>
            <ac:spMk id="12" creationId="{E835A126-53D2-495B-A096-2309B8B452AE}"/>
          </ac:spMkLst>
        </pc:spChg>
      </pc:sldChg>
    </pc:docChg>
  </pc:docChgLst>
  <pc:docChgLst>
    <pc:chgData name="Sohag Kabir" userId="e9b0da40-aef8-480a-bb63-d1daacecf555" providerId="ADAL" clId="{C0FDB04E-6320-4A0C-A5C9-BF738384E02A}"/>
    <pc:docChg chg="undo redo custSel addSld delSld modSld sldOrd modMainMaster">
      <pc:chgData name="Sohag Kabir" userId="e9b0da40-aef8-480a-bb63-d1daacecf555" providerId="ADAL" clId="{C0FDB04E-6320-4A0C-A5C9-BF738384E02A}" dt="2024-10-11T10:38:52.410" v="4377" actId="1076"/>
      <pc:docMkLst>
        <pc:docMk/>
      </pc:docMkLst>
      <pc:sldChg chg="modSp mod">
        <pc:chgData name="Sohag Kabir" userId="e9b0da40-aef8-480a-bb63-d1daacecf555" providerId="ADAL" clId="{C0FDB04E-6320-4A0C-A5C9-BF738384E02A}" dt="2024-10-08T13:27:56.934" v="11" actId="20577"/>
        <pc:sldMkLst>
          <pc:docMk/>
          <pc:sldMk cId="2795566495" sldId="256"/>
        </pc:sldMkLst>
        <pc:spChg chg="mod">
          <ac:chgData name="Sohag Kabir" userId="e9b0da40-aef8-480a-bb63-d1daacecf555" providerId="ADAL" clId="{C0FDB04E-6320-4A0C-A5C9-BF738384E02A}" dt="2024-10-08T13:27:56.934" v="11" actId="20577"/>
          <ac:spMkLst>
            <pc:docMk/>
            <pc:sldMk cId="2795566495" sldId="256"/>
            <ac:spMk id="7" creationId="{2A7F24C1-BF6E-43D8-A57F-60FFBF172E51}"/>
          </ac:spMkLst>
        </pc:spChg>
      </pc:sldChg>
      <pc:sldChg chg="modSp mod">
        <pc:chgData name="Sohag Kabir" userId="e9b0da40-aef8-480a-bb63-d1daacecf555" providerId="ADAL" clId="{C0FDB04E-6320-4A0C-A5C9-BF738384E02A}" dt="2024-10-09T16:54:01.240" v="1330" actId="1076"/>
        <pc:sldMkLst>
          <pc:docMk/>
          <pc:sldMk cId="1234101355" sldId="258"/>
        </pc:sldMkLst>
        <pc:spChg chg="mod">
          <ac:chgData name="Sohag Kabir" userId="e9b0da40-aef8-480a-bb63-d1daacecf555" providerId="ADAL" clId="{C0FDB04E-6320-4A0C-A5C9-BF738384E02A}" dt="2024-10-09T16:53:43.807" v="1329" actId="1076"/>
          <ac:spMkLst>
            <pc:docMk/>
            <pc:sldMk cId="1234101355" sldId="258"/>
            <ac:spMk id="2" creationId="{DE13D453-4D7B-47BF-AED4-27D56C3644AA}"/>
          </ac:spMkLst>
        </pc:spChg>
        <pc:spChg chg="mod">
          <ac:chgData name="Sohag Kabir" userId="e9b0da40-aef8-480a-bb63-d1daacecf555" providerId="ADAL" clId="{C0FDB04E-6320-4A0C-A5C9-BF738384E02A}" dt="2024-10-09T16:54:01.240" v="1330" actId="1076"/>
          <ac:spMkLst>
            <pc:docMk/>
            <pc:sldMk cId="1234101355" sldId="258"/>
            <ac:spMk id="3" creationId="{2FEE6F10-BAF0-90B1-17AF-10D6EFC928B2}"/>
          </ac:spMkLst>
        </pc:spChg>
      </pc:sldChg>
      <pc:sldChg chg="del">
        <pc:chgData name="Sohag Kabir" userId="e9b0da40-aef8-480a-bb63-d1daacecf555" providerId="ADAL" clId="{C0FDB04E-6320-4A0C-A5C9-BF738384E02A}" dt="2024-10-10T12:53:08.955" v="1725" actId="47"/>
        <pc:sldMkLst>
          <pc:docMk/>
          <pc:sldMk cId="2490493203" sldId="259"/>
        </pc:sldMkLst>
      </pc:sldChg>
      <pc:sldChg chg="del">
        <pc:chgData name="Sohag Kabir" userId="e9b0da40-aef8-480a-bb63-d1daacecf555" providerId="ADAL" clId="{C0FDB04E-6320-4A0C-A5C9-BF738384E02A}" dt="2024-10-10T12:53:04.883" v="1724" actId="47"/>
        <pc:sldMkLst>
          <pc:docMk/>
          <pc:sldMk cId="1671400381" sldId="265"/>
        </pc:sldMkLst>
      </pc:sldChg>
      <pc:sldChg chg="del">
        <pc:chgData name="Sohag Kabir" userId="e9b0da40-aef8-480a-bb63-d1daacecf555" providerId="ADAL" clId="{C0FDB04E-6320-4A0C-A5C9-BF738384E02A}" dt="2024-10-10T12:53:04.883" v="1724" actId="47"/>
        <pc:sldMkLst>
          <pc:docMk/>
          <pc:sldMk cId="1480265116" sldId="266"/>
        </pc:sldMkLst>
      </pc:sldChg>
      <pc:sldChg chg="addSp delSp modSp mod modAnim modNotesTx">
        <pc:chgData name="Sohag Kabir" userId="e9b0da40-aef8-480a-bb63-d1daacecf555" providerId="ADAL" clId="{C0FDB04E-6320-4A0C-A5C9-BF738384E02A}" dt="2024-10-11T10:34:47.326" v="4365" actId="1037"/>
        <pc:sldMkLst>
          <pc:docMk/>
          <pc:sldMk cId="4136712713" sldId="268"/>
        </pc:sldMkLst>
        <pc:spChg chg="add del mod">
          <ac:chgData name="Sohag Kabir" userId="e9b0da40-aef8-480a-bb63-d1daacecf555" providerId="ADAL" clId="{C0FDB04E-6320-4A0C-A5C9-BF738384E02A}" dt="2024-10-11T08:40:41.008" v="3627" actId="478"/>
          <ac:spMkLst>
            <pc:docMk/>
            <pc:sldMk cId="4136712713" sldId="268"/>
            <ac:spMk id="3" creationId="{E640B6D5-DB0C-7805-A8C1-8B60DDBB7625}"/>
          </ac:spMkLst>
        </pc:spChg>
        <pc:spChg chg="add mod">
          <ac:chgData name="Sohag Kabir" userId="e9b0da40-aef8-480a-bb63-d1daacecf555" providerId="ADAL" clId="{C0FDB04E-6320-4A0C-A5C9-BF738384E02A}" dt="2024-10-11T08:27:56.533" v="3506" actId="1076"/>
          <ac:spMkLst>
            <pc:docMk/>
            <pc:sldMk cId="4136712713" sldId="268"/>
            <ac:spMk id="4" creationId="{E83313EB-A29A-FDFC-B278-C419DE73A607}"/>
          </ac:spMkLst>
        </pc:spChg>
        <pc:spChg chg="add mod">
          <ac:chgData name="Sohag Kabir" userId="e9b0da40-aef8-480a-bb63-d1daacecf555" providerId="ADAL" clId="{C0FDB04E-6320-4A0C-A5C9-BF738384E02A}" dt="2024-10-11T08:46:52.260" v="3678" actId="1076"/>
          <ac:spMkLst>
            <pc:docMk/>
            <pc:sldMk cId="4136712713" sldId="268"/>
            <ac:spMk id="7" creationId="{3C2234EB-1FDB-08CF-503D-A30E94E406B1}"/>
          </ac:spMkLst>
        </pc:spChg>
        <pc:spChg chg="del">
          <ac:chgData name="Sohag Kabir" userId="e9b0da40-aef8-480a-bb63-d1daacecf555" providerId="ADAL" clId="{C0FDB04E-6320-4A0C-A5C9-BF738384E02A}" dt="2024-10-11T07:59:32.760" v="3164" actId="478"/>
          <ac:spMkLst>
            <pc:docMk/>
            <pc:sldMk cId="4136712713" sldId="268"/>
            <ac:spMk id="8" creationId="{0CAEA833-7FC5-4738-B55E-A41BE3BB8F6F}"/>
          </ac:spMkLst>
        </pc:spChg>
        <pc:spChg chg="add mod">
          <ac:chgData name="Sohag Kabir" userId="e9b0da40-aef8-480a-bb63-d1daacecf555" providerId="ADAL" clId="{C0FDB04E-6320-4A0C-A5C9-BF738384E02A}" dt="2024-10-11T08:57:30.436" v="3760" actId="207"/>
          <ac:spMkLst>
            <pc:docMk/>
            <pc:sldMk cId="4136712713" sldId="268"/>
            <ac:spMk id="10" creationId="{94A5BB6C-CA0B-7297-EC46-965DDC1B1198}"/>
          </ac:spMkLst>
        </pc:spChg>
        <pc:spChg chg="add mod">
          <ac:chgData name="Sohag Kabir" userId="e9b0da40-aef8-480a-bb63-d1daacecf555" providerId="ADAL" clId="{C0FDB04E-6320-4A0C-A5C9-BF738384E02A}" dt="2024-10-11T08:47:47.527" v="3686" actId="164"/>
          <ac:spMkLst>
            <pc:docMk/>
            <pc:sldMk cId="4136712713" sldId="268"/>
            <ac:spMk id="11" creationId="{683E5EE6-58FE-4275-C28F-198DC4408379}"/>
          </ac:spMkLst>
        </pc:spChg>
        <pc:spChg chg="add mod">
          <ac:chgData name="Sohag Kabir" userId="e9b0da40-aef8-480a-bb63-d1daacecf555" providerId="ADAL" clId="{C0FDB04E-6320-4A0C-A5C9-BF738384E02A}" dt="2024-10-11T08:51:20.468" v="3698" actId="14100"/>
          <ac:spMkLst>
            <pc:docMk/>
            <pc:sldMk cId="4136712713" sldId="268"/>
            <ac:spMk id="15" creationId="{131A865D-0863-79BD-CA96-FC5F940E47F6}"/>
          </ac:spMkLst>
        </pc:spChg>
        <pc:spChg chg="add mod">
          <ac:chgData name="Sohag Kabir" userId="e9b0da40-aef8-480a-bb63-d1daacecf555" providerId="ADAL" clId="{C0FDB04E-6320-4A0C-A5C9-BF738384E02A}" dt="2024-10-11T08:53:23.136" v="3727" actId="164"/>
          <ac:spMkLst>
            <pc:docMk/>
            <pc:sldMk cId="4136712713" sldId="268"/>
            <ac:spMk id="17" creationId="{5B30D6CD-FFFC-C3BE-E31A-5969E87816DF}"/>
          </ac:spMkLst>
        </pc:spChg>
        <pc:spChg chg="add mod">
          <ac:chgData name="Sohag Kabir" userId="e9b0da40-aef8-480a-bb63-d1daacecf555" providerId="ADAL" clId="{C0FDB04E-6320-4A0C-A5C9-BF738384E02A}" dt="2024-10-11T08:54:45.867" v="3743" actId="1076"/>
          <ac:spMkLst>
            <pc:docMk/>
            <pc:sldMk cId="4136712713" sldId="268"/>
            <ac:spMk id="18" creationId="{C21B09D3-7885-5A5A-4BE0-33754A092DFD}"/>
          </ac:spMkLst>
        </pc:spChg>
        <pc:spChg chg="mod topLvl">
          <ac:chgData name="Sohag Kabir" userId="e9b0da40-aef8-480a-bb63-d1daacecf555" providerId="ADAL" clId="{C0FDB04E-6320-4A0C-A5C9-BF738384E02A}" dt="2024-10-11T08:56:09.646" v="3752" actId="164"/>
          <ac:spMkLst>
            <pc:docMk/>
            <pc:sldMk cId="4136712713" sldId="268"/>
            <ac:spMk id="21" creationId="{A8E704C5-74B3-31F9-1835-DB5E7EAFBCA0}"/>
          </ac:spMkLst>
        </pc:spChg>
        <pc:spChg chg="mod topLvl">
          <ac:chgData name="Sohag Kabir" userId="e9b0da40-aef8-480a-bb63-d1daacecf555" providerId="ADAL" clId="{C0FDB04E-6320-4A0C-A5C9-BF738384E02A}" dt="2024-10-11T08:56:09.646" v="3752" actId="164"/>
          <ac:spMkLst>
            <pc:docMk/>
            <pc:sldMk cId="4136712713" sldId="268"/>
            <ac:spMk id="22" creationId="{5BA65B77-CE4F-A5E5-A847-3964255CDF4E}"/>
          </ac:spMkLst>
        </pc:spChg>
        <pc:grpChg chg="add mod">
          <ac:chgData name="Sohag Kabir" userId="e9b0da40-aef8-480a-bb63-d1daacecf555" providerId="ADAL" clId="{C0FDB04E-6320-4A0C-A5C9-BF738384E02A}" dt="2024-10-11T08:47:47.527" v="3686" actId="164"/>
          <ac:grpSpMkLst>
            <pc:docMk/>
            <pc:sldMk cId="4136712713" sldId="268"/>
            <ac:grpSpMk id="12" creationId="{CFB42017-8763-0487-2B2E-23D8A55F4295}"/>
          </ac:grpSpMkLst>
        </pc:grpChg>
        <pc:grpChg chg="add mod">
          <ac:chgData name="Sohag Kabir" userId="e9b0da40-aef8-480a-bb63-d1daacecf555" providerId="ADAL" clId="{C0FDB04E-6320-4A0C-A5C9-BF738384E02A}" dt="2024-10-11T08:54:48.628" v="3744" actId="1076"/>
          <ac:grpSpMkLst>
            <pc:docMk/>
            <pc:sldMk cId="4136712713" sldId="268"/>
            <ac:grpSpMk id="19" creationId="{3B161315-E675-612C-9C7F-520E4AE880EC}"/>
          </ac:grpSpMkLst>
        </pc:grpChg>
        <pc:grpChg chg="add del mod">
          <ac:chgData name="Sohag Kabir" userId="e9b0da40-aef8-480a-bb63-d1daacecf555" providerId="ADAL" clId="{C0FDB04E-6320-4A0C-A5C9-BF738384E02A}" dt="2024-10-11T08:54:26.925" v="3741" actId="165"/>
          <ac:grpSpMkLst>
            <pc:docMk/>
            <pc:sldMk cId="4136712713" sldId="268"/>
            <ac:grpSpMk id="20" creationId="{486FD86D-1E98-7872-04EC-159B0197B577}"/>
          </ac:grpSpMkLst>
        </pc:grpChg>
        <pc:grpChg chg="add mod">
          <ac:chgData name="Sohag Kabir" userId="e9b0da40-aef8-480a-bb63-d1daacecf555" providerId="ADAL" clId="{C0FDB04E-6320-4A0C-A5C9-BF738384E02A}" dt="2024-10-11T10:34:47.326" v="4365" actId="1037"/>
          <ac:grpSpMkLst>
            <pc:docMk/>
            <pc:sldMk cId="4136712713" sldId="268"/>
            <ac:grpSpMk id="23" creationId="{70FFE0CA-038B-56A7-AD9E-4ADD7B4758F4}"/>
          </ac:grpSpMkLst>
        </pc:grpChg>
        <pc:graphicFrameChg chg="add mod modGraphic">
          <ac:chgData name="Sohag Kabir" userId="e9b0da40-aef8-480a-bb63-d1daacecf555" providerId="ADAL" clId="{C0FDB04E-6320-4A0C-A5C9-BF738384E02A}" dt="2024-10-11T08:46:54.685" v="3679" actId="1076"/>
          <ac:graphicFrameMkLst>
            <pc:docMk/>
            <pc:sldMk cId="4136712713" sldId="268"/>
            <ac:graphicFrameMk id="5" creationId="{03D1EEBC-5E9F-5FA8-2058-9DC6CE6FBD94}"/>
          </ac:graphicFrameMkLst>
        </pc:graphicFrameChg>
      </pc:sldChg>
      <pc:sldChg chg="del">
        <pc:chgData name="Sohag Kabir" userId="e9b0da40-aef8-480a-bb63-d1daacecf555" providerId="ADAL" clId="{C0FDB04E-6320-4A0C-A5C9-BF738384E02A}" dt="2024-10-10T12:53:08.955" v="1725" actId="47"/>
        <pc:sldMkLst>
          <pc:docMk/>
          <pc:sldMk cId="249088773" sldId="274"/>
        </pc:sldMkLst>
      </pc:sldChg>
      <pc:sldChg chg="addSp delSp modSp mod delAnim">
        <pc:chgData name="Sohag Kabir" userId="e9b0da40-aef8-480a-bb63-d1daacecf555" providerId="ADAL" clId="{C0FDB04E-6320-4A0C-A5C9-BF738384E02A}" dt="2024-10-11T09:52:52.492" v="4239" actId="20577"/>
        <pc:sldMkLst>
          <pc:docMk/>
          <pc:sldMk cId="616367942" sldId="279"/>
        </pc:sldMkLst>
        <pc:spChg chg="mod">
          <ac:chgData name="Sohag Kabir" userId="e9b0da40-aef8-480a-bb63-d1daacecf555" providerId="ADAL" clId="{C0FDB04E-6320-4A0C-A5C9-BF738384E02A}" dt="2024-10-11T09:50:57.862" v="4227" actId="14100"/>
          <ac:spMkLst>
            <pc:docMk/>
            <pc:sldMk cId="616367942" sldId="279"/>
            <ac:spMk id="2" creationId="{DE13D453-4D7B-47BF-AED4-27D56C3644AA}"/>
          </ac:spMkLst>
        </pc:spChg>
        <pc:spChg chg="del">
          <ac:chgData name="Sohag Kabir" userId="e9b0da40-aef8-480a-bb63-d1daacecf555" providerId="ADAL" clId="{C0FDB04E-6320-4A0C-A5C9-BF738384E02A}" dt="2024-10-08T13:31:07.129" v="219" actId="478"/>
          <ac:spMkLst>
            <pc:docMk/>
            <pc:sldMk cId="616367942" sldId="279"/>
            <ac:spMk id="5" creationId="{8143AF44-8037-97CC-53ED-2FE1F44FC034}"/>
          </ac:spMkLst>
        </pc:spChg>
        <pc:spChg chg="del">
          <ac:chgData name="Sohag Kabir" userId="e9b0da40-aef8-480a-bb63-d1daacecf555" providerId="ADAL" clId="{C0FDB04E-6320-4A0C-A5C9-BF738384E02A}" dt="2024-10-08T13:31:10.188" v="220" actId="478"/>
          <ac:spMkLst>
            <pc:docMk/>
            <pc:sldMk cId="616367942" sldId="279"/>
            <ac:spMk id="9" creationId="{B06106E6-D5F4-FBA7-3A0D-73F4DF202DD3}"/>
          </ac:spMkLst>
        </pc:spChg>
        <pc:graphicFrameChg chg="add mod modGraphic">
          <ac:chgData name="Sohag Kabir" userId="e9b0da40-aef8-480a-bb63-d1daacecf555" providerId="ADAL" clId="{C0FDB04E-6320-4A0C-A5C9-BF738384E02A}" dt="2024-10-11T09:52:52.492" v="4239" actId="20577"/>
          <ac:graphicFrameMkLst>
            <pc:docMk/>
            <pc:sldMk cId="616367942" sldId="279"/>
            <ac:graphicFrameMk id="3" creationId="{2899255D-2088-5A5F-D53B-4CFBE682E9BD}"/>
          </ac:graphicFrameMkLst>
        </pc:graphicFrameChg>
        <pc:picChg chg="add del">
          <ac:chgData name="Sohag Kabir" userId="e9b0da40-aef8-480a-bb63-d1daacecf555" providerId="ADAL" clId="{C0FDB04E-6320-4A0C-A5C9-BF738384E02A}" dt="2024-10-08T13:31:58.034" v="223" actId="478"/>
          <ac:picMkLst>
            <pc:docMk/>
            <pc:sldMk cId="616367942" sldId="279"/>
            <ac:picMk id="4" creationId="{1E583B6A-2342-186A-E083-D750947C4D77}"/>
          </ac:picMkLst>
        </pc:picChg>
        <pc:picChg chg="add del mod">
          <ac:chgData name="Sohag Kabir" userId="e9b0da40-aef8-480a-bb63-d1daacecf555" providerId="ADAL" clId="{C0FDB04E-6320-4A0C-A5C9-BF738384E02A}" dt="2024-10-09T16:15:18.287" v="1064" actId="478"/>
          <ac:picMkLst>
            <pc:docMk/>
            <pc:sldMk cId="616367942" sldId="279"/>
            <ac:picMk id="10" creationId="{A4178BF6-7FB8-082D-40BC-5F9D10FA40C5}"/>
          </ac:picMkLst>
        </pc:picChg>
      </pc:sldChg>
      <pc:sldChg chg="del">
        <pc:chgData name="Sohag Kabir" userId="e9b0da40-aef8-480a-bb63-d1daacecf555" providerId="ADAL" clId="{C0FDB04E-6320-4A0C-A5C9-BF738384E02A}" dt="2024-10-10T12:53:30.586" v="1728" actId="2696"/>
        <pc:sldMkLst>
          <pc:docMk/>
          <pc:sldMk cId="641033179" sldId="280"/>
        </pc:sldMkLst>
      </pc:sldChg>
      <pc:sldChg chg="del">
        <pc:chgData name="Sohag Kabir" userId="e9b0da40-aef8-480a-bb63-d1daacecf555" providerId="ADAL" clId="{C0FDB04E-6320-4A0C-A5C9-BF738384E02A}" dt="2024-10-10T12:53:08.955" v="1725" actId="47"/>
        <pc:sldMkLst>
          <pc:docMk/>
          <pc:sldMk cId="1477951119" sldId="281"/>
        </pc:sldMkLst>
      </pc:sldChg>
      <pc:sldChg chg="del">
        <pc:chgData name="Sohag Kabir" userId="e9b0da40-aef8-480a-bb63-d1daacecf555" providerId="ADAL" clId="{C0FDB04E-6320-4A0C-A5C9-BF738384E02A}" dt="2024-10-10T12:53:15.252" v="1726" actId="47"/>
        <pc:sldMkLst>
          <pc:docMk/>
          <pc:sldMk cId="2123858380" sldId="299"/>
        </pc:sldMkLst>
      </pc:sldChg>
      <pc:sldChg chg="del">
        <pc:chgData name="Sohag Kabir" userId="e9b0da40-aef8-480a-bb63-d1daacecf555" providerId="ADAL" clId="{C0FDB04E-6320-4A0C-A5C9-BF738384E02A}" dt="2024-10-10T12:53:26.312" v="1727" actId="2696"/>
        <pc:sldMkLst>
          <pc:docMk/>
          <pc:sldMk cId="1426418876" sldId="300"/>
        </pc:sldMkLst>
      </pc:sldChg>
      <pc:sldChg chg="del">
        <pc:chgData name="Sohag Kabir" userId="e9b0da40-aef8-480a-bb63-d1daacecf555" providerId="ADAL" clId="{C0FDB04E-6320-4A0C-A5C9-BF738384E02A}" dt="2024-10-10T12:53:15.252" v="1726" actId="47"/>
        <pc:sldMkLst>
          <pc:docMk/>
          <pc:sldMk cId="4245518297" sldId="301"/>
        </pc:sldMkLst>
      </pc:sldChg>
      <pc:sldChg chg="del">
        <pc:chgData name="Sohag Kabir" userId="e9b0da40-aef8-480a-bb63-d1daacecf555" providerId="ADAL" clId="{C0FDB04E-6320-4A0C-A5C9-BF738384E02A}" dt="2024-10-10T12:53:08.955" v="1725" actId="47"/>
        <pc:sldMkLst>
          <pc:docMk/>
          <pc:sldMk cId="846972630" sldId="302"/>
        </pc:sldMkLst>
      </pc:sldChg>
      <pc:sldChg chg="del">
        <pc:chgData name="Sohag Kabir" userId="e9b0da40-aef8-480a-bb63-d1daacecf555" providerId="ADAL" clId="{C0FDB04E-6320-4A0C-A5C9-BF738384E02A}" dt="2024-10-10T12:53:04.883" v="1724" actId="47"/>
        <pc:sldMkLst>
          <pc:docMk/>
          <pc:sldMk cId="3111864872" sldId="303"/>
        </pc:sldMkLst>
      </pc:sldChg>
      <pc:sldChg chg="del">
        <pc:chgData name="Sohag Kabir" userId="e9b0da40-aef8-480a-bb63-d1daacecf555" providerId="ADAL" clId="{C0FDB04E-6320-4A0C-A5C9-BF738384E02A}" dt="2024-10-10T12:53:04.883" v="1724" actId="47"/>
        <pc:sldMkLst>
          <pc:docMk/>
          <pc:sldMk cId="3848471798" sldId="304"/>
        </pc:sldMkLst>
      </pc:sldChg>
      <pc:sldChg chg="del">
        <pc:chgData name="Sohag Kabir" userId="e9b0da40-aef8-480a-bb63-d1daacecf555" providerId="ADAL" clId="{C0FDB04E-6320-4A0C-A5C9-BF738384E02A}" dt="2024-10-10T12:53:04.883" v="1724" actId="47"/>
        <pc:sldMkLst>
          <pc:docMk/>
          <pc:sldMk cId="1153240218" sldId="305"/>
        </pc:sldMkLst>
      </pc:sldChg>
      <pc:sldChg chg="del">
        <pc:chgData name="Sohag Kabir" userId="e9b0da40-aef8-480a-bb63-d1daacecf555" providerId="ADAL" clId="{C0FDB04E-6320-4A0C-A5C9-BF738384E02A}" dt="2024-10-10T12:53:00.315" v="1723" actId="47"/>
        <pc:sldMkLst>
          <pc:docMk/>
          <pc:sldMk cId="2096964769" sldId="306"/>
        </pc:sldMkLst>
      </pc:sldChg>
      <pc:sldChg chg="del">
        <pc:chgData name="Sohag Kabir" userId="e9b0da40-aef8-480a-bb63-d1daacecf555" providerId="ADAL" clId="{C0FDB04E-6320-4A0C-A5C9-BF738384E02A}" dt="2024-10-10T12:53:00.315" v="1723" actId="47"/>
        <pc:sldMkLst>
          <pc:docMk/>
          <pc:sldMk cId="3822761777" sldId="307"/>
        </pc:sldMkLst>
      </pc:sldChg>
      <pc:sldChg chg="del">
        <pc:chgData name="Sohag Kabir" userId="e9b0da40-aef8-480a-bb63-d1daacecf555" providerId="ADAL" clId="{C0FDB04E-6320-4A0C-A5C9-BF738384E02A}" dt="2024-10-10T12:53:00.315" v="1723" actId="47"/>
        <pc:sldMkLst>
          <pc:docMk/>
          <pc:sldMk cId="486127999" sldId="308"/>
        </pc:sldMkLst>
      </pc:sldChg>
      <pc:sldChg chg="del">
        <pc:chgData name="Sohag Kabir" userId="e9b0da40-aef8-480a-bb63-d1daacecf555" providerId="ADAL" clId="{C0FDB04E-6320-4A0C-A5C9-BF738384E02A}" dt="2024-10-10T12:53:00.315" v="1723" actId="47"/>
        <pc:sldMkLst>
          <pc:docMk/>
          <pc:sldMk cId="722230659" sldId="309"/>
        </pc:sldMkLst>
      </pc:sldChg>
      <pc:sldChg chg="del">
        <pc:chgData name="Sohag Kabir" userId="e9b0da40-aef8-480a-bb63-d1daacecf555" providerId="ADAL" clId="{C0FDB04E-6320-4A0C-A5C9-BF738384E02A}" dt="2024-10-10T12:52:55.743" v="1722" actId="47"/>
        <pc:sldMkLst>
          <pc:docMk/>
          <pc:sldMk cId="3109045321" sldId="310"/>
        </pc:sldMkLst>
      </pc:sldChg>
      <pc:sldChg chg="del">
        <pc:chgData name="Sohag Kabir" userId="e9b0da40-aef8-480a-bb63-d1daacecf555" providerId="ADAL" clId="{C0FDB04E-6320-4A0C-A5C9-BF738384E02A}" dt="2024-10-10T12:52:55.743" v="1722" actId="47"/>
        <pc:sldMkLst>
          <pc:docMk/>
          <pc:sldMk cId="46135408" sldId="311"/>
        </pc:sldMkLst>
      </pc:sldChg>
      <pc:sldChg chg="del">
        <pc:chgData name="Sohag Kabir" userId="e9b0da40-aef8-480a-bb63-d1daacecf555" providerId="ADAL" clId="{C0FDB04E-6320-4A0C-A5C9-BF738384E02A}" dt="2024-10-10T12:52:50.777" v="1721" actId="47"/>
        <pc:sldMkLst>
          <pc:docMk/>
          <pc:sldMk cId="972723603" sldId="312"/>
        </pc:sldMkLst>
      </pc:sldChg>
      <pc:sldChg chg="del">
        <pc:chgData name="Sohag Kabir" userId="e9b0da40-aef8-480a-bb63-d1daacecf555" providerId="ADAL" clId="{C0FDB04E-6320-4A0C-A5C9-BF738384E02A}" dt="2024-10-10T12:52:55.743" v="1722" actId="47"/>
        <pc:sldMkLst>
          <pc:docMk/>
          <pc:sldMk cId="239066561" sldId="313"/>
        </pc:sldMkLst>
      </pc:sldChg>
      <pc:sldChg chg="del">
        <pc:chgData name="Sohag Kabir" userId="e9b0da40-aef8-480a-bb63-d1daacecf555" providerId="ADAL" clId="{C0FDB04E-6320-4A0C-A5C9-BF738384E02A}" dt="2024-10-10T12:52:55.743" v="1722" actId="47"/>
        <pc:sldMkLst>
          <pc:docMk/>
          <pc:sldMk cId="915143749" sldId="314"/>
        </pc:sldMkLst>
      </pc:sldChg>
      <pc:sldChg chg="del">
        <pc:chgData name="Sohag Kabir" userId="e9b0da40-aef8-480a-bb63-d1daacecf555" providerId="ADAL" clId="{C0FDB04E-6320-4A0C-A5C9-BF738384E02A}" dt="2024-10-10T12:53:00.315" v="1723" actId="47"/>
        <pc:sldMkLst>
          <pc:docMk/>
          <pc:sldMk cId="176035261" sldId="316"/>
        </pc:sldMkLst>
      </pc:sldChg>
      <pc:sldChg chg="del">
        <pc:chgData name="Sohag Kabir" userId="e9b0da40-aef8-480a-bb63-d1daacecf555" providerId="ADAL" clId="{C0FDB04E-6320-4A0C-A5C9-BF738384E02A}" dt="2024-10-10T12:52:50.777" v="1721" actId="47"/>
        <pc:sldMkLst>
          <pc:docMk/>
          <pc:sldMk cId="3739762811" sldId="317"/>
        </pc:sldMkLst>
      </pc:sldChg>
      <pc:sldChg chg="del">
        <pc:chgData name="Sohag Kabir" userId="e9b0da40-aef8-480a-bb63-d1daacecf555" providerId="ADAL" clId="{C0FDB04E-6320-4A0C-A5C9-BF738384E02A}" dt="2024-10-10T12:52:46.601" v="1720" actId="47"/>
        <pc:sldMkLst>
          <pc:docMk/>
          <pc:sldMk cId="2072777590" sldId="318"/>
        </pc:sldMkLst>
      </pc:sldChg>
      <pc:sldChg chg="del">
        <pc:chgData name="Sohag Kabir" userId="e9b0da40-aef8-480a-bb63-d1daacecf555" providerId="ADAL" clId="{C0FDB04E-6320-4A0C-A5C9-BF738384E02A}" dt="2024-10-10T12:52:46.601" v="1720" actId="47"/>
        <pc:sldMkLst>
          <pc:docMk/>
          <pc:sldMk cId="2430164481" sldId="319"/>
        </pc:sldMkLst>
      </pc:sldChg>
      <pc:sldChg chg="del">
        <pc:chgData name="Sohag Kabir" userId="e9b0da40-aef8-480a-bb63-d1daacecf555" providerId="ADAL" clId="{C0FDB04E-6320-4A0C-A5C9-BF738384E02A}" dt="2024-10-10T12:52:46.601" v="1720" actId="47"/>
        <pc:sldMkLst>
          <pc:docMk/>
          <pc:sldMk cId="1104326229" sldId="320"/>
        </pc:sldMkLst>
      </pc:sldChg>
      <pc:sldChg chg="del">
        <pc:chgData name="Sohag Kabir" userId="e9b0da40-aef8-480a-bb63-d1daacecf555" providerId="ADAL" clId="{C0FDB04E-6320-4A0C-A5C9-BF738384E02A}" dt="2024-10-10T12:52:46.601" v="1720" actId="47"/>
        <pc:sldMkLst>
          <pc:docMk/>
          <pc:sldMk cId="3732061710" sldId="321"/>
        </pc:sldMkLst>
      </pc:sldChg>
      <pc:sldChg chg="del">
        <pc:chgData name="Sohag Kabir" userId="e9b0da40-aef8-480a-bb63-d1daacecf555" providerId="ADAL" clId="{C0FDB04E-6320-4A0C-A5C9-BF738384E02A}" dt="2024-10-10T12:52:46.601" v="1720" actId="47"/>
        <pc:sldMkLst>
          <pc:docMk/>
          <pc:sldMk cId="4110926446" sldId="322"/>
        </pc:sldMkLst>
      </pc:sldChg>
      <pc:sldChg chg="del">
        <pc:chgData name="Sohag Kabir" userId="e9b0da40-aef8-480a-bb63-d1daacecf555" providerId="ADAL" clId="{C0FDB04E-6320-4A0C-A5C9-BF738384E02A}" dt="2024-10-10T12:52:40.679" v="1719" actId="47"/>
        <pc:sldMkLst>
          <pc:docMk/>
          <pc:sldMk cId="1701472916" sldId="323"/>
        </pc:sldMkLst>
      </pc:sldChg>
      <pc:sldChg chg="del">
        <pc:chgData name="Sohag Kabir" userId="e9b0da40-aef8-480a-bb63-d1daacecf555" providerId="ADAL" clId="{C0FDB04E-6320-4A0C-A5C9-BF738384E02A}" dt="2024-10-10T12:52:40.679" v="1719" actId="47"/>
        <pc:sldMkLst>
          <pc:docMk/>
          <pc:sldMk cId="3154535261" sldId="324"/>
        </pc:sldMkLst>
      </pc:sldChg>
      <pc:sldChg chg="del">
        <pc:chgData name="Sohag Kabir" userId="e9b0da40-aef8-480a-bb63-d1daacecf555" providerId="ADAL" clId="{C0FDB04E-6320-4A0C-A5C9-BF738384E02A}" dt="2024-10-10T12:52:40.679" v="1719" actId="47"/>
        <pc:sldMkLst>
          <pc:docMk/>
          <pc:sldMk cId="3053571331" sldId="325"/>
        </pc:sldMkLst>
      </pc:sldChg>
      <pc:sldChg chg="del">
        <pc:chgData name="Sohag Kabir" userId="e9b0da40-aef8-480a-bb63-d1daacecf555" providerId="ADAL" clId="{C0FDB04E-6320-4A0C-A5C9-BF738384E02A}" dt="2024-10-10T12:52:40.679" v="1719" actId="47"/>
        <pc:sldMkLst>
          <pc:docMk/>
          <pc:sldMk cId="421772403" sldId="326"/>
        </pc:sldMkLst>
      </pc:sldChg>
      <pc:sldChg chg="add del">
        <pc:chgData name="Sohag Kabir" userId="e9b0da40-aef8-480a-bb63-d1daacecf555" providerId="ADAL" clId="{C0FDB04E-6320-4A0C-A5C9-BF738384E02A}" dt="2024-10-09T16:16:19.573" v="1067" actId="2696"/>
        <pc:sldMkLst>
          <pc:docMk/>
          <pc:sldMk cId="1963414212" sldId="327"/>
        </pc:sldMkLst>
      </pc:sldChg>
      <pc:sldChg chg="addSp delSp modSp add mod modAnim">
        <pc:chgData name="Sohag Kabir" userId="e9b0da40-aef8-480a-bb63-d1daacecf555" providerId="ADAL" clId="{C0FDB04E-6320-4A0C-A5C9-BF738384E02A}" dt="2024-10-11T09:55:56.342" v="4259" actId="27636"/>
        <pc:sldMkLst>
          <pc:docMk/>
          <pc:sldMk cId="4080867092" sldId="328"/>
        </pc:sldMkLst>
        <pc:spChg chg="mod">
          <ac:chgData name="Sohag Kabir" userId="e9b0da40-aef8-480a-bb63-d1daacecf555" providerId="ADAL" clId="{C0FDB04E-6320-4A0C-A5C9-BF738384E02A}" dt="2024-10-09T16:54:22.859" v="1334" actId="255"/>
          <ac:spMkLst>
            <pc:docMk/>
            <pc:sldMk cId="4080867092" sldId="328"/>
            <ac:spMk id="2" creationId="{DE13D453-4D7B-47BF-AED4-27D56C3644AA}"/>
          </ac:spMkLst>
        </pc:spChg>
        <pc:spChg chg="add mod">
          <ac:chgData name="Sohag Kabir" userId="e9b0da40-aef8-480a-bb63-d1daacecf555" providerId="ADAL" clId="{C0FDB04E-6320-4A0C-A5C9-BF738384E02A}" dt="2024-10-11T09:55:56.342" v="4259" actId="27636"/>
          <ac:spMkLst>
            <pc:docMk/>
            <pc:sldMk cId="4080867092" sldId="328"/>
            <ac:spMk id="3" creationId="{A079262B-1A0A-547B-9FA6-893E4717870F}"/>
          </ac:spMkLst>
        </pc:spChg>
        <pc:spChg chg="add del">
          <ac:chgData name="Sohag Kabir" userId="e9b0da40-aef8-480a-bb63-d1daacecf555" providerId="ADAL" clId="{C0FDB04E-6320-4A0C-A5C9-BF738384E02A}" dt="2024-10-09T16:26:55.569" v="1106"/>
          <ac:spMkLst>
            <pc:docMk/>
            <pc:sldMk cId="4080867092" sldId="328"/>
            <ac:spMk id="4" creationId="{948E2ADB-C41F-AEBC-2115-8750E39EE780}"/>
          </ac:spMkLst>
        </pc:spChg>
        <pc:picChg chg="del">
          <ac:chgData name="Sohag Kabir" userId="e9b0da40-aef8-480a-bb63-d1daacecf555" providerId="ADAL" clId="{C0FDB04E-6320-4A0C-A5C9-BF738384E02A}" dt="2024-10-08T15:51:08.256" v="226" actId="478"/>
          <ac:picMkLst>
            <pc:docMk/>
            <pc:sldMk cId="4080867092" sldId="328"/>
            <ac:picMk id="4" creationId="{1E583B6A-2342-186A-E083-D750947C4D77}"/>
          </ac:picMkLst>
        </pc:picChg>
        <pc:picChg chg="add del mod">
          <ac:chgData name="Sohag Kabir" userId="e9b0da40-aef8-480a-bb63-d1daacecf555" providerId="ADAL" clId="{C0FDB04E-6320-4A0C-A5C9-BF738384E02A}" dt="2024-10-09T16:17:51.899" v="1095" actId="478"/>
          <ac:picMkLst>
            <pc:docMk/>
            <pc:sldMk cId="4080867092" sldId="328"/>
            <ac:picMk id="5" creationId="{E552819F-BDAF-EF2A-6499-B9D932360C90}"/>
          </ac:picMkLst>
        </pc:picChg>
      </pc:sldChg>
      <pc:sldChg chg="addSp delSp add del mod">
        <pc:chgData name="Sohag Kabir" userId="e9b0da40-aef8-480a-bb63-d1daacecf555" providerId="ADAL" clId="{C0FDB04E-6320-4A0C-A5C9-BF738384E02A}" dt="2024-10-10T15:40:02.069" v="2035" actId="2696"/>
        <pc:sldMkLst>
          <pc:docMk/>
          <pc:sldMk cId="191919649" sldId="329"/>
        </pc:sldMkLst>
        <pc:picChg chg="add">
          <ac:chgData name="Sohag Kabir" userId="e9b0da40-aef8-480a-bb63-d1daacecf555" providerId="ADAL" clId="{C0FDB04E-6320-4A0C-A5C9-BF738384E02A}" dt="2024-10-08T15:53:30.656" v="230" actId="22"/>
          <ac:picMkLst>
            <pc:docMk/>
            <pc:sldMk cId="191919649" sldId="329"/>
            <ac:picMk id="4" creationId="{57079CDD-EFC6-1D99-E4CF-1933018AAD1D}"/>
          </ac:picMkLst>
        </pc:picChg>
        <pc:picChg chg="del">
          <ac:chgData name="Sohag Kabir" userId="e9b0da40-aef8-480a-bb63-d1daacecf555" providerId="ADAL" clId="{C0FDB04E-6320-4A0C-A5C9-BF738384E02A}" dt="2024-10-08T15:53:29.721" v="229" actId="478"/>
          <ac:picMkLst>
            <pc:docMk/>
            <pc:sldMk cId="191919649" sldId="329"/>
            <ac:picMk id="5" creationId="{E552819F-BDAF-EF2A-6499-B9D932360C90}"/>
          </ac:picMkLst>
        </pc:picChg>
      </pc:sldChg>
      <pc:sldChg chg="addSp delSp modSp add mod modAnim">
        <pc:chgData name="Sohag Kabir" userId="e9b0da40-aef8-480a-bb63-d1daacecf555" providerId="ADAL" clId="{C0FDB04E-6320-4A0C-A5C9-BF738384E02A}" dt="2024-10-11T10:14:32.540" v="4332" actId="27636"/>
        <pc:sldMkLst>
          <pc:docMk/>
          <pc:sldMk cId="4199687532" sldId="330"/>
        </pc:sldMkLst>
        <pc:spChg chg="mod">
          <ac:chgData name="Sohag Kabir" userId="e9b0da40-aef8-480a-bb63-d1daacecf555" providerId="ADAL" clId="{C0FDB04E-6320-4A0C-A5C9-BF738384E02A}" dt="2024-10-10T08:05:16.858" v="1436" actId="1076"/>
          <ac:spMkLst>
            <pc:docMk/>
            <pc:sldMk cId="4199687532" sldId="330"/>
            <ac:spMk id="2" creationId="{DE13D453-4D7B-47BF-AED4-27D56C3644AA}"/>
          </ac:spMkLst>
        </pc:spChg>
        <pc:spChg chg="add mod">
          <ac:chgData name="Sohag Kabir" userId="e9b0da40-aef8-480a-bb63-d1daacecf555" providerId="ADAL" clId="{C0FDB04E-6320-4A0C-A5C9-BF738384E02A}" dt="2024-10-11T10:14:32.540" v="4332" actId="27636"/>
          <ac:spMkLst>
            <pc:docMk/>
            <pc:sldMk cId="4199687532" sldId="330"/>
            <ac:spMk id="8" creationId="{4AF715B6-FF78-C48B-D030-BBA14FC06D14}"/>
          </ac:spMkLst>
        </pc:spChg>
        <pc:spChg chg="add mod">
          <ac:chgData name="Sohag Kabir" userId="e9b0da40-aef8-480a-bb63-d1daacecf555" providerId="ADAL" clId="{C0FDB04E-6320-4A0C-A5C9-BF738384E02A}" dt="2024-10-10T08:26:58.909" v="1486" actId="164"/>
          <ac:spMkLst>
            <pc:docMk/>
            <pc:sldMk cId="4199687532" sldId="330"/>
            <ac:spMk id="10" creationId="{2AE9182B-7A24-E664-1A43-90FAAB515D58}"/>
          </ac:spMkLst>
        </pc:spChg>
        <pc:spChg chg="add del mod">
          <ac:chgData name="Sohag Kabir" userId="e9b0da40-aef8-480a-bb63-d1daacecf555" providerId="ADAL" clId="{C0FDB04E-6320-4A0C-A5C9-BF738384E02A}" dt="2024-10-10T08:32:21.466" v="1542" actId="478"/>
          <ac:spMkLst>
            <pc:docMk/>
            <pc:sldMk cId="4199687532" sldId="330"/>
            <ac:spMk id="12" creationId="{9676B76A-8484-C9E2-1A5A-0FC6F1DAD971}"/>
          </ac:spMkLst>
        </pc:spChg>
        <pc:grpChg chg="add mod">
          <ac:chgData name="Sohag Kabir" userId="e9b0da40-aef8-480a-bb63-d1daacecf555" providerId="ADAL" clId="{C0FDB04E-6320-4A0C-A5C9-BF738384E02A}" dt="2024-10-10T08:32:49.543" v="1546" actId="1076"/>
          <ac:grpSpMkLst>
            <pc:docMk/>
            <pc:sldMk cId="4199687532" sldId="330"/>
            <ac:grpSpMk id="11" creationId="{A5992564-0041-4AEB-88F5-E88D42C32DDE}"/>
          </ac:grpSpMkLst>
        </pc:grpChg>
        <pc:picChg chg="add del mod">
          <ac:chgData name="Sohag Kabir" userId="e9b0da40-aef8-480a-bb63-d1daacecf555" providerId="ADAL" clId="{C0FDB04E-6320-4A0C-A5C9-BF738384E02A}" dt="2024-10-10T08:20:14.099" v="1440" actId="478"/>
          <ac:picMkLst>
            <pc:docMk/>
            <pc:sldMk cId="4199687532" sldId="330"/>
            <ac:picMk id="3" creationId="{12256314-896B-401D-4825-1C51ADA5A210}"/>
          </ac:picMkLst>
        </pc:picChg>
        <pc:picChg chg="add mod">
          <ac:chgData name="Sohag Kabir" userId="e9b0da40-aef8-480a-bb63-d1daacecf555" providerId="ADAL" clId="{C0FDB04E-6320-4A0C-A5C9-BF738384E02A}" dt="2024-10-10T08:26:58.909" v="1486" actId="164"/>
          <ac:picMkLst>
            <pc:docMk/>
            <pc:sldMk cId="4199687532" sldId="330"/>
            <ac:picMk id="4" creationId="{63F351B5-4865-A6E6-F731-62D4E19B9E42}"/>
          </ac:picMkLst>
        </pc:picChg>
        <pc:picChg chg="del">
          <ac:chgData name="Sohag Kabir" userId="e9b0da40-aef8-480a-bb63-d1daacecf555" providerId="ADAL" clId="{C0FDB04E-6320-4A0C-A5C9-BF738384E02A}" dt="2024-10-10T08:04:42.817" v="1434" actId="478"/>
          <ac:picMkLst>
            <pc:docMk/>
            <pc:sldMk cId="4199687532" sldId="330"/>
            <ac:picMk id="5" creationId="{E552819F-BDAF-EF2A-6499-B9D932360C90}"/>
          </ac:picMkLst>
        </pc:picChg>
      </pc:sldChg>
      <pc:sldChg chg="addSp delSp modSp add mod modAnim">
        <pc:chgData name="Sohag Kabir" userId="e9b0da40-aef8-480a-bb63-d1daacecf555" providerId="ADAL" clId="{C0FDB04E-6320-4A0C-A5C9-BF738384E02A}" dt="2024-10-11T09:58:11.144" v="4271" actId="27636"/>
        <pc:sldMkLst>
          <pc:docMk/>
          <pc:sldMk cId="327274818" sldId="331"/>
        </pc:sldMkLst>
        <pc:spChg chg="mod">
          <ac:chgData name="Sohag Kabir" userId="e9b0da40-aef8-480a-bb63-d1daacecf555" providerId="ADAL" clId="{C0FDB04E-6320-4A0C-A5C9-BF738384E02A}" dt="2024-10-09T16:54:41.830" v="1336" actId="1076"/>
          <ac:spMkLst>
            <pc:docMk/>
            <pc:sldMk cId="327274818" sldId="331"/>
            <ac:spMk id="2" creationId="{DE13D453-4D7B-47BF-AED4-27D56C3644AA}"/>
          </ac:spMkLst>
        </pc:spChg>
        <pc:spChg chg="del mod">
          <ac:chgData name="Sohag Kabir" userId="e9b0da40-aef8-480a-bb63-d1daacecf555" providerId="ADAL" clId="{C0FDB04E-6320-4A0C-A5C9-BF738384E02A}" dt="2024-10-09T16:36:12.826" v="1211" actId="478"/>
          <ac:spMkLst>
            <pc:docMk/>
            <pc:sldMk cId="327274818" sldId="331"/>
            <ac:spMk id="3" creationId="{A079262B-1A0A-547B-9FA6-893E4717870F}"/>
          </ac:spMkLst>
        </pc:spChg>
        <pc:spChg chg="add del mod">
          <ac:chgData name="Sohag Kabir" userId="e9b0da40-aef8-480a-bb63-d1daacecf555" providerId="ADAL" clId="{C0FDB04E-6320-4A0C-A5C9-BF738384E02A}" dt="2024-10-09T16:36:18.934" v="1214" actId="478"/>
          <ac:spMkLst>
            <pc:docMk/>
            <pc:sldMk cId="327274818" sldId="331"/>
            <ac:spMk id="4" creationId="{616AA912-51A1-47F3-FED0-524B06B12CD4}"/>
          </ac:spMkLst>
        </pc:spChg>
        <pc:spChg chg="add mod">
          <ac:chgData name="Sohag Kabir" userId="e9b0da40-aef8-480a-bb63-d1daacecf555" providerId="ADAL" clId="{C0FDB04E-6320-4A0C-A5C9-BF738384E02A}" dt="2024-10-11T09:58:11.144" v="4271" actId="27636"/>
          <ac:spMkLst>
            <pc:docMk/>
            <pc:sldMk cId="327274818" sldId="331"/>
            <ac:spMk id="5" creationId="{19101EEB-425F-04B5-D700-A14EE81FA804}"/>
          </ac:spMkLst>
        </pc:spChg>
      </pc:sldChg>
      <pc:sldChg chg="addSp delSp modSp add mod modAnim">
        <pc:chgData name="Sohag Kabir" userId="e9b0da40-aef8-480a-bb63-d1daacecf555" providerId="ADAL" clId="{C0FDB04E-6320-4A0C-A5C9-BF738384E02A}" dt="2024-10-11T09:58:41.860" v="4272" actId="1076"/>
        <pc:sldMkLst>
          <pc:docMk/>
          <pc:sldMk cId="608246039" sldId="332"/>
        </pc:sldMkLst>
        <pc:spChg chg="mod">
          <ac:chgData name="Sohag Kabir" userId="e9b0da40-aef8-480a-bb63-d1daacecf555" providerId="ADAL" clId="{C0FDB04E-6320-4A0C-A5C9-BF738384E02A}" dt="2024-10-09T16:54:49.734" v="1337" actId="1076"/>
          <ac:spMkLst>
            <pc:docMk/>
            <pc:sldMk cId="608246039" sldId="332"/>
            <ac:spMk id="2" creationId="{DE13D453-4D7B-47BF-AED4-27D56C3644AA}"/>
          </ac:spMkLst>
        </pc:spChg>
        <pc:spChg chg="add mod">
          <ac:chgData name="Sohag Kabir" userId="e9b0da40-aef8-480a-bb63-d1daacecf555" providerId="ADAL" clId="{C0FDB04E-6320-4A0C-A5C9-BF738384E02A}" dt="2024-10-11T09:58:41.860" v="4272" actId="1076"/>
          <ac:spMkLst>
            <pc:docMk/>
            <pc:sldMk cId="608246039" sldId="332"/>
            <ac:spMk id="3" creationId="{1B3867B0-FCD9-2649-37E1-93D8FF883D19}"/>
          </ac:spMkLst>
        </pc:spChg>
        <pc:spChg chg="del">
          <ac:chgData name="Sohag Kabir" userId="e9b0da40-aef8-480a-bb63-d1daacecf555" providerId="ADAL" clId="{C0FDB04E-6320-4A0C-A5C9-BF738384E02A}" dt="2024-10-09T16:40:51.228" v="1240" actId="478"/>
          <ac:spMkLst>
            <pc:docMk/>
            <pc:sldMk cId="608246039" sldId="332"/>
            <ac:spMk id="5" creationId="{19101EEB-425F-04B5-D700-A14EE81FA804}"/>
          </ac:spMkLst>
        </pc:spChg>
        <pc:spChg chg="add del">
          <ac:chgData name="Sohag Kabir" userId="e9b0da40-aef8-480a-bb63-d1daacecf555" providerId="ADAL" clId="{C0FDB04E-6320-4A0C-A5C9-BF738384E02A}" dt="2024-10-09T16:43:11.797" v="1245" actId="22"/>
          <ac:spMkLst>
            <pc:docMk/>
            <pc:sldMk cId="608246039" sldId="332"/>
            <ac:spMk id="8" creationId="{F5BA68BF-3F41-7261-4FD8-85F718FEB54D}"/>
          </ac:spMkLst>
        </pc:spChg>
      </pc:sldChg>
      <pc:sldChg chg="addSp delSp modSp add mod modAnim">
        <pc:chgData name="Sohag Kabir" userId="e9b0da40-aef8-480a-bb63-d1daacecf555" providerId="ADAL" clId="{C0FDB04E-6320-4A0C-A5C9-BF738384E02A}" dt="2024-10-11T10:01:06.964" v="4285" actId="20577"/>
        <pc:sldMkLst>
          <pc:docMk/>
          <pc:sldMk cId="1986047182" sldId="333"/>
        </pc:sldMkLst>
        <pc:spChg chg="mod">
          <ac:chgData name="Sohag Kabir" userId="e9b0da40-aef8-480a-bb63-d1daacecf555" providerId="ADAL" clId="{C0FDB04E-6320-4A0C-A5C9-BF738384E02A}" dt="2024-10-09T16:53:25.267" v="1326" actId="1076"/>
          <ac:spMkLst>
            <pc:docMk/>
            <pc:sldMk cId="1986047182" sldId="333"/>
            <ac:spMk id="2" creationId="{DE13D453-4D7B-47BF-AED4-27D56C3644AA}"/>
          </ac:spMkLst>
        </pc:spChg>
        <pc:spChg chg="del">
          <ac:chgData name="Sohag Kabir" userId="e9b0da40-aef8-480a-bb63-d1daacecf555" providerId="ADAL" clId="{C0FDB04E-6320-4A0C-A5C9-BF738384E02A}" dt="2024-10-09T16:43:30.892" v="1267" actId="478"/>
          <ac:spMkLst>
            <pc:docMk/>
            <pc:sldMk cId="1986047182" sldId="333"/>
            <ac:spMk id="3" creationId="{1B3867B0-FCD9-2649-37E1-93D8FF883D19}"/>
          </ac:spMkLst>
        </pc:spChg>
        <pc:spChg chg="add del mod">
          <ac:chgData name="Sohag Kabir" userId="e9b0da40-aef8-480a-bb63-d1daacecf555" providerId="ADAL" clId="{C0FDB04E-6320-4A0C-A5C9-BF738384E02A}" dt="2024-10-09T16:43:33.090" v="1268" actId="478"/>
          <ac:spMkLst>
            <pc:docMk/>
            <pc:sldMk cId="1986047182" sldId="333"/>
            <ac:spMk id="4" creationId="{70F67314-FF2C-D7D5-E552-507AC3CB8321}"/>
          </ac:spMkLst>
        </pc:spChg>
        <pc:spChg chg="add del">
          <ac:chgData name="Sohag Kabir" userId="e9b0da40-aef8-480a-bb63-d1daacecf555" providerId="ADAL" clId="{C0FDB04E-6320-4A0C-A5C9-BF738384E02A}" dt="2024-10-09T16:43:58.090" v="1270"/>
          <ac:spMkLst>
            <pc:docMk/>
            <pc:sldMk cId="1986047182" sldId="333"/>
            <ac:spMk id="5" creationId="{6B7F09E6-95F7-194F-773E-29914D97922D}"/>
          </ac:spMkLst>
        </pc:spChg>
        <pc:spChg chg="add mod">
          <ac:chgData name="Sohag Kabir" userId="e9b0da40-aef8-480a-bb63-d1daacecf555" providerId="ADAL" clId="{C0FDB04E-6320-4A0C-A5C9-BF738384E02A}" dt="2024-10-11T10:01:06.964" v="4285" actId="20577"/>
          <ac:spMkLst>
            <pc:docMk/>
            <pc:sldMk cId="1986047182" sldId="333"/>
            <ac:spMk id="8" creationId="{89CD06E9-1780-8B3C-6C3D-1017FCCB6FE1}"/>
          </ac:spMkLst>
        </pc:spChg>
        <pc:spChg chg="add del">
          <ac:chgData name="Sohag Kabir" userId="e9b0da40-aef8-480a-bb63-d1daacecf555" providerId="ADAL" clId="{C0FDB04E-6320-4A0C-A5C9-BF738384E02A}" dt="2024-10-09T16:44:09.647" v="1273"/>
          <ac:spMkLst>
            <pc:docMk/>
            <pc:sldMk cId="1986047182" sldId="333"/>
            <ac:spMk id="9" creationId="{0B743863-9AE0-02F2-F291-536976CB7A78}"/>
          </ac:spMkLst>
        </pc:spChg>
      </pc:sldChg>
      <pc:sldChg chg="addSp delSp modSp add mod modClrScheme delAnim chgLayout">
        <pc:chgData name="Sohag Kabir" userId="e9b0da40-aef8-480a-bb63-d1daacecf555" providerId="ADAL" clId="{C0FDB04E-6320-4A0C-A5C9-BF738384E02A}" dt="2024-10-11T10:05:47.332" v="4297" actId="1076"/>
        <pc:sldMkLst>
          <pc:docMk/>
          <pc:sldMk cId="3910056402" sldId="334"/>
        </pc:sldMkLst>
        <pc:spChg chg="mod">
          <ac:chgData name="Sohag Kabir" userId="e9b0da40-aef8-480a-bb63-d1daacecf555" providerId="ADAL" clId="{C0FDB04E-6320-4A0C-A5C9-BF738384E02A}" dt="2024-10-11T10:03:25.573" v="4291" actId="1076"/>
          <ac:spMkLst>
            <pc:docMk/>
            <pc:sldMk cId="3910056402" sldId="334"/>
            <ac:spMk id="2" creationId="{DE13D453-4D7B-47BF-AED4-27D56C3644AA}"/>
          </ac:spMkLst>
        </pc:spChg>
        <pc:spChg chg="add mod">
          <ac:chgData name="Sohag Kabir" userId="e9b0da40-aef8-480a-bb63-d1daacecf555" providerId="ADAL" clId="{C0FDB04E-6320-4A0C-A5C9-BF738384E02A}" dt="2024-10-11T10:05:47.332" v="4297" actId="1076"/>
          <ac:spMkLst>
            <pc:docMk/>
            <pc:sldMk cId="3910056402" sldId="334"/>
            <ac:spMk id="3" creationId="{B802A3EA-D7EE-B728-7082-7D101638DD54}"/>
          </ac:spMkLst>
        </pc:spChg>
        <pc:spChg chg="mod ord">
          <ac:chgData name="Sohag Kabir" userId="e9b0da40-aef8-480a-bb63-d1daacecf555" providerId="ADAL" clId="{C0FDB04E-6320-4A0C-A5C9-BF738384E02A}" dt="2024-10-09T16:52:01.303" v="1321" actId="26606"/>
          <ac:spMkLst>
            <pc:docMk/>
            <pc:sldMk cId="3910056402" sldId="334"/>
            <ac:spMk id="6" creationId="{6DF22B76-0D3D-4667-8BB1-AEF252C0879B}"/>
          </ac:spMkLst>
        </pc:spChg>
        <pc:spChg chg="mod ord">
          <ac:chgData name="Sohag Kabir" userId="e9b0da40-aef8-480a-bb63-d1daacecf555" providerId="ADAL" clId="{C0FDB04E-6320-4A0C-A5C9-BF738384E02A}" dt="2024-10-09T16:52:01.303" v="1321" actId="26606"/>
          <ac:spMkLst>
            <pc:docMk/>
            <pc:sldMk cId="3910056402" sldId="334"/>
            <ac:spMk id="7" creationId="{00000000-0000-0000-0000-000000000000}"/>
          </ac:spMkLst>
        </pc:spChg>
        <pc:spChg chg="del">
          <ac:chgData name="Sohag Kabir" userId="e9b0da40-aef8-480a-bb63-d1daacecf555" providerId="ADAL" clId="{C0FDB04E-6320-4A0C-A5C9-BF738384E02A}" dt="2024-10-09T16:50:31.486" v="1314" actId="478"/>
          <ac:spMkLst>
            <pc:docMk/>
            <pc:sldMk cId="3910056402" sldId="334"/>
            <ac:spMk id="8" creationId="{89CD06E9-1780-8B3C-6C3D-1017FCCB6FE1}"/>
          </ac:spMkLst>
        </pc:spChg>
        <pc:spChg chg="add mod">
          <ac:chgData name="Sohag Kabir" userId="e9b0da40-aef8-480a-bb63-d1daacecf555" providerId="ADAL" clId="{C0FDB04E-6320-4A0C-A5C9-BF738384E02A}" dt="2024-10-09T16:52:01.303" v="1321" actId="26606"/>
          <ac:spMkLst>
            <pc:docMk/>
            <pc:sldMk cId="3910056402" sldId="334"/>
            <ac:spMk id="12" creationId="{13B1CCB2-3D2D-9145-6AE1-A5B6D1318ED3}"/>
          </ac:spMkLst>
        </pc:spChg>
        <pc:picChg chg="add mod">
          <ac:chgData name="Sohag Kabir" userId="e9b0da40-aef8-480a-bb63-d1daacecf555" providerId="ADAL" clId="{C0FDB04E-6320-4A0C-A5C9-BF738384E02A}" dt="2024-10-11T10:05:42.404" v="4296" actId="1076"/>
          <ac:picMkLst>
            <pc:docMk/>
            <pc:sldMk cId="3910056402" sldId="334"/>
            <ac:picMk id="4" creationId="{06E18D80-6D35-4CDA-0D45-D43FC6EA22C4}"/>
          </ac:picMkLst>
        </pc:picChg>
      </pc:sldChg>
      <pc:sldChg chg="addSp delSp modSp add mod modAnim">
        <pc:chgData name="Sohag Kabir" userId="e9b0da40-aef8-480a-bb63-d1daacecf555" providerId="ADAL" clId="{C0FDB04E-6320-4A0C-A5C9-BF738384E02A}" dt="2024-10-11T10:06:49.974" v="4298" actId="1076"/>
        <pc:sldMkLst>
          <pc:docMk/>
          <pc:sldMk cId="3420084136" sldId="335"/>
        </pc:sldMkLst>
        <pc:spChg chg="mod">
          <ac:chgData name="Sohag Kabir" userId="e9b0da40-aef8-480a-bb63-d1daacecf555" providerId="ADAL" clId="{C0FDB04E-6320-4A0C-A5C9-BF738384E02A}" dt="2024-10-11T10:06:49.974" v="4298" actId="1076"/>
          <ac:spMkLst>
            <pc:docMk/>
            <pc:sldMk cId="3420084136" sldId="335"/>
            <ac:spMk id="2" creationId="{DE13D453-4D7B-47BF-AED4-27D56C3644AA}"/>
          </ac:spMkLst>
        </pc:spChg>
        <pc:spChg chg="del">
          <ac:chgData name="Sohag Kabir" userId="e9b0da40-aef8-480a-bb63-d1daacecf555" providerId="ADAL" clId="{C0FDB04E-6320-4A0C-A5C9-BF738384E02A}" dt="2024-10-09T17:08:27.069" v="1348" actId="478"/>
          <ac:spMkLst>
            <pc:docMk/>
            <pc:sldMk cId="3420084136" sldId="335"/>
            <ac:spMk id="3" creationId="{B802A3EA-D7EE-B728-7082-7D101638DD54}"/>
          </ac:spMkLst>
        </pc:spChg>
        <pc:spChg chg="add mod">
          <ac:chgData name="Sohag Kabir" userId="e9b0da40-aef8-480a-bb63-d1daacecf555" providerId="ADAL" clId="{C0FDB04E-6320-4A0C-A5C9-BF738384E02A}" dt="2024-10-09T17:09:05.023" v="1353" actId="14100"/>
          <ac:spMkLst>
            <pc:docMk/>
            <pc:sldMk cId="3420084136" sldId="335"/>
            <ac:spMk id="5" creationId="{F43A948D-1B72-FA50-35DA-B4CBDCC10F5F}"/>
          </ac:spMkLst>
        </pc:spChg>
        <pc:spChg chg="add del mod">
          <ac:chgData name="Sohag Kabir" userId="e9b0da40-aef8-480a-bb63-d1daacecf555" providerId="ADAL" clId="{C0FDB04E-6320-4A0C-A5C9-BF738384E02A}" dt="2024-10-09T17:08:30.958" v="1349" actId="478"/>
          <ac:spMkLst>
            <pc:docMk/>
            <pc:sldMk cId="3420084136" sldId="335"/>
            <ac:spMk id="8" creationId="{341BC665-FC96-1C72-0B76-A17D6B4A6E80}"/>
          </ac:spMkLst>
        </pc:spChg>
        <pc:picChg chg="del">
          <ac:chgData name="Sohag Kabir" userId="e9b0da40-aef8-480a-bb63-d1daacecf555" providerId="ADAL" clId="{C0FDB04E-6320-4A0C-A5C9-BF738384E02A}" dt="2024-10-09T17:07:56.331" v="1344" actId="478"/>
          <ac:picMkLst>
            <pc:docMk/>
            <pc:sldMk cId="3420084136" sldId="335"/>
            <ac:picMk id="4" creationId="{06E18D80-6D35-4CDA-0D45-D43FC6EA22C4}"/>
          </ac:picMkLst>
        </pc:picChg>
      </pc:sldChg>
      <pc:sldChg chg="addSp delSp modSp add mod modAnim modNotesTx">
        <pc:chgData name="Sohag Kabir" userId="e9b0da40-aef8-480a-bb63-d1daacecf555" providerId="ADAL" clId="{C0FDB04E-6320-4A0C-A5C9-BF738384E02A}" dt="2024-10-11T10:09:04.623" v="4301" actId="1076"/>
        <pc:sldMkLst>
          <pc:docMk/>
          <pc:sldMk cId="3696350527" sldId="336"/>
        </pc:sldMkLst>
        <pc:spChg chg="mod">
          <ac:chgData name="Sohag Kabir" userId="e9b0da40-aef8-480a-bb63-d1daacecf555" providerId="ADAL" clId="{C0FDB04E-6320-4A0C-A5C9-BF738384E02A}" dt="2024-10-09T17:13:03.148" v="1356" actId="27636"/>
          <ac:spMkLst>
            <pc:docMk/>
            <pc:sldMk cId="3696350527" sldId="336"/>
            <ac:spMk id="2" creationId="{DE13D453-4D7B-47BF-AED4-27D56C3644AA}"/>
          </ac:spMkLst>
        </pc:spChg>
        <pc:spChg chg="add mod">
          <ac:chgData name="Sohag Kabir" userId="e9b0da40-aef8-480a-bb63-d1daacecf555" providerId="ADAL" clId="{C0FDB04E-6320-4A0C-A5C9-BF738384E02A}" dt="2024-10-09T17:21:21.603" v="1371" actId="1076"/>
          <ac:spMkLst>
            <pc:docMk/>
            <pc:sldMk cId="3696350527" sldId="336"/>
            <ac:spMk id="3" creationId="{229C2D86-F42C-1FF7-F48A-54AEA690A483}"/>
          </ac:spMkLst>
        </pc:spChg>
        <pc:spChg chg="add mod">
          <ac:chgData name="Sohag Kabir" userId="e9b0da40-aef8-480a-bb63-d1daacecf555" providerId="ADAL" clId="{C0FDB04E-6320-4A0C-A5C9-BF738384E02A}" dt="2024-10-11T10:09:04.623" v="4301" actId="1076"/>
          <ac:spMkLst>
            <pc:docMk/>
            <pc:sldMk cId="3696350527" sldId="336"/>
            <ac:spMk id="4" creationId="{1A188D3E-432D-7D77-C5B2-76D555679EB8}"/>
          </ac:spMkLst>
        </pc:spChg>
        <pc:spChg chg="del">
          <ac:chgData name="Sohag Kabir" userId="e9b0da40-aef8-480a-bb63-d1daacecf555" providerId="ADAL" clId="{C0FDB04E-6320-4A0C-A5C9-BF738384E02A}" dt="2024-10-09T17:14:54.223" v="1357" actId="478"/>
          <ac:spMkLst>
            <pc:docMk/>
            <pc:sldMk cId="3696350527" sldId="336"/>
            <ac:spMk id="5" creationId="{F43A948D-1B72-FA50-35DA-B4CBDCC10F5F}"/>
          </ac:spMkLst>
        </pc:spChg>
      </pc:sldChg>
      <pc:sldChg chg="addSp delSp modSp add mod modAnim">
        <pc:chgData name="Sohag Kabir" userId="e9b0da40-aef8-480a-bb63-d1daacecf555" providerId="ADAL" clId="{C0FDB04E-6320-4A0C-A5C9-BF738384E02A}" dt="2024-10-11T10:11:21.537" v="4320" actId="207"/>
        <pc:sldMkLst>
          <pc:docMk/>
          <pc:sldMk cId="739970556" sldId="337"/>
        </pc:sldMkLst>
        <pc:spChg chg="mod">
          <ac:chgData name="Sohag Kabir" userId="e9b0da40-aef8-480a-bb63-d1daacecf555" providerId="ADAL" clId="{C0FDB04E-6320-4A0C-A5C9-BF738384E02A}" dt="2024-10-09T17:23:18.276" v="1374" actId="27636"/>
          <ac:spMkLst>
            <pc:docMk/>
            <pc:sldMk cId="739970556" sldId="337"/>
            <ac:spMk id="2" creationId="{DE13D453-4D7B-47BF-AED4-27D56C3644AA}"/>
          </ac:spMkLst>
        </pc:spChg>
        <pc:spChg chg="del">
          <ac:chgData name="Sohag Kabir" userId="e9b0da40-aef8-480a-bb63-d1daacecf555" providerId="ADAL" clId="{C0FDB04E-6320-4A0C-A5C9-BF738384E02A}" dt="2024-10-09T17:23:21.459" v="1375" actId="478"/>
          <ac:spMkLst>
            <pc:docMk/>
            <pc:sldMk cId="739970556" sldId="337"/>
            <ac:spMk id="3" creationId="{229C2D86-F42C-1FF7-F48A-54AEA690A483}"/>
          </ac:spMkLst>
        </pc:spChg>
        <pc:spChg chg="del">
          <ac:chgData name="Sohag Kabir" userId="e9b0da40-aef8-480a-bb63-d1daacecf555" providerId="ADAL" clId="{C0FDB04E-6320-4A0C-A5C9-BF738384E02A}" dt="2024-10-09T17:23:30.513" v="1377" actId="478"/>
          <ac:spMkLst>
            <pc:docMk/>
            <pc:sldMk cId="739970556" sldId="337"/>
            <ac:spMk id="4" creationId="{1A188D3E-432D-7D77-C5B2-76D555679EB8}"/>
          </ac:spMkLst>
        </pc:spChg>
        <pc:spChg chg="add del mod">
          <ac:chgData name="Sohag Kabir" userId="e9b0da40-aef8-480a-bb63-d1daacecf555" providerId="ADAL" clId="{C0FDB04E-6320-4A0C-A5C9-BF738384E02A}" dt="2024-10-09T17:23:25.696" v="1376" actId="478"/>
          <ac:spMkLst>
            <pc:docMk/>
            <pc:sldMk cId="739970556" sldId="337"/>
            <ac:spMk id="5" creationId="{7FCB46E0-FC19-C8F7-EF01-5443423D4BF7}"/>
          </ac:spMkLst>
        </pc:spChg>
        <pc:spChg chg="add del mod">
          <ac:chgData name="Sohag Kabir" userId="e9b0da40-aef8-480a-bb63-d1daacecf555" providerId="ADAL" clId="{C0FDB04E-6320-4A0C-A5C9-BF738384E02A}" dt="2024-10-09T17:23:33.518" v="1379" actId="478"/>
          <ac:spMkLst>
            <pc:docMk/>
            <pc:sldMk cId="739970556" sldId="337"/>
            <ac:spMk id="8" creationId="{60DF1C09-3B95-215A-C0DB-64E5D10FE47E}"/>
          </ac:spMkLst>
        </pc:spChg>
        <pc:spChg chg="add del mod">
          <ac:chgData name="Sohag Kabir" userId="e9b0da40-aef8-480a-bb63-d1daacecf555" providerId="ADAL" clId="{C0FDB04E-6320-4A0C-A5C9-BF738384E02A}" dt="2024-10-09T17:23:53.941" v="1382"/>
          <ac:spMkLst>
            <pc:docMk/>
            <pc:sldMk cId="739970556" sldId="337"/>
            <ac:spMk id="9" creationId="{1E0A4BCF-4ED1-72D3-4E26-1DF6DDEA67D1}"/>
          </ac:spMkLst>
        </pc:spChg>
        <pc:spChg chg="add mod">
          <ac:chgData name="Sohag Kabir" userId="e9b0da40-aef8-480a-bb63-d1daacecf555" providerId="ADAL" clId="{C0FDB04E-6320-4A0C-A5C9-BF738384E02A}" dt="2024-10-11T10:11:21.537" v="4320" actId="207"/>
          <ac:spMkLst>
            <pc:docMk/>
            <pc:sldMk cId="739970556" sldId="337"/>
            <ac:spMk id="10" creationId="{94BC38EC-4D7E-7D5B-FB9A-6E0F3A3050C9}"/>
          </ac:spMkLst>
        </pc:spChg>
      </pc:sldChg>
      <pc:sldChg chg="addSp delSp modSp add mod">
        <pc:chgData name="Sohag Kabir" userId="e9b0da40-aef8-480a-bb63-d1daacecf555" providerId="ADAL" clId="{C0FDB04E-6320-4A0C-A5C9-BF738384E02A}" dt="2024-10-11T10:12:17.568" v="4322" actId="2711"/>
        <pc:sldMkLst>
          <pc:docMk/>
          <pc:sldMk cId="3682386880" sldId="338"/>
        </pc:sldMkLst>
        <pc:spChg chg="mod">
          <ac:chgData name="Sohag Kabir" userId="e9b0da40-aef8-480a-bb63-d1daacecf555" providerId="ADAL" clId="{C0FDB04E-6320-4A0C-A5C9-BF738384E02A}" dt="2024-10-11T10:12:09.957" v="4321" actId="1076"/>
          <ac:spMkLst>
            <pc:docMk/>
            <pc:sldMk cId="3682386880" sldId="338"/>
            <ac:spMk id="2" creationId="{DE13D453-4D7B-47BF-AED4-27D56C3644AA}"/>
          </ac:spMkLst>
        </pc:spChg>
        <pc:spChg chg="add mod">
          <ac:chgData name="Sohag Kabir" userId="e9b0da40-aef8-480a-bb63-d1daacecf555" providerId="ADAL" clId="{C0FDB04E-6320-4A0C-A5C9-BF738384E02A}" dt="2024-10-11T10:12:17.568" v="4322" actId="2711"/>
          <ac:spMkLst>
            <pc:docMk/>
            <pc:sldMk cId="3682386880" sldId="338"/>
            <ac:spMk id="4" creationId="{022ADBD7-F717-0B5C-7945-0733C5F80EDA}"/>
          </ac:spMkLst>
        </pc:spChg>
        <pc:spChg chg="del">
          <ac:chgData name="Sohag Kabir" userId="e9b0da40-aef8-480a-bb63-d1daacecf555" providerId="ADAL" clId="{C0FDB04E-6320-4A0C-A5C9-BF738384E02A}" dt="2024-10-09T17:28:20.533" v="1398" actId="478"/>
          <ac:spMkLst>
            <pc:docMk/>
            <pc:sldMk cId="3682386880" sldId="338"/>
            <ac:spMk id="10" creationId="{94BC38EC-4D7E-7D5B-FB9A-6E0F3A3050C9}"/>
          </ac:spMkLst>
        </pc:spChg>
        <pc:picChg chg="add mod">
          <ac:chgData name="Sohag Kabir" userId="e9b0da40-aef8-480a-bb63-d1daacecf555" providerId="ADAL" clId="{C0FDB04E-6320-4A0C-A5C9-BF738384E02A}" dt="2024-10-09T17:28:43.999" v="1400" actId="1076"/>
          <ac:picMkLst>
            <pc:docMk/>
            <pc:sldMk cId="3682386880" sldId="338"/>
            <ac:picMk id="3" creationId="{09B4866D-B483-AAC5-9530-443882A3C2CF}"/>
          </ac:picMkLst>
        </pc:picChg>
      </pc:sldChg>
      <pc:sldChg chg="addSp delSp modSp add mod modAnim">
        <pc:chgData name="Sohag Kabir" userId="e9b0da40-aef8-480a-bb63-d1daacecf555" providerId="ADAL" clId="{C0FDB04E-6320-4A0C-A5C9-BF738384E02A}" dt="2024-10-11T10:17:18.689" v="4337" actId="207"/>
        <pc:sldMkLst>
          <pc:docMk/>
          <pc:sldMk cId="3444584483" sldId="339"/>
        </pc:sldMkLst>
        <pc:spChg chg="mod">
          <ac:chgData name="Sohag Kabir" userId="e9b0da40-aef8-480a-bb63-d1daacecf555" providerId="ADAL" clId="{C0FDB04E-6320-4A0C-A5C9-BF738384E02A}" dt="2024-10-10T08:46:13.901" v="1654" actId="14100"/>
          <ac:spMkLst>
            <pc:docMk/>
            <pc:sldMk cId="3444584483" sldId="339"/>
            <ac:spMk id="2" creationId="{DE13D453-4D7B-47BF-AED4-27D56C3644AA}"/>
          </ac:spMkLst>
        </pc:spChg>
        <pc:spChg chg="add mod">
          <ac:chgData name="Sohag Kabir" userId="e9b0da40-aef8-480a-bb63-d1daacecf555" providerId="ADAL" clId="{C0FDB04E-6320-4A0C-A5C9-BF738384E02A}" dt="2024-10-11T10:17:18.689" v="4337" actId="207"/>
          <ac:spMkLst>
            <pc:docMk/>
            <pc:sldMk cId="3444584483" sldId="339"/>
            <ac:spMk id="3" creationId="{FD943F4F-CF06-23C4-E6FF-64B535E3C769}"/>
          </ac:spMkLst>
        </pc:spChg>
        <pc:picChg chg="add mod">
          <ac:chgData name="Sohag Kabir" userId="e9b0da40-aef8-480a-bb63-d1daacecf555" providerId="ADAL" clId="{C0FDB04E-6320-4A0C-A5C9-BF738384E02A}" dt="2024-10-10T08:55:51.660" v="1675" actId="14100"/>
          <ac:picMkLst>
            <pc:docMk/>
            <pc:sldMk cId="3444584483" sldId="339"/>
            <ac:picMk id="4" creationId="{6D9EC979-A0CE-EDC8-D38D-2925F2E10A07}"/>
          </ac:picMkLst>
        </pc:picChg>
        <pc:picChg chg="del">
          <ac:chgData name="Sohag Kabir" userId="e9b0da40-aef8-480a-bb63-d1daacecf555" providerId="ADAL" clId="{C0FDB04E-6320-4A0C-A5C9-BF738384E02A}" dt="2024-10-10T08:46:15.413" v="1655" actId="478"/>
          <ac:picMkLst>
            <pc:docMk/>
            <pc:sldMk cId="3444584483" sldId="339"/>
            <ac:picMk id="5" creationId="{E552819F-BDAF-EF2A-6499-B9D932360C90}"/>
          </ac:picMkLst>
        </pc:picChg>
      </pc:sldChg>
      <pc:sldChg chg="addSp delSp modSp add mod ord">
        <pc:chgData name="Sohag Kabir" userId="e9b0da40-aef8-480a-bb63-d1daacecf555" providerId="ADAL" clId="{C0FDB04E-6320-4A0C-A5C9-BF738384E02A}" dt="2024-10-11T10:15:34.030" v="4334" actId="20577"/>
        <pc:sldMkLst>
          <pc:docMk/>
          <pc:sldMk cId="3511856738" sldId="340"/>
        </pc:sldMkLst>
        <pc:spChg chg="mod">
          <ac:chgData name="Sohag Kabir" userId="e9b0da40-aef8-480a-bb63-d1daacecf555" providerId="ADAL" clId="{C0FDB04E-6320-4A0C-A5C9-BF738384E02A}" dt="2024-10-11T10:15:34.030" v="4334" actId="20577"/>
          <ac:spMkLst>
            <pc:docMk/>
            <pc:sldMk cId="3511856738" sldId="340"/>
            <ac:spMk id="2" creationId="{DE13D453-4D7B-47BF-AED4-27D56C3644AA}"/>
          </ac:spMkLst>
        </pc:spChg>
        <pc:spChg chg="add mod">
          <ac:chgData name="Sohag Kabir" userId="e9b0da40-aef8-480a-bb63-d1daacecf555" providerId="ADAL" clId="{C0FDB04E-6320-4A0C-A5C9-BF738384E02A}" dt="2024-10-10T08:35:35.711" v="1609" actId="1076"/>
          <ac:spMkLst>
            <pc:docMk/>
            <pc:sldMk cId="3511856738" sldId="340"/>
            <ac:spMk id="3" creationId="{6A02BD19-9096-B1A6-7A96-A8D7D9E5DDE4}"/>
          </ac:spMkLst>
        </pc:spChg>
        <pc:picChg chg="del">
          <ac:chgData name="Sohag Kabir" userId="e9b0da40-aef8-480a-bb63-d1daacecf555" providerId="ADAL" clId="{C0FDB04E-6320-4A0C-A5C9-BF738384E02A}" dt="2024-10-10T08:33:10.529" v="1548" actId="478"/>
          <ac:picMkLst>
            <pc:docMk/>
            <pc:sldMk cId="3511856738" sldId="340"/>
            <ac:picMk id="5" creationId="{E552819F-BDAF-EF2A-6499-B9D932360C90}"/>
          </ac:picMkLst>
        </pc:picChg>
      </pc:sldChg>
      <pc:sldChg chg="addSp delSp modSp add mod modClrScheme chgLayout">
        <pc:chgData name="Sohag Kabir" userId="e9b0da40-aef8-480a-bb63-d1daacecf555" providerId="ADAL" clId="{C0FDB04E-6320-4A0C-A5C9-BF738384E02A}" dt="2024-10-11T10:16:20.752" v="4336" actId="20577"/>
        <pc:sldMkLst>
          <pc:docMk/>
          <pc:sldMk cId="2197500237" sldId="341"/>
        </pc:sldMkLst>
        <pc:spChg chg="mod">
          <ac:chgData name="Sohag Kabir" userId="e9b0da40-aef8-480a-bb63-d1daacecf555" providerId="ADAL" clId="{C0FDB04E-6320-4A0C-A5C9-BF738384E02A}" dt="2024-10-11T10:15:58.212" v="4335" actId="1076"/>
          <ac:spMkLst>
            <pc:docMk/>
            <pc:sldMk cId="2197500237" sldId="341"/>
            <ac:spMk id="2" creationId="{DE13D453-4D7B-47BF-AED4-27D56C3644AA}"/>
          </ac:spMkLst>
        </pc:spChg>
        <pc:spChg chg="del">
          <ac:chgData name="Sohag Kabir" userId="e9b0da40-aef8-480a-bb63-d1daacecf555" providerId="ADAL" clId="{C0FDB04E-6320-4A0C-A5C9-BF738384E02A}" dt="2024-10-10T08:37:32.713" v="1617" actId="478"/>
          <ac:spMkLst>
            <pc:docMk/>
            <pc:sldMk cId="2197500237" sldId="341"/>
            <ac:spMk id="3" creationId="{6A02BD19-9096-B1A6-7A96-A8D7D9E5DDE4}"/>
          </ac:spMkLst>
        </pc:spChg>
        <pc:spChg chg="add mod">
          <ac:chgData name="Sohag Kabir" userId="e9b0da40-aef8-480a-bb63-d1daacecf555" providerId="ADAL" clId="{C0FDB04E-6320-4A0C-A5C9-BF738384E02A}" dt="2024-10-11T10:16:20.752" v="4336" actId="20577"/>
          <ac:spMkLst>
            <pc:docMk/>
            <pc:sldMk cId="2197500237" sldId="341"/>
            <ac:spMk id="4" creationId="{42978C67-5F40-C6D6-0DDF-BCCBD4D6C580}"/>
          </ac:spMkLst>
        </pc:spChg>
        <pc:spChg chg="mod ord">
          <ac:chgData name="Sohag Kabir" userId="e9b0da40-aef8-480a-bb63-d1daacecf555" providerId="ADAL" clId="{C0FDB04E-6320-4A0C-A5C9-BF738384E02A}" dt="2024-10-10T08:43:09.967" v="1626" actId="26606"/>
          <ac:spMkLst>
            <pc:docMk/>
            <pc:sldMk cId="2197500237" sldId="341"/>
            <ac:spMk id="6" creationId="{6DF22B76-0D3D-4667-8BB1-AEF252C0879B}"/>
          </ac:spMkLst>
        </pc:spChg>
        <pc:spChg chg="mod ord">
          <ac:chgData name="Sohag Kabir" userId="e9b0da40-aef8-480a-bb63-d1daacecf555" providerId="ADAL" clId="{C0FDB04E-6320-4A0C-A5C9-BF738384E02A}" dt="2024-10-10T08:43:09.967" v="1626" actId="26606"/>
          <ac:spMkLst>
            <pc:docMk/>
            <pc:sldMk cId="2197500237" sldId="341"/>
            <ac:spMk id="7" creationId="{00000000-0000-0000-0000-000000000000}"/>
          </ac:spMkLst>
        </pc:spChg>
        <pc:spChg chg="add mod">
          <ac:chgData name="Sohag Kabir" userId="e9b0da40-aef8-480a-bb63-d1daacecf555" providerId="ADAL" clId="{C0FDB04E-6320-4A0C-A5C9-BF738384E02A}" dt="2024-10-10T08:45:19.517" v="1651" actId="1076"/>
          <ac:spMkLst>
            <pc:docMk/>
            <pc:sldMk cId="2197500237" sldId="341"/>
            <ac:spMk id="8" creationId="{047A6696-4374-8A1F-A334-BC692F603FED}"/>
          </ac:spMkLst>
        </pc:spChg>
        <pc:spChg chg="add mod">
          <ac:chgData name="Sohag Kabir" userId="e9b0da40-aef8-480a-bb63-d1daacecf555" providerId="ADAL" clId="{C0FDB04E-6320-4A0C-A5C9-BF738384E02A}" dt="2024-10-10T08:43:09.967" v="1626" actId="26606"/>
          <ac:spMkLst>
            <pc:docMk/>
            <pc:sldMk cId="2197500237" sldId="341"/>
            <ac:spMk id="3079" creationId="{A2AA58F3-1F78-134F-DB34-3764ABC876BA}"/>
          </ac:spMkLst>
        </pc:spChg>
        <pc:picChg chg="add mod">
          <ac:chgData name="Sohag Kabir" userId="e9b0da40-aef8-480a-bb63-d1daacecf555" providerId="ADAL" clId="{C0FDB04E-6320-4A0C-A5C9-BF738384E02A}" dt="2024-10-10T08:44:26.055" v="1635" actId="1076"/>
          <ac:picMkLst>
            <pc:docMk/>
            <pc:sldMk cId="2197500237" sldId="341"/>
            <ac:picMk id="3074" creationId="{5553EAFC-DFA6-584D-ABB2-06B9F38C8FA2}"/>
          </ac:picMkLst>
        </pc:picChg>
      </pc:sldChg>
      <pc:sldChg chg="addSp delSp modSp add mod modAnim">
        <pc:chgData name="Sohag Kabir" userId="e9b0da40-aef8-480a-bb63-d1daacecf555" providerId="ADAL" clId="{C0FDB04E-6320-4A0C-A5C9-BF738384E02A}" dt="2024-10-11T08:26:17.017" v="3491" actId="255"/>
        <pc:sldMkLst>
          <pc:docMk/>
          <pc:sldMk cId="1786433302" sldId="342"/>
        </pc:sldMkLst>
        <pc:spChg chg="mod">
          <ac:chgData name="Sohag Kabir" userId="e9b0da40-aef8-480a-bb63-d1daacecf555" providerId="ADAL" clId="{C0FDB04E-6320-4A0C-A5C9-BF738384E02A}" dt="2024-10-10T08:58:06.196" v="1696" actId="1076"/>
          <ac:spMkLst>
            <pc:docMk/>
            <pc:sldMk cId="1786433302" sldId="342"/>
            <ac:spMk id="2" creationId="{DE13D453-4D7B-47BF-AED4-27D56C3644AA}"/>
          </ac:spMkLst>
        </pc:spChg>
        <pc:spChg chg="add mod">
          <ac:chgData name="Sohag Kabir" userId="e9b0da40-aef8-480a-bb63-d1daacecf555" providerId="ADAL" clId="{C0FDB04E-6320-4A0C-A5C9-BF738384E02A}" dt="2024-10-11T08:26:17.017" v="3491" actId="255"/>
          <ac:spMkLst>
            <pc:docMk/>
            <pc:sldMk cId="1786433302" sldId="342"/>
            <ac:spMk id="4" creationId="{5BFFCE46-172B-E778-22A5-17C2F54867DB}"/>
          </ac:spMkLst>
        </pc:spChg>
        <pc:spChg chg="add mod">
          <ac:chgData name="Sohag Kabir" userId="e9b0da40-aef8-480a-bb63-d1daacecf555" providerId="ADAL" clId="{C0FDB04E-6320-4A0C-A5C9-BF738384E02A}" dt="2024-10-11T08:25:35.155" v="3478" actId="20577"/>
          <ac:spMkLst>
            <pc:docMk/>
            <pc:sldMk cId="1786433302" sldId="342"/>
            <ac:spMk id="12" creationId="{09A793B8-F70A-89BD-602A-BF545A92640F}"/>
          </ac:spMkLst>
        </pc:spChg>
        <pc:spChg chg="add mod">
          <ac:chgData name="Sohag Kabir" userId="e9b0da40-aef8-480a-bb63-d1daacecf555" providerId="ADAL" clId="{C0FDB04E-6320-4A0C-A5C9-BF738384E02A}" dt="2024-10-11T08:25:47.678" v="3488" actId="1076"/>
          <ac:spMkLst>
            <pc:docMk/>
            <pc:sldMk cId="1786433302" sldId="342"/>
            <ac:spMk id="13" creationId="{F657A2EA-B56A-BD30-15A9-CBD87380B26D}"/>
          </ac:spMkLst>
        </pc:spChg>
        <pc:graphicFrameChg chg="add mod modGraphic">
          <ac:chgData name="Sohag Kabir" userId="e9b0da40-aef8-480a-bb63-d1daacecf555" providerId="ADAL" clId="{C0FDB04E-6320-4A0C-A5C9-BF738384E02A}" dt="2024-10-11T08:24:56.214" v="3459" actId="1076"/>
          <ac:graphicFrameMkLst>
            <pc:docMk/>
            <pc:sldMk cId="1786433302" sldId="342"/>
            <ac:graphicFrameMk id="8" creationId="{40C7B8BA-728C-72B9-AF94-2077C3BC74B3}"/>
          </ac:graphicFrameMkLst>
        </pc:graphicFrameChg>
        <pc:graphicFrameChg chg="add mod modGraphic">
          <ac:chgData name="Sohag Kabir" userId="e9b0da40-aef8-480a-bb63-d1daacecf555" providerId="ADAL" clId="{C0FDB04E-6320-4A0C-A5C9-BF738384E02A}" dt="2024-10-11T08:24:20.358" v="3453" actId="1076"/>
          <ac:graphicFrameMkLst>
            <pc:docMk/>
            <pc:sldMk cId="1786433302" sldId="342"/>
            <ac:graphicFrameMk id="9" creationId="{587C2F56-0FDE-D151-2C25-1F85D7363F37}"/>
          </ac:graphicFrameMkLst>
        </pc:graphicFrameChg>
        <pc:graphicFrameChg chg="add mod modGraphic">
          <ac:chgData name="Sohag Kabir" userId="e9b0da40-aef8-480a-bb63-d1daacecf555" providerId="ADAL" clId="{C0FDB04E-6320-4A0C-A5C9-BF738384E02A}" dt="2024-10-11T08:25:51.542" v="3489" actId="1076"/>
          <ac:graphicFrameMkLst>
            <pc:docMk/>
            <pc:sldMk cId="1786433302" sldId="342"/>
            <ac:graphicFrameMk id="10" creationId="{34A47077-92C5-F2FD-5AA5-E571044ED84A}"/>
          </ac:graphicFrameMkLst>
        </pc:graphicFrameChg>
        <pc:graphicFrameChg chg="add mod modGraphic">
          <ac:chgData name="Sohag Kabir" userId="e9b0da40-aef8-480a-bb63-d1daacecf555" providerId="ADAL" clId="{C0FDB04E-6320-4A0C-A5C9-BF738384E02A}" dt="2024-10-11T08:24:50.234" v="3458"/>
          <ac:graphicFrameMkLst>
            <pc:docMk/>
            <pc:sldMk cId="1786433302" sldId="342"/>
            <ac:graphicFrameMk id="11" creationId="{86090EA0-A855-2E37-3542-1EDD54F6C645}"/>
          </ac:graphicFrameMkLst>
        </pc:graphicFrameChg>
        <pc:picChg chg="add del mod">
          <ac:chgData name="Sohag Kabir" userId="e9b0da40-aef8-480a-bb63-d1daacecf555" providerId="ADAL" clId="{C0FDB04E-6320-4A0C-A5C9-BF738384E02A}" dt="2024-10-11T08:18:13.887" v="3362" actId="478"/>
          <ac:picMkLst>
            <pc:docMk/>
            <pc:sldMk cId="1786433302" sldId="342"/>
            <ac:picMk id="3" creationId="{C0AEA471-3805-2723-E8BD-63C545DB0516}"/>
          </ac:picMkLst>
        </pc:picChg>
        <pc:picChg chg="del">
          <ac:chgData name="Sohag Kabir" userId="e9b0da40-aef8-480a-bb63-d1daacecf555" providerId="ADAL" clId="{C0FDB04E-6320-4A0C-A5C9-BF738384E02A}" dt="2024-10-10T08:53:01.837" v="1666" actId="478"/>
          <ac:picMkLst>
            <pc:docMk/>
            <pc:sldMk cId="1786433302" sldId="342"/>
            <ac:picMk id="5" creationId="{E552819F-BDAF-EF2A-6499-B9D932360C90}"/>
          </ac:picMkLst>
        </pc:picChg>
        <pc:picChg chg="add del">
          <ac:chgData name="Sohag Kabir" userId="e9b0da40-aef8-480a-bb63-d1daacecf555" providerId="ADAL" clId="{C0FDB04E-6320-4A0C-A5C9-BF738384E02A}" dt="2024-10-10T08:53:12.605" v="1668" actId="478"/>
          <ac:picMkLst>
            <pc:docMk/>
            <pc:sldMk cId="1786433302" sldId="342"/>
            <ac:picMk id="4098" creationId="{CBFCD29F-D693-7322-038E-B2175176076E}"/>
          </ac:picMkLst>
        </pc:picChg>
        <pc:picChg chg="add del">
          <ac:chgData name="Sohag Kabir" userId="e9b0da40-aef8-480a-bb63-d1daacecf555" providerId="ADAL" clId="{C0FDB04E-6320-4A0C-A5C9-BF738384E02A}" dt="2024-10-10T08:55:32.294" v="1670" actId="478"/>
          <ac:picMkLst>
            <pc:docMk/>
            <pc:sldMk cId="1786433302" sldId="342"/>
            <ac:picMk id="4100" creationId="{63310957-A281-72AB-8A7B-37681C2CD186}"/>
          </ac:picMkLst>
        </pc:picChg>
      </pc:sldChg>
      <pc:sldChg chg="addSp delSp modSp add mod modAnim">
        <pc:chgData name="Sohag Kabir" userId="e9b0da40-aef8-480a-bb63-d1daacecf555" providerId="ADAL" clId="{C0FDB04E-6320-4A0C-A5C9-BF738384E02A}" dt="2024-10-10T13:46:21.950" v="1801"/>
        <pc:sldMkLst>
          <pc:docMk/>
          <pc:sldMk cId="2327111097" sldId="343"/>
        </pc:sldMkLst>
        <pc:spChg chg="mod">
          <ac:chgData name="Sohag Kabir" userId="e9b0da40-aef8-480a-bb63-d1daacecf555" providerId="ADAL" clId="{C0FDB04E-6320-4A0C-A5C9-BF738384E02A}" dt="2024-10-10T13:45:53.815" v="1796" actId="255"/>
          <ac:spMkLst>
            <pc:docMk/>
            <pc:sldMk cId="2327111097" sldId="343"/>
            <ac:spMk id="2" creationId="{DE13D453-4D7B-47BF-AED4-27D56C3644AA}"/>
          </ac:spMkLst>
        </pc:spChg>
        <pc:spChg chg="add mod">
          <ac:chgData name="Sohag Kabir" userId="e9b0da40-aef8-480a-bb63-d1daacecf555" providerId="ADAL" clId="{C0FDB04E-6320-4A0C-A5C9-BF738384E02A}" dt="2024-10-10T13:46:01.611" v="1797" actId="1076"/>
          <ac:spMkLst>
            <pc:docMk/>
            <pc:sldMk cId="2327111097" sldId="343"/>
            <ac:spMk id="4" creationId="{B2710A43-9D40-D63B-31A9-9755FC2CA95D}"/>
          </ac:spMkLst>
        </pc:spChg>
        <pc:spChg chg="add mod">
          <ac:chgData name="Sohag Kabir" userId="e9b0da40-aef8-480a-bb63-d1daacecf555" providerId="ADAL" clId="{C0FDB04E-6320-4A0C-A5C9-BF738384E02A}" dt="2024-10-10T13:45:34.983" v="1792" actId="255"/>
          <ac:spMkLst>
            <pc:docMk/>
            <pc:sldMk cId="2327111097" sldId="343"/>
            <ac:spMk id="9" creationId="{6B189661-947E-4AF1-464B-A1B8472847F5}"/>
          </ac:spMkLst>
        </pc:spChg>
        <pc:spChg chg="add mod">
          <ac:chgData name="Sohag Kabir" userId="e9b0da40-aef8-480a-bb63-d1daacecf555" providerId="ADAL" clId="{C0FDB04E-6320-4A0C-A5C9-BF738384E02A}" dt="2024-10-10T13:45:28.932" v="1791" actId="1076"/>
          <ac:spMkLst>
            <pc:docMk/>
            <pc:sldMk cId="2327111097" sldId="343"/>
            <ac:spMk id="11" creationId="{1E20FCC4-0D5B-1B9A-C1EF-90D7AF9E8CB2}"/>
          </ac:spMkLst>
        </pc:spChg>
        <pc:spChg chg="add mod">
          <ac:chgData name="Sohag Kabir" userId="e9b0da40-aef8-480a-bb63-d1daacecf555" providerId="ADAL" clId="{C0FDB04E-6320-4A0C-A5C9-BF738384E02A}" dt="2024-10-10T13:45:43.236" v="1794" actId="255"/>
          <ac:spMkLst>
            <pc:docMk/>
            <pc:sldMk cId="2327111097" sldId="343"/>
            <ac:spMk id="13" creationId="{5F128205-96CA-EE3F-F8FF-8B10986E23D8}"/>
          </ac:spMkLst>
        </pc:spChg>
        <pc:picChg chg="del">
          <ac:chgData name="Sohag Kabir" userId="e9b0da40-aef8-480a-bb63-d1daacecf555" providerId="ADAL" clId="{C0FDB04E-6320-4A0C-A5C9-BF738384E02A}" dt="2024-10-10T13:41:46.360" v="1753" actId="478"/>
          <ac:picMkLst>
            <pc:docMk/>
            <pc:sldMk cId="2327111097" sldId="343"/>
            <ac:picMk id="5" creationId="{E552819F-BDAF-EF2A-6499-B9D932360C90}"/>
          </ac:picMkLst>
        </pc:picChg>
      </pc:sldChg>
      <pc:sldChg chg="addSp delSp modSp add mod">
        <pc:chgData name="Sohag Kabir" userId="e9b0da40-aef8-480a-bb63-d1daacecf555" providerId="ADAL" clId="{C0FDB04E-6320-4A0C-A5C9-BF738384E02A}" dt="2024-10-11T10:38:52.410" v="4377" actId="1076"/>
        <pc:sldMkLst>
          <pc:docMk/>
          <pc:sldMk cId="4225455615" sldId="344"/>
        </pc:sldMkLst>
        <pc:spChg chg="add del mod">
          <ac:chgData name="Sohag Kabir" userId="e9b0da40-aef8-480a-bb63-d1daacecf555" providerId="ADAL" clId="{C0FDB04E-6320-4A0C-A5C9-BF738384E02A}" dt="2024-10-11T10:38:45.682" v="4375" actId="478"/>
          <ac:spMkLst>
            <pc:docMk/>
            <pc:sldMk cId="4225455615" sldId="344"/>
            <ac:spMk id="3" creationId="{B8B6B2D6-82DE-07F0-C0E4-D7F7C3DD444F}"/>
          </ac:spMkLst>
        </pc:spChg>
        <pc:spChg chg="add mod">
          <ac:chgData name="Sohag Kabir" userId="e9b0da40-aef8-480a-bb63-d1daacecf555" providerId="ADAL" clId="{C0FDB04E-6320-4A0C-A5C9-BF738384E02A}" dt="2024-10-11T10:38:52.410" v="4377" actId="1076"/>
          <ac:spMkLst>
            <pc:docMk/>
            <pc:sldMk cId="4225455615" sldId="344"/>
            <ac:spMk id="4" creationId="{8EBD803B-8DEC-B26E-C2D4-C0A8EDCC4C6B}"/>
          </ac:spMkLst>
        </pc:spChg>
        <pc:spChg chg="del">
          <ac:chgData name="Sohag Kabir" userId="e9b0da40-aef8-480a-bb63-d1daacecf555" providerId="ADAL" clId="{C0FDB04E-6320-4A0C-A5C9-BF738384E02A}" dt="2024-10-10T12:53:43.715" v="1730" actId="478"/>
          <ac:spMkLst>
            <pc:docMk/>
            <pc:sldMk cId="4225455615" sldId="344"/>
            <ac:spMk id="8" creationId="{0CAEA833-7FC5-4738-B55E-A41BE3BB8F6F}"/>
          </ac:spMkLst>
        </pc:spChg>
      </pc:sldChg>
      <pc:sldChg chg="addSp delSp modSp add mod modAnim">
        <pc:chgData name="Sohag Kabir" userId="e9b0da40-aef8-480a-bb63-d1daacecf555" providerId="ADAL" clId="{C0FDB04E-6320-4A0C-A5C9-BF738384E02A}" dt="2024-10-11T10:19:40.693" v="4339"/>
        <pc:sldMkLst>
          <pc:docMk/>
          <pc:sldMk cId="2559135638" sldId="345"/>
        </pc:sldMkLst>
        <pc:spChg chg="mod">
          <ac:chgData name="Sohag Kabir" userId="e9b0da40-aef8-480a-bb63-d1daacecf555" providerId="ADAL" clId="{C0FDB04E-6320-4A0C-A5C9-BF738384E02A}" dt="2024-10-10T13:49:25.178" v="1828" actId="1076"/>
          <ac:spMkLst>
            <pc:docMk/>
            <pc:sldMk cId="2559135638" sldId="345"/>
            <ac:spMk id="2" creationId="{DE13D453-4D7B-47BF-AED4-27D56C3644AA}"/>
          </ac:spMkLst>
        </pc:spChg>
        <pc:spChg chg="add mod">
          <ac:chgData name="Sohag Kabir" userId="e9b0da40-aef8-480a-bb63-d1daacecf555" providerId="ADAL" clId="{C0FDB04E-6320-4A0C-A5C9-BF738384E02A}" dt="2024-10-11T10:18:58.244" v="4338" actId="1076"/>
          <ac:spMkLst>
            <pc:docMk/>
            <pc:sldMk cId="2559135638" sldId="345"/>
            <ac:spMk id="4" creationId="{C16E90ED-2164-76BD-DB65-AE22DF109F46}"/>
          </ac:spMkLst>
        </pc:spChg>
        <pc:spChg chg="add del mod">
          <ac:chgData name="Sohag Kabir" userId="e9b0da40-aef8-480a-bb63-d1daacecf555" providerId="ADAL" clId="{C0FDB04E-6320-4A0C-A5C9-BF738384E02A}" dt="2024-10-10T14:42:49.361" v="1842"/>
          <ac:spMkLst>
            <pc:docMk/>
            <pc:sldMk cId="2559135638" sldId="345"/>
            <ac:spMk id="8" creationId="{FD806084-6A59-33DB-5BE9-F4D727859EC0}"/>
          </ac:spMkLst>
        </pc:spChg>
        <pc:spChg chg="add del">
          <ac:chgData name="Sohag Kabir" userId="e9b0da40-aef8-480a-bb63-d1daacecf555" providerId="ADAL" clId="{C0FDB04E-6320-4A0C-A5C9-BF738384E02A}" dt="2024-10-10T14:42:53.403" v="1844"/>
          <ac:spMkLst>
            <pc:docMk/>
            <pc:sldMk cId="2559135638" sldId="345"/>
            <ac:spMk id="9" creationId="{9D965C65-41CC-6FB1-4904-85D6995335FC}"/>
          </ac:spMkLst>
        </pc:spChg>
        <pc:picChg chg="del">
          <ac:chgData name="Sohag Kabir" userId="e9b0da40-aef8-480a-bb63-d1daacecf555" providerId="ADAL" clId="{C0FDB04E-6320-4A0C-A5C9-BF738384E02A}" dt="2024-10-10T13:49:27.829" v="1829" actId="478"/>
          <ac:picMkLst>
            <pc:docMk/>
            <pc:sldMk cId="2559135638" sldId="345"/>
            <ac:picMk id="5" creationId="{E552819F-BDAF-EF2A-6499-B9D932360C90}"/>
          </ac:picMkLst>
        </pc:picChg>
        <pc:picChg chg="add mod">
          <ac:chgData name="Sohag Kabir" userId="e9b0da40-aef8-480a-bb63-d1daacecf555" providerId="ADAL" clId="{C0FDB04E-6320-4A0C-A5C9-BF738384E02A}" dt="2024-10-10T14:54:08.293" v="1902" actId="1076"/>
          <ac:picMkLst>
            <pc:docMk/>
            <pc:sldMk cId="2559135638" sldId="345"/>
            <ac:picMk id="5124" creationId="{744AD196-C395-5809-5B3A-A7504C69786B}"/>
          </ac:picMkLst>
        </pc:picChg>
      </pc:sldChg>
      <pc:sldChg chg="addSp delSp modSp add mod">
        <pc:chgData name="Sohag Kabir" userId="e9b0da40-aef8-480a-bb63-d1daacecf555" providerId="ADAL" clId="{C0FDB04E-6320-4A0C-A5C9-BF738384E02A}" dt="2024-10-10T16:19:53.790" v="2368" actId="1076"/>
        <pc:sldMkLst>
          <pc:docMk/>
          <pc:sldMk cId="762888986" sldId="346"/>
        </pc:sldMkLst>
        <pc:spChg chg="mod">
          <ac:chgData name="Sohag Kabir" userId="e9b0da40-aef8-480a-bb63-d1daacecf555" providerId="ADAL" clId="{C0FDB04E-6320-4A0C-A5C9-BF738384E02A}" dt="2024-10-10T15:57:06.687" v="2040" actId="1076"/>
          <ac:spMkLst>
            <pc:docMk/>
            <pc:sldMk cId="762888986" sldId="346"/>
            <ac:spMk id="2" creationId="{DE13D453-4D7B-47BF-AED4-27D56C3644AA}"/>
          </ac:spMkLst>
        </pc:spChg>
        <pc:spChg chg="add del">
          <ac:chgData name="Sohag Kabir" userId="e9b0da40-aef8-480a-bb63-d1daacecf555" providerId="ADAL" clId="{C0FDB04E-6320-4A0C-A5C9-BF738384E02A}" dt="2024-10-10T15:57:30.726" v="2044"/>
          <ac:spMkLst>
            <pc:docMk/>
            <pc:sldMk cId="762888986" sldId="346"/>
            <ac:spMk id="3" creationId="{6515917C-962B-4C37-B74E-664C3AE78028}"/>
          </ac:spMkLst>
        </pc:spChg>
        <pc:spChg chg="add mod">
          <ac:chgData name="Sohag Kabir" userId="e9b0da40-aef8-480a-bb63-d1daacecf555" providerId="ADAL" clId="{C0FDB04E-6320-4A0C-A5C9-BF738384E02A}" dt="2024-10-10T16:19:26.511" v="2347" actId="1076"/>
          <ac:spMkLst>
            <pc:docMk/>
            <pc:sldMk cId="762888986" sldId="346"/>
            <ac:spMk id="4" creationId="{CA771D8F-9D02-ADE4-D3D6-39079643100A}"/>
          </ac:spMkLst>
        </pc:spChg>
        <pc:spChg chg="add del">
          <ac:chgData name="Sohag Kabir" userId="e9b0da40-aef8-480a-bb63-d1daacecf555" providerId="ADAL" clId="{C0FDB04E-6320-4A0C-A5C9-BF738384E02A}" dt="2024-10-10T15:57:45.708" v="2051"/>
          <ac:spMkLst>
            <pc:docMk/>
            <pc:sldMk cId="762888986" sldId="346"/>
            <ac:spMk id="8" creationId="{CA340D1A-1588-C8B6-67E3-A0ABF965A256}"/>
          </ac:spMkLst>
        </pc:spChg>
        <pc:spChg chg="add mod">
          <ac:chgData name="Sohag Kabir" userId="e9b0da40-aef8-480a-bb63-d1daacecf555" providerId="ADAL" clId="{C0FDB04E-6320-4A0C-A5C9-BF738384E02A}" dt="2024-10-10T16:19:53.790" v="2368" actId="1076"/>
          <ac:spMkLst>
            <pc:docMk/>
            <pc:sldMk cId="762888986" sldId="346"/>
            <ac:spMk id="11" creationId="{ECEFD611-1C0F-92B4-9625-53988ADA54FF}"/>
          </ac:spMkLst>
        </pc:spChg>
        <pc:picChg chg="del mod">
          <ac:chgData name="Sohag Kabir" userId="e9b0da40-aef8-480a-bb63-d1daacecf555" providerId="ADAL" clId="{C0FDB04E-6320-4A0C-A5C9-BF738384E02A}" dt="2024-10-10T15:57:10.146" v="2042" actId="478"/>
          <ac:picMkLst>
            <pc:docMk/>
            <pc:sldMk cId="762888986" sldId="346"/>
            <ac:picMk id="5" creationId="{E552819F-BDAF-EF2A-6499-B9D932360C90}"/>
          </ac:picMkLst>
        </pc:picChg>
        <pc:picChg chg="add mod">
          <ac:chgData name="Sohag Kabir" userId="e9b0da40-aef8-480a-bb63-d1daacecf555" providerId="ADAL" clId="{C0FDB04E-6320-4A0C-A5C9-BF738384E02A}" dt="2024-10-10T16:19:19.925" v="2345" actId="1076"/>
          <ac:picMkLst>
            <pc:docMk/>
            <pc:sldMk cId="762888986" sldId="346"/>
            <ac:picMk id="9" creationId="{136C6892-EB0F-8DA1-4E0D-623A8BFC014C}"/>
          </ac:picMkLst>
        </pc:picChg>
        <pc:picChg chg="add del">
          <ac:chgData name="Sohag Kabir" userId="e9b0da40-aef8-480a-bb63-d1daacecf555" providerId="ADAL" clId="{C0FDB04E-6320-4A0C-A5C9-BF738384E02A}" dt="2024-10-10T16:04:06.258" v="2069" actId="478"/>
          <ac:picMkLst>
            <pc:docMk/>
            <pc:sldMk cId="762888986" sldId="346"/>
            <ac:picMk id="6148" creationId="{2A5E1341-5A7A-A93A-991F-7585E03D02F2}"/>
          </ac:picMkLst>
        </pc:picChg>
      </pc:sldChg>
      <pc:sldChg chg="addSp modSp add mod modAnim">
        <pc:chgData name="Sohag Kabir" userId="e9b0da40-aef8-480a-bb63-d1daacecf555" providerId="ADAL" clId="{C0FDB04E-6320-4A0C-A5C9-BF738384E02A}" dt="2024-10-10T15:21:04.378" v="2034"/>
        <pc:sldMkLst>
          <pc:docMk/>
          <pc:sldMk cId="2461323512" sldId="347"/>
        </pc:sldMkLst>
        <pc:spChg chg="mod">
          <ac:chgData name="Sohag Kabir" userId="e9b0da40-aef8-480a-bb63-d1daacecf555" providerId="ADAL" clId="{C0FDB04E-6320-4A0C-A5C9-BF738384E02A}" dt="2024-10-10T14:39:33.978" v="1831"/>
          <ac:spMkLst>
            <pc:docMk/>
            <pc:sldMk cId="2461323512" sldId="347"/>
            <ac:spMk id="2" creationId="{DE13D453-4D7B-47BF-AED4-27D56C3644AA}"/>
          </ac:spMkLst>
        </pc:spChg>
        <pc:spChg chg="add mod">
          <ac:chgData name="Sohag Kabir" userId="e9b0da40-aef8-480a-bb63-d1daacecf555" providerId="ADAL" clId="{C0FDB04E-6320-4A0C-A5C9-BF738384E02A}" dt="2024-10-10T15:11:52.570" v="2029" actId="1076"/>
          <ac:spMkLst>
            <pc:docMk/>
            <pc:sldMk cId="2461323512" sldId="347"/>
            <ac:spMk id="4" creationId="{1C3A4EC2-D9D8-FAF1-5339-50B81916CA4B}"/>
          </ac:spMkLst>
        </pc:spChg>
        <pc:spChg chg="add mod">
          <ac:chgData name="Sohag Kabir" userId="e9b0da40-aef8-480a-bb63-d1daacecf555" providerId="ADAL" clId="{C0FDB04E-6320-4A0C-A5C9-BF738384E02A}" dt="2024-10-10T15:12:14.876" v="2030" actId="1076"/>
          <ac:spMkLst>
            <pc:docMk/>
            <pc:sldMk cId="2461323512" sldId="347"/>
            <ac:spMk id="8" creationId="{7AB7F1A3-AE10-2DD4-5237-95C0544B2175}"/>
          </ac:spMkLst>
        </pc:spChg>
        <pc:picChg chg="add mod">
          <ac:chgData name="Sohag Kabir" userId="e9b0da40-aef8-480a-bb63-d1daacecf555" providerId="ADAL" clId="{C0FDB04E-6320-4A0C-A5C9-BF738384E02A}" dt="2024-10-10T15:11:41.259" v="2026" actId="1076"/>
          <ac:picMkLst>
            <pc:docMk/>
            <pc:sldMk cId="2461323512" sldId="347"/>
            <ac:picMk id="9" creationId="{D23DC0F3-E187-AB75-5D01-7DCAC83DD45D}"/>
          </ac:picMkLst>
        </pc:picChg>
      </pc:sldChg>
      <pc:sldChg chg="addSp delSp modSp add mod modAnim">
        <pc:chgData name="Sohag Kabir" userId="e9b0da40-aef8-480a-bb63-d1daacecf555" providerId="ADAL" clId="{C0FDB04E-6320-4A0C-A5C9-BF738384E02A}" dt="2024-10-11T10:22:10.116" v="4347" actId="20577"/>
        <pc:sldMkLst>
          <pc:docMk/>
          <pc:sldMk cId="1845294591" sldId="348"/>
        </pc:sldMkLst>
        <pc:spChg chg="mod">
          <ac:chgData name="Sohag Kabir" userId="e9b0da40-aef8-480a-bb63-d1daacecf555" providerId="ADAL" clId="{C0FDB04E-6320-4A0C-A5C9-BF738384E02A}" dt="2024-10-11T10:20:34.090" v="4340" actId="1076"/>
          <ac:spMkLst>
            <pc:docMk/>
            <pc:sldMk cId="1845294591" sldId="348"/>
            <ac:spMk id="2" creationId="{DE13D453-4D7B-47BF-AED4-27D56C3644AA}"/>
          </ac:spMkLst>
        </pc:spChg>
        <pc:spChg chg="del">
          <ac:chgData name="Sohag Kabir" userId="e9b0da40-aef8-480a-bb63-d1daacecf555" providerId="ADAL" clId="{C0FDB04E-6320-4A0C-A5C9-BF738384E02A}" dt="2024-10-10T14:52:06.800" v="1887" actId="478"/>
          <ac:spMkLst>
            <pc:docMk/>
            <pc:sldMk cId="1845294591" sldId="348"/>
            <ac:spMk id="4" creationId="{C16E90ED-2164-76BD-DB65-AE22DF109F46}"/>
          </ac:spMkLst>
        </pc:spChg>
        <pc:spChg chg="add mod">
          <ac:chgData name="Sohag Kabir" userId="e9b0da40-aef8-480a-bb63-d1daacecf555" providerId="ADAL" clId="{C0FDB04E-6320-4A0C-A5C9-BF738384E02A}" dt="2024-10-11T10:22:10.116" v="4347" actId="20577"/>
          <ac:spMkLst>
            <pc:docMk/>
            <pc:sldMk cId="1845294591" sldId="348"/>
            <ac:spMk id="5" creationId="{C38BC728-8334-89AC-AFA6-553B602D3579}"/>
          </ac:spMkLst>
        </pc:spChg>
        <pc:picChg chg="del mod">
          <ac:chgData name="Sohag Kabir" userId="e9b0da40-aef8-480a-bb63-d1daacecf555" providerId="ADAL" clId="{C0FDB04E-6320-4A0C-A5C9-BF738384E02A}" dt="2024-10-10T14:55:08.766" v="1906" actId="478"/>
          <ac:picMkLst>
            <pc:docMk/>
            <pc:sldMk cId="1845294591" sldId="348"/>
            <ac:picMk id="5124" creationId="{744AD196-C395-5809-5B3A-A7504C69786B}"/>
          </ac:picMkLst>
        </pc:picChg>
      </pc:sldChg>
      <pc:sldChg chg="addSp delSp modSp add mod">
        <pc:chgData name="Sohag Kabir" userId="e9b0da40-aef8-480a-bb63-d1daacecf555" providerId="ADAL" clId="{C0FDB04E-6320-4A0C-A5C9-BF738384E02A}" dt="2024-10-10T16:40:26.731" v="2394" actId="14100"/>
        <pc:sldMkLst>
          <pc:docMk/>
          <pc:sldMk cId="2002675635" sldId="349"/>
        </pc:sldMkLst>
        <pc:spChg chg="mod">
          <ac:chgData name="Sohag Kabir" userId="e9b0da40-aef8-480a-bb63-d1daacecf555" providerId="ADAL" clId="{C0FDB04E-6320-4A0C-A5C9-BF738384E02A}" dt="2024-10-10T16:18:01.781" v="2336" actId="20577"/>
          <ac:spMkLst>
            <pc:docMk/>
            <pc:sldMk cId="2002675635" sldId="349"/>
            <ac:spMk id="2" creationId="{DE13D453-4D7B-47BF-AED4-27D56C3644AA}"/>
          </ac:spMkLst>
        </pc:spChg>
        <pc:spChg chg="add mod">
          <ac:chgData name="Sohag Kabir" userId="e9b0da40-aef8-480a-bb63-d1daacecf555" providerId="ADAL" clId="{C0FDB04E-6320-4A0C-A5C9-BF738384E02A}" dt="2024-10-10T16:40:26.731" v="2394" actId="14100"/>
          <ac:spMkLst>
            <pc:docMk/>
            <pc:sldMk cId="2002675635" sldId="349"/>
            <ac:spMk id="4" creationId="{D91332C1-C24B-0496-5292-C95E15306821}"/>
          </ac:spMkLst>
        </pc:spChg>
        <pc:picChg chg="del mod">
          <ac:chgData name="Sohag Kabir" userId="e9b0da40-aef8-480a-bb63-d1daacecf555" providerId="ADAL" clId="{C0FDB04E-6320-4A0C-A5C9-BF738384E02A}" dt="2024-10-10T16:17:35.845" v="2300" actId="478"/>
          <ac:picMkLst>
            <pc:docMk/>
            <pc:sldMk cId="2002675635" sldId="349"/>
            <ac:picMk id="5" creationId="{E552819F-BDAF-EF2A-6499-B9D932360C90}"/>
          </ac:picMkLst>
        </pc:picChg>
        <pc:picChg chg="add del mod">
          <ac:chgData name="Sohag Kabir" userId="e9b0da40-aef8-480a-bb63-d1daacecf555" providerId="ADAL" clId="{C0FDB04E-6320-4A0C-A5C9-BF738384E02A}" dt="2024-10-10T16:38:09.181" v="2371" actId="478"/>
          <ac:picMkLst>
            <pc:docMk/>
            <pc:sldMk cId="2002675635" sldId="349"/>
            <ac:picMk id="7170" creationId="{3CB1C865-2CA6-34D5-5B89-19D8DC10DB3C}"/>
          </ac:picMkLst>
        </pc:picChg>
        <pc:picChg chg="add mod">
          <ac:chgData name="Sohag Kabir" userId="e9b0da40-aef8-480a-bb63-d1daacecf555" providerId="ADAL" clId="{C0FDB04E-6320-4A0C-A5C9-BF738384E02A}" dt="2024-10-10T16:40:18.996" v="2392" actId="1076"/>
          <ac:picMkLst>
            <pc:docMk/>
            <pc:sldMk cId="2002675635" sldId="349"/>
            <ac:picMk id="7172" creationId="{A2AB0B76-C633-3E36-9835-6A96995AE506}"/>
          </ac:picMkLst>
        </pc:picChg>
      </pc:sldChg>
      <pc:sldChg chg="addSp delSp modSp add mod modAnim">
        <pc:chgData name="Sohag Kabir" userId="e9b0da40-aef8-480a-bb63-d1daacecf555" providerId="ADAL" clId="{C0FDB04E-6320-4A0C-A5C9-BF738384E02A}" dt="2024-10-11T10:26:25.908" v="4349" actId="6549"/>
        <pc:sldMkLst>
          <pc:docMk/>
          <pc:sldMk cId="1938412704" sldId="350"/>
        </pc:sldMkLst>
        <pc:spChg chg="mod">
          <ac:chgData name="Sohag Kabir" userId="e9b0da40-aef8-480a-bb63-d1daacecf555" providerId="ADAL" clId="{C0FDB04E-6320-4A0C-A5C9-BF738384E02A}" dt="2024-10-10T17:04:33.460" v="2512" actId="20577"/>
          <ac:spMkLst>
            <pc:docMk/>
            <pc:sldMk cId="1938412704" sldId="350"/>
            <ac:spMk id="2" creationId="{DE13D453-4D7B-47BF-AED4-27D56C3644AA}"/>
          </ac:spMkLst>
        </pc:spChg>
        <pc:spChg chg="add del">
          <ac:chgData name="Sohag Kabir" userId="e9b0da40-aef8-480a-bb63-d1daacecf555" providerId="ADAL" clId="{C0FDB04E-6320-4A0C-A5C9-BF738384E02A}" dt="2024-10-10T16:42:44.475" v="2400"/>
          <ac:spMkLst>
            <pc:docMk/>
            <pc:sldMk cId="1938412704" sldId="350"/>
            <ac:spMk id="3" creationId="{36F3A012-C0C9-0672-BE45-CD07B8DC84A5}"/>
          </ac:spMkLst>
        </pc:spChg>
        <pc:spChg chg="del">
          <ac:chgData name="Sohag Kabir" userId="e9b0da40-aef8-480a-bb63-d1daacecf555" providerId="ADAL" clId="{C0FDB04E-6320-4A0C-A5C9-BF738384E02A}" dt="2024-10-10T16:42:36.284" v="2398" actId="478"/>
          <ac:spMkLst>
            <pc:docMk/>
            <pc:sldMk cId="1938412704" sldId="350"/>
            <ac:spMk id="4" creationId="{D91332C1-C24B-0496-5292-C95E15306821}"/>
          </ac:spMkLst>
        </pc:spChg>
        <pc:spChg chg="add mod">
          <ac:chgData name="Sohag Kabir" userId="e9b0da40-aef8-480a-bb63-d1daacecf555" providerId="ADAL" clId="{C0FDB04E-6320-4A0C-A5C9-BF738384E02A}" dt="2024-10-11T10:26:25.908" v="4349" actId="6549"/>
          <ac:spMkLst>
            <pc:docMk/>
            <pc:sldMk cId="1938412704" sldId="350"/>
            <ac:spMk id="5" creationId="{6799DC53-78C8-7D4D-60D5-A948757AE5D4}"/>
          </ac:spMkLst>
        </pc:spChg>
        <pc:spChg chg="add del">
          <ac:chgData name="Sohag Kabir" userId="e9b0da40-aef8-480a-bb63-d1daacecf555" providerId="ADAL" clId="{C0FDB04E-6320-4A0C-A5C9-BF738384E02A}" dt="2024-10-10T16:43:02.364" v="2407"/>
          <ac:spMkLst>
            <pc:docMk/>
            <pc:sldMk cId="1938412704" sldId="350"/>
            <ac:spMk id="8" creationId="{CEDFE473-7A8C-E65B-E049-EF5300D9FDB5}"/>
          </ac:spMkLst>
        </pc:spChg>
        <pc:spChg chg="add del mod">
          <ac:chgData name="Sohag Kabir" userId="e9b0da40-aef8-480a-bb63-d1daacecf555" providerId="ADAL" clId="{C0FDB04E-6320-4A0C-A5C9-BF738384E02A}" dt="2024-10-10T16:53:35.447" v="2481" actId="478"/>
          <ac:spMkLst>
            <pc:docMk/>
            <pc:sldMk cId="1938412704" sldId="350"/>
            <ac:spMk id="10" creationId="{C1D48325-1DA4-4700-C4E9-FEE294F93B7E}"/>
          </ac:spMkLst>
        </pc:spChg>
        <pc:picChg chg="del">
          <ac:chgData name="Sohag Kabir" userId="e9b0da40-aef8-480a-bb63-d1daacecf555" providerId="ADAL" clId="{C0FDB04E-6320-4A0C-A5C9-BF738384E02A}" dt="2024-10-10T16:42:18.629" v="2397" actId="478"/>
          <ac:picMkLst>
            <pc:docMk/>
            <pc:sldMk cId="1938412704" sldId="350"/>
            <ac:picMk id="7172" creationId="{A2AB0B76-C633-3E36-9835-6A96995AE506}"/>
          </ac:picMkLst>
        </pc:picChg>
      </pc:sldChg>
      <pc:sldChg chg="delSp modSp add mod">
        <pc:chgData name="Sohag Kabir" userId="e9b0da40-aef8-480a-bb63-d1daacecf555" providerId="ADAL" clId="{C0FDB04E-6320-4A0C-A5C9-BF738384E02A}" dt="2024-10-10T16:58:34.617" v="2502" actId="207"/>
        <pc:sldMkLst>
          <pc:docMk/>
          <pc:sldMk cId="2509588860" sldId="351"/>
        </pc:sldMkLst>
        <pc:spChg chg="mod">
          <ac:chgData name="Sohag Kabir" userId="e9b0da40-aef8-480a-bb63-d1daacecf555" providerId="ADAL" clId="{C0FDB04E-6320-4A0C-A5C9-BF738384E02A}" dt="2024-10-10T16:53:27.495" v="2480" actId="14100"/>
          <ac:spMkLst>
            <pc:docMk/>
            <pc:sldMk cId="2509588860" sldId="351"/>
            <ac:spMk id="2" creationId="{DE13D453-4D7B-47BF-AED4-27D56C3644AA}"/>
          </ac:spMkLst>
        </pc:spChg>
        <pc:spChg chg="del">
          <ac:chgData name="Sohag Kabir" userId="e9b0da40-aef8-480a-bb63-d1daacecf555" providerId="ADAL" clId="{C0FDB04E-6320-4A0C-A5C9-BF738384E02A}" dt="2024-10-10T16:53:10.008" v="2468" actId="478"/>
          <ac:spMkLst>
            <pc:docMk/>
            <pc:sldMk cId="2509588860" sldId="351"/>
            <ac:spMk id="5" creationId="{6799DC53-78C8-7D4D-60D5-A948757AE5D4}"/>
          </ac:spMkLst>
        </pc:spChg>
        <pc:spChg chg="mod">
          <ac:chgData name="Sohag Kabir" userId="e9b0da40-aef8-480a-bb63-d1daacecf555" providerId="ADAL" clId="{C0FDB04E-6320-4A0C-A5C9-BF738384E02A}" dt="2024-10-10T16:58:34.617" v="2502" actId="207"/>
          <ac:spMkLst>
            <pc:docMk/>
            <pc:sldMk cId="2509588860" sldId="351"/>
            <ac:spMk id="10" creationId="{C1D48325-1DA4-4700-C4E9-FEE294F93B7E}"/>
          </ac:spMkLst>
        </pc:spChg>
      </pc:sldChg>
      <pc:sldChg chg="modSp add mod modAnim">
        <pc:chgData name="Sohag Kabir" userId="e9b0da40-aef8-480a-bb63-d1daacecf555" providerId="ADAL" clId="{C0FDB04E-6320-4A0C-A5C9-BF738384E02A}" dt="2024-10-11T10:29:22.323" v="4362" actId="1076"/>
        <pc:sldMkLst>
          <pc:docMk/>
          <pc:sldMk cId="150724232" sldId="352"/>
        </pc:sldMkLst>
        <pc:spChg chg="mod">
          <ac:chgData name="Sohag Kabir" userId="e9b0da40-aef8-480a-bb63-d1daacecf555" providerId="ADAL" clId="{C0FDB04E-6320-4A0C-A5C9-BF738384E02A}" dt="2024-10-11T10:29:22.323" v="4362" actId="1076"/>
          <ac:spMkLst>
            <pc:docMk/>
            <pc:sldMk cId="150724232" sldId="352"/>
            <ac:spMk id="5" creationId="{6799DC53-78C8-7D4D-60D5-A948757AE5D4}"/>
          </ac:spMkLst>
        </pc:spChg>
      </pc:sldChg>
      <pc:sldChg chg="addSp delSp modSp add mod modAnim modNotesTx">
        <pc:chgData name="Sohag Kabir" userId="e9b0da40-aef8-480a-bb63-d1daacecf555" providerId="ADAL" clId="{C0FDB04E-6320-4A0C-A5C9-BF738384E02A}" dt="2024-10-10T18:12:08.065" v="3162" actId="1076"/>
        <pc:sldMkLst>
          <pc:docMk/>
          <pc:sldMk cId="3151991894" sldId="353"/>
        </pc:sldMkLst>
        <pc:spChg chg="mod">
          <ac:chgData name="Sohag Kabir" userId="e9b0da40-aef8-480a-bb63-d1daacecf555" providerId="ADAL" clId="{C0FDB04E-6320-4A0C-A5C9-BF738384E02A}" dt="2024-10-10T17:22:25.181" v="2668" actId="20577"/>
          <ac:spMkLst>
            <pc:docMk/>
            <pc:sldMk cId="3151991894" sldId="353"/>
            <ac:spMk id="2" creationId="{DE13D453-4D7B-47BF-AED4-27D56C3644AA}"/>
          </ac:spMkLst>
        </pc:spChg>
        <pc:spChg chg="del mod">
          <ac:chgData name="Sohag Kabir" userId="e9b0da40-aef8-480a-bb63-d1daacecf555" providerId="ADAL" clId="{C0FDB04E-6320-4A0C-A5C9-BF738384E02A}" dt="2024-10-10T17:39:57.569" v="2728" actId="478"/>
          <ac:spMkLst>
            <pc:docMk/>
            <pc:sldMk cId="3151991894" sldId="353"/>
            <ac:spMk id="10" creationId="{C1D48325-1DA4-4700-C4E9-FEE294F93B7E}"/>
          </ac:spMkLst>
        </pc:spChg>
        <pc:spChg chg="add mod">
          <ac:chgData name="Sohag Kabir" userId="e9b0da40-aef8-480a-bb63-d1daacecf555" providerId="ADAL" clId="{C0FDB04E-6320-4A0C-A5C9-BF738384E02A}" dt="2024-10-10T17:45:46.527" v="2739" actId="1076"/>
          <ac:spMkLst>
            <pc:docMk/>
            <pc:sldMk cId="3151991894" sldId="353"/>
            <ac:spMk id="11" creationId="{A86A1A18-559B-D722-4433-C1EF28D7D230}"/>
          </ac:spMkLst>
        </pc:spChg>
        <pc:spChg chg="add del mod">
          <ac:chgData name="Sohag Kabir" userId="e9b0da40-aef8-480a-bb63-d1daacecf555" providerId="ADAL" clId="{C0FDB04E-6320-4A0C-A5C9-BF738384E02A}" dt="2024-10-10T17:49:27.600" v="2975" actId="478"/>
          <ac:spMkLst>
            <pc:docMk/>
            <pc:sldMk cId="3151991894" sldId="353"/>
            <ac:spMk id="12" creationId="{2C6BA894-43EA-51D1-88E3-7023CA0CBCA6}"/>
          </ac:spMkLst>
        </pc:spChg>
        <pc:spChg chg="add mod">
          <ac:chgData name="Sohag Kabir" userId="e9b0da40-aef8-480a-bb63-d1daacecf555" providerId="ADAL" clId="{C0FDB04E-6320-4A0C-A5C9-BF738384E02A}" dt="2024-10-10T18:02:10.268" v="3058" actId="207"/>
          <ac:spMkLst>
            <pc:docMk/>
            <pc:sldMk cId="3151991894" sldId="353"/>
            <ac:spMk id="15" creationId="{948C9E3C-0417-2481-E7F9-7FEF788B4B79}"/>
          </ac:spMkLst>
        </pc:spChg>
        <pc:spChg chg="add mod">
          <ac:chgData name="Sohag Kabir" userId="e9b0da40-aef8-480a-bb63-d1daacecf555" providerId="ADAL" clId="{C0FDB04E-6320-4A0C-A5C9-BF738384E02A}" dt="2024-10-10T17:58:01.101" v="3049" actId="164"/>
          <ac:spMkLst>
            <pc:docMk/>
            <pc:sldMk cId="3151991894" sldId="353"/>
            <ac:spMk id="17" creationId="{26BDB841-19EC-0166-9BF8-97C54915804A}"/>
          </ac:spMkLst>
        </pc:spChg>
        <pc:spChg chg="mod">
          <ac:chgData name="Sohag Kabir" userId="e9b0da40-aef8-480a-bb63-d1daacecf555" providerId="ADAL" clId="{C0FDB04E-6320-4A0C-A5C9-BF738384E02A}" dt="2024-10-10T18:08:13.571" v="3145" actId="14100"/>
          <ac:spMkLst>
            <pc:docMk/>
            <pc:sldMk cId="3151991894" sldId="353"/>
            <ac:spMk id="20" creationId="{7BCD5600-3A1D-5342-FD5D-5F3A204A5C42}"/>
          </ac:spMkLst>
        </pc:spChg>
        <pc:spChg chg="mod">
          <ac:chgData name="Sohag Kabir" userId="e9b0da40-aef8-480a-bb63-d1daacecf555" providerId="ADAL" clId="{C0FDB04E-6320-4A0C-A5C9-BF738384E02A}" dt="2024-10-10T18:12:08.065" v="3162" actId="1076"/>
          <ac:spMkLst>
            <pc:docMk/>
            <pc:sldMk cId="3151991894" sldId="353"/>
            <ac:spMk id="21" creationId="{1381CBF2-EA3A-490A-0CDE-943FC5A1634A}"/>
          </ac:spMkLst>
        </pc:spChg>
        <pc:grpChg chg="add mod">
          <ac:chgData name="Sohag Kabir" userId="e9b0da40-aef8-480a-bb63-d1daacecf555" providerId="ADAL" clId="{C0FDB04E-6320-4A0C-A5C9-BF738384E02A}" dt="2024-10-10T17:58:44.083" v="3052" actId="1076"/>
          <ac:grpSpMkLst>
            <pc:docMk/>
            <pc:sldMk cId="3151991894" sldId="353"/>
            <ac:grpSpMk id="18" creationId="{FC41599D-2AEF-8B75-53DE-FDED1593BCA8}"/>
          </ac:grpSpMkLst>
        </pc:grpChg>
        <pc:grpChg chg="add mod">
          <ac:chgData name="Sohag Kabir" userId="e9b0da40-aef8-480a-bb63-d1daacecf555" providerId="ADAL" clId="{C0FDB04E-6320-4A0C-A5C9-BF738384E02A}" dt="2024-10-10T18:11:49.329" v="3161" actId="1076"/>
          <ac:grpSpMkLst>
            <pc:docMk/>
            <pc:sldMk cId="3151991894" sldId="353"/>
            <ac:grpSpMk id="19" creationId="{F1B08950-8888-B990-0841-BFF28FA372E4}"/>
          </ac:grpSpMkLst>
        </pc:grpChg>
        <pc:graphicFrameChg chg="add del modGraphic">
          <ac:chgData name="Sohag Kabir" userId="e9b0da40-aef8-480a-bb63-d1daacecf555" providerId="ADAL" clId="{C0FDB04E-6320-4A0C-A5C9-BF738384E02A}" dt="2024-10-10T17:23:57.881" v="2671" actId="27309"/>
          <ac:graphicFrameMkLst>
            <pc:docMk/>
            <pc:sldMk cId="3151991894" sldId="353"/>
            <ac:graphicFrameMk id="4" creationId="{6B011684-C26E-5BBE-3260-E9B4423D0753}"/>
          </ac:graphicFrameMkLst>
        </pc:graphicFrameChg>
        <pc:picChg chg="add mod modCrop">
          <ac:chgData name="Sohag Kabir" userId="e9b0da40-aef8-480a-bb63-d1daacecf555" providerId="ADAL" clId="{C0FDB04E-6320-4A0C-A5C9-BF738384E02A}" dt="2024-10-10T17:45:01.877" v="2737" actId="1076"/>
          <ac:picMkLst>
            <pc:docMk/>
            <pc:sldMk cId="3151991894" sldId="353"/>
            <ac:picMk id="8" creationId="{AB1277CC-734B-2279-668E-6E93827068C7}"/>
          </ac:picMkLst>
        </pc:picChg>
        <pc:picChg chg="add mod">
          <ac:chgData name="Sohag Kabir" userId="e9b0da40-aef8-480a-bb63-d1daacecf555" providerId="ADAL" clId="{C0FDB04E-6320-4A0C-A5C9-BF738384E02A}" dt="2024-10-10T18:10:19.495" v="3154" actId="692"/>
          <ac:picMkLst>
            <pc:docMk/>
            <pc:sldMk cId="3151991894" sldId="353"/>
            <ac:picMk id="14" creationId="{8FFF5F64-82DD-4EF5-013C-956DEE3E4D78}"/>
          </ac:picMkLst>
        </pc:picChg>
      </pc:sldChg>
      <pc:sldChg chg="add">
        <pc:chgData name="Sohag Kabir" userId="e9b0da40-aef8-480a-bb63-d1daacecf555" providerId="ADAL" clId="{C0FDB04E-6320-4A0C-A5C9-BF738384E02A}" dt="2024-10-11T07:59:29.660" v="3163" actId="2890"/>
        <pc:sldMkLst>
          <pc:docMk/>
          <pc:sldMk cId="1006644024" sldId="354"/>
        </pc:sldMkLst>
      </pc:sldChg>
      <pc:sldChg chg="addSp delSp modSp add mod ord modAnim">
        <pc:chgData name="Sohag Kabir" userId="e9b0da40-aef8-480a-bb63-d1daacecf555" providerId="ADAL" clId="{C0FDB04E-6320-4A0C-A5C9-BF738384E02A}" dt="2024-10-11T08:05:54.232" v="3215" actId="1076"/>
        <pc:sldMkLst>
          <pc:docMk/>
          <pc:sldMk cId="2309226154" sldId="355"/>
        </pc:sldMkLst>
        <pc:spChg chg="mod">
          <ac:chgData name="Sohag Kabir" userId="e9b0da40-aef8-480a-bb63-d1daacecf555" providerId="ADAL" clId="{C0FDB04E-6320-4A0C-A5C9-BF738384E02A}" dt="2024-10-11T08:01:02.311" v="3174" actId="1076"/>
          <ac:spMkLst>
            <pc:docMk/>
            <pc:sldMk cId="2309226154" sldId="355"/>
            <ac:spMk id="2" creationId="{DE13D453-4D7B-47BF-AED4-27D56C3644AA}"/>
          </ac:spMkLst>
        </pc:spChg>
        <pc:spChg chg="add mod">
          <ac:chgData name="Sohag Kabir" userId="e9b0da40-aef8-480a-bb63-d1daacecf555" providerId="ADAL" clId="{C0FDB04E-6320-4A0C-A5C9-BF738384E02A}" dt="2024-10-11T08:05:54.232" v="3215" actId="1076"/>
          <ac:spMkLst>
            <pc:docMk/>
            <pc:sldMk cId="2309226154" sldId="355"/>
            <ac:spMk id="4" creationId="{A70827E9-47BE-6FB8-EEFE-26B2B18F6548}"/>
          </ac:spMkLst>
        </pc:spChg>
        <pc:spChg chg="add mod">
          <ac:chgData name="Sohag Kabir" userId="e9b0da40-aef8-480a-bb63-d1daacecf555" providerId="ADAL" clId="{C0FDB04E-6320-4A0C-A5C9-BF738384E02A}" dt="2024-10-11T08:05:45.855" v="3214" actId="1076"/>
          <ac:spMkLst>
            <pc:docMk/>
            <pc:sldMk cId="2309226154" sldId="355"/>
            <ac:spMk id="8" creationId="{82F05F19-507A-BDB5-704F-BB715E645B3B}"/>
          </ac:spMkLst>
        </pc:spChg>
        <pc:spChg chg="del">
          <ac:chgData name="Sohag Kabir" userId="e9b0da40-aef8-480a-bb63-d1daacecf555" providerId="ADAL" clId="{C0FDB04E-6320-4A0C-A5C9-BF738384E02A}" dt="2024-10-11T08:00:52.232" v="3171" actId="478"/>
          <ac:spMkLst>
            <pc:docMk/>
            <pc:sldMk cId="2309226154" sldId="355"/>
            <ac:spMk id="10" creationId="{C1D48325-1DA4-4700-C4E9-FEE294F93B7E}"/>
          </ac:spMkLst>
        </pc:spChg>
        <pc:graphicFrameChg chg="add mod">
          <ac:chgData name="Sohag Kabir" userId="e9b0da40-aef8-480a-bb63-d1daacecf555" providerId="ADAL" clId="{C0FDB04E-6320-4A0C-A5C9-BF738384E02A}" dt="2024-10-11T08:03:43.803" v="3191" actId="1076"/>
          <ac:graphicFrameMkLst>
            <pc:docMk/>
            <pc:sldMk cId="2309226154" sldId="355"/>
            <ac:graphicFrameMk id="3" creationId="{DE8E47A9-4274-E6CD-0831-9DDCCB95EF18}"/>
          </ac:graphicFrameMkLst>
        </pc:graphicFrameChg>
      </pc:sldChg>
      <pc:sldChg chg="modSp add mod">
        <pc:chgData name="Sohag Kabir" userId="e9b0da40-aef8-480a-bb63-d1daacecf555" providerId="ADAL" clId="{C0FDB04E-6320-4A0C-A5C9-BF738384E02A}" dt="2024-10-11T08:09:54.803" v="3261" actId="313"/>
        <pc:sldMkLst>
          <pc:docMk/>
          <pc:sldMk cId="2096277952" sldId="356"/>
        </pc:sldMkLst>
        <pc:spChg chg="mod">
          <ac:chgData name="Sohag Kabir" userId="e9b0da40-aef8-480a-bb63-d1daacecf555" providerId="ADAL" clId="{C0FDB04E-6320-4A0C-A5C9-BF738384E02A}" dt="2024-10-11T08:09:54.803" v="3261" actId="313"/>
          <ac:spMkLst>
            <pc:docMk/>
            <pc:sldMk cId="2096277952" sldId="356"/>
            <ac:spMk id="4" creationId="{A70827E9-47BE-6FB8-EEFE-26B2B18F6548}"/>
          </ac:spMkLst>
        </pc:spChg>
      </pc:sldChg>
      <pc:sldChg chg="addSp delSp modSp add mod delAnim modAnim modNotesTx">
        <pc:chgData name="Sohag Kabir" userId="e9b0da40-aef8-480a-bb63-d1daacecf555" providerId="ADAL" clId="{C0FDB04E-6320-4A0C-A5C9-BF738384E02A}" dt="2024-10-11T10:36:13.248" v="4366" actId="20577"/>
        <pc:sldMkLst>
          <pc:docMk/>
          <pc:sldMk cId="3468557606" sldId="357"/>
        </pc:sldMkLst>
        <pc:spChg chg="mod">
          <ac:chgData name="Sohag Kabir" userId="e9b0da40-aef8-480a-bb63-d1daacecf555" providerId="ADAL" clId="{C0FDB04E-6320-4A0C-A5C9-BF738384E02A}" dt="2024-10-11T09:16:06.376" v="3920" actId="20577"/>
          <ac:spMkLst>
            <pc:docMk/>
            <pc:sldMk cId="3468557606" sldId="357"/>
            <ac:spMk id="3" creationId="{DF7E6C27-91AB-02A3-B028-9E0372BEC0F2}"/>
          </ac:spMkLst>
        </pc:spChg>
        <pc:spChg chg="mod">
          <ac:chgData name="Sohag Kabir" userId="e9b0da40-aef8-480a-bb63-d1daacecf555" providerId="ADAL" clId="{C0FDB04E-6320-4A0C-A5C9-BF738384E02A}" dt="2024-10-11T09:20:03.282" v="3936" actId="1076"/>
          <ac:spMkLst>
            <pc:docMk/>
            <pc:sldMk cId="3468557606" sldId="357"/>
            <ac:spMk id="8" creationId="{BD17AA22-F50D-C3BC-26FA-545609FC3724}"/>
          </ac:spMkLst>
        </pc:spChg>
        <pc:spChg chg="mod">
          <ac:chgData name="Sohag Kabir" userId="e9b0da40-aef8-480a-bb63-d1daacecf555" providerId="ADAL" clId="{C0FDB04E-6320-4A0C-A5C9-BF738384E02A}" dt="2024-10-11T09:20:38.358" v="3938" actId="207"/>
          <ac:spMkLst>
            <pc:docMk/>
            <pc:sldMk cId="3468557606" sldId="357"/>
            <ac:spMk id="10" creationId="{94A5BB6C-CA0B-7297-EC46-965DDC1B1198}"/>
          </ac:spMkLst>
        </pc:spChg>
        <pc:spChg chg="mod">
          <ac:chgData name="Sohag Kabir" userId="e9b0da40-aef8-480a-bb63-d1daacecf555" providerId="ADAL" clId="{C0FDB04E-6320-4A0C-A5C9-BF738384E02A}" dt="2024-10-11T09:20:13.025" v="3937" actId="1076"/>
          <ac:spMkLst>
            <pc:docMk/>
            <pc:sldMk cId="3468557606" sldId="357"/>
            <ac:spMk id="11" creationId="{683E5EE6-58FE-4275-C28F-198DC4408379}"/>
          </ac:spMkLst>
        </pc:spChg>
        <pc:spChg chg="mod">
          <ac:chgData name="Sohag Kabir" userId="e9b0da40-aef8-480a-bb63-d1daacecf555" providerId="ADAL" clId="{C0FDB04E-6320-4A0C-A5C9-BF738384E02A}" dt="2024-10-11T09:17:44.729" v="3925" actId="14100"/>
          <ac:spMkLst>
            <pc:docMk/>
            <pc:sldMk cId="3468557606" sldId="357"/>
            <ac:spMk id="14" creationId="{2229F243-2D24-B1B8-2B47-47BD43D54DF8}"/>
          </ac:spMkLst>
        </pc:spChg>
        <pc:spChg chg="del">
          <ac:chgData name="Sohag Kabir" userId="e9b0da40-aef8-480a-bb63-d1daacecf555" providerId="ADAL" clId="{C0FDB04E-6320-4A0C-A5C9-BF738384E02A}" dt="2024-10-11T09:05:18.387" v="3809" actId="478"/>
          <ac:spMkLst>
            <pc:docMk/>
            <pc:sldMk cId="3468557606" sldId="357"/>
            <ac:spMk id="15" creationId="{131A865D-0863-79BD-CA96-FC5F940E47F6}"/>
          </ac:spMkLst>
        </pc:spChg>
        <pc:spChg chg="mod">
          <ac:chgData name="Sohag Kabir" userId="e9b0da40-aef8-480a-bb63-d1daacecf555" providerId="ADAL" clId="{C0FDB04E-6320-4A0C-A5C9-BF738384E02A}" dt="2024-10-11T10:36:13.248" v="4366" actId="20577"/>
          <ac:spMkLst>
            <pc:docMk/>
            <pc:sldMk cId="3468557606" sldId="357"/>
            <ac:spMk id="16" creationId="{AF822687-54C4-33E0-310F-F422E0C43B91}"/>
          </ac:spMkLst>
        </pc:spChg>
        <pc:grpChg chg="add mod">
          <ac:chgData name="Sohag Kabir" userId="e9b0da40-aef8-480a-bb63-d1daacecf555" providerId="ADAL" clId="{C0FDB04E-6320-4A0C-A5C9-BF738384E02A}" dt="2024-10-11T09:19:59.971" v="3935" actId="1076"/>
          <ac:grpSpMkLst>
            <pc:docMk/>
            <pc:sldMk cId="3468557606" sldId="357"/>
            <ac:grpSpMk id="2" creationId="{AAC54990-796C-CE8C-5EF1-9DDEBA0D0720}"/>
          </ac:grpSpMkLst>
        </pc:grpChg>
        <pc:grpChg chg="add mod">
          <ac:chgData name="Sohag Kabir" userId="e9b0da40-aef8-480a-bb63-d1daacecf555" providerId="ADAL" clId="{C0FDB04E-6320-4A0C-A5C9-BF738384E02A}" dt="2024-10-11T09:18:49.473" v="3931" actId="1076"/>
          <ac:grpSpMkLst>
            <pc:docMk/>
            <pc:sldMk cId="3468557606" sldId="357"/>
            <ac:grpSpMk id="9" creationId="{6E3DAC08-6FD2-E3BC-B201-F41EA81B10CD}"/>
          </ac:grpSpMkLst>
        </pc:grpChg>
        <pc:grpChg chg="mod">
          <ac:chgData name="Sohag Kabir" userId="e9b0da40-aef8-480a-bb63-d1daacecf555" providerId="ADAL" clId="{C0FDB04E-6320-4A0C-A5C9-BF738384E02A}" dt="2024-10-11T09:18:39.097" v="3930" actId="1076"/>
          <ac:grpSpMkLst>
            <pc:docMk/>
            <pc:sldMk cId="3468557606" sldId="357"/>
            <ac:grpSpMk id="12" creationId="{CFB42017-8763-0487-2B2E-23D8A55F4295}"/>
          </ac:grpSpMkLst>
        </pc:grpChg>
        <pc:grpChg chg="del">
          <ac:chgData name="Sohag Kabir" userId="e9b0da40-aef8-480a-bb63-d1daacecf555" providerId="ADAL" clId="{C0FDB04E-6320-4A0C-A5C9-BF738384E02A}" dt="2024-10-11T09:05:19.403" v="3810" actId="478"/>
          <ac:grpSpMkLst>
            <pc:docMk/>
            <pc:sldMk cId="3468557606" sldId="357"/>
            <ac:grpSpMk id="19" creationId="{3B161315-E675-612C-9C7F-520E4AE880EC}"/>
          </ac:grpSpMkLst>
        </pc:grpChg>
        <pc:grpChg chg="del">
          <ac:chgData name="Sohag Kabir" userId="e9b0da40-aef8-480a-bb63-d1daacecf555" providerId="ADAL" clId="{C0FDB04E-6320-4A0C-A5C9-BF738384E02A}" dt="2024-10-11T09:05:21.410" v="3811" actId="478"/>
          <ac:grpSpMkLst>
            <pc:docMk/>
            <pc:sldMk cId="3468557606" sldId="357"/>
            <ac:grpSpMk id="23" creationId="{70FFE0CA-038B-56A7-AD9E-4ADD7B4758F4}"/>
          </ac:grpSpMkLst>
        </pc:grpChg>
        <pc:graphicFrameChg chg="mod modGraphic">
          <ac:chgData name="Sohag Kabir" userId="e9b0da40-aef8-480a-bb63-d1daacecf555" providerId="ADAL" clId="{C0FDB04E-6320-4A0C-A5C9-BF738384E02A}" dt="2024-10-11T09:18:31.281" v="3928" actId="1076"/>
          <ac:graphicFrameMkLst>
            <pc:docMk/>
            <pc:sldMk cId="3468557606" sldId="357"/>
            <ac:graphicFrameMk id="5" creationId="{03D1EEBC-5E9F-5FA8-2058-9DC6CE6FBD94}"/>
          </ac:graphicFrameMkLst>
        </pc:graphicFrameChg>
      </pc:sldChg>
      <pc:sldChg chg="addSp delSp modSp add mod delAnim modAnim">
        <pc:chgData name="Sohag Kabir" userId="e9b0da40-aef8-480a-bb63-d1daacecf555" providerId="ADAL" clId="{C0FDB04E-6320-4A0C-A5C9-BF738384E02A}" dt="2024-10-11T09:42:36.420" v="4221" actId="20577"/>
        <pc:sldMkLst>
          <pc:docMk/>
          <pc:sldMk cId="1718556749" sldId="358"/>
        </pc:sldMkLst>
        <pc:spChg chg="mod topLvl">
          <ac:chgData name="Sohag Kabir" userId="e9b0da40-aef8-480a-bb63-d1daacecf555" providerId="ADAL" clId="{C0FDB04E-6320-4A0C-A5C9-BF738384E02A}" dt="2024-10-11T09:42:36.420" v="4221" actId="20577"/>
          <ac:spMkLst>
            <pc:docMk/>
            <pc:sldMk cId="1718556749" sldId="358"/>
            <ac:spMk id="3" creationId="{DF7E6C27-91AB-02A3-B028-9E0372BEC0F2}"/>
          </ac:spMkLst>
        </pc:spChg>
        <pc:spChg chg="mod">
          <ac:chgData name="Sohag Kabir" userId="e9b0da40-aef8-480a-bb63-d1daacecf555" providerId="ADAL" clId="{C0FDB04E-6320-4A0C-A5C9-BF738384E02A}" dt="2024-10-11T09:28:35.614" v="4053" actId="6549"/>
          <ac:spMkLst>
            <pc:docMk/>
            <pc:sldMk cId="1718556749" sldId="358"/>
            <ac:spMk id="7" creationId="{3C2234EB-1FDB-08CF-503D-A30E94E406B1}"/>
          </ac:spMkLst>
        </pc:spChg>
        <pc:spChg chg="del mod topLvl">
          <ac:chgData name="Sohag Kabir" userId="e9b0da40-aef8-480a-bb63-d1daacecf555" providerId="ADAL" clId="{C0FDB04E-6320-4A0C-A5C9-BF738384E02A}" dt="2024-10-11T09:26:26.955" v="4004" actId="478"/>
          <ac:spMkLst>
            <pc:docMk/>
            <pc:sldMk cId="1718556749" sldId="358"/>
            <ac:spMk id="8" creationId="{BD17AA22-F50D-C3BC-26FA-545609FC3724}"/>
          </ac:spMkLst>
        </pc:spChg>
        <pc:spChg chg="del topLvl">
          <ac:chgData name="Sohag Kabir" userId="e9b0da40-aef8-480a-bb63-d1daacecf555" providerId="ADAL" clId="{C0FDB04E-6320-4A0C-A5C9-BF738384E02A}" dt="2024-10-11T09:22:04.432" v="3941" actId="478"/>
          <ac:spMkLst>
            <pc:docMk/>
            <pc:sldMk cId="1718556749" sldId="358"/>
            <ac:spMk id="10" creationId="{94A5BB6C-CA0B-7297-EC46-965DDC1B1198}"/>
          </ac:spMkLst>
        </pc:spChg>
        <pc:spChg chg="del topLvl">
          <ac:chgData name="Sohag Kabir" userId="e9b0da40-aef8-480a-bb63-d1daacecf555" providerId="ADAL" clId="{C0FDB04E-6320-4A0C-A5C9-BF738384E02A}" dt="2024-10-11T09:22:03.244" v="3940" actId="478"/>
          <ac:spMkLst>
            <pc:docMk/>
            <pc:sldMk cId="1718556749" sldId="358"/>
            <ac:spMk id="11" creationId="{683E5EE6-58FE-4275-C28F-198DC4408379}"/>
          </ac:spMkLst>
        </pc:spChg>
        <pc:spChg chg="del topLvl">
          <ac:chgData name="Sohag Kabir" userId="e9b0da40-aef8-480a-bb63-d1daacecf555" providerId="ADAL" clId="{C0FDB04E-6320-4A0C-A5C9-BF738384E02A}" dt="2024-10-11T09:22:10.819" v="3943" actId="478"/>
          <ac:spMkLst>
            <pc:docMk/>
            <pc:sldMk cId="1718556749" sldId="358"/>
            <ac:spMk id="14" creationId="{2229F243-2D24-B1B8-2B47-47BD43D54DF8}"/>
          </ac:spMkLst>
        </pc:spChg>
        <pc:spChg chg="del topLvl">
          <ac:chgData name="Sohag Kabir" userId="e9b0da40-aef8-480a-bb63-d1daacecf555" providerId="ADAL" clId="{C0FDB04E-6320-4A0C-A5C9-BF738384E02A}" dt="2024-10-11T09:22:09.232" v="3942" actId="478"/>
          <ac:spMkLst>
            <pc:docMk/>
            <pc:sldMk cId="1718556749" sldId="358"/>
            <ac:spMk id="16" creationId="{AF822687-54C4-33E0-310F-F422E0C43B91}"/>
          </ac:spMkLst>
        </pc:spChg>
        <pc:spChg chg="add mod">
          <ac:chgData name="Sohag Kabir" userId="e9b0da40-aef8-480a-bb63-d1daacecf555" providerId="ADAL" clId="{C0FDB04E-6320-4A0C-A5C9-BF738384E02A}" dt="2024-10-11T09:29:18.479" v="4055" actId="1076"/>
          <ac:spMkLst>
            <pc:docMk/>
            <pc:sldMk cId="1718556749" sldId="358"/>
            <ac:spMk id="19" creationId="{8A65FA6E-EFFF-3712-CE18-BE4198A7A029}"/>
          </ac:spMkLst>
        </pc:spChg>
        <pc:grpChg chg="del">
          <ac:chgData name="Sohag Kabir" userId="e9b0da40-aef8-480a-bb63-d1daacecf555" providerId="ADAL" clId="{C0FDB04E-6320-4A0C-A5C9-BF738384E02A}" dt="2024-10-11T09:26:26.955" v="4004" actId="478"/>
          <ac:grpSpMkLst>
            <pc:docMk/>
            <pc:sldMk cId="1718556749" sldId="358"/>
            <ac:grpSpMk id="2" creationId="{AAC54990-796C-CE8C-5EF1-9DDEBA0D0720}"/>
          </ac:grpSpMkLst>
        </pc:grpChg>
        <pc:grpChg chg="del">
          <ac:chgData name="Sohag Kabir" userId="e9b0da40-aef8-480a-bb63-d1daacecf555" providerId="ADAL" clId="{C0FDB04E-6320-4A0C-A5C9-BF738384E02A}" dt="2024-10-11T09:22:09.232" v="3942" actId="478"/>
          <ac:grpSpMkLst>
            <pc:docMk/>
            <pc:sldMk cId="1718556749" sldId="358"/>
            <ac:grpSpMk id="9" creationId="{6E3DAC08-6FD2-E3BC-B201-F41EA81B10CD}"/>
          </ac:grpSpMkLst>
        </pc:grpChg>
        <pc:grpChg chg="del">
          <ac:chgData name="Sohag Kabir" userId="e9b0da40-aef8-480a-bb63-d1daacecf555" providerId="ADAL" clId="{C0FDB04E-6320-4A0C-A5C9-BF738384E02A}" dt="2024-10-11T09:22:03.244" v="3940" actId="478"/>
          <ac:grpSpMkLst>
            <pc:docMk/>
            <pc:sldMk cId="1718556749" sldId="358"/>
            <ac:grpSpMk id="12" creationId="{CFB42017-8763-0487-2B2E-23D8A55F4295}"/>
          </ac:grpSpMkLst>
        </pc:grpChg>
        <pc:graphicFrameChg chg="modGraphic">
          <ac:chgData name="Sohag Kabir" userId="e9b0da40-aef8-480a-bb63-d1daacecf555" providerId="ADAL" clId="{C0FDB04E-6320-4A0C-A5C9-BF738384E02A}" dt="2024-10-11T09:27:48.648" v="4039" actId="20577"/>
          <ac:graphicFrameMkLst>
            <pc:docMk/>
            <pc:sldMk cId="1718556749" sldId="358"/>
            <ac:graphicFrameMk id="5" creationId="{03D1EEBC-5E9F-5FA8-2058-9DC6CE6FBD94}"/>
          </ac:graphicFrameMkLst>
        </pc:graphicFrameChg>
        <pc:graphicFrameChg chg="add del mod">
          <ac:chgData name="Sohag Kabir" userId="e9b0da40-aef8-480a-bb63-d1daacecf555" providerId="ADAL" clId="{C0FDB04E-6320-4A0C-A5C9-BF738384E02A}" dt="2024-10-11T09:22:47.418" v="3948" actId="3680"/>
          <ac:graphicFrameMkLst>
            <pc:docMk/>
            <pc:sldMk cId="1718556749" sldId="358"/>
            <ac:graphicFrameMk id="15" creationId="{BEE6F8D3-37FA-D1B8-FE48-FAA469ED9FF6}"/>
          </ac:graphicFrameMkLst>
        </pc:graphicFrameChg>
        <pc:graphicFrameChg chg="add mod modGraphic">
          <ac:chgData name="Sohag Kabir" userId="e9b0da40-aef8-480a-bb63-d1daacecf555" providerId="ADAL" clId="{C0FDB04E-6320-4A0C-A5C9-BF738384E02A}" dt="2024-10-11T09:32:51.122" v="4177" actId="20577"/>
          <ac:graphicFrameMkLst>
            <pc:docMk/>
            <pc:sldMk cId="1718556749" sldId="358"/>
            <ac:graphicFrameMk id="17" creationId="{43AFE39C-19BD-293E-064B-144571D6E3AD}"/>
          </ac:graphicFrameMkLst>
        </pc:graphicFrameChg>
      </pc:sldChg>
      <pc:sldMasterChg chg="modSldLayout">
        <pc:chgData name="Sohag Kabir" userId="e9b0da40-aef8-480a-bb63-d1daacecf555" providerId="ADAL" clId="{C0FDB04E-6320-4A0C-A5C9-BF738384E02A}" dt="2024-10-09T16:53:08.741" v="1323" actId="478"/>
        <pc:sldMasterMkLst>
          <pc:docMk/>
          <pc:sldMasterMk cId="0" sldId="2147483648"/>
        </pc:sldMasterMkLst>
        <pc:sldLayoutChg chg="delSp modSp">
          <pc:chgData name="Sohag Kabir" userId="e9b0da40-aef8-480a-bb63-d1daacecf555" providerId="ADAL" clId="{C0FDB04E-6320-4A0C-A5C9-BF738384E02A}" dt="2024-10-09T16:53:08.741" v="1323" actId="478"/>
          <pc:sldLayoutMkLst>
            <pc:docMk/>
            <pc:sldMasterMk cId="0" sldId="2147483648"/>
            <pc:sldLayoutMk cId="2508899091" sldId="2147484190"/>
          </pc:sldLayoutMkLst>
          <pc:picChg chg="del mod">
            <ac:chgData name="Sohag Kabir" userId="e9b0da40-aef8-480a-bb63-d1daacecf555" providerId="ADAL" clId="{C0FDB04E-6320-4A0C-A5C9-BF738384E02A}" dt="2024-10-09T16:53:08.741" v="1323" actId="478"/>
            <ac:picMkLst>
              <pc:docMk/>
              <pc:sldMasterMk cId="0" sldId="2147483648"/>
              <pc:sldLayoutMk cId="2508899091" sldId="2147484190"/>
              <ac:picMk id="5" creationId="{00000000-0000-0000-0000-000000000000}"/>
            </ac:picMkLst>
          </pc:picChg>
        </pc:sldLayoutChg>
      </pc:sldMasterChg>
    </pc:docChg>
  </pc:docChgLst>
  <pc:docChgLst>
    <pc:chgData name="Sohag Kabir" userId="e9b0da40-aef8-480a-bb63-d1daacecf555" providerId="ADAL" clId="{1F38D4F1-04EA-4679-AABE-783D48579403}"/>
    <pc:docChg chg="undo custSel addSld delSld modSld sldOrd">
      <pc:chgData name="Sohag Kabir" userId="e9b0da40-aef8-480a-bb63-d1daacecf555" providerId="ADAL" clId="{1F38D4F1-04EA-4679-AABE-783D48579403}" dt="2024-10-19T17:55:24.213" v="4621" actId="20577"/>
      <pc:docMkLst>
        <pc:docMk/>
      </pc:docMkLst>
      <pc:sldChg chg="modSp mod">
        <pc:chgData name="Sohag Kabir" userId="e9b0da40-aef8-480a-bb63-d1daacecf555" providerId="ADAL" clId="{1F38D4F1-04EA-4679-AABE-783D48579403}" dt="2024-10-17T16:15:09.537" v="1" actId="27636"/>
        <pc:sldMkLst>
          <pc:docMk/>
          <pc:sldMk cId="2795566495" sldId="256"/>
        </pc:sldMkLst>
        <pc:spChg chg="mod">
          <ac:chgData name="Sohag Kabir" userId="e9b0da40-aef8-480a-bb63-d1daacecf555" providerId="ADAL" clId="{1F38D4F1-04EA-4679-AABE-783D48579403}" dt="2024-10-17T16:15:09.537" v="1" actId="27636"/>
          <ac:spMkLst>
            <pc:docMk/>
            <pc:sldMk cId="2795566495" sldId="256"/>
            <ac:spMk id="7" creationId="{2A7F24C1-BF6E-43D8-A57F-60FFBF172E51}"/>
          </ac:spMkLst>
        </pc:spChg>
      </pc:sldChg>
      <pc:sldChg chg="modSp mod">
        <pc:chgData name="Sohag Kabir" userId="e9b0da40-aef8-480a-bb63-d1daacecf555" providerId="ADAL" clId="{1F38D4F1-04EA-4679-AABE-783D48579403}" dt="2024-10-19T17:41:04.416" v="4612" actId="20577"/>
        <pc:sldMkLst>
          <pc:docMk/>
          <pc:sldMk cId="1234101355" sldId="258"/>
        </pc:sldMkLst>
        <pc:spChg chg="mod">
          <ac:chgData name="Sohag Kabir" userId="e9b0da40-aef8-480a-bb63-d1daacecf555" providerId="ADAL" clId="{1F38D4F1-04EA-4679-AABE-783D48579403}" dt="2024-10-19T17:41:04.416" v="4612" actId="20577"/>
          <ac:spMkLst>
            <pc:docMk/>
            <pc:sldMk cId="1234101355" sldId="258"/>
            <ac:spMk id="3" creationId="{2FEE6F10-BAF0-90B1-17AF-10D6EFC928B2}"/>
          </ac:spMkLst>
        </pc:spChg>
      </pc:sldChg>
      <pc:sldChg chg="del">
        <pc:chgData name="Sohag Kabir" userId="e9b0da40-aef8-480a-bb63-d1daacecf555" providerId="ADAL" clId="{1F38D4F1-04EA-4679-AABE-783D48579403}" dt="2024-10-18T13:29:12.253" v="3097" actId="47"/>
        <pc:sldMkLst>
          <pc:docMk/>
          <pc:sldMk cId="4136712713" sldId="268"/>
        </pc:sldMkLst>
      </pc:sldChg>
      <pc:sldChg chg="addSp delSp modSp mod">
        <pc:chgData name="Sohag Kabir" userId="e9b0da40-aef8-480a-bb63-d1daacecf555" providerId="ADAL" clId="{1F38D4F1-04EA-4679-AABE-783D48579403}" dt="2024-10-17T18:13:08.328" v="16" actId="255"/>
        <pc:sldMkLst>
          <pc:docMk/>
          <pc:sldMk cId="616367942" sldId="279"/>
        </pc:sldMkLst>
        <pc:spChg chg="mod">
          <ac:chgData name="Sohag Kabir" userId="e9b0da40-aef8-480a-bb63-d1daacecf555" providerId="ADAL" clId="{1F38D4F1-04EA-4679-AABE-783D48579403}" dt="2024-10-17T18:09:31.762" v="10" actId="313"/>
          <ac:spMkLst>
            <pc:docMk/>
            <pc:sldMk cId="616367942" sldId="279"/>
            <ac:spMk id="2" creationId="{DE13D453-4D7B-47BF-AED4-27D56C3644AA}"/>
          </ac:spMkLst>
        </pc:spChg>
        <pc:spChg chg="add mod">
          <ac:chgData name="Sohag Kabir" userId="e9b0da40-aef8-480a-bb63-d1daacecf555" providerId="ADAL" clId="{1F38D4F1-04EA-4679-AABE-783D48579403}" dt="2024-10-17T18:13:08.328" v="16" actId="255"/>
          <ac:spMkLst>
            <pc:docMk/>
            <pc:sldMk cId="616367942" sldId="279"/>
            <ac:spMk id="4" creationId="{18342D14-1095-3562-195F-09B6C19B269F}"/>
          </ac:spMkLst>
        </pc:spChg>
        <pc:graphicFrameChg chg="del">
          <ac:chgData name="Sohag Kabir" userId="e9b0da40-aef8-480a-bb63-d1daacecf555" providerId="ADAL" clId="{1F38D4F1-04EA-4679-AABE-783D48579403}" dt="2024-10-17T16:17:23.930" v="6" actId="478"/>
          <ac:graphicFrameMkLst>
            <pc:docMk/>
            <pc:sldMk cId="616367942" sldId="279"/>
            <ac:graphicFrameMk id="3" creationId="{2899255D-2088-5A5F-D53B-4CFBE682E9BD}"/>
          </ac:graphicFrameMkLst>
        </pc:graphicFrameChg>
      </pc:sldChg>
      <pc:sldChg chg="addSp delSp modSp mod modAnim">
        <pc:chgData name="Sohag Kabir" userId="e9b0da40-aef8-480a-bb63-d1daacecf555" providerId="ADAL" clId="{1F38D4F1-04EA-4679-AABE-783D48579403}" dt="2024-10-17T19:49:51.070" v="586" actId="6549"/>
        <pc:sldMkLst>
          <pc:docMk/>
          <pc:sldMk cId="4080867092" sldId="328"/>
        </pc:sldMkLst>
        <pc:spChg chg="mod">
          <ac:chgData name="Sohag Kabir" userId="e9b0da40-aef8-480a-bb63-d1daacecf555" providerId="ADAL" clId="{1F38D4F1-04EA-4679-AABE-783D48579403}" dt="2024-10-17T18:13:27.862" v="17"/>
          <ac:spMkLst>
            <pc:docMk/>
            <pc:sldMk cId="4080867092" sldId="328"/>
            <ac:spMk id="2" creationId="{DE13D453-4D7B-47BF-AED4-27D56C3644AA}"/>
          </ac:spMkLst>
        </pc:spChg>
        <pc:spChg chg="del">
          <ac:chgData name="Sohag Kabir" userId="e9b0da40-aef8-480a-bb63-d1daacecf555" providerId="ADAL" clId="{1F38D4F1-04EA-4679-AABE-783D48579403}" dt="2024-10-17T18:13:30.776" v="18" actId="478"/>
          <ac:spMkLst>
            <pc:docMk/>
            <pc:sldMk cId="4080867092" sldId="328"/>
            <ac:spMk id="3" creationId="{A079262B-1A0A-547B-9FA6-893E4717870F}"/>
          </ac:spMkLst>
        </pc:spChg>
        <pc:spChg chg="add del mod">
          <ac:chgData name="Sohag Kabir" userId="e9b0da40-aef8-480a-bb63-d1daacecf555" providerId="ADAL" clId="{1F38D4F1-04EA-4679-AABE-783D48579403}" dt="2024-10-17T18:13:38.209" v="19" actId="478"/>
          <ac:spMkLst>
            <pc:docMk/>
            <pc:sldMk cId="4080867092" sldId="328"/>
            <ac:spMk id="4" creationId="{7F2176B1-BCAA-09BE-C6E9-6CE67EAD2401}"/>
          </ac:spMkLst>
        </pc:spChg>
        <pc:spChg chg="add mod">
          <ac:chgData name="Sohag Kabir" userId="e9b0da40-aef8-480a-bb63-d1daacecf555" providerId="ADAL" clId="{1F38D4F1-04EA-4679-AABE-783D48579403}" dt="2024-10-17T18:57:28.086" v="262" actId="164"/>
          <ac:spMkLst>
            <pc:docMk/>
            <pc:sldMk cId="4080867092" sldId="328"/>
            <ac:spMk id="5" creationId="{C6D7735F-F162-0E08-ACA0-0F54188AAA84}"/>
          </ac:spMkLst>
        </pc:spChg>
        <pc:spChg chg="add mod">
          <ac:chgData name="Sohag Kabir" userId="e9b0da40-aef8-480a-bb63-d1daacecf555" providerId="ADAL" clId="{1F38D4F1-04EA-4679-AABE-783D48579403}" dt="2024-10-17T18:59:50.023" v="318" actId="20577"/>
          <ac:spMkLst>
            <pc:docMk/>
            <pc:sldMk cId="4080867092" sldId="328"/>
            <ac:spMk id="8" creationId="{1D014E93-CA55-FCF1-8DA7-D7FC6D0842C7}"/>
          </ac:spMkLst>
        </pc:spChg>
        <pc:spChg chg="add mod">
          <ac:chgData name="Sohag Kabir" userId="e9b0da40-aef8-480a-bb63-d1daacecf555" providerId="ADAL" clId="{1F38D4F1-04EA-4679-AABE-783D48579403}" dt="2024-10-17T18:57:28.086" v="262" actId="164"/>
          <ac:spMkLst>
            <pc:docMk/>
            <pc:sldMk cId="4080867092" sldId="328"/>
            <ac:spMk id="9" creationId="{EECC3AFF-5346-301A-D8E1-CDB6FCF8F105}"/>
          </ac:spMkLst>
        </pc:spChg>
        <pc:spChg chg="add mod">
          <ac:chgData name="Sohag Kabir" userId="e9b0da40-aef8-480a-bb63-d1daacecf555" providerId="ADAL" clId="{1F38D4F1-04EA-4679-AABE-783D48579403}" dt="2024-10-17T18:57:37.657" v="264" actId="164"/>
          <ac:spMkLst>
            <pc:docMk/>
            <pc:sldMk cId="4080867092" sldId="328"/>
            <ac:spMk id="10" creationId="{BBEB469A-735C-60BA-89F9-BB1BF499F650}"/>
          </ac:spMkLst>
        </pc:spChg>
        <pc:spChg chg="mod">
          <ac:chgData name="Sohag Kabir" userId="e9b0da40-aef8-480a-bb63-d1daacecf555" providerId="ADAL" clId="{1F38D4F1-04EA-4679-AABE-783D48579403}" dt="2024-10-17T19:49:51.070" v="586" actId="6549"/>
          <ac:spMkLst>
            <pc:docMk/>
            <pc:sldMk cId="4080867092" sldId="328"/>
            <ac:spMk id="14" creationId="{965DBBB2-A5F0-EAF4-FD18-9CB048B744E4}"/>
          </ac:spMkLst>
        </pc:spChg>
        <pc:spChg chg="mod">
          <ac:chgData name="Sohag Kabir" userId="e9b0da40-aef8-480a-bb63-d1daacecf555" providerId="ADAL" clId="{1F38D4F1-04EA-4679-AABE-783D48579403}" dt="2024-10-17T18:57:57.213" v="274" actId="20577"/>
          <ac:spMkLst>
            <pc:docMk/>
            <pc:sldMk cId="4080867092" sldId="328"/>
            <ac:spMk id="15" creationId="{67F4B352-6F46-53EC-1198-9A27B14270D2}"/>
          </ac:spMkLst>
        </pc:spChg>
        <pc:spChg chg="add mod">
          <ac:chgData name="Sohag Kabir" userId="e9b0da40-aef8-480a-bb63-d1daacecf555" providerId="ADAL" clId="{1F38D4F1-04EA-4679-AABE-783D48579403}" dt="2024-10-17T19:05:00.270" v="349" actId="2711"/>
          <ac:spMkLst>
            <pc:docMk/>
            <pc:sldMk cId="4080867092" sldId="328"/>
            <ac:spMk id="16" creationId="{E739903D-1046-9AFC-C02D-161D48CC60A5}"/>
          </ac:spMkLst>
        </pc:spChg>
        <pc:spChg chg="add mod">
          <ac:chgData name="Sohag Kabir" userId="e9b0da40-aef8-480a-bb63-d1daacecf555" providerId="ADAL" clId="{1F38D4F1-04EA-4679-AABE-783D48579403}" dt="2024-10-17T19:06:41.106" v="371" actId="1076"/>
          <ac:spMkLst>
            <pc:docMk/>
            <pc:sldMk cId="4080867092" sldId="328"/>
            <ac:spMk id="24" creationId="{CFE8EEFF-21CD-69A0-91AE-D007C3DD231F}"/>
          </ac:spMkLst>
        </pc:spChg>
        <pc:spChg chg="add mod">
          <ac:chgData name="Sohag Kabir" userId="e9b0da40-aef8-480a-bb63-d1daacecf555" providerId="ADAL" clId="{1F38D4F1-04EA-4679-AABE-783D48579403}" dt="2024-10-17T19:06:35.459" v="370" actId="1076"/>
          <ac:spMkLst>
            <pc:docMk/>
            <pc:sldMk cId="4080867092" sldId="328"/>
            <ac:spMk id="25" creationId="{2696368D-2278-4610-6BF2-C035D000FEE2}"/>
          </ac:spMkLst>
        </pc:spChg>
        <pc:grpChg chg="add mod">
          <ac:chgData name="Sohag Kabir" userId="e9b0da40-aef8-480a-bb63-d1daacecf555" providerId="ADAL" clId="{1F38D4F1-04EA-4679-AABE-783D48579403}" dt="2024-10-17T18:57:28.086" v="262" actId="164"/>
          <ac:grpSpMkLst>
            <pc:docMk/>
            <pc:sldMk cId="4080867092" sldId="328"/>
            <ac:grpSpMk id="11" creationId="{649A098E-EB3A-ECA8-F1C3-30E051B4DA65}"/>
          </ac:grpSpMkLst>
        </pc:grpChg>
        <pc:grpChg chg="add mod">
          <ac:chgData name="Sohag Kabir" userId="e9b0da40-aef8-480a-bb63-d1daacecf555" providerId="ADAL" clId="{1F38D4F1-04EA-4679-AABE-783D48579403}" dt="2024-10-17T18:57:37.657" v="264" actId="164"/>
          <ac:grpSpMkLst>
            <pc:docMk/>
            <pc:sldMk cId="4080867092" sldId="328"/>
            <ac:grpSpMk id="12" creationId="{97022B0A-A8BE-A608-B455-9B6F2B294D85}"/>
          </ac:grpSpMkLst>
        </pc:grpChg>
        <pc:grpChg chg="add mod">
          <ac:chgData name="Sohag Kabir" userId="e9b0da40-aef8-480a-bb63-d1daacecf555" providerId="ADAL" clId="{1F38D4F1-04EA-4679-AABE-783D48579403}" dt="2024-10-17T19:01:30.242" v="323" actId="1076"/>
          <ac:grpSpMkLst>
            <pc:docMk/>
            <pc:sldMk cId="4080867092" sldId="328"/>
            <ac:grpSpMk id="13" creationId="{5E576F33-AF8A-7E7B-39A8-B6160880B2A9}"/>
          </ac:grpSpMkLst>
        </pc:grpChg>
        <pc:cxnChg chg="add mod">
          <ac:chgData name="Sohag Kabir" userId="e9b0da40-aef8-480a-bb63-d1daacecf555" providerId="ADAL" clId="{1F38D4F1-04EA-4679-AABE-783D48579403}" dt="2024-10-17T19:02:06.219" v="334" actId="14100"/>
          <ac:cxnSpMkLst>
            <pc:docMk/>
            <pc:sldMk cId="4080867092" sldId="328"/>
            <ac:cxnSpMk id="18" creationId="{8D1B62B7-69F7-A15D-BC44-DC9CE260D9BC}"/>
          </ac:cxnSpMkLst>
        </pc:cxnChg>
        <pc:cxnChg chg="add mod">
          <ac:chgData name="Sohag Kabir" userId="e9b0da40-aef8-480a-bb63-d1daacecf555" providerId="ADAL" clId="{1F38D4F1-04EA-4679-AABE-783D48579403}" dt="2024-10-17T19:04:41.843" v="348" actId="14100"/>
          <ac:cxnSpMkLst>
            <pc:docMk/>
            <pc:sldMk cId="4080867092" sldId="328"/>
            <ac:cxnSpMk id="22" creationId="{A6F69FC7-D81F-83A4-D324-AC187B48625E}"/>
          </ac:cxnSpMkLst>
        </pc:cxnChg>
      </pc:sldChg>
      <pc:sldChg chg="addSp delSp modSp mod delAnim">
        <pc:chgData name="Sohag Kabir" userId="e9b0da40-aef8-480a-bb63-d1daacecf555" providerId="ADAL" clId="{1F38D4F1-04EA-4679-AABE-783D48579403}" dt="2024-10-18T11:44:37.068" v="2906" actId="14100"/>
        <pc:sldMkLst>
          <pc:docMk/>
          <pc:sldMk cId="4199687532" sldId="330"/>
        </pc:sldMkLst>
        <pc:spChg chg="mod">
          <ac:chgData name="Sohag Kabir" userId="e9b0da40-aef8-480a-bb63-d1daacecf555" providerId="ADAL" clId="{1F38D4F1-04EA-4679-AABE-783D48579403}" dt="2024-10-18T11:38:54.303" v="2811"/>
          <ac:spMkLst>
            <pc:docMk/>
            <pc:sldMk cId="4199687532" sldId="330"/>
            <ac:spMk id="2" creationId="{DE13D453-4D7B-47BF-AED4-27D56C3644AA}"/>
          </ac:spMkLst>
        </pc:spChg>
        <pc:spChg chg="add mod">
          <ac:chgData name="Sohag Kabir" userId="e9b0da40-aef8-480a-bb63-d1daacecf555" providerId="ADAL" clId="{1F38D4F1-04EA-4679-AABE-783D48579403}" dt="2024-10-18T11:44:37.068" v="2906" actId="14100"/>
          <ac:spMkLst>
            <pc:docMk/>
            <pc:sldMk cId="4199687532" sldId="330"/>
            <ac:spMk id="3" creationId="{FAE63D6D-BD0A-D7AF-56DE-F85ECACF0D22}"/>
          </ac:spMkLst>
        </pc:spChg>
        <pc:spChg chg="add del mod">
          <ac:chgData name="Sohag Kabir" userId="e9b0da40-aef8-480a-bb63-d1daacecf555" providerId="ADAL" clId="{1F38D4F1-04EA-4679-AABE-783D48579403}" dt="2024-10-18T11:39:18.892" v="2815"/>
          <ac:spMkLst>
            <pc:docMk/>
            <pc:sldMk cId="4199687532" sldId="330"/>
            <ac:spMk id="5" creationId="{7466E7BD-2E17-87A9-7969-9BA6C34EBF02}"/>
          </ac:spMkLst>
        </pc:spChg>
        <pc:spChg chg="del">
          <ac:chgData name="Sohag Kabir" userId="e9b0da40-aef8-480a-bb63-d1daacecf555" providerId="ADAL" clId="{1F38D4F1-04EA-4679-AABE-783D48579403}" dt="2024-10-18T11:38:43.364" v="2809" actId="478"/>
          <ac:spMkLst>
            <pc:docMk/>
            <pc:sldMk cId="4199687532" sldId="330"/>
            <ac:spMk id="8" creationId="{4AF715B6-FF78-C48B-D030-BBA14FC06D14}"/>
          </ac:spMkLst>
        </pc:spChg>
        <pc:spChg chg="add del mod">
          <ac:chgData name="Sohag Kabir" userId="e9b0da40-aef8-480a-bb63-d1daacecf555" providerId="ADAL" clId="{1F38D4F1-04EA-4679-AABE-783D48579403}" dt="2024-10-18T11:39:18.892" v="2815"/>
          <ac:spMkLst>
            <pc:docMk/>
            <pc:sldMk cId="4199687532" sldId="330"/>
            <ac:spMk id="9" creationId="{3E078C47-FB81-D8B5-3385-0F1BE4CEBEA8}"/>
          </ac:spMkLst>
        </pc:spChg>
        <pc:spChg chg="add mod">
          <ac:chgData name="Sohag Kabir" userId="e9b0da40-aef8-480a-bb63-d1daacecf555" providerId="ADAL" clId="{1F38D4F1-04EA-4679-AABE-783D48579403}" dt="2024-10-18T11:43:01.418" v="2891" actId="1076"/>
          <ac:spMkLst>
            <pc:docMk/>
            <pc:sldMk cId="4199687532" sldId="330"/>
            <ac:spMk id="12" creationId="{BF8BF7FE-086A-26AB-1C64-E999FF23A898}"/>
          </ac:spMkLst>
        </pc:spChg>
        <pc:spChg chg="add mod">
          <ac:chgData name="Sohag Kabir" userId="e9b0da40-aef8-480a-bb63-d1daacecf555" providerId="ADAL" clId="{1F38D4F1-04EA-4679-AABE-783D48579403}" dt="2024-10-18T11:43:08.748" v="2893" actId="255"/>
          <ac:spMkLst>
            <pc:docMk/>
            <pc:sldMk cId="4199687532" sldId="330"/>
            <ac:spMk id="13" creationId="{852FB0DC-987C-A978-DF8A-AC84528B6B6C}"/>
          </ac:spMkLst>
        </pc:spChg>
        <pc:grpChg chg="del">
          <ac:chgData name="Sohag Kabir" userId="e9b0da40-aef8-480a-bb63-d1daacecf555" providerId="ADAL" clId="{1F38D4F1-04EA-4679-AABE-783D48579403}" dt="2024-10-18T11:38:46.054" v="2810" actId="478"/>
          <ac:grpSpMkLst>
            <pc:docMk/>
            <pc:sldMk cId="4199687532" sldId="330"/>
            <ac:grpSpMk id="11" creationId="{A5992564-0041-4AEB-88F5-E88D42C32DDE}"/>
          </ac:grpSpMkLst>
        </pc:grpChg>
      </pc:sldChg>
      <pc:sldChg chg="addSp delSp modSp mod modAnim">
        <pc:chgData name="Sohag Kabir" userId="e9b0da40-aef8-480a-bb63-d1daacecf555" providerId="ADAL" clId="{1F38D4F1-04EA-4679-AABE-783D48579403}" dt="2024-10-17T20:13:02.855" v="978" actId="207"/>
        <pc:sldMkLst>
          <pc:docMk/>
          <pc:sldMk cId="327274818" sldId="331"/>
        </pc:sldMkLst>
        <pc:spChg chg="mod">
          <ac:chgData name="Sohag Kabir" userId="e9b0da40-aef8-480a-bb63-d1daacecf555" providerId="ADAL" clId="{1F38D4F1-04EA-4679-AABE-783D48579403}" dt="2024-10-17T19:48:18.109" v="582"/>
          <ac:spMkLst>
            <pc:docMk/>
            <pc:sldMk cId="327274818" sldId="331"/>
            <ac:spMk id="2" creationId="{DE13D453-4D7B-47BF-AED4-27D56C3644AA}"/>
          </ac:spMkLst>
        </pc:spChg>
        <pc:spChg chg="add mod">
          <ac:chgData name="Sohag Kabir" userId="e9b0da40-aef8-480a-bb63-d1daacecf555" providerId="ADAL" clId="{1F38D4F1-04EA-4679-AABE-783D48579403}" dt="2024-10-17T20:13:02.855" v="978" actId="207"/>
          <ac:spMkLst>
            <pc:docMk/>
            <pc:sldMk cId="327274818" sldId="331"/>
            <ac:spMk id="3" creationId="{4FCCE64C-6148-12B2-86BB-477DAF83C6EE}"/>
          </ac:spMkLst>
        </pc:spChg>
        <pc:spChg chg="del">
          <ac:chgData name="Sohag Kabir" userId="e9b0da40-aef8-480a-bb63-d1daacecf555" providerId="ADAL" clId="{1F38D4F1-04EA-4679-AABE-783D48579403}" dt="2024-10-17T19:48:08.721" v="581" actId="478"/>
          <ac:spMkLst>
            <pc:docMk/>
            <pc:sldMk cId="327274818" sldId="331"/>
            <ac:spMk id="5" creationId="{19101EEB-425F-04B5-D700-A14EE81FA804}"/>
          </ac:spMkLst>
        </pc:spChg>
        <pc:spChg chg="add mod">
          <ac:chgData name="Sohag Kabir" userId="e9b0da40-aef8-480a-bb63-d1daacecf555" providerId="ADAL" clId="{1F38D4F1-04EA-4679-AABE-783D48579403}" dt="2024-10-17T20:01:25.510" v="857" actId="207"/>
          <ac:spMkLst>
            <pc:docMk/>
            <pc:sldMk cId="327274818" sldId="331"/>
            <ac:spMk id="9" creationId="{24BD288A-3A4D-735F-0BAB-87983673A39E}"/>
          </ac:spMkLst>
        </pc:spChg>
        <pc:spChg chg="add mod">
          <ac:chgData name="Sohag Kabir" userId="e9b0da40-aef8-480a-bb63-d1daacecf555" providerId="ADAL" clId="{1F38D4F1-04EA-4679-AABE-783D48579403}" dt="2024-10-17T20:02:56.168" v="885" actId="1076"/>
          <ac:spMkLst>
            <pc:docMk/>
            <pc:sldMk cId="327274818" sldId="331"/>
            <ac:spMk id="10" creationId="{951173FE-3725-C12C-92A4-2628C677E5A8}"/>
          </ac:spMkLst>
        </pc:spChg>
        <pc:spChg chg="add mod">
          <ac:chgData name="Sohag Kabir" userId="e9b0da40-aef8-480a-bb63-d1daacecf555" providerId="ADAL" clId="{1F38D4F1-04EA-4679-AABE-783D48579403}" dt="2024-10-17T20:03:51.848" v="897" actId="692"/>
          <ac:spMkLst>
            <pc:docMk/>
            <pc:sldMk cId="327274818" sldId="331"/>
            <ac:spMk id="11" creationId="{91043737-EF9B-EA7C-FB6E-F60F420CE17E}"/>
          </ac:spMkLst>
        </pc:spChg>
        <pc:spChg chg="add mod">
          <ac:chgData name="Sohag Kabir" userId="e9b0da40-aef8-480a-bb63-d1daacecf555" providerId="ADAL" clId="{1F38D4F1-04EA-4679-AABE-783D48579403}" dt="2024-10-17T20:04:31.019" v="902" actId="692"/>
          <ac:spMkLst>
            <pc:docMk/>
            <pc:sldMk cId="327274818" sldId="331"/>
            <ac:spMk id="12" creationId="{7E0BB723-FBBF-7290-8C97-DAC2191D0EBE}"/>
          </ac:spMkLst>
        </pc:spChg>
        <pc:spChg chg="add mod">
          <ac:chgData name="Sohag Kabir" userId="e9b0da40-aef8-480a-bb63-d1daacecf555" providerId="ADAL" clId="{1F38D4F1-04EA-4679-AABE-783D48579403}" dt="2024-10-17T20:07:49.922" v="954" actId="20577"/>
          <ac:spMkLst>
            <pc:docMk/>
            <pc:sldMk cId="327274818" sldId="331"/>
            <ac:spMk id="27" creationId="{304A0D9E-5353-F45E-7CC9-047CD3A25E70}"/>
          </ac:spMkLst>
        </pc:spChg>
        <pc:spChg chg="add mod">
          <ac:chgData name="Sohag Kabir" userId="e9b0da40-aef8-480a-bb63-d1daacecf555" providerId="ADAL" clId="{1F38D4F1-04EA-4679-AABE-783D48579403}" dt="2024-10-17T20:08:07.895" v="963" actId="20577"/>
          <ac:spMkLst>
            <pc:docMk/>
            <pc:sldMk cId="327274818" sldId="331"/>
            <ac:spMk id="28" creationId="{A2360C2F-76F0-DAD1-C216-9A1859F9B5D0}"/>
          </ac:spMkLst>
        </pc:spChg>
        <pc:graphicFrameChg chg="add mod modGraphic">
          <ac:chgData name="Sohag Kabir" userId="e9b0da40-aef8-480a-bb63-d1daacecf555" providerId="ADAL" clId="{1F38D4F1-04EA-4679-AABE-783D48579403}" dt="2024-10-17T20:04:47.895" v="903" actId="14734"/>
          <ac:graphicFrameMkLst>
            <pc:docMk/>
            <pc:sldMk cId="327274818" sldId="331"/>
            <ac:graphicFrameMk id="4" creationId="{2ADEF6E5-8666-59ED-356F-7DA41B502DFB}"/>
          </ac:graphicFrameMkLst>
        </pc:graphicFrameChg>
        <pc:graphicFrameChg chg="add mod modGraphic">
          <ac:chgData name="Sohag Kabir" userId="e9b0da40-aef8-480a-bb63-d1daacecf555" providerId="ADAL" clId="{1F38D4F1-04EA-4679-AABE-783D48579403}" dt="2024-10-17T20:02:53.950" v="884" actId="1076"/>
          <ac:graphicFrameMkLst>
            <pc:docMk/>
            <pc:sldMk cId="327274818" sldId="331"/>
            <ac:graphicFrameMk id="8" creationId="{C4267432-AE02-5CB5-C52D-8FCCD8ADE670}"/>
          </ac:graphicFrameMkLst>
        </pc:graphicFrameChg>
        <pc:cxnChg chg="add mod">
          <ac:chgData name="Sohag Kabir" userId="e9b0da40-aef8-480a-bb63-d1daacecf555" providerId="ADAL" clId="{1F38D4F1-04EA-4679-AABE-783D48579403}" dt="2024-10-17T20:10:17.533" v="970" actId="1076"/>
          <ac:cxnSpMkLst>
            <pc:docMk/>
            <pc:sldMk cId="327274818" sldId="331"/>
            <ac:cxnSpMk id="14" creationId="{974FCC38-81D8-85EB-2C37-6B254797A5DF}"/>
          </ac:cxnSpMkLst>
        </pc:cxnChg>
        <pc:cxnChg chg="add mod">
          <ac:chgData name="Sohag Kabir" userId="e9b0da40-aef8-480a-bb63-d1daacecf555" providerId="ADAL" clId="{1F38D4F1-04EA-4679-AABE-783D48579403}" dt="2024-10-17T20:11:43.437" v="976" actId="14100"/>
          <ac:cxnSpMkLst>
            <pc:docMk/>
            <pc:sldMk cId="327274818" sldId="331"/>
            <ac:cxnSpMk id="17" creationId="{7A86F193-D069-A18A-7B46-A7FD1EA94472}"/>
          </ac:cxnSpMkLst>
        </pc:cxnChg>
        <pc:cxnChg chg="add mod">
          <ac:chgData name="Sohag Kabir" userId="e9b0da40-aef8-480a-bb63-d1daacecf555" providerId="ADAL" clId="{1F38D4F1-04EA-4679-AABE-783D48579403}" dt="2024-10-17T20:06:27.487" v="924" actId="14100"/>
          <ac:cxnSpMkLst>
            <pc:docMk/>
            <pc:sldMk cId="327274818" sldId="331"/>
            <ac:cxnSpMk id="19" creationId="{26A7F4ED-14C4-5784-DB2E-896534EA9921}"/>
          </ac:cxnSpMkLst>
        </pc:cxnChg>
        <pc:cxnChg chg="add mod">
          <ac:chgData name="Sohag Kabir" userId="e9b0da40-aef8-480a-bb63-d1daacecf555" providerId="ADAL" clId="{1F38D4F1-04EA-4679-AABE-783D48579403}" dt="2024-10-17T20:11:48.678" v="977" actId="14100"/>
          <ac:cxnSpMkLst>
            <pc:docMk/>
            <pc:sldMk cId="327274818" sldId="331"/>
            <ac:cxnSpMk id="26" creationId="{BEFFAE50-C136-5ACF-46E2-33B868019A82}"/>
          </ac:cxnSpMkLst>
        </pc:cxnChg>
      </pc:sldChg>
      <pc:sldChg chg="addSp delSp modSp mod modAnim">
        <pc:chgData name="Sohag Kabir" userId="e9b0da40-aef8-480a-bb63-d1daacecf555" providerId="ADAL" clId="{1F38D4F1-04EA-4679-AABE-783D48579403}" dt="2024-10-18T08:11:50.364" v="1028" actId="20577"/>
        <pc:sldMkLst>
          <pc:docMk/>
          <pc:sldMk cId="608246039" sldId="332"/>
        </pc:sldMkLst>
        <pc:spChg chg="mod">
          <ac:chgData name="Sohag Kabir" userId="e9b0da40-aef8-480a-bb63-d1daacecf555" providerId="ADAL" clId="{1F38D4F1-04EA-4679-AABE-783D48579403}" dt="2024-10-18T08:02:33.290" v="984"/>
          <ac:spMkLst>
            <pc:docMk/>
            <pc:sldMk cId="608246039" sldId="332"/>
            <ac:spMk id="2" creationId="{DE13D453-4D7B-47BF-AED4-27D56C3644AA}"/>
          </ac:spMkLst>
        </pc:spChg>
        <pc:spChg chg="del">
          <ac:chgData name="Sohag Kabir" userId="e9b0da40-aef8-480a-bb63-d1daacecf555" providerId="ADAL" clId="{1F38D4F1-04EA-4679-AABE-783D48579403}" dt="2024-10-18T08:01:42.883" v="980" actId="478"/>
          <ac:spMkLst>
            <pc:docMk/>
            <pc:sldMk cId="608246039" sldId="332"/>
            <ac:spMk id="3" creationId="{1B3867B0-FCD9-2649-37E1-93D8FF883D19}"/>
          </ac:spMkLst>
        </pc:spChg>
        <pc:spChg chg="add del mod">
          <ac:chgData name="Sohag Kabir" userId="e9b0da40-aef8-480a-bb63-d1daacecf555" providerId="ADAL" clId="{1F38D4F1-04EA-4679-AABE-783D48579403}" dt="2024-10-18T08:01:45.682" v="981" actId="478"/>
          <ac:spMkLst>
            <pc:docMk/>
            <pc:sldMk cId="608246039" sldId="332"/>
            <ac:spMk id="4" creationId="{65FC569D-DC01-F2D2-2B3B-74231D2F4F84}"/>
          </ac:spMkLst>
        </pc:spChg>
        <pc:spChg chg="add mod">
          <ac:chgData name="Sohag Kabir" userId="e9b0da40-aef8-480a-bb63-d1daacecf555" providerId="ADAL" clId="{1F38D4F1-04EA-4679-AABE-783D48579403}" dt="2024-10-18T08:11:50.364" v="1028" actId="20577"/>
          <ac:spMkLst>
            <pc:docMk/>
            <pc:sldMk cId="608246039" sldId="332"/>
            <ac:spMk id="5" creationId="{BDB72930-C5D4-9579-3D98-57C93C2132B8}"/>
          </ac:spMkLst>
        </pc:spChg>
        <pc:spChg chg="add mod">
          <ac:chgData name="Sohag Kabir" userId="e9b0da40-aef8-480a-bb63-d1daacecf555" providerId="ADAL" clId="{1F38D4F1-04EA-4679-AABE-783D48579403}" dt="2024-10-18T08:09:27.811" v="1023" actId="1076"/>
          <ac:spMkLst>
            <pc:docMk/>
            <pc:sldMk cId="608246039" sldId="332"/>
            <ac:spMk id="9" creationId="{83AFF9AD-0DEE-0F95-1B86-E5493A15E383}"/>
          </ac:spMkLst>
        </pc:spChg>
      </pc:sldChg>
      <pc:sldChg chg="addSp delSp modSp mod delAnim modAnim">
        <pc:chgData name="Sohag Kabir" userId="e9b0da40-aef8-480a-bb63-d1daacecf555" providerId="ADAL" clId="{1F38D4F1-04EA-4679-AABE-783D48579403}" dt="2024-10-18T08:59:49.959" v="1605" actId="6549"/>
        <pc:sldMkLst>
          <pc:docMk/>
          <pc:sldMk cId="1986047182" sldId="333"/>
        </pc:sldMkLst>
        <pc:spChg chg="mod">
          <ac:chgData name="Sohag Kabir" userId="e9b0da40-aef8-480a-bb63-d1daacecf555" providerId="ADAL" clId="{1F38D4F1-04EA-4679-AABE-783D48579403}" dt="2024-10-18T08:14:12.454" v="1039" actId="20577"/>
          <ac:spMkLst>
            <pc:docMk/>
            <pc:sldMk cId="1986047182" sldId="333"/>
            <ac:spMk id="2" creationId="{DE13D453-4D7B-47BF-AED4-27D56C3644AA}"/>
          </ac:spMkLst>
        </pc:spChg>
        <pc:spChg chg="add mod">
          <ac:chgData name="Sohag Kabir" userId="e9b0da40-aef8-480a-bb63-d1daacecf555" providerId="ADAL" clId="{1F38D4F1-04EA-4679-AABE-783D48579403}" dt="2024-10-18T08:59:49.959" v="1605" actId="6549"/>
          <ac:spMkLst>
            <pc:docMk/>
            <pc:sldMk cId="1986047182" sldId="333"/>
            <ac:spMk id="4" creationId="{1BE0DFB3-ED4E-2CC8-3065-61CC172E4DEC}"/>
          </ac:spMkLst>
        </pc:spChg>
        <pc:spChg chg="add mod">
          <ac:chgData name="Sohag Kabir" userId="e9b0da40-aef8-480a-bb63-d1daacecf555" providerId="ADAL" clId="{1F38D4F1-04EA-4679-AABE-783D48579403}" dt="2024-10-18T08:19:37.265" v="1140" actId="164"/>
          <ac:spMkLst>
            <pc:docMk/>
            <pc:sldMk cId="1986047182" sldId="333"/>
            <ac:spMk id="5" creationId="{62047553-7D7C-7DDF-8196-5C633526BB64}"/>
          </ac:spMkLst>
        </pc:spChg>
        <pc:spChg chg="del">
          <ac:chgData name="Sohag Kabir" userId="e9b0da40-aef8-480a-bb63-d1daacecf555" providerId="ADAL" clId="{1F38D4F1-04EA-4679-AABE-783D48579403}" dt="2024-10-18T08:14:16.718" v="1040" actId="478"/>
          <ac:spMkLst>
            <pc:docMk/>
            <pc:sldMk cId="1986047182" sldId="333"/>
            <ac:spMk id="8" creationId="{89CD06E9-1780-8B3C-6C3D-1017FCCB6FE1}"/>
          </ac:spMkLst>
        </pc:spChg>
        <pc:spChg chg="add del">
          <ac:chgData name="Sohag Kabir" userId="e9b0da40-aef8-480a-bb63-d1daacecf555" providerId="ADAL" clId="{1F38D4F1-04EA-4679-AABE-783D48579403}" dt="2024-10-18T08:19:46.239" v="1142" actId="22"/>
          <ac:spMkLst>
            <pc:docMk/>
            <pc:sldMk cId="1986047182" sldId="333"/>
            <ac:spMk id="11" creationId="{6B0562DA-079E-12DF-5144-DA8BC54F421B}"/>
          </ac:spMkLst>
        </pc:spChg>
        <pc:spChg chg="mod">
          <ac:chgData name="Sohag Kabir" userId="e9b0da40-aef8-480a-bb63-d1daacecf555" providerId="ADAL" clId="{1F38D4F1-04EA-4679-AABE-783D48579403}" dt="2024-10-18T08:26:54.911" v="1309"/>
          <ac:spMkLst>
            <pc:docMk/>
            <pc:sldMk cId="1986047182" sldId="333"/>
            <ac:spMk id="13" creationId="{80BD901B-76A2-BD2A-57B6-BEEBB7026F12}"/>
          </ac:spMkLst>
        </pc:spChg>
        <pc:spChg chg="mod">
          <ac:chgData name="Sohag Kabir" userId="e9b0da40-aef8-480a-bb63-d1daacecf555" providerId="ADAL" clId="{1F38D4F1-04EA-4679-AABE-783D48579403}" dt="2024-10-18T08:20:09.754" v="1154" actId="20577"/>
          <ac:spMkLst>
            <pc:docMk/>
            <pc:sldMk cId="1986047182" sldId="333"/>
            <ac:spMk id="14" creationId="{1DD7D28B-D5D3-B5D0-9B61-C4657AA9B4AD}"/>
          </ac:spMkLst>
        </pc:spChg>
        <pc:spChg chg="mod">
          <ac:chgData name="Sohag Kabir" userId="e9b0da40-aef8-480a-bb63-d1daacecf555" providerId="ADAL" clId="{1F38D4F1-04EA-4679-AABE-783D48579403}" dt="2024-10-18T08:27:25.582" v="1312"/>
          <ac:spMkLst>
            <pc:docMk/>
            <pc:sldMk cId="1986047182" sldId="333"/>
            <ac:spMk id="16" creationId="{90EBC4D0-55F2-288C-F133-496D02BEFFD4}"/>
          </ac:spMkLst>
        </pc:spChg>
        <pc:spChg chg="mod">
          <ac:chgData name="Sohag Kabir" userId="e9b0da40-aef8-480a-bb63-d1daacecf555" providerId="ADAL" clId="{1F38D4F1-04EA-4679-AABE-783D48579403}" dt="2024-10-18T08:24:30.582" v="1248" actId="20577"/>
          <ac:spMkLst>
            <pc:docMk/>
            <pc:sldMk cId="1986047182" sldId="333"/>
            <ac:spMk id="17" creationId="{5242C782-25EC-E191-D94B-7059A932CF1D}"/>
          </ac:spMkLst>
        </pc:spChg>
        <pc:spChg chg="add mod">
          <ac:chgData name="Sohag Kabir" userId="e9b0da40-aef8-480a-bb63-d1daacecf555" providerId="ADAL" clId="{1F38D4F1-04EA-4679-AABE-783D48579403}" dt="2024-10-18T08:30:15.433" v="1403" actId="207"/>
          <ac:spMkLst>
            <pc:docMk/>
            <pc:sldMk cId="1986047182" sldId="333"/>
            <ac:spMk id="18" creationId="{546B288F-314E-6D42-57B3-EA145EB6A35B}"/>
          </ac:spMkLst>
        </pc:spChg>
        <pc:spChg chg="add mod">
          <ac:chgData name="Sohag Kabir" userId="e9b0da40-aef8-480a-bb63-d1daacecf555" providerId="ADAL" clId="{1F38D4F1-04EA-4679-AABE-783D48579403}" dt="2024-10-18T08:30:43.438" v="1407" actId="207"/>
          <ac:spMkLst>
            <pc:docMk/>
            <pc:sldMk cId="1986047182" sldId="333"/>
            <ac:spMk id="19" creationId="{FB147F44-B650-7839-5DD6-3CE401EE0B10}"/>
          </ac:spMkLst>
        </pc:spChg>
        <pc:spChg chg="add mod">
          <ac:chgData name="Sohag Kabir" userId="e9b0da40-aef8-480a-bb63-d1daacecf555" providerId="ADAL" clId="{1F38D4F1-04EA-4679-AABE-783D48579403}" dt="2024-10-18T08:33:02.522" v="1422" actId="1076"/>
          <ac:spMkLst>
            <pc:docMk/>
            <pc:sldMk cId="1986047182" sldId="333"/>
            <ac:spMk id="22" creationId="{476F2BBB-3EE5-3888-5A2A-9A6FB28981C4}"/>
          </ac:spMkLst>
        </pc:spChg>
        <pc:spChg chg="add mod">
          <ac:chgData name="Sohag Kabir" userId="e9b0da40-aef8-480a-bb63-d1daacecf555" providerId="ADAL" clId="{1F38D4F1-04EA-4679-AABE-783D48579403}" dt="2024-10-18T08:35:08.342" v="1440" actId="1076"/>
          <ac:spMkLst>
            <pc:docMk/>
            <pc:sldMk cId="1986047182" sldId="333"/>
            <ac:spMk id="25" creationId="{E229D1CC-230A-4474-974C-15BCB2B064F5}"/>
          </ac:spMkLst>
        </pc:spChg>
        <pc:spChg chg="mod">
          <ac:chgData name="Sohag Kabir" userId="e9b0da40-aef8-480a-bb63-d1daacecf555" providerId="ADAL" clId="{1F38D4F1-04EA-4679-AABE-783D48579403}" dt="2024-10-18T08:42:43.228" v="1455" actId="255"/>
          <ac:spMkLst>
            <pc:docMk/>
            <pc:sldMk cId="1986047182" sldId="333"/>
            <ac:spMk id="27" creationId="{B879A689-2DC0-07C9-565D-807395B356EC}"/>
          </ac:spMkLst>
        </pc:spChg>
        <pc:spChg chg="mod">
          <ac:chgData name="Sohag Kabir" userId="e9b0da40-aef8-480a-bb63-d1daacecf555" providerId="ADAL" clId="{1F38D4F1-04EA-4679-AABE-783D48579403}" dt="2024-10-18T08:42:52.330" v="1457" actId="255"/>
          <ac:spMkLst>
            <pc:docMk/>
            <pc:sldMk cId="1986047182" sldId="333"/>
            <ac:spMk id="28" creationId="{16CE7A72-601A-30C0-DDC0-B09B272C526D}"/>
          </ac:spMkLst>
        </pc:spChg>
        <pc:grpChg chg="add mod">
          <ac:chgData name="Sohag Kabir" userId="e9b0da40-aef8-480a-bb63-d1daacecf555" providerId="ADAL" clId="{1F38D4F1-04EA-4679-AABE-783D48579403}" dt="2024-10-18T08:19:58.440" v="1145" actId="1076"/>
          <ac:grpSpMkLst>
            <pc:docMk/>
            <pc:sldMk cId="1986047182" sldId="333"/>
            <ac:grpSpMk id="9" creationId="{A70D5324-F1A1-8184-D0EA-E8991CA41BC9}"/>
          </ac:grpSpMkLst>
        </pc:grpChg>
        <pc:grpChg chg="add mod">
          <ac:chgData name="Sohag Kabir" userId="e9b0da40-aef8-480a-bb63-d1daacecf555" providerId="ADAL" clId="{1F38D4F1-04EA-4679-AABE-783D48579403}" dt="2024-10-18T08:26:02.282" v="1306" actId="1076"/>
          <ac:grpSpMkLst>
            <pc:docMk/>
            <pc:sldMk cId="1986047182" sldId="333"/>
            <ac:grpSpMk id="12" creationId="{78E4EB88-F969-CA37-DB8D-66E92020AAAC}"/>
          </ac:grpSpMkLst>
        </pc:grpChg>
        <pc:grpChg chg="add mod">
          <ac:chgData name="Sohag Kabir" userId="e9b0da40-aef8-480a-bb63-d1daacecf555" providerId="ADAL" clId="{1F38D4F1-04EA-4679-AABE-783D48579403}" dt="2024-10-18T08:26:07.432" v="1307" actId="1076"/>
          <ac:grpSpMkLst>
            <pc:docMk/>
            <pc:sldMk cId="1986047182" sldId="333"/>
            <ac:grpSpMk id="15" creationId="{9642B160-8367-5990-B47D-B0CB0582838A}"/>
          </ac:grpSpMkLst>
        </pc:grpChg>
        <pc:grpChg chg="add mod">
          <ac:chgData name="Sohag Kabir" userId="e9b0da40-aef8-480a-bb63-d1daacecf555" providerId="ADAL" clId="{1F38D4F1-04EA-4679-AABE-783D48579403}" dt="2024-10-18T08:42:59.200" v="1458" actId="1076"/>
          <ac:grpSpMkLst>
            <pc:docMk/>
            <pc:sldMk cId="1986047182" sldId="333"/>
            <ac:grpSpMk id="26" creationId="{ED17AE3A-4D7D-50FE-465E-654E64100D2C}"/>
          </ac:grpSpMkLst>
        </pc:grpChg>
        <pc:cxnChg chg="add mod">
          <ac:chgData name="Sohag Kabir" userId="e9b0da40-aef8-480a-bb63-d1daacecf555" providerId="ADAL" clId="{1F38D4F1-04EA-4679-AABE-783D48579403}" dt="2024-10-18T08:31:14.305" v="1412" actId="692"/>
          <ac:cxnSpMkLst>
            <pc:docMk/>
            <pc:sldMk cId="1986047182" sldId="333"/>
            <ac:cxnSpMk id="21" creationId="{4C9DD703-A8F8-C8F3-FC3B-C3FC68B84093}"/>
          </ac:cxnSpMkLst>
        </pc:cxnChg>
        <pc:cxnChg chg="add mod">
          <ac:chgData name="Sohag Kabir" userId="e9b0da40-aef8-480a-bb63-d1daacecf555" providerId="ADAL" clId="{1F38D4F1-04EA-4679-AABE-783D48579403}" dt="2024-10-18T08:33:27.219" v="1427" actId="692"/>
          <ac:cxnSpMkLst>
            <pc:docMk/>
            <pc:sldMk cId="1986047182" sldId="333"/>
            <ac:cxnSpMk id="24" creationId="{7A09CAFD-ADD4-A5A7-412C-89CF1F70A44B}"/>
          </ac:cxnSpMkLst>
        </pc:cxnChg>
      </pc:sldChg>
      <pc:sldChg chg="addSp delSp modSp mod modNotesTx">
        <pc:chgData name="Sohag Kabir" userId="e9b0da40-aef8-480a-bb63-d1daacecf555" providerId="ADAL" clId="{1F38D4F1-04EA-4679-AABE-783D48579403}" dt="2024-10-18T08:52:45.246" v="1517"/>
        <pc:sldMkLst>
          <pc:docMk/>
          <pc:sldMk cId="3910056402" sldId="334"/>
        </pc:sldMkLst>
        <pc:spChg chg="mod">
          <ac:chgData name="Sohag Kabir" userId="e9b0da40-aef8-480a-bb63-d1daacecf555" providerId="ADAL" clId="{1F38D4F1-04EA-4679-AABE-783D48579403}" dt="2024-10-18T08:35:46.846" v="1445"/>
          <ac:spMkLst>
            <pc:docMk/>
            <pc:sldMk cId="3910056402" sldId="334"/>
            <ac:spMk id="2" creationId="{DE13D453-4D7B-47BF-AED4-27D56C3644AA}"/>
          </ac:spMkLst>
        </pc:spChg>
        <pc:spChg chg="del">
          <ac:chgData name="Sohag Kabir" userId="e9b0da40-aef8-480a-bb63-d1daacecf555" providerId="ADAL" clId="{1F38D4F1-04EA-4679-AABE-783D48579403}" dt="2024-10-18T08:35:35.486" v="1443" actId="478"/>
          <ac:spMkLst>
            <pc:docMk/>
            <pc:sldMk cId="3910056402" sldId="334"/>
            <ac:spMk id="3" creationId="{B802A3EA-D7EE-B728-7082-7D101638DD54}"/>
          </ac:spMkLst>
        </pc:spChg>
        <pc:spChg chg="add del mod">
          <ac:chgData name="Sohag Kabir" userId="e9b0da40-aef8-480a-bb63-d1daacecf555" providerId="ADAL" clId="{1F38D4F1-04EA-4679-AABE-783D48579403}" dt="2024-10-18T08:35:37.845" v="1444" actId="478"/>
          <ac:spMkLst>
            <pc:docMk/>
            <pc:sldMk cId="3910056402" sldId="334"/>
            <ac:spMk id="5" creationId="{E494E8DF-F978-4BF7-73D8-0B1BA9A0A9A9}"/>
          </ac:spMkLst>
        </pc:spChg>
        <pc:spChg chg="add mod">
          <ac:chgData name="Sohag Kabir" userId="e9b0da40-aef8-480a-bb63-d1daacecf555" providerId="ADAL" clId="{1F38D4F1-04EA-4679-AABE-783D48579403}" dt="2024-10-18T08:50:45.616" v="1516" actId="1076"/>
          <ac:spMkLst>
            <pc:docMk/>
            <pc:sldMk cId="3910056402" sldId="334"/>
            <ac:spMk id="8" creationId="{4F6DF347-B63A-1EB5-85CD-7166D166746B}"/>
          </ac:spMkLst>
        </pc:spChg>
        <pc:picChg chg="del">
          <ac:chgData name="Sohag Kabir" userId="e9b0da40-aef8-480a-bb63-d1daacecf555" providerId="ADAL" clId="{1F38D4F1-04EA-4679-AABE-783D48579403}" dt="2024-10-18T08:35:33.767" v="1442" actId="478"/>
          <ac:picMkLst>
            <pc:docMk/>
            <pc:sldMk cId="3910056402" sldId="334"/>
            <ac:picMk id="4" creationId="{06E18D80-6D35-4CDA-0D45-D43FC6EA22C4}"/>
          </ac:picMkLst>
        </pc:picChg>
      </pc:sldChg>
      <pc:sldChg chg="addSp delSp modSp mod modAnim">
        <pc:chgData name="Sohag Kabir" userId="e9b0da40-aef8-480a-bb63-d1daacecf555" providerId="ADAL" clId="{1F38D4F1-04EA-4679-AABE-783D48579403}" dt="2024-10-18T09:10:11.614" v="1786"/>
        <pc:sldMkLst>
          <pc:docMk/>
          <pc:sldMk cId="3420084136" sldId="335"/>
        </pc:sldMkLst>
        <pc:spChg chg="mod">
          <ac:chgData name="Sohag Kabir" userId="e9b0da40-aef8-480a-bb63-d1daacecf555" providerId="ADAL" clId="{1F38D4F1-04EA-4679-AABE-783D48579403}" dt="2024-10-18T08:54:48.901" v="1518"/>
          <ac:spMkLst>
            <pc:docMk/>
            <pc:sldMk cId="3420084136" sldId="335"/>
            <ac:spMk id="2" creationId="{DE13D453-4D7B-47BF-AED4-27D56C3644AA}"/>
          </ac:spMkLst>
        </pc:spChg>
        <pc:spChg chg="add mod">
          <ac:chgData name="Sohag Kabir" userId="e9b0da40-aef8-480a-bb63-d1daacecf555" providerId="ADAL" clId="{1F38D4F1-04EA-4679-AABE-783D48579403}" dt="2024-10-18T09:08:27.698" v="1775" actId="12"/>
          <ac:spMkLst>
            <pc:docMk/>
            <pc:sldMk cId="3420084136" sldId="335"/>
            <ac:spMk id="3" creationId="{65BE66CB-2139-2CA9-809F-4C23A5677F2A}"/>
          </ac:spMkLst>
        </pc:spChg>
        <pc:spChg chg="del">
          <ac:chgData name="Sohag Kabir" userId="e9b0da40-aef8-480a-bb63-d1daacecf555" providerId="ADAL" clId="{1F38D4F1-04EA-4679-AABE-783D48579403}" dt="2024-10-18T08:54:51.572" v="1519" actId="478"/>
          <ac:spMkLst>
            <pc:docMk/>
            <pc:sldMk cId="3420084136" sldId="335"/>
            <ac:spMk id="5" creationId="{F43A948D-1B72-FA50-35DA-B4CBDCC10F5F}"/>
          </ac:spMkLst>
        </pc:spChg>
        <pc:spChg chg="mod topLvl">
          <ac:chgData name="Sohag Kabir" userId="e9b0da40-aef8-480a-bb63-d1daacecf555" providerId="ADAL" clId="{1F38D4F1-04EA-4679-AABE-783D48579403}" dt="2024-10-18T09:02:10.389" v="1674" actId="1076"/>
          <ac:spMkLst>
            <pc:docMk/>
            <pc:sldMk cId="3420084136" sldId="335"/>
            <ac:spMk id="8" creationId="{D2EAE643-D830-6BC8-F762-3FDD94CB7A9E}"/>
          </ac:spMkLst>
        </pc:spChg>
        <pc:spChg chg="del mod topLvl">
          <ac:chgData name="Sohag Kabir" userId="e9b0da40-aef8-480a-bb63-d1daacecf555" providerId="ADAL" clId="{1F38D4F1-04EA-4679-AABE-783D48579403}" dt="2024-10-18T08:56:20.960" v="1526" actId="478"/>
          <ac:spMkLst>
            <pc:docMk/>
            <pc:sldMk cId="3420084136" sldId="335"/>
            <ac:spMk id="9" creationId="{DEBCE5A5-B62F-F819-2275-5D83CD6BD06B}"/>
          </ac:spMkLst>
        </pc:spChg>
        <pc:spChg chg="add mod">
          <ac:chgData name="Sohag Kabir" userId="e9b0da40-aef8-480a-bb63-d1daacecf555" providerId="ADAL" clId="{1F38D4F1-04EA-4679-AABE-783D48579403}" dt="2024-10-18T09:06:47.021" v="1734" actId="207"/>
          <ac:spMkLst>
            <pc:docMk/>
            <pc:sldMk cId="3420084136" sldId="335"/>
            <ac:spMk id="10" creationId="{1F6157C4-86F7-4249-9841-D2CD00C46598}"/>
          </ac:spMkLst>
        </pc:spChg>
        <pc:spChg chg="add mod">
          <ac:chgData name="Sohag Kabir" userId="e9b0da40-aef8-480a-bb63-d1daacecf555" providerId="ADAL" clId="{1F38D4F1-04EA-4679-AABE-783D48579403}" dt="2024-10-18T09:07:00.325" v="1736" actId="1076"/>
          <ac:spMkLst>
            <pc:docMk/>
            <pc:sldMk cId="3420084136" sldId="335"/>
            <ac:spMk id="11" creationId="{25E371EB-DF8D-C617-1360-927916F0E313}"/>
          </ac:spMkLst>
        </pc:spChg>
        <pc:spChg chg="add mod">
          <ac:chgData name="Sohag Kabir" userId="e9b0da40-aef8-480a-bb63-d1daacecf555" providerId="ADAL" clId="{1F38D4F1-04EA-4679-AABE-783D48579403}" dt="2024-10-18T09:09:41.221" v="1781" actId="1076"/>
          <ac:spMkLst>
            <pc:docMk/>
            <pc:sldMk cId="3420084136" sldId="335"/>
            <ac:spMk id="13" creationId="{532E8854-0B5D-F61F-EA37-FE46C4ED4E54}"/>
          </ac:spMkLst>
        </pc:spChg>
        <pc:grpChg chg="add del mod">
          <ac:chgData name="Sohag Kabir" userId="e9b0da40-aef8-480a-bb63-d1daacecf555" providerId="ADAL" clId="{1F38D4F1-04EA-4679-AABE-783D48579403}" dt="2024-10-18T08:56:14.954" v="1525" actId="165"/>
          <ac:grpSpMkLst>
            <pc:docMk/>
            <pc:sldMk cId="3420084136" sldId="335"/>
            <ac:grpSpMk id="4" creationId="{3E95DCA4-51C4-6485-1913-CCD23A16E1DD}"/>
          </ac:grpSpMkLst>
        </pc:grpChg>
        <pc:cxnChg chg="add mod">
          <ac:chgData name="Sohag Kabir" userId="e9b0da40-aef8-480a-bb63-d1daacecf555" providerId="ADAL" clId="{1F38D4F1-04EA-4679-AABE-783D48579403}" dt="2024-10-18T09:09:51.517" v="1783" actId="13822"/>
          <ac:cxnSpMkLst>
            <pc:docMk/>
            <pc:sldMk cId="3420084136" sldId="335"/>
            <ac:cxnSpMk id="15" creationId="{EAA8962D-9C41-17E2-9EB7-899AD3896D9B}"/>
          </ac:cxnSpMkLst>
        </pc:cxnChg>
        <pc:cxnChg chg="add mod">
          <ac:chgData name="Sohag Kabir" userId="e9b0da40-aef8-480a-bb63-d1daacecf555" providerId="ADAL" clId="{1F38D4F1-04EA-4679-AABE-783D48579403}" dt="2024-10-18T09:10:00.832" v="1785" actId="13822"/>
          <ac:cxnSpMkLst>
            <pc:docMk/>
            <pc:sldMk cId="3420084136" sldId="335"/>
            <ac:cxnSpMk id="17" creationId="{24A37113-115A-5710-4CD7-852D02D31D8A}"/>
          </ac:cxnSpMkLst>
        </pc:cxnChg>
      </pc:sldChg>
      <pc:sldChg chg="addSp delSp modSp mod modAnim modNotesTx">
        <pc:chgData name="Sohag Kabir" userId="e9b0da40-aef8-480a-bb63-d1daacecf555" providerId="ADAL" clId="{1F38D4F1-04EA-4679-AABE-783D48579403}" dt="2024-10-18T10:37:06.878" v="2510" actId="1076"/>
        <pc:sldMkLst>
          <pc:docMk/>
          <pc:sldMk cId="3696350527" sldId="336"/>
        </pc:sldMkLst>
        <pc:spChg chg="mod">
          <ac:chgData name="Sohag Kabir" userId="e9b0da40-aef8-480a-bb63-d1daacecf555" providerId="ADAL" clId="{1F38D4F1-04EA-4679-AABE-783D48579403}" dt="2024-10-18T10:29:13.971" v="2381" actId="1076"/>
          <ac:spMkLst>
            <pc:docMk/>
            <pc:sldMk cId="3696350527" sldId="336"/>
            <ac:spMk id="2" creationId="{DE13D453-4D7B-47BF-AED4-27D56C3644AA}"/>
          </ac:spMkLst>
        </pc:spChg>
        <pc:spChg chg="del">
          <ac:chgData name="Sohag Kabir" userId="e9b0da40-aef8-480a-bb63-d1daacecf555" providerId="ADAL" clId="{1F38D4F1-04EA-4679-AABE-783D48579403}" dt="2024-10-18T10:29:17.003" v="2382" actId="478"/>
          <ac:spMkLst>
            <pc:docMk/>
            <pc:sldMk cId="3696350527" sldId="336"/>
            <ac:spMk id="3" creationId="{229C2D86-F42C-1FF7-F48A-54AEA690A483}"/>
          </ac:spMkLst>
        </pc:spChg>
        <pc:spChg chg="del">
          <ac:chgData name="Sohag Kabir" userId="e9b0da40-aef8-480a-bb63-d1daacecf555" providerId="ADAL" clId="{1F38D4F1-04EA-4679-AABE-783D48579403}" dt="2024-10-18T10:29:18.922" v="2383" actId="478"/>
          <ac:spMkLst>
            <pc:docMk/>
            <pc:sldMk cId="3696350527" sldId="336"/>
            <ac:spMk id="4" creationId="{1A188D3E-432D-7D77-C5B2-76D555679EB8}"/>
          </ac:spMkLst>
        </pc:spChg>
        <pc:spChg chg="add del mod">
          <ac:chgData name="Sohag Kabir" userId="e9b0da40-aef8-480a-bb63-d1daacecf555" providerId="ADAL" clId="{1F38D4F1-04EA-4679-AABE-783D48579403}" dt="2024-10-18T10:29:20.533" v="2384" actId="478"/>
          <ac:spMkLst>
            <pc:docMk/>
            <pc:sldMk cId="3696350527" sldId="336"/>
            <ac:spMk id="5" creationId="{46CD3244-9634-3EB6-C632-4329A58E6290}"/>
          </ac:spMkLst>
        </pc:spChg>
        <pc:spChg chg="add del mod">
          <ac:chgData name="Sohag Kabir" userId="e9b0da40-aef8-480a-bb63-d1daacecf555" providerId="ADAL" clId="{1F38D4F1-04EA-4679-AABE-783D48579403}" dt="2024-10-18T10:29:22.532" v="2385" actId="478"/>
          <ac:spMkLst>
            <pc:docMk/>
            <pc:sldMk cId="3696350527" sldId="336"/>
            <ac:spMk id="8" creationId="{05AF5DB1-2B0E-2BF8-C978-AEB9E0B5CBF4}"/>
          </ac:spMkLst>
        </pc:spChg>
        <pc:graphicFrameChg chg="add mod">
          <ac:chgData name="Sohag Kabir" userId="e9b0da40-aef8-480a-bb63-d1daacecf555" providerId="ADAL" clId="{1F38D4F1-04EA-4679-AABE-783D48579403}" dt="2024-10-18T10:37:06.878" v="2510" actId="1076"/>
          <ac:graphicFrameMkLst>
            <pc:docMk/>
            <pc:sldMk cId="3696350527" sldId="336"/>
            <ac:graphicFrameMk id="9" creationId="{848FD32F-771A-2CD8-1D64-ADBABEBFA493}"/>
          </ac:graphicFrameMkLst>
        </pc:graphicFrameChg>
      </pc:sldChg>
      <pc:sldChg chg="addSp delSp modSp del mod modShow">
        <pc:chgData name="Sohag Kabir" userId="e9b0da40-aef8-480a-bb63-d1daacecf555" providerId="ADAL" clId="{1F38D4F1-04EA-4679-AABE-783D48579403}" dt="2024-10-18T13:41:59.692" v="3157" actId="2696"/>
        <pc:sldMkLst>
          <pc:docMk/>
          <pc:sldMk cId="739970556" sldId="337"/>
        </pc:sldMkLst>
        <pc:spChg chg="mod">
          <ac:chgData name="Sohag Kabir" userId="e9b0da40-aef8-480a-bb63-d1daacecf555" providerId="ADAL" clId="{1F38D4F1-04EA-4679-AABE-783D48579403}" dt="2024-10-18T10:38:05.733" v="2515" actId="20577"/>
          <ac:spMkLst>
            <pc:docMk/>
            <pc:sldMk cId="739970556" sldId="337"/>
            <ac:spMk id="2" creationId="{DE13D453-4D7B-47BF-AED4-27D56C3644AA}"/>
          </ac:spMkLst>
        </pc:spChg>
        <pc:spChg chg="del">
          <ac:chgData name="Sohag Kabir" userId="e9b0da40-aef8-480a-bb63-d1daacecf555" providerId="ADAL" clId="{1F38D4F1-04EA-4679-AABE-783D48579403}" dt="2024-10-18T10:37:38.601" v="2513" actId="478"/>
          <ac:spMkLst>
            <pc:docMk/>
            <pc:sldMk cId="739970556" sldId="337"/>
            <ac:spMk id="10" creationId="{94BC38EC-4D7E-7D5B-FB9A-6E0F3A3050C9}"/>
          </ac:spMkLst>
        </pc:spChg>
        <pc:graphicFrameChg chg="add del mod">
          <ac:chgData name="Sohag Kabir" userId="e9b0da40-aef8-480a-bb63-d1daacecf555" providerId="ADAL" clId="{1F38D4F1-04EA-4679-AABE-783D48579403}" dt="2024-10-18T10:39:18.118" v="2522" actId="478"/>
          <ac:graphicFrameMkLst>
            <pc:docMk/>
            <pc:sldMk cId="739970556" sldId="337"/>
            <ac:graphicFrameMk id="3" creationId="{61820AAF-903A-D2C4-0ACC-296326CEDBEB}"/>
          </ac:graphicFrameMkLst>
        </pc:graphicFrameChg>
        <pc:graphicFrameChg chg="add mod modGraphic">
          <ac:chgData name="Sohag Kabir" userId="e9b0da40-aef8-480a-bb63-d1daacecf555" providerId="ADAL" clId="{1F38D4F1-04EA-4679-AABE-783D48579403}" dt="2024-10-18T11:00:56.044" v="2747" actId="14100"/>
          <ac:graphicFrameMkLst>
            <pc:docMk/>
            <pc:sldMk cId="739970556" sldId="337"/>
            <ac:graphicFrameMk id="4" creationId="{E2E688DE-503F-9977-49F3-4E3903096A55}"/>
          </ac:graphicFrameMkLst>
        </pc:graphicFrameChg>
      </pc:sldChg>
      <pc:sldChg chg="addSp delSp modSp mod ord delAnim modAnim">
        <pc:chgData name="Sohag Kabir" userId="e9b0da40-aef8-480a-bb63-d1daacecf555" providerId="ADAL" clId="{1F38D4F1-04EA-4679-AABE-783D48579403}" dt="2024-10-19T10:14:48.421" v="4405" actId="14100"/>
        <pc:sldMkLst>
          <pc:docMk/>
          <pc:sldMk cId="3682386880" sldId="338"/>
        </pc:sldMkLst>
        <pc:spChg chg="mod">
          <ac:chgData name="Sohag Kabir" userId="e9b0da40-aef8-480a-bb63-d1daacecf555" providerId="ADAL" clId="{1F38D4F1-04EA-4679-AABE-783D48579403}" dt="2024-10-18T11:36:23.639" v="2802"/>
          <ac:spMkLst>
            <pc:docMk/>
            <pc:sldMk cId="3682386880" sldId="338"/>
            <ac:spMk id="2" creationId="{DE13D453-4D7B-47BF-AED4-27D56C3644AA}"/>
          </ac:spMkLst>
        </pc:spChg>
        <pc:spChg chg="del">
          <ac:chgData name="Sohag Kabir" userId="e9b0da40-aef8-480a-bb63-d1daacecf555" providerId="ADAL" clId="{1F38D4F1-04EA-4679-AABE-783D48579403}" dt="2024-10-18T11:26:12.440" v="2799" actId="478"/>
          <ac:spMkLst>
            <pc:docMk/>
            <pc:sldMk cId="3682386880" sldId="338"/>
            <ac:spMk id="4" creationId="{022ADBD7-F717-0B5C-7945-0733C5F80EDA}"/>
          </ac:spMkLst>
        </pc:spChg>
        <pc:spChg chg="add del">
          <ac:chgData name="Sohag Kabir" userId="e9b0da40-aef8-480a-bb63-d1daacecf555" providerId="ADAL" clId="{1F38D4F1-04EA-4679-AABE-783D48579403}" dt="2024-10-18T16:16:06.465" v="3738" actId="478"/>
          <ac:spMkLst>
            <pc:docMk/>
            <pc:sldMk cId="3682386880" sldId="338"/>
            <ac:spMk id="8" creationId="{90D93113-723B-8A49-5B7B-AD196E57ED8B}"/>
          </ac:spMkLst>
        </pc:spChg>
        <pc:spChg chg="add mod">
          <ac:chgData name="Sohag Kabir" userId="e9b0da40-aef8-480a-bb63-d1daacecf555" providerId="ADAL" clId="{1F38D4F1-04EA-4679-AABE-783D48579403}" dt="2024-10-19T10:14:40.614" v="4400" actId="1076"/>
          <ac:spMkLst>
            <pc:docMk/>
            <pc:sldMk cId="3682386880" sldId="338"/>
            <ac:spMk id="10" creationId="{DF533840-5635-19B5-AAFB-5D157346FFE5}"/>
          </ac:spMkLst>
        </pc:spChg>
        <pc:spChg chg="add mod ord">
          <ac:chgData name="Sohag Kabir" userId="e9b0da40-aef8-480a-bb63-d1daacecf555" providerId="ADAL" clId="{1F38D4F1-04EA-4679-AABE-783D48579403}" dt="2024-10-18T18:46:55.377" v="4037" actId="1037"/>
          <ac:spMkLst>
            <pc:docMk/>
            <pc:sldMk cId="3682386880" sldId="338"/>
            <ac:spMk id="37" creationId="{228B1234-11F3-B454-5E6B-5570F14A1281}"/>
          </ac:spMkLst>
        </pc:spChg>
        <pc:spChg chg="add mod">
          <ac:chgData name="Sohag Kabir" userId="e9b0da40-aef8-480a-bb63-d1daacecf555" providerId="ADAL" clId="{1F38D4F1-04EA-4679-AABE-783D48579403}" dt="2024-10-19T09:54:21.177" v="4089" actId="1076"/>
          <ac:spMkLst>
            <pc:docMk/>
            <pc:sldMk cId="3682386880" sldId="338"/>
            <ac:spMk id="39" creationId="{31728918-1576-B9B5-2F4F-F760AD0B0904}"/>
          </ac:spMkLst>
        </pc:spChg>
        <pc:spChg chg="add mod">
          <ac:chgData name="Sohag Kabir" userId="e9b0da40-aef8-480a-bb63-d1daacecf555" providerId="ADAL" clId="{1F38D4F1-04EA-4679-AABE-783D48579403}" dt="2024-10-18T18:48:59.363" v="4044" actId="1076"/>
          <ac:spMkLst>
            <pc:docMk/>
            <pc:sldMk cId="3682386880" sldId="338"/>
            <ac:spMk id="41" creationId="{9ECBAEBE-2DB8-0C0E-DDBE-34A62A805271}"/>
          </ac:spMkLst>
        </pc:spChg>
        <pc:spChg chg="add mod">
          <ac:chgData name="Sohag Kabir" userId="e9b0da40-aef8-480a-bb63-d1daacecf555" providerId="ADAL" clId="{1F38D4F1-04EA-4679-AABE-783D48579403}" dt="2024-10-18T18:46:30.563" v="4029" actId="2711"/>
          <ac:spMkLst>
            <pc:docMk/>
            <pc:sldMk cId="3682386880" sldId="338"/>
            <ac:spMk id="42" creationId="{0BC99F56-6DB6-D969-4554-A88D6E9A2B01}"/>
          </ac:spMkLst>
        </pc:spChg>
        <pc:spChg chg="add mod">
          <ac:chgData name="Sohag Kabir" userId="e9b0da40-aef8-480a-bb63-d1daacecf555" providerId="ADAL" clId="{1F38D4F1-04EA-4679-AABE-783D48579403}" dt="2024-10-19T09:53:30.091" v="4087" actId="164"/>
          <ac:spMkLst>
            <pc:docMk/>
            <pc:sldMk cId="3682386880" sldId="338"/>
            <ac:spMk id="43" creationId="{455012B5-86DC-A203-6279-529F8C7DB5F5}"/>
          </ac:spMkLst>
        </pc:spChg>
        <pc:spChg chg="add mod">
          <ac:chgData name="Sohag Kabir" userId="e9b0da40-aef8-480a-bb63-d1daacecf555" providerId="ADAL" clId="{1F38D4F1-04EA-4679-AABE-783D48579403}" dt="2024-10-19T10:03:04.719" v="4205" actId="207"/>
          <ac:spMkLst>
            <pc:docMk/>
            <pc:sldMk cId="3682386880" sldId="338"/>
            <ac:spMk id="44" creationId="{90D3A605-C69D-C75E-9661-34EECB238BE8}"/>
          </ac:spMkLst>
        </pc:spChg>
        <pc:spChg chg="add mod">
          <ac:chgData name="Sohag Kabir" userId="e9b0da40-aef8-480a-bb63-d1daacecf555" providerId="ADAL" clId="{1F38D4F1-04EA-4679-AABE-783D48579403}" dt="2024-10-19T10:04:49.496" v="4220" actId="164"/>
          <ac:spMkLst>
            <pc:docMk/>
            <pc:sldMk cId="3682386880" sldId="338"/>
            <ac:spMk id="46" creationId="{0B0AB80E-6387-B6FC-AC8A-660C7FFFCD7C}"/>
          </ac:spMkLst>
        </pc:spChg>
        <pc:spChg chg="add mod">
          <ac:chgData name="Sohag Kabir" userId="e9b0da40-aef8-480a-bb63-d1daacecf555" providerId="ADAL" clId="{1F38D4F1-04EA-4679-AABE-783D48579403}" dt="2024-10-19T10:14:48.421" v="4405" actId="14100"/>
          <ac:spMkLst>
            <pc:docMk/>
            <pc:sldMk cId="3682386880" sldId="338"/>
            <ac:spMk id="4186" creationId="{6037FA7E-7EA6-D750-1872-39BE9BC01597}"/>
          </ac:spMkLst>
        </pc:spChg>
        <pc:grpChg chg="add mod">
          <ac:chgData name="Sohag Kabir" userId="e9b0da40-aef8-480a-bb63-d1daacecf555" providerId="ADAL" clId="{1F38D4F1-04EA-4679-AABE-783D48579403}" dt="2024-10-18T18:46:55.377" v="4037" actId="1037"/>
          <ac:grpSpMkLst>
            <pc:docMk/>
            <pc:sldMk cId="3682386880" sldId="338"/>
            <ac:grpSpMk id="16" creationId="{C6A90484-08F1-0882-C42B-3714C65E14D8}"/>
          </ac:grpSpMkLst>
        </pc:grpChg>
        <pc:grpChg chg="add mod">
          <ac:chgData name="Sohag Kabir" userId="e9b0da40-aef8-480a-bb63-d1daacecf555" providerId="ADAL" clId="{1F38D4F1-04EA-4679-AABE-783D48579403}" dt="2024-10-18T18:46:55.377" v="4037" actId="1037"/>
          <ac:grpSpMkLst>
            <pc:docMk/>
            <pc:sldMk cId="3682386880" sldId="338"/>
            <ac:grpSpMk id="17" creationId="{BCFAB78B-4266-D8E1-875B-2C302769D170}"/>
          </ac:grpSpMkLst>
        </pc:grpChg>
        <pc:grpChg chg="add mod">
          <ac:chgData name="Sohag Kabir" userId="e9b0da40-aef8-480a-bb63-d1daacecf555" providerId="ADAL" clId="{1F38D4F1-04EA-4679-AABE-783D48579403}" dt="2024-10-18T18:46:55.377" v="4037" actId="1037"/>
          <ac:grpSpMkLst>
            <pc:docMk/>
            <pc:sldMk cId="3682386880" sldId="338"/>
            <ac:grpSpMk id="22" creationId="{6770CC4D-AD8D-A9E9-A4E5-F8C6ECF617A3}"/>
          </ac:grpSpMkLst>
        </pc:grpChg>
        <pc:grpChg chg="add mod">
          <ac:chgData name="Sohag Kabir" userId="e9b0da40-aef8-480a-bb63-d1daacecf555" providerId="ADAL" clId="{1F38D4F1-04EA-4679-AABE-783D48579403}" dt="2024-10-18T18:46:55.377" v="4037" actId="1037"/>
          <ac:grpSpMkLst>
            <pc:docMk/>
            <pc:sldMk cId="3682386880" sldId="338"/>
            <ac:grpSpMk id="31" creationId="{5E0FA0F4-59EB-667C-1A84-5B03333773A2}"/>
          </ac:grpSpMkLst>
        </pc:grpChg>
        <pc:grpChg chg="add mod">
          <ac:chgData name="Sohag Kabir" userId="e9b0da40-aef8-480a-bb63-d1daacecf555" providerId="ADAL" clId="{1F38D4F1-04EA-4679-AABE-783D48579403}" dt="2024-10-18T18:46:55.377" v="4037" actId="1037"/>
          <ac:grpSpMkLst>
            <pc:docMk/>
            <pc:sldMk cId="3682386880" sldId="338"/>
            <ac:grpSpMk id="36" creationId="{4449D3CE-A27B-774C-3769-A3E68409F226}"/>
          </ac:grpSpMkLst>
        </pc:grpChg>
        <pc:grpChg chg="add mod">
          <ac:chgData name="Sohag Kabir" userId="e9b0da40-aef8-480a-bb63-d1daacecf555" providerId="ADAL" clId="{1F38D4F1-04EA-4679-AABE-783D48579403}" dt="2024-10-18T18:46:55.377" v="4037" actId="1037"/>
          <ac:grpSpMkLst>
            <pc:docMk/>
            <pc:sldMk cId="3682386880" sldId="338"/>
            <ac:grpSpMk id="38" creationId="{CE49C9E7-E544-ADC1-52BC-1FD64E143E22}"/>
          </ac:grpSpMkLst>
        </pc:grpChg>
        <pc:grpChg chg="add mod">
          <ac:chgData name="Sohag Kabir" userId="e9b0da40-aef8-480a-bb63-d1daacecf555" providerId="ADAL" clId="{1F38D4F1-04EA-4679-AABE-783D48579403}" dt="2024-10-18T18:46:55.377" v="4037" actId="1037"/>
          <ac:grpSpMkLst>
            <pc:docMk/>
            <pc:sldMk cId="3682386880" sldId="338"/>
            <ac:grpSpMk id="40" creationId="{4C5F986D-3F42-741A-315D-6E58301C2D14}"/>
          </ac:grpSpMkLst>
        </pc:grpChg>
        <pc:grpChg chg="add mod">
          <ac:chgData name="Sohag Kabir" userId="e9b0da40-aef8-480a-bb63-d1daacecf555" providerId="ADAL" clId="{1F38D4F1-04EA-4679-AABE-783D48579403}" dt="2024-10-19T10:04:49.496" v="4220" actId="164"/>
          <ac:grpSpMkLst>
            <pc:docMk/>
            <pc:sldMk cId="3682386880" sldId="338"/>
            <ac:grpSpMk id="45" creationId="{77BE4377-3703-4DF4-386F-B36CB609D8A1}"/>
          </ac:grpSpMkLst>
        </pc:grpChg>
        <pc:grpChg chg="add mod">
          <ac:chgData name="Sohag Kabir" userId="e9b0da40-aef8-480a-bb63-d1daacecf555" providerId="ADAL" clId="{1F38D4F1-04EA-4679-AABE-783D48579403}" dt="2024-10-19T10:05:10.421" v="4221" actId="164"/>
          <ac:grpSpMkLst>
            <pc:docMk/>
            <pc:sldMk cId="3682386880" sldId="338"/>
            <ac:grpSpMk id="53" creationId="{3623F40E-2BE8-D90E-4CA6-24BB50C7400E}"/>
          </ac:grpSpMkLst>
        </pc:grpChg>
        <pc:grpChg chg="add mod">
          <ac:chgData name="Sohag Kabir" userId="e9b0da40-aef8-480a-bb63-d1daacecf555" providerId="ADAL" clId="{1F38D4F1-04EA-4679-AABE-783D48579403}" dt="2024-10-19T10:05:10.421" v="4221" actId="164"/>
          <ac:grpSpMkLst>
            <pc:docMk/>
            <pc:sldMk cId="3682386880" sldId="338"/>
            <ac:grpSpMk id="54" creationId="{BC4DA62F-ACA8-CEA6-0D55-B1EA1CEA2122}"/>
          </ac:grpSpMkLst>
        </pc:grpChg>
        <pc:grpChg chg="add mod">
          <ac:chgData name="Sohag Kabir" userId="e9b0da40-aef8-480a-bb63-d1daacecf555" providerId="ADAL" clId="{1F38D4F1-04EA-4679-AABE-783D48579403}" dt="2024-10-19T10:05:10.421" v="4221" actId="164"/>
          <ac:grpSpMkLst>
            <pc:docMk/>
            <pc:sldMk cId="3682386880" sldId="338"/>
            <ac:grpSpMk id="57" creationId="{E585DE29-9697-B1CF-20B1-F36EE64D2257}"/>
          </ac:grpSpMkLst>
        </pc:grpChg>
        <pc:grpChg chg="add mod">
          <ac:chgData name="Sohag Kabir" userId="e9b0da40-aef8-480a-bb63-d1daacecf555" providerId="ADAL" clId="{1F38D4F1-04EA-4679-AABE-783D48579403}" dt="2024-10-19T10:05:10.421" v="4221" actId="164"/>
          <ac:grpSpMkLst>
            <pc:docMk/>
            <pc:sldMk cId="3682386880" sldId="338"/>
            <ac:grpSpMk id="60" creationId="{DA0AEAD7-228D-A509-F42B-55DA2ABAE4A9}"/>
          </ac:grpSpMkLst>
        </pc:grpChg>
        <pc:grpChg chg="add mod">
          <ac:chgData name="Sohag Kabir" userId="e9b0da40-aef8-480a-bb63-d1daacecf555" providerId="ADAL" clId="{1F38D4F1-04EA-4679-AABE-783D48579403}" dt="2024-10-19T10:05:10.421" v="4221" actId="164"/>
          <ac:grpSpMkLst>
            <pc:docMk/>
            <pc:sldMk cId="3682386880" sldId="338"/>
            <ac:grpSpMk id="63" creationId="{945BCA70-78B1-4392-25D7-14234F0ED88B}"/>
          </ac:grpSpMkLst>
        </pc:grpChg>
        <pc:grpChg chg="add mod">
          <ac:chgData name="Sohag Kabir" userId="e9b0da40-aef8-480a-bb63-d1daacecf555" providerId="ADAL" clId="{1F38D4F1-04EA-4679-AABE-783D48579403}" dt="2024-10-19T10:05:10.421" v="4221" actId="164"/>
          <ac:grpSpMkLst>
            <pc:docMk/>
            <pc:sldMk cId="3682386880" sldId="338"/>
            <ac:grpSpMk id="4099" creationId="{8EE744F8-2108-4EE4-83C0-440D5C8643D4}"/>
          </ac:grpSpMkLst>
        </pc:grpChg>
        <pc:grpChg chg="add mod">
          <ac:chgData name="Sohag Kabir" userId="e9b0da40-aef8-480a-bb63-d1daacecf555" providerId="ADAL" clId="{1F38D4F1-04EA-4679-AABE-783D48579403}" dt="2024-10-19T10:05:10.421" v="4221" actId="164"/>
          <ac:grpSpMkLst>
            <pc:docMk/>
            <pc:sldMk cId="3682386880" sldId="338"/>
            <ac:grpSpMk id="4102" creationId="{EE8B9272-E28A-518E-1513-D5314200F9BA}"/>
          </ac:grpSpMkLst>
        </pc:grpChg>
        <pc:grpChg chg="add mod">
          <ac:chgData name="Sohag Kabir" userId="e9b0da40-aef8-480a-bb63-d1daacecf555" providerId="ADAL" clId="{1F38D4F1-04EA-4679-AABE-783D48579403}" dt="2024-10-19T10:05:10.421" v="4221" actId="164"/>
          <ac:grpSpMkLst>
            <pc:docMk/>
            <pc:sldMk cId="3682386880" sldId="338"/>
            <ac:grpSpMk id="4105" creationId="{5210C786-DB7A-BFFB-E341-5F9C65946A9D}"/>
          </ac:grpSpMkLst>
        </pc:grpChg>
        <pc:grpChg chg="add mod">
          <ac:chgData name="Sohag Kabir" userId="e9b0da40-aef8-480a-bb63-d1daacecf555" providerId="ADAL" clId="{1F38D4F1-04EA-4679-AABE-783D48579403}" dt="2024-10-19T10:05:10.421" v="4221" actId="164"/>
          <ac:grpSpMkLst>
            <pc:docMk/>
            <pc:sldMk cId="3682386880" sldId="338"/>
            <ac:grpSpMk id="4108" creationId="{7E67CA2D-8B89-C89C-94A7-2D3BE04AB997}"/>
          </ac:grpSpMkLst>
        </pc:grpChg>
        <pc:grpChg chg="add mod">
          <ac:chgData name="Sohag Kabir" userId="e9b0da40-aef8-480a-bb63-d1daacecf555" providerId="ADAL" clId="{1F38D4F1-04EA-4679-AABE-783D48579403}" dt="2024-10-19T10:04:49.496" v="4220" actId="164"/>
          <ac:grpSpMkLst>
            <pc:docMk/>
            <pc:sldMk cId="3682386880" sldId="338"/>
            <ac:grpSpMk id="4111" creationId="{D5FC062A-983D-7043-9815-17F1631505F7}"/>
          </ac:grpSpMkLst>
        </pc:grpChg>
        <pc:grpChg chg="add del mod">
          <ac:chgData name="Sohag Kabir" userId="e9b0da40-aef8-480a-bb63-d1daacecf555" providerId="ADAL" clId="{1F38D4F1-04EA-4679-AABE-783D48579403}" dt="2024-10-19T10:09:28.366" v="4240" actId="478"/>
          <ac:grpSpMkLst>
            <pc:docMk/>
            <pc:sldMk cId="3682386880" sldId="338"/>
            <ac:grpSpMk id="4112" creationId="{D6DE4C4E-7852-1179-711F-36F61103421B}"/>
          </ac:grpSpMkLst>
        </pc:grpChg>
        <pc:grpChg chg="add del mod">
          <ac:chgData name="Sohag Kabir" userId="e9b0da40-aef8-480a-bb63-d1daacecf555" providerId="ADAL" clId="{1F38D4F1-04EA-4679-AABE-783D48579403}" dt="2024-10-19T10:09:33.332" v="4242" actId="478"/>
          <ac:grpSpMkLst>
            <pc:docMk/>
            <pc:sldMk cId="3682386880" sldId="338"/>
            <ac:grpSpMk id="4113" creationId="{4B42679B-F657-8F7A-25D3-047DDD300D95}"/>
          </ac:grpSpMkLst>
        </pc:grpChg>
        <pc:grpChg chg="mod">
          <ac:chgData name="Sohag Kabir" userId="e9b0da40-aef8-480a-bb63-d1daacecf555" providerId="ADAL" clId="{1F38D4F1-04EA-4679-AABE-783D48579403}" dt="2024-10-19T10:06:21.234" v="4227" actId="571"/>
          <ac:grpSpMkLst>
            <pc:docMk/>
            <pc:sldMk cId="3682386880" sldId="338"/>
            <ac:grpSpMk id="4114" creationId="{FC82257F-A3D2-8DEC-5B8C-E7374502A30F}"/>
          </ac:grpSpMkLst>
        </pc:grpChg>
        <pc:grpChg chg="mod">
          <ac:chgData name="Sohag Kabir" userId="e9b0da40-aef8-480a-bb63-d1daacecf555" providerId="ADAL" clId="{1F38D4F1-04EA-4679-AABE-783D48579403}" dt="2024-10-19T10:06:21.234" v="4227" actId="571"/>
          <ac:grpSpMkLst>
            <pc:docMk/>
            <pc:sldMk cId="3682386880" sldId="338"/>
            <ac:grpSpMk id="4115" creationId="{ED076F4E-E230-B9E7-92CB-4F9263B4A0F9}"/>
          </ac:grpSpMkLst>
        </pc:grpChg>
        <pc:grpChg chg="mod">
          <ac:chgData name="Sohag Kabir" userId="e9b0da40-aef8-480a-bb63-d1daacecf555" providerId="ADAL" clId="{1F38D4F1-04EA-4679-AABE-783D48579403}" dt="2024-10-19T10:06:21.234" v="4227" actId="571"/>
          <ac:grpSpMkLst>
            <pc:docMk/>
            <pc:sldMk cId="3682386880" sldId="338"/>
            <ac:grpSpMk id="4116" creationId="{45F9823D-A761-491B-B5D3-F0AD935CB66C}"/>
          </ac:grpSpMkLst>
        </pc:grpChg>
        <pc:grpChg chg="mod">
          <ac:chgData name="Sohag Kabir" userId="e9b0da40-aef8-480a-bb63-d1daacecf555" providerId="ADAL" clId="{1F38D4F1-04EA-4679-AABE-783D48579403}" dt="2024-10-19T10:06:21.234" v="4227" actId="571"/>
          <ac:grpSpMkLst>
            <pc:docMk/>
            <pc:sldMk cId="3682386880" sldId="338"/>
            <ac:grpSpMk id="4117" creationId="{D9936DBB-7F42-2CBA-31FD-98A26342265E}"/>
          </ac:grpSpMkLst>
        </pc:grpChg>
        <pc:grpChg chg="mod">
          <ac:chgData name="Sohag Kabir" userId="e9b0da40-aef8-480a-bb63-d1daacecf555" providerId="ADAL" clId="{1F38D4F1-04EA-4679-AABE-783D48579403}" dt="2024-10-19T10:06:21.234" v="4227" actId="571"/>
          <ac:grpSpMkLst>
            <pc:docMk/>
            <pc:sldMk cId="3682386880" sldId="338"/>
            <ac:grpSpMk id="4118" creationId="{8799B430-1158-EDBB-9E08-CA4A5D4B8290}"/>
          </ac:grpSpMkLst>
        </pc:grpChg>
        <pc:grpChg chg="mod">
          <ac:chgData name="Sohag Kabir" userId="e9b0da40-aef8-480a-bb63-d1daacecf555" providerId="ADAL" clId="{1F38D4F1-04EA-4679-AABE-783D48579403}" dt="2024-10-19T10:06:21.234" v="4227" actId="571"/>
          <ac:grpSpMkLst>
            <pc:docMk/>
            <pc:sldMk cId="3682386880" sldId="338"/>
            <ac:grpSpMk id="4119" creationId="{6791E254-2098-C6C6-F762-7679D8715168}"/>
          </ac:grpSpMkLst>
        </pc:grpChg>
        <pc:grpChg chg="mod">
          <ac:chgData name="Sohag Kabir" userId="e9b0da40-aef8-480a-bb63-d1daacecf555" providerId="ADAL" clId="{1F38D4F1-04EA-4679-AABE-783D48579403}" dt="2024-10-19T10:06:21.234" v="4227" actId="571"/>
          <ac:grpSpMkLst>
            <pc:docMk/>
            <pc:sldMk cId="3682386880" sldId="338"/>
            <ac:grpSpMk id="4120" creationId="{93873652-5472-54C8-9C64-39AA5B2B1874}"/>
          </ac:grpSpMkLst>
        </pc:grpChg>
        <pc:grpChg chg="mod">
          <ac:chgData name="Sohag Kabir" userId="e9b0da40-aef8-480a-bb63-d1daacecf555" providerId="ADAL" clId="{1F38D4F1-04EA-4679-AABE-783D48579403}" dt="2024-10-19T10:06:21.234" v="4227" actId="571"/>
          <ac:grpSpMkLst>
            <pc:docMk/>
            <pc:sldMk cId="3682386880" sldId="338"/>
            <ac:grpSpMk id="4121" creationId="{B3B592DE-23D3-E48A-9735-BA6AAF7FF690}"/>
          </ac:grpSpMkLst>
        </pc:grpChg>
        <pc:grpChg chg="mod">
          <ac:chgData name="Sohag Kabir" userId="e9b0da40-aef8-480a-bb63-d1daacecf555" providerId="ADAL" clId="{1F38D4F1-04EA-4679-AABE-783D48579403}" dt="2024-10-19T10:06:21.234" v="4227" actId="571"/>
          <ac:grpSpMkLst>
            <pc:docMk/>
            <pc:sldMk cId="3682386880" sldId="338"/>
            <ac:grpSpMk id="4122" creationId="{0FA83E66-5C20-F485-20B7-7B0031674FF4}"/>
          </ac:grpSpMkLst>
        </pc:grpChg>
        <pc:grpChg chg="add del mod">
          <ac:chgData name="Sohag Kabir" userId="e9b0da40-aef8-480a-bb63-d1daacecf555" providerId="ADAL" clId="{1F38D4F1-04EA-4679-AABE-783D48579403}" dt="2024-10-19T10:07:42.682" v="4230" actId="165"/>
          <ac:grpSpMkLst>
            <pc:docMk/>
            <pc:sldMk cId="3682386880" sldId="338"/>
            <ac:grpSpMk id="4141" creationId="{F0751EAB-8C20-513D-DD3E-2EEE77013ED7}"/>
          </ac:grpSpMkLst>
        </pc:grpChg>
        <pc:grpChg chg="del mod topLvl">
          <ac:chgData name="Sohag Kabir" userId="e9b0da40-aef8-480a-bb63-d1daacecf555" providerId="ADAL" clId="{1F38D4F1-04EA-4679-AABE-783D48579403}" dt="2024-10-19T10:10:22.623" v="4250" actId="478"/>
          <ac:grpSpMkLst>
            <pc:docMk/>
            <pc:sldMk cId="3682386880" sldId="338"/>
            <ac:grpSpMk id="4142" creationId="{B9EF5EE1-13A6-9C7C-9564-2C9450EB1288}"/>
          </ac:grpSpMkLst>
        </pc:grpChg>
        <pc:grpChg chg="del mod topLvl">
          <ac:chgData name="Sohag Kabir" userId="e9b0da40-aef8-480a-bb63-d1daacecf555" providerId="ADAL" clId="{1F38D4F1-04EA-4679-AABE-783D48579403}" dt="2024-10-19T10:10:22.623" v="4250" actId="478"/>
          <ac:grpSpMkLst>
            <pc:docMk/>
            <pc:sldMk cId="3682386880" sldId="338"/>
            <ac:grpSpMk id="4143" creationId="{A88C7D7B-AB44-4078-A3B8-E844DD50F473}"/>
          </ac:grpSpMkLst>
        </pc:grpChg>
        <pc:grpChg chg="del mod topLvl">
          <ac:chgData name="Sohag Kabir" userId="e9b0da40-aef8-480a-bb63-d1daacecf555" providerId="ADAL" clId="{1F38D4F1-04EA-4679-AABE-783D48579403}" dt="2024-10-19T10:10:22.623" v="4250" actId="478"/>
          <ac:grpSpMkLst>
            <pc:docMk/>
            <pc:sldMk cId="3682386880" sldId="338"/>
            <ac:grpSpMk id="4144" creationId="{FE016CA6-18FE-7395-E440-9E34A7B6DABA}"/>
          </ac:grpSpMkLst>
        </pc:grpChg>
        <pc:grpChg chg="del mod topLvl">
          <ac:chgData name="Sohag Kabir" userId="e9b0da40-aef8-480a-bb63-d1daacecf555" providerId="ADAL" clId="{1F38D4F1-04EA-4679-AABE-783D48579403}" dt="2024-10-19T10:10:22.623" v="4250" actId="478"/>
          <ac:grpSpMkLst>
            <pc:docMk/>
            <pc:sldMk cId="3682386880" sldId="338"/>
            <ac:grpSpMk id="4145" creationId="{8C6FAACA-966D-FA45-9054-76D711BBAF1E}"/>
          </ac:grpSpMkLst>
        </pc:grpChg>
        <pc:grpChg chg="del mod topLvl">
          <ac:chgData name="Sohag Kabir" userId="e9b0da40-aef8-480a-bb63-d1daacecf555" providerId="ADAL" clId="{1F38D4F1-04EA-4679-AABE-783D48579403}" dt="2024-10-19T10:10:22.623" v="4250" actId="478"/>
          <ac:grpSpMkLst>
            <pc:docMk/>
            <pc:sldMk cId="3682386880" sldId="338"/>
            <ac:grpSpMk id="4146" creationId="{92A55511-2D2A-30F4-41B0-3C2C256537D8}"/>
          </ac:grpSpMkLst>
        </pc:grpChg>
        <pc:grpChg chg="mod topLvl">
          <ac:chgData name="Sohag Kabir" userId="e9b0da40-aef8-480a-bb63-d1daacecf555" providerId="ADAL" clId="{1F38D4F1-04EA-4679-AABE-783D48579403}" dt="2024-10-19T10:08:04.406" v="4232" actId="164"/>
          <ac:grpSpMkLst>
            <pc:docMk/>
            <pc:sldMk cId="3682386880" sldId="338"/>
            <ac:grpSpMk id="4147" creationId="{1F788E75-B13F-1F69-1411-AEA08DDD8D31}"/>
          </ac:grpSpMkLst>
        </pc:grpChg>
        <pc:grpChg chg="mod topLvl">
          <ac:chgData name="Sohag Kabir" userId="e9b0da40-aef8-480a-bb63-d1daacecf555" providerId="ADAL" clId="{1F38D4F1-04EA-4679-AABE-783D48579403}" dt="2024-10-19T10:08:04.406" v="4232" actId="164"/>
          <ac:grpSpMkLst>
            <pc:docMk/>
            <pc:sldMk cId="3682386880" sldId="338"/>
            <ac:grpSpMk id="4148" creationId="{E965E3B3-8260-2935-1165-D39A1718FA23}"/>
          </ac:grpSpMkLst>
        </pc:grpChg>
        <pc:grpChg chg="mod topLvl">
          <ac:chgData name="Sohag Kabir" userId="e9b0da40-aef8-480a-bb63-d1daacecf555" providerId="ADAL" clId="{1F38D4F1-04EA-4679-AABE-783D48579403}" dt="2024-10-19T10:08:04.406" v="4232" actId="164"/>
          <ac:grpSpMkLst>
            <pc:docMk/>
            <pc:sldMk cId="3682386880" sldId="338"/>
            <ac:grpSpMk id="4149" creationId="{F5778E7B-A864-F465-45C9-5EFA0051909D}"/>
          </ac:grpSpMkLst>
        </pc:grpChg>
        <pc:grpChg chg="mod topLvl">
          <ac:chgData name="Sohag Kabir" userId="e9b0da40-aef8-480a-bb63-d1daacecf555" providerId="ADAL" clId="{1F38D4F1-04EA-4679-AABE-783D48579403}" dt="2024-10-19T10:08:04.406" v="4232" actId="164"/>
          <ac:grpSpMkLst>
            <pc:docMk/>
            <pc:sldMk cId="3682386880" sldId="338"/>
            <ac:grpSpMk id="4150" creationId="{497EF730-6F14-3722-235B-AAF233B8F13E}"/>
          </ac:grpSpMkLst>
        </pc:grpChg>
        <pc:grpChg chg="add mod">
          <ac:chgData name="Sohag Kabir" userId="e9b0da40-aef8-480a-bb63-d1daacecf555" providerId="ADAL" clId="{1F38D4F1-04EA-4679-AABE-783D48579403}" dt="2024-10-19T10:08:04.406" v="4232" actId="164"/>
          <ac:grpSpMkLst>
            <pc:docMk/>
            <pc:sldMk cId="3682386880" sldId="338"/>
            <ac:grpSpMk id="4170" creationId="{B5ABBEA0-6184-CB30-932F-660B9DC71C81}"/>
          </ac:grpSpMkLst>
        </pc:grpChg>
        <pc:grpChg chg="add mod">
          <ac:chgData name="Sohag Kabir" userId="e9b0da40-aef8-480a-bb63-d1daacecf555" providerId="ADAL" clId="{1F38D4F1-04EA-4679-AABE-783D48579403}" dt="2024-10-19T10:08:04.406" v="4232" actId="164"/>
          <ac:grpSpMkLst>
            <pc:docMk/>
            <pc:sldMk cId="3682386880" sldId="338"/>
            <ac:grpSpMk id="4173" creationId="{BA0D812B-073A-5501-3465-81DB36BF4737}"/>
          </ac:grpSpMkLst>
        </pc:grpChg>
        <pc:grpChg chg="add mod">
          <ac:chgData name="Sohag Kabir" userId="e9b0da40-aef8-480a-bb63-d1daacecf555" providerId="ADAL" clId="{1F38D4F1-04EA-4679-AABE-783D48579403}" dt="2024-10-19T10:08:04.406" v="4232" actId="164"/>
          <ac:grpSpMkLst>
            <pc:docMk/>
            <pc:sldMk cId="3682386880" sldId="338"/>
            <ac:grpSpMk id="4176" creationId="{36C15EB2-6BE8-CA7B-CB00-5A76B76B2A4D}"/>
          </ac:grpSpMkLst>
        </pc:grpChg>
        <pc:grpChg chg="add mod">
          <ac:chgData name="Sohag Kabir" userId="e9b0da40-aef8-480a-bb63-d1daacecf555" providerId="ADAL" clId="{1F38D4F1-04EA-4679-AABE-783D48579403}" dt="2024-10-19T10:08:04.406" v="4232" actId="164"/>
          <ac:grpSpMkLst>
            <pc:docMk/>
            <pc:sldMk cId="3682386880" sldId="338"/>
            <ac:grpSpMk id="4179" creationId="{6C15603B-A244-9A5D-3EBD-2285CBCFF1FB}"/>
          </ac:grpSpMkLst>
        </pc:grpChg>
        <pc:grpChg chg="add mod">
          <ac:chgData name="Sohag Kabir" userId="e9b0da40-aef8-480a-bb63-d1daacecf555" providerId="ADAL" clId="{1F38D4F1-04EA-4679-AABE-783D48579403}" dt="2024-10-19T10:08:04.406" v="4232" actId="164"/>
          <ac:grpSpMkLst>
            <pc:docMk/>
            <pc:sldMk cId="3682386880" sldId="338"/>
            <ac:grpSpMk id="4182" creationId="{9964B750-0DBE-3428-290F-96CEEA851680}"/>
          </ac:grpSpMkLst>
        </pc:grpChg>
        <pc:grpChg chg="add mod">
          <ac:chgData name="Sohag Kabir" userId="e9b0da40-aef8-480a-bb63-d1daacecf555" providerId="ADAL" clId="{1F38D4F1-04EA-4679-AABE-783D48579403}" dt="2024-10-19T10:10:00.383" v="4249" actId="1076"/>
          <ac:grpSpMkLst>
            <pc:docMk/>
            <pc:sldMk cId="3682386880" sldId="338"/>
            <ac:grpSpMk id="4185" creationId="{8F0006F5-6DE7-A4D0-50D4-52656A4F3320}"/>
          </ac:grpSpMkLst>
        </pc:grpChg>
        <pc:picChg chg="del">
          <ac:chgData name="Sohag Kabir" userId="e9b0da40-aef8-480a-bb63-d1daacecf555" providerId="ADAL" clId="{1F38D4F1-04EA-4679-AABE-783D48579403}" dt="2024-10-18T11:26:13.427" v="2800" actId="478"/>
          <ac:picMkLst>
            <pc:docMk/>
            <pc:sldMk cId="3682386880" sldId="338"/>
            <ac:picMk id="3" creationId="{09B4866D-B483-AAC5-9530-443882A3C2CF}"/>
          </ac:picMkLst>
        </pc:picChg>
        <pc:picChg chg="add mod">
          <ac:chgData name="Sohag Kabir" userId="e9b0da40-aef8-480a-bb63-d1daacecf555" providerId="ADAL" clId="{1F38D4F1-04EA-4679-AABE-783D48579403}" dt="2024-10-18T18:46:55.377" v="4037" actId="1037"/>
          <ac:picMkLst>
            <pc:docMk/>
            <pc:sldMk cId="3682386880" sldId="338"/>
            <ac:picMk id="11" creationId="{5E44230F-682B-6E73-CFF4-150299B81F37}"/>
          </ac:picMkLst>
        </pc:picChg>
        <pc:picChg chg="add mod">
          <ac:chgData name="Sohag Kabir" userId="e9b0da40-aef8-480a-bb63-d1daacecf555" providerId="ADAL" clId="{1F38D4F1-04EA-4679-AABE-783D48579403}" dt="2024-10-18T18:46:55.377" v="4037" actId="1037"/>
          <ac:picMkLst>
            <pc:docMk/>
            <pc:sldMk cId="3682386880" sldId="338"/>
            <ac:picMk id="13" creationId="{2B0F3AA1-A66A-7EE1-1C06-B08050CAE0EE}"/>
          </ac:picMkLst>
        </pc:picChg>
        <pc:picChg chg="add del mod">
          <ac:chgData name="Sohag Kabir" userId="e9b0da40-aef8-480a-bb63-d1daacecf555" providerId="ADAL" clId="{1F38D4F1-04EA-4679-AABE-783D48579403}" dt="2024-10-18T18:36:57.262" v="3801" actId="478"/>
          <ac:picMkLst>
            <pc:docMk/>
            <pc:sldMk cId="3682386880" sldId="338"/>
            <ac:picMk id="14" creationId="{82D6B974-F96B-D89A-9C5E-AAF8DD68C1F7}"/>
          </ac:picMkLst>
        </pc:picChg>
        <pc:picChg chg="add mod">
          <ac:chgData name="Sohag Kabir" userId="e9b0da40-aef8-480a-bb63-d1daacecf555" providerId="ADAL" clId="{1F38D4F1-04EA-4679-AABE-783D48579403}" dt="2024-10-18T18:46:55.377" v="4037" actId="1037"/>
          <ac:picMkLst>
            <pc:docMk/>
            <pc:sldMk cId="3682386880" sldId="338"/>
            <ac:picMk id="15" creationId="{1D2E8E06-EBA2-6583-814C-EA878C36C14B}"/>
          </ac:picMkLst>
        </pc:picChg>
        <pc:picChg chg="mod">
          <ac:chgData name="Sohag Kabir" userId="e9b0da40-aef8-480a-bb63-d1daacecf555" providerId="ADAL" clId="{1F38D4F1-04EA-4679-AABE-783D48579403}" dt="2024-10-18T18:46:55.377" v="4037" actId="1037"/>
          <ac:picMkLst>
            <pc:docMk/>
            <pc:sldMk cId="3682386880" sldId="338"/>
            <ac:picMk id="18" creationId="{666A2DFD-114E-768C-13BB-47835864674C}"/>
          </ac:picMkLst>
        </pc:picChg>
        <pc:picChg chg="mod">
          <ac:chgData name="Sohag Kabir" userId="e9b0da40-aef8-480a-bb63-d1daacecf555" providerId="ADAL" clId="{1F38D4F1-04EA-4679-AABE-783D48579403}" dt="2024-10-18T18:46:55.377" v="4037" actId="1037"/>
          <ac:picMkLst>
            <pc:docMk/>
            <pc:sldMk cId="3682386880" sldId="338"/>
            <ac:picMk id="19" creationId="{0A1F720C-50B8-D01B-FF80-D7B63975EECB}"/>
          </ac:picMkLst>
        </pc:picChg>
        <pc:picChg chg="mod">
          <ac:chgData name="Sohag Kabir" userId="e9b0da40-aef8-480a-bb63-d1daacecf555" providerId="ADAL" clId="{1F38D4F1-04EA-4679-AABE-783D48579403}" dt="2024-10-18T18:46:55.377" v="4037" actId="1037"/>
          <ac:picMkLst>
            <pc:docMk/>
            <pc:sldMk cId="3682386880" sldId="338"/>
            <ac:picMk id="20" creationId="{C658ECA0-7833-8D45-3A17-3DD17F9F87DF}"/>
          </ac:picMkLst>
        </pc:picChg>
        <pc:picChg chg="mod">
          <ac:chgData name="Sohag Kabir" userId="e9b0da40-aef8-480a-bb63-d1daacecf555" providerId="ADAL" clId="{1F38D4F1-04EA-4679-AABE-783D48579403}" dt="2024-10-18T18:46:55.377" v="4037" actId="1037"/>
          <ac:picMkLst>
            <pc:docMk/>
            <pc:sldMk cId="3682386880" sldId="338"/>
            <ac:picMk id="21" creationId="{BF31DC6C-E333-150D-EB41-9711C0DA1DEA}"/>
          </ac:picMkLst>
        </pc:picChg>
        <pc:picChg chg="mod">
          <ac:chgData name="Sohag Kabir" userId="e9b0da40-aef8-480a-bb63-d1daacecf555" providerId="ADAL" clId="{1F38D4F1-04EA-4679-AABE-783D48579403}" dt="2024-10-18T18:46:55.377" v="4037" actId="1037"/>
          <ac:picMkLst>
            <pc:docMk/>
            <pc:sldMk cId="3682386880" sldId="338"/>
            <ac:picMk id="23" creationId="{8FE5077B-99FE-DA94-C003-11679C7857A2}"/>
          </ac:picMkLst>
        </pc:picChg>
        <pc:picChg chg="mod">
          <ac:chgData name="Sohag Kabir" userId="e9b0da40-aef8-480a-bb63-d1daacecf555" providerId="ADAL" clId="{1F38D4F1-04EA-4679-AABE-783D48579403}" dt="2024-10-18T18:46:55.377" v="4037" actId="1037"/>
          <ac:picMkLst>
            <pc:docMk/>
            <pc:sldMk cId="3682386880" sldId="338"/>
            <ac:picMk id="24" creationId="{C6FD7008-AF5D-754F-679C-B1323AADCFD7}"/>
          </ac:picMkLst>
        </pc:picChg>
        <pc:picChg chg="mod">
          <ac:chgData name="Sohag Kabir" userId="e9b0da40-aef8-480a-bb63-d1daacecf555" providerId="ADAL" clId="{1F38D4F1-04EA-4679-AABE-783D48579403}" dt="2024-10-18T18:46:55.377" v="4037" actId="1037"/>
          <ac:picMkLst>
            <pc:docMk/>
            <pc:sldMk cId="3682386880" sldId="338"/>
            <ac:picMk id="25" creationId="{41E73C8D-30DF-5871-BD6D-CD472AAA34E9}"/>
          </ac:picMkLst>
        </pc:picChg>
        <pc:picChg chg="mod">
          <ac:chgData name="Sohag Kabir" userId="e9b0da40-aef8-480a-bb63-d1daacecf555" providerId="ADAL" clId="{1F38D4F1-04EA-4679-AABE-783D48579403}" dt="2024-10-18T18:46:55.377" v="4037" actId="1037"/>
          <ac:picMkLst>
            <pc:docMk/>
            <pc:sldMk cId="3682386880" sldId="338"/>
            <ac:picMk id="26" creationId="{BB009431-88B5-110C-440D-0023E3FE12CE}"/>
          </ac:picMkLst>
        </pc:picChg>
        <pc:picChg chg="mod">
          <ac:chgData name="Sohag Kabir" userId="e9b0da40-aef8-480a-bb63-d1daacecf555" providerId="ADAL" clId="{1F38D4F1-04EA-4679-AABE-783D48579403}" dt="2024-10-18T18:46:55.377" v="4037" actId="1037"/>
          <ac:picMkLst>
            <pc:docMk/>
            <pc:sldMk cId="3682386880" sldId="338"/>
            <ac:picMk id="32" creationId="{77C9956B-00CD-460A-E89A-A78DA6DA3515}"/>
          </ac:picMkLst>
        </pc:picChg>
        <pc:picChg chg="mod">
          <ac:chgData name="Sohag Kabir" userId="e9b0da40-aef8-480a-bb63-d1daacecf555" providerId="ADAL" clId="{1F38D4F1-04EA-4679-AABE-783D48579403}" dt="2024-10-18T18:46:55.377" v="4037" actId="1037"/>
          <ac:picMkLst>
            <pc:docMk/>
            <pc:sldMk cId="3682386880" sldId="338"/>
            <ac:picMk id="33" creationId="{02F03F33-8065-45C0-53FE-413ACAF1A6D9}"/>
          </ac:picMkLst>
        </pc:picChg>
        <pc:picChg chg="mod">
          <ac:chgData name="Sohag Kabir" userId="e9b0da40-aef8-480a-bb63-d1daacecf555" providerId="ADAL" clId="{1F38D4F1-04EA-4679-AABE-783D48579403}" dt="2024-10-18T18:46:55.377" v="4037" actId="1037"/>
          <ac:picMkLst>
            <pc:docMk/>
            <pc:sldMk cId="3682386880" sldId="338"/>
            <ac:picMk id="34" creationId="{1FBF73C5-0363-7FBE-A821-5D2F97EFB8F7}"/>
          </ac:picMkLst>
        </pc:picChg>
        <pc:picChg chg="mod">
          <ac:chgData name="Sohag Kabir" userId="e9b0da40-aef8-480a-bb63-d1daacecf555" providerId="ADAL" clId="{1F38D4F1-04EA-4679-AABE-783D48579403}" dt="2024-10-18T18:46:55.377" v="4037" actId="1037"/>
          <ac:picMkLst>
            <pc:docMk/>
            <pc:sldMk cId="3682386880" sldId="338"/>
            <ac:picMk id="35" creationId="{76006EA5-8D60-2BA8-E61A-29F7F4EDA19D}"/>
          </ac:picMkLst>
        </pc:picChg>
        <pc:picChg chg="add mod">
          <ac:chgData name="Sohag Kabir" userId="e9b0da40-aef8-480a-bb63-d1daacecf555" providerId="ADAL" clId="{1F38D4F1-04EA-4679-AABE-783D48579403}" dt="2024-10-18T18:46:55.377" v="4037" actId="1037"/>
          <ac:picMkLst>
            <pc:docMk/>
            <pc:sldMk cId="3682386880" sldId="338"/>
            <ac:picMk id="4098" creationId="{19F155DB-19BB-40CF-5B37-ED90B2D79C9C}"/>
          </ac:picMkLst>
        </pc:picChg>
        <pc:cxnChg chg="add mod">
          <ac:chgData name="Sohag Kabir" userId="e9b0da40-aef8-480a-bb63-d1daacecf555" providerId="ADAL" clId="{1F38D4F1-04EA-4679-AABE-783D48579403}" dt="2024-10-18T18:46:55.377" v="4037" actId="1037"/>
          <ac:cxnSpMkLst>
            <pc:docMk/>
            <pc:sldMk cId="3682386880" sldId="338"/>
            <ac:cxnSpMk id="28" creationId="{CA23D51B-12B8-BCBD-603E-3157D0F51A1E}"/>
          </ac:cxnSpMkLst>
        </pc:cxnChg>
        <pc:cxnChg chg="add mod">
          <ac:chgData name="Sohag Kabir" userId="e9b0da40-aef8-480a-bb63-d1daacecf555" providerId="ADAL" clId="{1F38D4F1-04EA-4679-AABE-783D48579403}" dt="2024-10-18T18:46:55.377" v="4037" actId="1037"/>
          <ac:cxnSpMkLst>
            <pc:docMk/>
            <pc:sldMk cId="3682386880" sldId="338"/>
            <ac:cxnSpMk id="29" creationId="{C592F24C-5187-12BC-D8BA-483E993C6275}"/>
          </ac:cxnSpMkLst>
        </pc:cxnChg>
        <pc:cxnChg chg="add mod">
          <ac:chgData name="Sohag Kabir" userId="e9b0da40-aef8-480a-bb63-d1daacecf555" providerId="ADAL" clId="{1F38D4F1-04EA-4679-AABE-783D48579403}" dt="2024-10-18T18:46:55.377" v="4037" actId="1037"/>
          <ac:cxnSpMkLst>
            <pc:docMk/>
            <pc:sldMk cId="3682386880" sldId="338"/>
            <ac:cxnSpMk id="30" creationId="{EB3B8BF4-3818-81B4-69A6-CF1685D897A8}"/>
          </ac:cxnSpMkLst>
        </pc:cxnChg>
        <pc:cxnChg chg="add del mod">
          <ac:chgData name="Sohag Kabir" userId="e9b0da40-aef8-480a-bb63-d1daacecf555" providerId="ADAL" clId="{1F38D4F1-04EA-4679-AABE-783D48579403}" dt="2024-10-19T10:10:22.623" v="4250" actId="478"/>
          <ac:cxnSpMkLst>
            <pc:docMk/>
            <pc:sldMk cId="3682386880" sldId="338"/>
            <ac:cxnSpMk id="48" creationId="{706B61FE-98DB-C513-0B1C-645FF99A99DD}"/>
          </ac:cxnSpMkLst>
        </pc:cxnChg>
        <pc:cxnChg chg="add del mod">
          <ac:chgData name="Sohag Kabir" userId="e9b0da40-aef8-480a-bb63-d1daacecf555" providerId="ADAL" clId="{1F38D4F1-04EA-4679-AABE-783D48579403}" dt="2024-10-19T10:10:22.623" v="4250" actId="478"/>
          <ac:cxnSpMkLst>
            <pc:docMk/>
            <pc:sldMk cId="3682386880" sldId="338"/>
            <ac:cxnSpMk id="50" creationId="{450D639E-E049-FB66-58A8-C361937962C2}"/>
          </ac:cxnSpMkLst>
        </pc:cxnChg>
        <pc:cxnChg chg="add mod">
          <ac:chgData name="Sohag Kabir" userId="e9b0da40-aef8-480a-bb63-d1daacecf555" providerId="ADAL" clId="{1F38D4F1-04EA-4679-AABE-783D48579403}" dt="2024-10-19T10:00:37.609" v="4174" actId="164"/>
          <ac:cxnSpMkLst>
            <pc:docMk/>
            <pc:sldMk cId="3682386880" sldId="338"/>
            <ac:cxnSpMk id="51" creationId="{0CF85571-7B5F-BB3C-9E5B-AC088DB5C803}"/>
          </ac:cxnSpMkLst>
        </pc:cxnChg>
        <pc:cxnChg chg="add mod">
          <ac:chgData name="Sohag Kabir" userId="e9b0da40-aef8-480a-bb63-d1daacecf555" providerId="ADAL" clId="{1F38D4F1-04EA-4679-AABE-783D48579403}" dt="2024-10-19T10:00:37.609" v="4174" actId="164"/>
          <ac:cxnSpMkLst>
            <pc:docMk/>
            <pc:sldMk cId="3682386880" sldId="338"/>
            <ac:cxnSpMk id="52" creationId="{5170A332-A792-4633-BB98-C39D744ABBAE}"/>
          </ac:cxnSpMkLst>
        </pc:cxnChg>
        <pc:cxnChg chg="mod">
          <ac:chgData name="Sohag Kabir" userId="e9b0da40-aef8-480a-bb63-d1daacecf555" providerId="ADAL" clId="{1F38D4F1-04EA-4679-AABE-783D48579403}" dt="2024-10-19T10:00:40.859" v="4175"/>
          <ac:cxnSpMkLst>
            <pc:docMk/>
            <pc:sldMk cId="3682386880" sldId="338"/>
            <ac:cxnSpMk id="55" creationId="{07A8DD9D-D033-1AC9-A88F-4D6545A2688D}"/>
          </ac:cxnSpMkLst>
        </pc:cxnChg>
        <pc:cxnChg chg="mod">
          <ac:chgData name="Sohag Kabir" userId="e9b0da40-aef8-480a-bb63-d1daacecf555" providerId="ADAL" clId="{1F38D4F1-04EA-4679-AABE-783D48579403}" dt="2024-10-19T10:00:40.859" v="4175"/>
          <ac:cxnSpMkLst>
            <pc:docMk/>
            <pc:sldMk cId="3682386880" sldId="338"/>
            <ac:cxnSpMk id="56" creationId="{848205A9-4E93-BAF1-6589-4FE056C2CA07}"/>
          </ac:cxnSpMkLst>
        </pc:cxnChg>
        <pc:cxnChg chg="mod">
          <ac:chgData name="Sohag Kabir" userId="e9b0da40-aef8-480a-bb63-d1daacecf555" providerId="ADAL" clId="{1F38D4F1-04EA-4679-AABE-783D48579403}" dt="2024-10-19T10:00:55.555" v="4180"/>
          <ac:cxnSpMkLst>
            <pc:docMk/>
            <pc:sldMk cId="3682386880" sldId="338"/>
            <ac:cxnSpMk id="58" creationId="{B6CF0E1B-B8D6-30BB-A379-1668519BC226}"/>
          </ac:cxnSpMkLst>
        </pc:cxnChg>
        <pc:cxnChg chg="mod">
          <ac:chgData name="Sohag Kabir" userId="e9b0da40-aef8-480a-bb63-d1daacecf555" providerId="ADAL" clId="{1F38D4F1-04EA-4679-AABE-783D48579403}" dt="2024-10-19T10:00:55.555" v="4180"/>
          <ac:cxnSpMkLst>
            <pc:docMk/>
            <pc:sldMk cId="3682386880" sldId="338"/>
            <ac:cxnSpMk id="59" creationId="{9863EDDC-049E-D6B2-C1A9-01B5DAC7FA19}"/>
          </ac:cxnSpMkLst>
        </pc:cxnChg>
        <pc:cxnChg chg="mod">
          <ac:chgData name="Sohag Kabir" userId="e9b0da40-aef8-480a-bb63-d1daacecf555" providerId="ADAL" clId="{1F38D4F1-04EA-4679-AABE-783D48579403}" dt="2024-10-19T10:01:14.116" v="4183"/>
          <ac:cxnSpMkLst>
            <pc:docMk/>
            <pc:sldMk cId="3682386880" sldId="338"/>
            <ac:cxnSpMk id="61" creationId="{4E458DC5-5C7C-D911-F654-24E303FCE24F}"/>
          </ac:cxnSpMkLst>
        </pc:cxnChg>
        <pc:cxnChg chg="mod">
          <ac:chgData name="Sohag Kabir" userId="e9b0da40-aef8-480a-bb63-d1daacecf555" providerId="ADAL" clId="{1F38D4F1-04EA-4679-AABE-783D48579403}" dt="2024-10-19T10:01:14.116" v="4183"/>
          <ac:cxnSpMkLst>
            <pc:docMk/>
            <pc:sldMk cId="3682386880" sldId="338"/>
            <ac:cxnSpMk id="62" creationId="{D0334427-B97B-88CD-0744-6866D124D802}"/>
          </ac:cxnSpMkLst>
        </pc:cxnChg>
        <pc:cxnChg chg="mod">
          <ac:chgData name="Sohag Kabir" userId="e9b0da40-aef8-480a-bb63-d1daacecf555" providerId="ADAL" clId="{1F38D4F1-04EA-4679-AABE-783D48579403}" dt="2024-10-19T10:01:22.266" v="4185"/>
          <ac:cxnSpMkLst>
            <pc:docMk/>
            <pc:sldMk cId="3682386880" sldId="338"/>
            <ac:cxnSpMk id="4096" creationId="{4EA45286-BA74-2563-60E8-2D3D5ACC7C69}"/>
          </ac:cxnSpMkLst>
        </pc:cxnChg>
        <pc:cxnChg chg="mod">
          <ac:chgData name="Sohag Kabir" userId="e9b0da40-aef8-480a-bb63-d1daacecf555" providerId="ADAL" clId="{1F38D4F1-04EA-4679-AABE-783D48579403}" dt="2024-10-19T10:01:22.266" v="4185"/>
          <ac:cxnSpMkLst>
            <pc:docMk/>
            <pc:sldMk cId="3682386880" sldId="338"/>
            <ac:cxnSpMk id="4097" creationId="{86112ED2-EABE-22CD-DB66-AEE2099F3298}"/>
          </ac:cxnSpMkLst>
        </pc:cxnChg>
        <pc:cxnChg chg="mod">
          <ac:chgData name="Sohag Kabir" userId="e9b0da40-aef8-480a-bb63-d1daacecf555" providerId="ADAL" clId="{1F38D4F1-04EA-4679-AABE-783D48579403}" dt="2024-10-19T10:01:31.109" v="4187"/>
          <ac:cxnSpMkLst>
            <pc:docMk/>
            <pc:sldMk cId="3682386880" sldId="338"/>
            <ac:cxnSpMk id="4100" creationId="{2CFF354F-F485-0839-BEE8-1771D7820B76}"/>
          </ac:cxnSpMkLst>
        </pc:cxnChg>
        <pc:cxnChg chg="mod">
          <ac:chgData name="Sohag Kabir" userId="e9b0da40-aef8-480a-bb63-d1daacecf555" providerId="ADAL" clId="{1F38D4F1-04EA-4679-AABE-783D48579403}" dt="2024-10-19T10:01:31.109" v="4187"/>
          <ac:cxnSpMkLst>
            <pc:docMk/>
            <pc:sldMk cId="3682386880" sldId="338"/>
            <ac:cxnSpMk id="4101" creationId="{C8A099A2-4FCE-06E1-7656-32C141719432}"/>
          </ac:cxnSpMkLst>
        </pc:cxnChg>
        <pc:cxnChg chg="mod">
          <ac:chgData name="Sohag Kabir" userId="e9b0da40-aef8-480a-bb63-d1daacecf555" providerId="ADAL" clId="{1F38D4F1-04EA-4679-AABE-783D48579403}" dt="2024-10-19T10:01:40.419" v="4189"/>
          <ac:cxnSpMkLst>
            <pc:docMk/>
            <pc:sldMk cId="3682386880" sldId="338"/>
            <ac:cxnSpMk id="4103" creationId="{F7A7D17D-1631-417D-1FEC-207161B4C8B7}"/>
          </ac:cxnSpMkLst>
        </pc:cxnChg>
        <pc:cxnChg chg="mod">
          <ac:chgData name="Sohag Kabir" userId="e9b0da40-aef8-480a-bb63-d1daacecf555" providerId="ADAL" clId="{1F38D4F1-04EA-4679-AABE-783D48579403}" dt="2024-10-19T10:01:40.419" v="4189"/>
          <ac:cxnSpMkLst>
            <pc:docMk/>
            <pc:sldMk cId="3682386880" sldId="338"/>
            <ac:cxnSpMk id="4104" creationId="{EA04728A-39B0-55B7-8CF4-09DB88091874}"/>
          </ac:cxnSpMkLst>
        </pc:cxnChg>
        <pc:cxnChg chg="mod">
          <ac:chgData name="Sohag Kabir" userId="e9b0da40-aef8-480a-bb63-d1daacecf555" providerId="ADAL" clId="{1F38D4F1-04EA-4679-AABE-783D48579403}" dt="2024-10-19T10:01:52.723" v="4194"/>
          <ac:cxnSpMkLst>
            <pc:docMk/>
            <pc:sldMk cId="3682386880" sldId="338"/>
            <ac:cxnSpMk id="4106" creationId="{A7E04190-445E-21B7-784C-41D96CDB4E13}"/>
          </ac:cxnSpMkLst>
        </pc:cxnChg>
        <pc:cxnChg chg="mod">
          <ac:chgData name="Sohag Kabir" userId="e9b0da40-aef8-480a-bb63-d1daacecf555" providerId="ADAL" clId="{1F38D4F1-04EA-4679-AABE-783D48579403}" dt="2024-10-19T10:01:52.723" v="4194"/>
          <ac:cxnSpMkLst>
            <pc:docMk/>
            <pc:sldMk cId="3682386880" sldId="338"/>
            <ac:cxnSpMk id="4107" creationId="{E1910EFF-5143-9F36-4787-C571B18D476B}"/>
          </ac:cxnSpMkLst>
        </pc:cxnChg>
        <pc:cxnChg chg="mod">
          <ac:chgData name="Sohag Kabir" userId="e9b0da40-aef8-480a-bb63-d1daacecf555" providerId="ADAL" clId="{1F38D4F1-04EA-4679-AABE-783D48579403}" dt="2024-10-19T10:02:35.981" v="4201"/>
          <ac:cxnSpMkLst>
            <pc:docMk/>
            <pc:sldMk cId="3682386880" sldId="338"/>
            <ac:cxnSpMk id="4109" creationId="{3C112BC3-65B8-C7AA-CD2E-53CC7EB4F9C9}"/>
          </ac:cxnSpMkLst>
        </pc:cxnChg>
        <pc:cxnChg chg="mod">
          <ac:chgData name="Sohag Kabir" userId="e9b0da40-aef8-480a-bb63-d1daacecf555" providerId="ADAL" clId="{1F38D4F1-04EA-4679-AABE-783D48579403}" dt="2024-10-19T10:02:35.981" v="4201"/>
          <ac:cxnSpMkLst>
            <pc:docMk/>
            <pc:sldMk cId="3682386880" sldId="338"/>
            <ac:cxnSpMk id="4110" creationId="{AD7659FF-08A9-B0B1-0232-1797DBEF4027}"/>
          </ac:cxnSpMkLst>
        </pc:cxnChg>
        <pc:cxnChg chg="mod">
          <ac:chgData name="Sohag Kabir" userId="e9b0da40-aef8-480a-bb63-d1daacecf555" providerId="ADAL" clId="{1F38D4F1-04EA-4679-AABE-783D48579403}" dt="2024-10-19T10:06:21.234" v="4227" actId="571"/>
          <ac:cxnSpMkLst>
            <pc:docMk/>
            <pc:sldMk cId="3682386880" sldId="338"/>
            <ac:cxnSpMk id="4123" creationId="{485B0C29-4329-27B4-752C-5B93E867C732}"/>
          </ac:cxnSpMkLst>
        </pc:cxnChg>
        <pc:cxnChg chg="mod">
          <ac:chgData name="Sohag Kabir" userId="e9b0da40-aef8-480a-bb63-d1daacecf555" providerId="ADAL" clId="{1F38D4F1-04EA-4679-AABE-783D48579403}" dt="2024-10-19T10:06:21.234" v="4227" actId="571"/>
          <ac:cxnSpMkLst>
            <pc:docMk/>
            <pc:sldMk cId="3682386880" sldId="338"/>
            <ac:cxnSpMk id="4124" creationId="{CD386FB7-4039-8F6F-9F0D-B9C0121CB59E}"/>
          </ac:cxnSpMkLst>
        </pc:cxnChg>
        <pc:cxnChg chg="mod">
          <ac:chgData name="Sohag Kabir" userId="e9b0da40-aef8-480a-bb63-d1daacecf555" providerId="ADAL" clId="{1F38D4F1-04EA-4679-AABE-783D48579403}" dt="2024-10-19T10:06:21.234" v="4227" actId="571"/>
          <ac:cxnSpMkLst>
            <pc:docMk/>
            <pc:sldMk cId="3682386880" sldId="338"/>
            <ac:cxnSpMk id="4125" creationId="{3FBDCCD8-5D3A-1F19-FCD9-CD5F97988FC9}"/>
          </ac:cxnSpMkLst>
        </pc:cxnChg>
        <pc:cxnChg chg="mod">
          <ac:chgData name="Sohag Kabir" userId="e9b0da40-aef8-480a-bb63-d1daacecf555" providerId="ADAL" clId="{1F38D4F1-04EA-4679-AABE-783D48579403}" dt="2024-10-19T10:06:21.234" v="4227" actId="571"/>
          <ac:cxnSpMkLst>
            <pc:docMk/>
            <pc:sldMk cId="3682386880" sldId="338"/>
            <ac:cxnSpMk id="4126" creationId="{1AE59A15-C0B5-C4D8-A3A1-B7D5E993A38C}"/>
          </ac:cxnSpMkLst>
        </pc:cxnChg>
        <pc:cxnChg chg="mod">
          <ac:chgData name="Sohag Kabir" userId="e9b0da40-aef8-480a-bb63-d1daacecf555" providerId="ADAL" clId="{1F38D4F1-04EA-4679-AABE-783D48579403}" dt="2024-10-19T10:06:21.234" v="4227" actId="571"/>
          <ac:cxnSpMkLst>
            <pc:docMk/>
            <pc:sldMk cId="3682386880" sldId="338"/>
            <ac:cxnSpMk id="4127" creationId="{674E7BBD-C29A-6DB7-A96E-7258C3C48C46}"/>
          </ac:cxnSpMkLst>
        </pc:cxnChg>
        <pc:cxnChg chg="mod">
          <ac:chgData name="Sohag Kabir" userId="e9b0da40-aef8-480a-bb63-d1daacecf555" providerId="ADAL" clId="{1F38D4F1-04EA-4679-AABE-783D48579403}" dt="2024-10-19T10:06:21.234" v="4227" actId="571"/>
          <ac:cxnSpMkLst>
            <pc:docMk/>
            <pc:sldMk cId="3682386880" sldId="338"/>
            <ac:cxnSpMk id="4128" creationId="{F2CC1F7D-222F-E76B-647C-4702957D4451}"/>
          </ac:cxnSpMkLst>
        </pc:cxnChg>
        <pc:cxnChg chg="mod">
          <ac:chgData name="Sohag Kabir" userId="e9b0da40-aef8-480a-bb63-d1daacecf555" providerId="ADAL" clId="{1F38D4F1-04EA-4679-AABE-783D48579403}" dt="2024-10-19T10:06:21.234" v="4227" actId="571"/>
          <ac:cxnSpMkLst>
            <pc:docMk/>
            <pc:sldMk cId="3682386880" sldId="338"/>
            <ac:cxnSpMk id="4129" creationId="{24082DD0-7E1E-1410-A2D0-D187ACF293E7}"/>
          </ac:cxnSpMkLst>
        </pc:cxnChg>
        <pc:cxnChg chg="mod">
          <ac:chgData name="Sohag Kabir" userId="e9b0da40-aef8-480a-bb63-d1daacecf555" providerId="ADAL" clId="{1F38D4F1-04EA-4679-AABE-783D48579403}" dt="2024-10-19T10:06:21.234" v="4227" actId="571"/>
          <ac:cxnSpMkLst>
            <pc:docMk/>
            <pc:sldMk cId="3682386880" sldId="338"/>
            <ac:cxnSpMk id="4130" creationId="{F5D376B2-E359-80B3-F1FF-9A252E99CFE8}"/>
          </ac:cxnSpMkLst>
        </pc:cxnChg>
        <pc:cxnChg chg="mod">
          <ac:chgData name="Sohag Kabir" userId="e9b0da40-aef8-480a-bb63-d1daacecf555" providerId="ADAL" clId="{1F38D4F1-04EA-4679-AABE-783D48579403}" dt="2024-10-19T10:06:21.234" v="4227" actId="571"/>
          <ac:cxnSpMkLst>
            <pc:docMk/>
            <pc:sldMk cId="3682386880" sldId="338"/>
            <ac:cxnSpMk id="4131" creationId="{4508548E-09B0-70CA-2E43-E740B647DF2F}"/>
          </ac:cxnSpMkLst>
        </pc:cxnChg>
        <pc:cxnChg chg="mod">
          <ac:chgData name="Sohag Kabir" userId="e9b0da40-aef8-480a-bb63-d1daacecf555" providerId="ADAL" clId="{1F38D4F1-04EA-4679-AABE-783D48579403}" dt="2024-10-19T10:06:21.234" v="4227" actId="571"/>
          <ac:cxnSpMkLst>
            <pc:docMk/>
            <pc:sldMk cId="3682386880" sldId="338"/>
            <ac:cxnSpMk id="4132" creationId="{749B63FE-F194-E289-D390-FEA965AA4F54}"/>
          </ac:cxnSpMkLst>
        </pc:cxnChg>
        <pc:cxnChg chg="mod">
          <ac:chgData name="Sohag Kabir" userId="e9b0da40-aef8-480a-bb63-d1daacecf555" providerId="ADAL" clId="{1F38D4F1-04EA-4679-AABE-783D48579403}" dt="2024-10-19T10:06:21.234" v="4227" actId="571"/>
          <ac:cxnSpMkLst>
            <pc:docMk/>
            <pc:sldMk cId="3682386880" sldId="338"/>
            <ac:cxnSpMk id="4133" creationId="{D283EE2A-0C36-89D6-3E3F-9CF54060D68A}"/>
          </ac:cxnSpMkLst>
        </pc:cxnChg>
        <pc:cxnChg chg="mod">
          <ac:chgData name="Sohag Kabir" userId="e9b0da40-aef8-480a-bb63-d1daacecf555" providerId="ADAL" clId="{1F38D4F1-04EA-4679-AABE-783D48579403}" dt="2024-10-19T10:06:21.234" v="4227" actId="571"/>
          <ac:cxnSpMkLst>
            <pc:docMk/>
            <pc:sldMk cId="3682386880" sldId="338"/>
            <ac:cxnSpMk id="4134" creationId="{49AE9E76-8E40-3315-E312-75D2753F3D5F}"/>
          </ac:cxnSpMkLst>
        </pc:cxnChg>
        <pc:cxnChg chg="mod">
          <ac:chgData name="Sohag Kabir" userId="e9b0da40-aef8-480a-bb63-d1daacecf555" providerId="ADAL" clId="{1F38D4F1-04EA-4679-AABE-783D48579403}" dt="2024-10-19T10:06:21.234" v="4227" actId="571"/>
          <ac:cxnSpMkLst>
            <pc:docMk/>
            <pc:sldMk cId="3682386880" sldId="338"/>
            <ac:cxnSpMk id="4135" creationId="{2AC79723-9B03-AD0C-D45D-5DB3F85600E6}"/>
          </ac:cxnSpMkLst>
        </pc:cxnChg>
        <pc:cxnChg chg="mod">
          <ac:chgData name="Sohag Kabir" userId="e9b0da40-aef8-480a-bb63-d1daacecf555" providerId="ADAL" clId="{1F38D4F1-04EA-4679-AABE-783D48579403}" dt="2024-10-19T10:06:21.234" v="4227" actId="571"/>
          <ac:cxnSpMkLst>
            <pc:docMk/>
            <pc:sldMk cId="3682386880" sldId="338"/>
            <ac:cxnSpMk id="4136" creationId="{12563902-920D-56D5-2AD8-39F9AE12ED7A}"/>
          </ac:cxnSpMkLst>
        </pc:cxnChg>
        <pc:cxnChg chg="mod">
          <ac:chgData name="Sohag Kabir" userId="e9b0da40-aef8-480a-bb63-d1daacecf555" providerId="ADAL" clId="{1F38D4F1-04EA-4679-AABE-783D48579403}" dt="2024-10-19T10:06:21.234" v="4227" actId="571"/>
          <ac:cxnSpMkLst>
            <pc:docMk/>
            <pc:sldMk cId="3682386880" sldId="338"/>
            <ac:cxnSpMk id="4137" creationId="{C9CE96AE-05D0-B449-BA47-0A7C4FE793E5}"/>
          </ac:cxnSpMkLst>
        </pc:cxnChg>
        <pc:cxnChg chg="mod">
          <ac:chgData name="Sohag Kabir" userId="e9b0da40-aef8-480a-bb63-d1daacecf555" providerId="ADAL" clId="{1F38D4F1-04EA-4679-AABE-783D48579403}" dt="2024-10-19T10:06:21.234" v="4227" actId="571"/>
          <ac:cxnSpMkLst>
            <pc:docMk/>
            <pc:sldMk cId="3682386880" sldId="338"/>
            <ac:cxnSpMk id="4138" creationId="{C58BA884-9CEE-DA22-0D40-CF0F685991DA}"/>
          </ac:cxnSpMkLst>
        </pc:cxnChg>
        <pc:cxnChg chg="mod">
          <ac:chgData name="Sohag Kabir" userId="e9b0da40-aef8-480a-bb63-d1daacecf555" providerId="ADAL" clId="{1F38D4F1-04EA-4679-AABE-783D48579403}" dt="2024-10-19T10:06:21.234" v="4227" actId="571"/>
          <ac:cxnSpMkLst>
            <pc:docMk/>
            <pc:sldMk cId="3682386880" sldId="338"/>
            <ac:cxnSpMk id="4139" creationId="{5C088F22-41B6-853F-8451-A51DB52B230A}"/>
          </ac:cxnSpMkLst>
        </pc:cxnChg>
        <pc:cxnChg chg="mod">
          <ac:chgData name="Sohag Kabir" userId="e9b0da40-aef8-480a-bb63-d1daacecf555" providerId="ADAL" clId="{1F38D4F1-04EA-4679-AABE-783D48579403}" dt="2024-10-19T10:06:21.234" v="4227" actId="571"/>
          <ac:cxnSpMkLst>
            <pc:docMk/>
            <pc:sldMk cId="3682386880" sldId="338"/>
            <ac:cxnSpMk id="4140" creationId="{431FC598-5FF9-F996-545A-BD30CDDA2E64}"/>
          </ac:cxnSpMkLst>
        </pc:cxnChg>
        <pc:cxnChg chg="mod">
          <ac:chgData name="Sohag Kabir" userId="e9b0da40-aef8-480a-bb63-d1daacecf555" providerId="ADAL" clId="{1F38D4F1-04EA-4679-AABE-783D48579403}" dt="2024-10-19T10:07:42.682" v="4230" actId="165"/>
          <ac:cxnSpMkLst>
            <pc:docMk/>
            <pc:sldMk cId="3682386880" sldId="338"/>
            <ac:cxnSpMk id="4151" creationId="{05761E07-94F8-3D58-213C-7F4CFF1F5EB3}"/>
          </ac:cxnSpMkLst>
        </pc:cxnChg>
        <pc:cxnChg chg="mod">
          <ac:chgData name="Sohag Kabir" userId="e9b0da40-aef8-480a-bb63-d1daacecf555" providerId="ADAL" clId="{1F38D4F1-04EA-4679-AABE-783D48579403}" dt="2024-10-19T10:07:42.682" v="4230" actId="165"/>
          <ac:cxnSpMkLst>
            <pc:docMk/>
            <pc:sldMk cId="3682386880" sldId="338"/>
            <ac:cxnSpMk id="4152" creationId="{580BDEB8-0FE6-DBB9-F696-ECA71045DB2A}"/>
          </ac:cxnSpMkLst>
        </pc:cxnChg>
        <pc:cxnChg chg="mod">
          <ac:chgData name="Sohag Kabir" userId="e9b0da40-aef8-480a-bb63-d1daacecf555" providerId="ADAL" clId="{1F38D4F1-04EA-4679-AABE-783D48579403}" dt="2024-10-19T10:07:42.682" v="4230" actId="165"/>
          <ac:cxnSpMkLst>
            <pc:docMk/>
            <pc:sldMk cId="3682386880" sldId="338"/>
            <ac:cxnSpMk id="4153" creationId="{1EC1F125-BDA1-35F1-BB59-10CF473AD418}"/>
          </ac:cxnSpMkLst>
        </pc:cxnChg>
        <pc:cxnChg chg="mod">
          <ac:chgData name="Sohag Kabir" userId="e9b0da40-aef8-480a-bb63-d1daacecf555" providerId="ADAL" clId="{1F38D4F1-04EA-4679-AABE-783D48579403}" dt="2024-10-19T10:07:42.682" v="4230" actId="165"/>
          <ac:cxnSpMkLst>
            <pc:docMk/>
            <pc:sldMk cId="3682386880" sldId="338"/>
            <ac:cxnSpMk id="4154" creationId="{C4130AD0-89A4-00BE-65AA-1A0F635AA59C}"/>
          </ac:cxnSpMkLst>
        </pc:cxnChg>
        <pc:cxnChg chg="mod">
          <ac:chgData name="Sohag Kabir" userId="e9b0da40-aef8-480a-bb63-d1daacecf555" providerId="ADAL" clId="{1F38D4F1-04EA-4679-AABE-783D48579403}" dt="2024-10-19T10:07:42.682" v="4230" actId="165"/>
          <ac:cxnSpMkLst>
            <pc:docMk/>
            <pc:sldMk cId="3682386880" sldId="338"/>
            <ac:cxnSpMk id="4155" creationId="{0D0F6881-1C0B-66A0-6121-11CD61EF27BA}"/>
          </ac:cxnSpMkLst>
        </pc:cxnChg>
        <pc:cxnChg chg="mod">
          <ac:chgData name="Sohag Kabir" userId="e9b0da40-aef8-480a-bb63-d1daacecf555" providerId="ADAL" clId="{1F38D4F1-04EA-4679-AABE-783D48579403}" dt="2024-10-19T10:07:42.682" v="4230" actId="165"/>
          <ac:cxnSpMkLst>
            <pc:docMk/>
            <pc:sldMk cId="3682386880" sldId="338"/>
            <ac:cxnSpMk id="4156" creationId="{CE20E8B3-F157-9E83-99CE-B75E38FE193F}"/>
          </ac:cxnSpMkLst>
        </pc:cxnChg>
        <pc:cxnChg chg="mod">
          <ac:chgData name="Sohag Kabir" userId="e9b0da40-aef8-480a-bb63-d1daacecf555" providerId="ADAL" clId="{1F38D4F1-04EA-4679-AABE-783D48579403}" dt="2024-10-19T10:07:42.682" v="4230" actId="165"/>
          <ac:cxnSpMkLst>
            <pc:docMk/>
            <pc:sldMk cId="3682386880" sldId="338"/>
            <ac:cxnSpMk id="4157" creationId="{64FCE478-3B22-0C90-49AA-0D80757A7852}"/>
          </ac:cxnSpMkLst>
        </pc:cxnChg>
        <pc:cxnChg chg="mod">
          <ac:chgData name="Sohag Kabir" userId="e9b0da40-aef8-480a-bb63-d1daacecf555" providerId="ADAL" clId="{1F38D4F1-04EA-4679-AABE-783D48579403}" dt="2024-10-19T10:07:42.682" v="4230" actId="165"/>
          <ac:cxnSpMkLst>
            <pc:docMk/>
            <pc:sldMk cId="3682386880" sldId="338"/>
            <ac:cxnSpMk id="4158" creationId="{029F3EF1-793A-B5A6-12FE-70CEB442A553}"/>
          </ac:cxnSpMkLst>
        </pc:cxnChg>
        <pc:cxnChg chg="mod">
          <ac:chgData name="Sohag Kabir" userId="e9b0da40-aef8-480a-bb63-d1daacecf555" providerId="ADAL" clId="{1F38D4F1-04EA-4679-AABE-783D48579403}" dt="2024-10-19T10:07:42.682" v="4230" actId="165"/>
          <ac:cxnSpMkLst>
            <pc:docMk/>
            <pc:sldMk cId="3682386880" sldId="338"/>
            <ac:cxnSpMk id="4159" creationId="{5384003F-4402-A182-9932-F5E2BD4CA11F}"/>
          </ac:cxnSpMkLst>
        </pc:cxnChg>
        <pc:cxnChg chg="mod">
          <ac:chgData name="Sohag Kabir" userId="e9b0da40-aef8-480a-bb63-d1daacecf555" providerId="ADAL" clId="{1F38D4F1-04EA-4679-AABE-783D48579403}" dt="2024-10-19T10:07:42.682" v="4230" actId="165"/>
          <ac:cxnSpMkLst>
            <pc:docMk/>
            <pc:sldMk cId="3682386880" sldId="338"/>
            <ac:cxnSpMk id="4160" creationId="{C12E1B77-54C5-FC0D-BF28-24729D4A56F2}"/>
          </ac:cxnSpMkLst>
        </pc:cxnChg>
        <pc:cxnChg chg="mod">
          <ac:chgData name="Sohag Kabir" userId="e9b0da40-aef8-480a-bb63-d1daacecf555" providerId="ADAL" clId="{1F38D4F1-04EA-4679-AABE-783D48579403}" dt="2024-10-19T10:07:42.682" v="4230" actId="165"/>
          <ac:cxnSpMkLst>
            <pc:docMk/>
            <pc:sldMk cId="3682386880" sldId="338"/>
            <ac:cxnSpMk id="4161" creationId="{3E140599-7B13-B3E8-E801-50B59266F894}"/>
          </ac:cxnSpMkLst>
        </pc:cxnChg>
        <pc:cxnChg chg="mod">
          <ac:chgData name="Sohag Kabir" userId="e9b0da40-aef8-480a-bb63-d1daacecf555" providerId="ADAL" clId="{1F38D4F1-04EA-4679-AABE-783D48579403}" dt="2024-10-19T10:07:42.682" v="4230" actId="165"/>
          <ac:cxnSpMkLst>
            <pc:docMk/>
            <pc:sldMk cId="3682386880" sldId="338"/>
            <ac:cxnSpMk id="4162" creationId="{74F83B1A-ACDF-51F5-5785-7ADDC854BBAC}"/>
          </ac:cxnSpMkLst>
        </pc:cxnChg>
        <pc:cxnChg chg="mod">
          <ac:chgData name="Sohag Kabir" userId="e9b0da40-aef8-480a-bb63-d1daacecf555" providerId="ADAL" clId="{1F38D4F1-04EA-4679-AABE-783D48579403}" dt="2024-10-19T10:07:42.682" v="4230" actId="165"/>
          <ac:cxnSpMkLst>
            <pc:docMk/>
            <pc:sldMk cId="3682386880" sldId="338"/>
            <ac:cxnSpMk id="4163" creationId="{C7A2CCCC-5699-D3AA-38CB-2F519F0349C1}"/>
          </ac:cxnSpMkLst>
        </pc:cxnChg>
        <pc:cxnChg chg="mod">
          <ac:chgData name="Sohag Kabir" userId="e9b0da40-aef8-480a-bb63-d1daacecf555" providerId="ADAL" clId="{1F38D4F1-04EA-4679-AABE-783D48579403}" dt="2024-10-19T10:07:42.682" v="4230" actId="165"/>
          <ac:cxnSpMkLst>
            <pc:docMk/>
            <pc:sldMk cId="3682386880" sldId="338"/>
            <ac:cxnSpMk id="4164" creationId="{27AE06AC-0D00-E73A-10BE-6E61BC378F7A}"/>
          </ac:cxnSpMkLst>
        </pc:cxnChg>
        <pc:cxnChg chg="mod">
          <ac:chgData name="Sohag Kabir" userId="e9b0da40-aef8-480a-bb63-d1daacecf555" providerId="ADAL" clId="{1F38D4F1-04EA-4679-AABE-783D48579403}" dt="2024-10-19T10:07:42.682" v="4230" actId="165"/>
          <ac:cxnSpMkLst>
            <pc:docMk/>
            <pc:sldMk cId="3682386880" sldId="338"/>
            <ac:cxnSpMk id="4165" creationId="{56B4652E-C67A-CA6A-344A-4C040D3515F5}"/>
          </ac:cxnSpMkLst>
        </pc:cxnChg>
        <pc:cxnChg chg="mod">
          <ac:chgData name="Sohag Kabir" userId="e9b0da40-aef8-480a-bb63-d1daacecf555" providerId="ADAL" clId="{1F38D4F1-04EA-4679-AABE-783D48579403}" dt="2024-10-19T10:07:42.682" v="4230" actId="165"/>
          <ac:cxnSpMkLst>
            <pc:docMk/>
            <pc:sldMk cId="3682386880" sldId="338"/>
            <ac:cxnSpMk id="4166" creationId="{78E97760-BD8C-B207-571D-07409FB26B6F}"/>
          </ac:cxnSpMkLst>
        </pc:cxnChg>
        <pc:cxnChg chg="mod">
          <ac:chgData name="Sohag Kabir" userId="e9b0da40-aef8-480a-bb63-d1daacecf555" providerId="ADAL" clId="{1F38D4F1-04EA-4679-AABE-783D48579403}" dt="2024-10-19T10:07:42.682" v="4230" actId="165"/>
          <ac:cxnSpMkLst>
            <pc:docMk/>
            <pc:sldMk cId="3682386880" sldId="338"/>
            <ac:cxnSpMk id="4167" creationId="{0C2477AB-B4F8-6B47-4A5E-CEEC84F439FC}"/>
          </ac:cxnSpMkLst>
        </pc:cxnChg>
        <pc:cxnChg chg="mod">
          <ac:chgData name="Sohag Kabir" userId="e9b0da40-aef8-480a-bb63-d1daacecf555" providerId="ADAL" clId="{1F38D4F1-04EA-4679-AABE-783D48579403}" dt="2024-10-19T10:07:42.682" v="4230" actId="165"/>
          <ac:cxnSpMkLst>
            <pc:docMk/>
            <pc:sldMk cId="3682386880" sldId="338"/>
            <ac:cxnSpMk id="4168" creationId="{B4003413-53D3-73C1-412E-2327E0BF714F}"/>
          </ac:cxnSpMkLst>
        </pc:cxnChg>
        <pc:cxnChg chg="mod">
          <ac:chgData name="Sohag Kabir" userId="e9b0da40-aef8-480a-bb63-d1daacecf555" providerId="ADAL" clId="{1F38D4F1-04EA-4679-AABE-783D48579403}" dt="2024-10-19T10:07:54.335" v="4231" actId="571"/>
          <ac:cxnSpMkLst>
            <pc:docMk/>
            <pc:sldMk cId="3682386880" sldId="338"/>
            <ac:cxnSpMk id="4171" creationId="{EBEE7BA0-3406-C34E-2999-73C0E4D93030}"/>
          </ac:cxnSpMkLst>
        </pc:cxnChg>
        <pc:cxnChg chg="mod">
          <ac:chgData name="Sohag Kabir" userId="e9b0da40-aef8-480a-bb63-d1daacecf555" providerId="ADAL" clId="{1F38D4F1-04EA-4679-AABE-783D48579403}" dt="2024-10-19T10:07:54.335" v="4231" actId="571"/>
          <ac:cxnSpMkLst>
            <pc:docMk/>
            <pc:sldMk cId="3682386880" sldId="338"/>
            <ac:cxnSpMk id="4172" creationId="{54554BA2-E1AB-5682-7624-47059CD23005}"/>
          </ac:cxnSpMkLst>
        </pc:cxnChg>
        <pc:cxnChg chg="mod">
          <ac:chgData name="Sohag Kabir" userId="e9b0da40-aef8-480a-bb63-d1daacecf555" providerId="ADAL" clId="{1F38D4F1-04EA-4679-AABE-783D48579403}" dt="2024-10-19T10:07:54.335" v="4231" actId="571"/>
          <ac:cxnSpMkLst>
            <pc:docMk/>
            <pc:sldMk cId="3682386880" sldId="338"/>
            <ac:cxnSpMk id="4174" creationId="{1D4FA91F-B5BF-0D2C-E817-00DBCF77DCA8}"/>
          </ac:cxnSpMkLst>
        </pc:cxnChg>
        <pc:cxnChg chg="mod">
          <ac:chgData name="Sohag Kabir" userId="e9b0da40-aef8-480a-bb63-d1daacecf555" providerId="ADAL" clId="{1F38D4F1-04EA-4679-AABE-783D48579403}" dt="2024-10-19T10:07:54.335" v="4231" actId="571"/>
          <ac:cxnSpMkLst>
            <pc:docMk/>
            <pc:sldMk cId="3682386880" sldId="338"/>
            <ac:cxnSpMk id="4175" creationId="{E722586A-72EC-5F3B-9CDF-13F67EF28473}"/>
          </ac:cxnSpMkLst>
        </pc:cxnChg>
        <pc:cxnChg chg="mod">
          <ac:chgData name="Sohag Kabir" userId="e9b0da40-aef8-480a-bb63-d1daacecf555" providerId="ADAL" clId="{1F38D4F1-04EA-4679-AABE-783D48579403}" dt="2024-10-19T10:07:54.335" v="4231" actId="571"/>
          <ac:cxnSpMkLst>
            <pc:docMk/>
            <pc:sldMk cId="3682386880" sldId="338"/>
            <ac:cxnSpMk id="4177" creationId="{139C6F5F-2343-C610-D93D-C21F05797C1D}"/>
          </ac:cxnSpMkLst>
        </pc:cxnChg>
        <pc:cxnChg chg="mod">
          <ac:chgData name="Sohag Kabir" userId="e9b0da40-aef8-480a-bb63-d1daacecf555" providerId="ADAL" clId="{1F38D4F1-04EA-4679-AABE-783D48579403}" dt="2024-10-19T10:07:54.335" v="4231" actId="571"/>
          <ac:cxnSpMkLst>
            <pc:docMk/>
            <pc:sldMk cId="3682386880" sldId="338"/>
            <ac:cxnSpMk id="4178" creationId="{3CD75403-C005-BEBF-522E-CFC8AFCFA1E9}"/>
          </ac:cxnSpMkLst>
        </pc:cxnChg>
        <pc:cxnChg chg="mod">
          <ac:chgData name="Sohag Kabir" userId="e9b0da40-aef8-480a-bb63-d1daacecf555" providerId="ADAL" clId="{1F38D4F1-04EA-4679-AABE-783D48579403}" dt="2024-10-19T10:07:54.335" v="4231" actId="571"/>
          <ac:cxnSpMkLst>
            <pc:docMk/>
            <pc:sldMk cId="3682386880" sldId="338"/>
            <ac:cxnSpMk id="4180" creationId="{2EE2CD6F-D9BF-ADC7-EE9F-6B7F5C09FEDE}"/>
          </ac:cxnSpMkLst>
        </pc:cxnChg>
        <pc:cxnChg chg="mod">
          <ac:chgData name="Sohag Kabir" userId="e9b0da40-aef8-480a-bb63-d1daacecf555" providerId="ADAL" clId="{1F38D4F1-04EA-4679-AABE-783D48579403}" dt="2024-10-19T10:07:54.335" v="4231" actId="571"/>
          <ac:cxnSpMkLst>
            <pc:docMk/>
            <pc:sldMk cId="3682386880" sldId="338"/>
            <ac:cxnSpMk id="4181" creationId="{078A7EB7-746A-6C42-83C2-6554C123B42C}"/>
          </ac:cxnSpMkLst>
        </pc:cxnChg>
        <pc:cxnChg chg="mod">
          <ac:chgData name="Sohag Kabir" userId="e9b0da40-aef8-480a-bb63-d1daacecf555" providerId="ADAL" clId="{1F38D4F1-04EA-4679-AABE-783D48579403}" dt="2024-10-19T10:07:54.335" v="4231" actId="571"/>
          <ac:cxnSpMkLst>
            <pc:docMk/>
            <pc:sldMk cId="3682386880" sldId="338"/>
            <ac:cxnSpMk id="4183" creationId="{8D47CB63-93A1-6EDE-866F-0620885A8912}"/>
          </ac:cxnSpMkLst>
        </pc:cxnChg>
        <pc:cxnChg chg="mod">
          <ac:chgData name="Sohag Kabir" userId="e9b0da40-aef8-480a-bb63-d1daacecf555" providerId="ADAL" clId="{1F38D4F1-04EA-4679-AABE-783D48579403}" dt="2024-10-19T10:07:54.335" v="4231" actId="571"/>
          <ac:cxnSpMkLst>
            <pc:docMk/>
            <pc:sldMk cId="3682386880" sldId="338"/>
            <ac:cxnSpMk id="4184" creationId="{D89640E1-EB66-BD5F-6B21-090E5FD9D247}"/>
          </ac:cxnSpMkLst>
        </pc:cxnChg>
      </pc:sldChg>
      <pc:sldChg chg="del">
        <pc:chgData name="Sohag Kabir" userId="e9b0da40-aef8-480a-bb63-d1daacecf555" providerId="ADAL" clId="{1F38D4F1-04EA-4679-AABE-783D48579403}" dt="2024-10-18T13:28:45.501" v="3091" actId="47"/>
        <pc:sldMkLst>
          <pc:docMk/>
          <pc:sldMk cId="3444584483" sldId="339"/>
        </pc:sldMkLst>
      </pc:sldChg>
      <pc:sldChg chg="del">
        <pc:chgData name="Sohag Kabir" userId="e9b0da40-aef8-480a-bb63-d1daacecf555" providerId="ADAL" clId="{1F38D4F1-04EA-4679-AABE-783D48579403}" dt="2024-10-18T13:28:45.501" v="3091" actId="47"/>
        <pc:sldMkLst>
          <pc:docMk/>
          <pc:sldMk cId="3511856738" sldId="340"/>
        </pc:sldMkLst>
      </pc:sldChg>
      <pc:sldChg chg="del">
        <pc:chgData name="Sohag Kabir" userId="e9b0da40-aef8-480a-bb63-d1daacecf555" providerId="ADAL" clId="{1F38D4F1-04EA-4679-AABE-783D48579403}" dt="2024-10-18T13:28:45.501" v="3091" actId="47"/>
        <pc:sldMkLst>
          <pc:docMk/>
          <pc:sldMk cId="2197500237" sldId="341"/>
        </pc:sldMkLst>
      </pc:sldChg>
      <pc:sldChg chg="del">
        <pc:chgData name="Sohag Kabir" userId="e9b0da40-aef8-480a-bb63-d1daacecf555" providerId="ADAL" clId="{1F38D4F1-04EA-4679-AABE-783D48579403}" dt="2024-10-18T13:28:49.386" v="3092" actId="47"/>
        <pc:sldMkLst>
          <pc:docMk/>
          <pc:sldMk cId="1786433302" sldId="342"/>
        </pc:sldMkLst>
      </pc:sldChg>
      <pc:sldChg chg="del">
        <pc:chgData name="Sohag Kabir" userId="e9b0da40-aef8-480a-bb63-d1daacecf555" providerId="ADAL" clId="{1F38D4F1-04EA-4679-AABE-783D48579403}" dt="2024-10-18T13:28:49.386" v="3092" actId="47"/>
        <pc:sldMkLst>
          <pc:docMk/>
          <pc:sldMk cId="2327111097" sldId="343"/>
        </pc:sldMkLst>
      </pc:sldChg>
      <pc:sldChg chg="del">
        <pc:chgData name="Sohag Kabir" userId="e9b0da40-aef8-480a-bb63-d1daacecf555" providerId="ADAL" clId="{1F38D4F1-04EA-4679-AABE-783D48579403}" dt="2024-10-18T18:32:34.369" v="3767" actId="2696"/>
        <pc:sldMkLst>
          <pc:docMk/>
          <pc:sldMk cId="4225455615" sldId="344"/>
        </pc:sldMkLst>
      </pc:sldChg>
      <pc:sldChg chg="del">
        <pc:chgData name="Sohag Kabir" userId="e9b0da40-aef8-480a-bb63-d1daacecf555" providerId="ADAL" clId="{1F38D4F1-04EA-4679-AABE-783D48579403}" dt="2024-10-18T13:28:56.086" v="3093" actId="47"/>
        <pc:sldMkLst>
          <pc:docMk/>
          <pc:sldMk cId="2559135638" sldId="345"/>
        </pc:sldMkLst>
      </pc:sldChg>
      <pc:sldChg chg="del">
        <pc:chgData name="Sohag Kabir" userId="e9b0da40-aef8-480a-bb63-d1daacecf555" providerId="ADAL" clId="{1F38D4F1-04EA-4679-AABE-783D48579403}" dt="2024-10-18T13:29:01.295" v="3094" actId="47"/>
        <pc:sldMkLst>
          <pc:docMk/>
          <pc:sldMk cId="762888986" sldId="346"/>
        </pc:sldMkLst>
      </pc:sldChg>
      <pc:sldChg chg="del">
        <pc:chgData name="Sohag Kabir" userId="e9b0da40-aef8-480a-bb63-d1daacecf555" providerId="ADAL" clId="{1F38D4F1-04EA-4679-AABE-783D48579403}" dt="2024-10-18T13:28:56.086" v="3093" actId="47"/>
        <pc:sldMkLst>
          <pc:docMk/>
          <pc:sldMk cId="2461323512" sldId="347"/>
        </pc:sldMkLst>
      </pc:sldChg>
      <pc:sldChg chg="del">
        <pc:chgData name="Sohag Kabir" userId="e9b0da40-aef8-480a-bb63-d1daacecf555" providerId="ADAL" clId="{1F38D4F1-04EA-4679-AABE-783D48579403}" dt="2024-10-18T13:28:56.086" v="3093" actId="47"/>
        <pc:sldMkLst>
          <pc:docMk/>
          <pc:sldMk cId="1845294591" sldId="348"/>
        </pc:sldMkLst>
      </pc:sldChg>
      <pc:sldChg chg="del">
        <pc:chgData name="Sohag Kabir" userId="e9b0da40-aef8-480a-bb63-d1daacecf555" providerId="ADAL" clId="{1F38D4F1-04EA-4679-AABE-783D48579403}" dt="2024-10-18T13:29:01.295" v="3094" actId="47"/>
        <pc:sldMkLst>
          <pc:docMk/>
          <pc:sldMk cId="2002675635" sldId="349"/>
        </pc:sldMkLst>
      </pc:sldChg>
      <pc:sldChg chg="del">
        <pc:chgData name="Sohag Kabir" userId="e9b0da40-aef8-480a-bb63-d1daacecf555" providerId="ADAL" clId="{1F38D4F1-04EA-4679-AABE-783D48579403}" dt="2024-10-18T13:29:01.295" v="3094" actId="47"/>
        <pc:sldMkLst>
          <pc:docMk/>
          <pc:sldMk cId="1938412704" sldId="350"/>
        </pc:sldMkLst>
      </pc:sldChg>
      <pc:sldChg chg="del">
        <pc:chgData name="Sohag Kabir" userId="e9b0da40-aef8-480a-bb63-d1daacecf555" providerId="ADAL" clId="{1F38D4F1-04EA-4679-AABE-783D48579403}" dt="2024-10-18T13:29:04.984" v="3095" actId="47"/>
        <pc:sldMkLst>
          <pc:docMk/>
          <pc:sldMk cId="2509588860" sldId="351"/>
        </pc:sldMkLst>
      </pc:sldChg>
      <pc:sldChg chg="del">
        <pc:chgData name="Sohag Kabir" userId="e9b0da40-aef8-480a-bb63-d1daacecf555" providerId="ADAL" clId="{1F38D4F1-04EA-4679-AABE-783D48579403}" dt="2024-10-18T13:29:04.984" v="3095" actId="47"/>
        <pc:sldMkLst>
          <pc:docMk/>
          <pc:sldMk cId="150724232" sldId="352"/>
        </pc:sldMkLst>
      </pc:sldChg>
      <pc:sldChg chg="del">
        <pc:chgData name="Sohag Kabir" userId="e9b0da40-aef8-480a-bb63-d1daacecf555" providerId="ADAL" clId="{1F38D4F1-04EA-4679-AABE-783D48579403}" dt="2024-10-18T13:29:04.984" v="3095" actId="47"/>
        <pc:sldMkLst>
          <pc:docMk/>
          <pc:sldMk cId="3151991894" sldId="353"/>
        </pc:sldMkLst>
      </pc:sldChg>
      <pc:sldChg chg="del">
        <pc:chgData name="Sohag Kabir" userId="e9b0da40-aef8-480a-bb63-d1daacecf555" providerId="ADAL" clId="{1F38D4F1-04EA-4679-AABE-783D48579403}" dt="2024-10-18T13:29:08.747" v="3096" actId="47"/>
        <pc:sldMkLst>
          <pc:docMk/>
          <pc:sldMk cId="2309226154" sldId="355"/>
        </pc:sldMkLst>
      </pc:sldChg>
      <pc:sldChg chg="del">
        <pc:chgData name="Sohag Kabir" userId="e9b0da40-aef8-480a-bb63-d1daacecf555" providerId="ADAL" clId="{1F38D4F1-04EA-4679-AABE-783D48579403}" dt="2024-10-18T13:29:08.747" v="3096" actId="47"/>
        <pc:sldMkLst>
          <pc:docMk/>
          <pc:sldMk cId="2096277952" sldId="356"/>
        </pc:sldMkLst>
      </pc:sldChg>
      <pc:sldChg chg="del">
        <pc:chgData name="Sohag Kabir" userId="e9b0da40-aef8-480a-bb63-d1daacecf555" providerId="ADAL" clId="{1F38D4F1-04EA-4679-AABE-783D48579403}" dt="2024-10-18T13:29:12.253" v="3097" actId="47"/>
        <pc:sldMkLst>
          <pc:docMk/>
          <pc:sldMk cId="3468557606" sldId="357"/>
        </pc:sldMkLst>
      </pc:sldChg>
      <pc:sldChg chg="del">
        <pc:chgData name="Sohag Kabir" userId="e9b0da40-aef8-480a-bb63-d1daacecf555" providerId="ADAL" clId="{1F38D4F1-04EA-4679-AABE-783D48579403}" dt="2024-10-18T13:29:12.253" v="3097" actId="47"/>
        <pc:sldMkLst>
          <pc:docMk/>
          <pc:sldMk cId="1718556749" sldId="358"/>
        </pc:sldMkLst>
      </pc:sldChg>
      <pc:sldChg chg="addSp delSp modSp add mod delAnim">
        <pc:chgData name="Sohag Kabir" userId="e9b0da40-aef8-480a-bb63-d1daacecf555" providerId="ADAL" clId="{1F38D4F1-04EA-4679-AABE-783D48579403}" dt="2024-10-19T17:42:31.149" v="4613" actId="20577"/>
        <pc:sldMkLst>
          <pc:docMk/>
          <pc:sldMk cId="3521441372" sldId="359"/>
        </pc:sldMkLst>
        <pc:spChg chg="mod">
          <ac:chgData name="Sohag Kabir" userId="e9b0da40-aef8-480a-bb63-d1daacecf555" providerId="ADAL" clId="{1F38D4F1-04EA-4679-AABE-783D48579403}" dt="2024-10-17T19:08:21.237" v="381"/>
          <ac:spMkLst>
            <pc:docMk/>
            <pc:sldMk cId="3521441372" sldId="359"/>
            <ac:spMk id="2" creationId="{DE13D453-4D7B-47BF-AED4-27D56C3644AA}"/>
          </ac:spMkLst>
        </pc:spChg>
        <pc:spChg chg="add mod">
          <ac:chgData name="Sohag Kabir" userId="e9b0da40-aef8-480a-bb63-d1daacecf555" providerId="ADAL" clId="{1F38D4F1-04EA-4679-AABE-783D48579403}" dt="2024-10-19T17:42:31.149" v="4613" actId="20577"/>
          <ac:spMkLst>
            <pc:docMk/>
            <pc:sldMk cId="3521441372" sldId="359"/>
            <ac:spMk id="3" creationId="{E9248166-F999-9870-66D2-392C53ACB838}"/>
          </ac:spMkLst>
        </pc:spChg>
        <pc:spChg chg="mod">
          <ac:chgData name="Sohag Kabir" userId="e9b0da40-aef8-480a-bb63-d1daacecf555" providerId="ADAL" clId="{1F38D4F1-04EA-4679-AABE-783D48579403}" dt="2024-10-17T19:10:51.639" v="432" actId="255"/>
          <ac:spMkLst>
            <pc:docMk/>
            <pc:sldMk cId="3521441372" sldId="359"/>
            <ac:spMk id="5" creationId="{C6D7735F-F162-0E08-ACA0-0F54188AAA84}"/>
          </ac:spMkLst>
        </pc:spChg>
        <pc:spChg chg="mod">
          <ac:chgData name="Sohag Kabir" userId="e9b0da40-aef8-480a-bb63-d1daacecf555" providerId="ADAL" clId="{1F38D4F1-04EA-4679-AABE-783D48579403}" dt="2024-10-17T19:11:02.748" v="434" actId="207"/>
          <ac:spMkLst>
            <pc:docMk/>
            <pc:sldMk cId="3521441372" sldId="359"/>
            <ac:spMk id="8" creationId="{1D014E93-CA55-FCF1-8DA7-D7FC6D0842C7}"/>
          </ac:spMkLst>
        </pc:spChg>
        <pc:spChg chg="mod">
          <ac:chgData name="Sohag Kabir" userId="e9b0da40-aef8-480a-bb63-d1daacecf555" providerId="ADAL" clId="{1F38D4F1-04EA-4679-AABE-783D48579403}" dt="2024-10-17T19:50:35.746" v="590" actId="6549"/>
          <ac:spMkLst>
            <pc:docMk/>
            <pc:sldMk cId="3521441372" sldId="359"/>
            <ac:spMk id="14" creationId="{965DBBB2-A5F0-EAF4-FD18-9CB048B744E4}"/>
          </ac:spMkLst>
        </pc:spChg>
        <pc:spChg chg="mod">
          <ac:chgData name="Sohag Kabir" userId="e9b0da40-aef8-480a-bb63-d1daacecf555" providerId="ADAL" clId="{1F38D4F1-04EA-4679-AABE-783D48579403}" dt="2024-10-17T19:35:47.778" v="580" actId="1076"/>
          <ac:spMkLst>
            <pc:docMk/>
            <pc:sldMk cId="3521441372" sldId="359"/>
            <ac:spMk id="15" creationId="{67F4B352-6F46-53EC-1198-9A27B14270D2}"/>
          </ac:spMkLst>
        </pc:spChg>
        <pc:spChg chg="del">
          <ac:chgData name="Sohag Kabir" userId="e9b0da40-aef8-480a-bb63-d1daacecf555" providerId="ADAL" clId="{1F38D4F1-04EA-4679-AABE-783D48579403}" dt="2024-10-17T19:08:38.419" v="387" actId="478"/>
          <ac:spMkLst>
            <pc:docMk/>
            <pc:sldMk cId="3521441372" sldId="359"/>
            <ac:spMk id="16" creationId="{E739903D-1046-9AFC-C02D-161D48CC60A5}"/>
          </ac:spMkLst>
        </pc:spChg>
        <pc:spChg chg="del">
          <ac:chgData name="Sohag Kabir" userId="e9b0da40-aef8-480a-bb63-d1daacecf555" providerId="ADAL" clId="{1F38D4F1-04EA-4679-AABE-783D48579403}" dt="2024-10-17T19:08:29.416" v="382" actId="478"/>
          <ac:spMkLst>
            <pc:docMk/>
            <pc:sldMk cId="3521441372" sldId="359"/>
            <ac:spMk id="24" creationId="{CFE8EEFF-21CD-69A0-91AE-D007C3DD231F}"/>
          </ac:spMkLst>
        </pc:spChg>
        <pc:spChg chg="del mod">
          <ac:chgData name="Sohag Kabir" userId="e9b0da40-aef8-480a-bb63-d1daacecf555" providerId="ADAL" clId="{1F38D4F1-04EA-4679-AABE-783D48579403}" dt="2024-10-17T19:08:33.835" v="386" actId="478"/>
          <ac:spMkLst>
            <pc:docMk/>
            <pc:sldMk cId="3521441372" sldId="359"/>
            <ac:spMk id="25" creationId="{2696368D-2278-4610-6BF2-C035D000FEE2}"/>
          </ac:spMkLst>
        </pc:spChg>
        <pc:grpChg chg="mod">
          <ac:chgData name="Sohag Kabir" userId="e9b0da40-aef8-480a-bb63-d1daacecf555" providerId="ADAL" clId="{1F38D4F1-04EA-4679-AABE-783D48579403}" dt="2024-10-17T19:10:44.124" v="431" actId="1076"/>
          <ac:grpSpMkLst>
            <pc:docMk/>
            <pc:sldMk cId="3521441372" sldId="359"/>
            <ac:grpSpMk id="11" creationId="{649A098E-EB3A-ECA8-F1C3-30E051B4DA65}"/>
          </ac:grpSpMkLst>
        </pc:grpChg>
        <pc:grpChg chg="mod">
          <ac:chgData name="Sohag Kabir" userId="e9b0da40-aef8-480a-bb63-d1daacecf555" providerId="ADAL" clId="{1F38D4F1-04EA-4679-AABE-783D48579403}" dt="2024-10-17T19:35:27.843" v="579" actId="1076"/>
          <ac:grpSpMkLst>
            <pc:docMk/>
            <pc:sldMk cId="3521441372" sldId="359"/>
            <ac:grpSpMk id="13" creationId="{5E576F33-AF8A-7E7B-39A8-B6160880B2A9}"/>
          </ac:grpSpMkLst>
        </pc:grpChg>
        <pc:cxnChg chg="add mod">
          <ac:chgData name="Sohag Kabir" userId="e9b0da40-aef8-480a-bb63-d1daacecf555" providerId="ADAL" clId="{1F38D4F1-04EA-4679-AABE-783D48579403}" dt="2024-10-17T19:50:53.879" v="593" actId="14100"/>
          <ac:cxnSpMkLst>
            <pc:docMk/>
            <pc:sldMk cId="3521441372" sldId="359"/>
            <ac:cxnSpMk id="17" creationId="{97E01A49-DEDA-9952-DE51-18A91ADE2220}"/>
          </ac:cxnSpMkLst>
        </pc:cxnChg>
        <pc:cxnChg chg="del">
          <ac:chgData name="Sohag Kabir" userId="e9b0da40-aef8-480a-bb63-d1daacecf555" providerId="ADAL" clId="{1F38D4F1-04EA-4679-AABE-783D48579403}" dt="2024-10-17T19:08:30.367" v="383" actId="478"/>
          <ac:cxnSpMkLst>
            <pc:docMk/>
            <pc:sldMk cId="3521441372" sldId="359"/>
            <ac:cxnSpMk id="18" creationId="{8D1B62B7-69F7-A15D-BC44-DC9CE260D9BC}"/>
          </ac:cxnSpMkLst>
        </pc:cxnChg>
        <pc:cxnChg chg="add mod">
          <ac:chgData name="Sohag Kabir" userId="e9b0da40-aef8-480a-bb63-d1daacecf555" providerId="ADAL" clId="{1F38D4F1-04EA-4679-AABE-783D48579403}" dt="2024-10-17T19:50:58.982" v="595" actId="14100"/>
          <ac:cxnSpMkLst>
            <pc:docMk/>
            <pc:sldMk cId="3521441372" sldId="359"/>
            <ac:cxnSpMk id="20" creationId="{6695B81C-CC16-E59A-537F-731402629CD9}"/>
          </ac:cxnSpMkLst>
        </pc:cxnChg>
        <pc:cxnChg chg="del">
          <ac:chgData name="Sohag Kabir" userId="e9b0da40-aef8-480a-bb63-d1daacecf555" providerId="ADAL" clId="{1F38D4F1-04EA-4679-AABE-783D48579403}" dt="2024-10-17T19:08:31.943" v="384" actId="478"/>
          <ac:cxnSpMkLst>
            <pc:docMk/>
            <pc:sldMk cId="3521441372" sldId="359"/>
            <ac:cxnSpMk id="22" creationId="{A6F69FC7-D81F-83A4-D324-AC187B48625E}"/>
          </ac:cxnSpMkLst>
        </pc:cxnChg>
      </pc:sldChg>
      <pc:sldChg chg="addSp delSp modSp add mod delAnim modAnim">
        <pc:chgData name="Sohag Kabir" userId="e9b0da40-aef8-480a-bb63-d1daacecf555" providerId="ADAL" clId="{1F38D4F1-04EA-4679-AABE-783D48579403}" dt="2024-10-18T09:21:08.749" v="1817" actId="1076"/>
        <pc:sldMkLst>
          <pc:docMk/>
          <pc:sldMk cId="2462774452" sldId="360"/>
        </pc:sldMkLst>
        <pc:spChg chg="del">
          <ac:chgData name="Sohag Kabir" userId="e9b0da40-aef8-480a-bb63-d1daacecf555" providerId="ADAL" clId="{1F38D4F1-04EA-4679-AABE-783D48579403}" dt="2024-10-18T09:14:41.972" v="1788" actId="478"/>
          <ac:spMkLst>
            <pc:docMk/>
            <pc:sldMk cId="2462774452" sldId="360"/>
            <ac:spMk id="3" creationId="{65BE66CB-2139-2CA9-809F-4C23A5677F2A}"/>
          </ac:spMkLst>
        </pc:spChg>
        <pc:spChg chg="add mod">
          <ac:chgData name="Sohag Kabir" userId="e9b0da40-aef8-480a-bb63-d1daacecf555" providerId="ADAL" clId="{1F38D4F1-04EA-4679-AABE-783D48579403}" dt="2024-10-18T09:21:08.749" v="1817" actId="1076"/>
          <ac:spMkLst>
            <pc:docMk/>
            <pc:sldMk cId="2462774452" sldId="360"/>
            <ac:spMk id="4" creationId="{052D30F9-0330-318C-484E-D19B057BE1F4}"/>
          </ac:spMkLst>
        </pc:spChg>
        <pc:spChg chg="del">
          <ac:chgData name="Sohag Kabir" userId="e9b0da40-aef8-480a-bb63-d1daacecf555" providerId="ADAL" clId="{1F38D4F1-04EA-4679-AABE-783D48579403}" dt="2024-10-18T09:14:47.737" v="1789" actId="478"/>
          <ac:spMkLst>
            <pc:docMk/>
            <pc:sldMk cId="2462774452" sldId="360"/>
            <ac:spMk id="8" creationId="{D2EAE643-D830-6BC8-F762-3FDD94CB7A9E}"/>
          </ac:spMkLst>
        </pc:spChg>
        <pc:spChg chg="del">
          <ac:chgData name="Sohag Kabir" userId="e9b0da40-aef8-480a-bb63-d1daacecf555" providerId="ADAL" clId="{1F38D4F1-04EA-4679-AABE-783D48579403}" dt="2024-10-18T09:14:48.802" v="1790" actId="478"/>
          <ac:spMkLst>
            <pc:docMk/>
            <pc:sldMk cId="2462774452" sldId="360"/>
            <ac:spMk id="10" creationId="{1F6157C4-86F7-4249-9841-D2CD00C46598}"/>
          </ac:spMkLst>
        </pc:spChg>
        <pc:spChg chg="del">
          <ac:chgData name="Sohag Kabir" userId="e9b0da40-aef8-480a-bb63-d1daacecf555" providerId="ADAL" clId="{1F38D4F1-04EA-4679-AABE-783D48579403}" dt="2024-10-18T09:14:50.206" v="1791" actId="478"/>
          <ac:spMkLst>
            <pc:docMk/>
            <pc:sldMk cId="2462774452" sldId="360"/>
            <ac:spMk id="11" creationId="{25E371EB-DF8D-C617-1360-927916F0E313}"/>
          </ac:spMkLst>
        </pc:spChg>
        <pc:spChg chg="del">
          <ac:chgData name="Sohag Kabir" userId="e9b0da40-aef8-480a-bb63-d1daacecf555" providerId="ADAL" clId="{1F38D4F1-04EA-4679-AABE-783D48579403}" dt="2024-10-18T09:14:55.790" v="1794" actId="478"/>
          <ac:spMkLst>
            <pc:docMk/>
            <pc:sldMk cId="2462774452" sldId="360"/>
            <ac:spMk id="13" creationId="{532E8854-0B5D-F61F-EA37-FE46C4ED4E54}"/>
          </ac:spMkLst>
        </pc:spChg>
        <pc:cxnChg chg="del mod">
          <ac:chgData name="Sohag Kabir" userId="e9b0da40-aef8-480a-bb63-d1daacecf555" providerId="ADAL" clId="{1F38D4F1-04EA-4679-AABE-783D48579403}" dt="2024-10-18T09:14:51.434" v="1792" actId="478"/>
          <ac:cxnSpMkLst>
            <pc:docMk/>
            <pc:sldMk cId="2462774452" sldId="360"/>
            <ac:cxnSpMk id="15" creationId="{EAA8962D-9C41-17E2-9EB7-899AD3896D9B}"/>
          </ac:cxnSpMkLst>
        </pc:cxnChg>
        <pc:cxnChg chg="del mod">
          <ac:chgData name="Sohag Kabir" userId="e9b0da40-aef8-480a-bb63-d1daacecf555" providerId="ADAL" clId="{1F38D4F1-04EA-4679-AABE-783D48579403}" dt="2024-10-18T09:14:52.706" v="1793" actId="478"/>
          <ac:cxnSpMkLst>
            <pc:docMk/>
            <pc:sldMk cId="2462774452" sldId="360"/>
            <ac:cxnSpMk id="17" creationId="{24A37113-115A-5710-4CD7-852D02D31D8A}"/>
          </ac:cxnSpMkLst>
        </pc:cxnChg>
      </pc:sldChg>
      <pc:sldChg chg="addSp delSp modSp add mod delAnim modAnim">
        <pc:chgData name="Sohag Kabir" userId="e9b0da40-aef8-480a-bb63-d1daacecf555" providerId="ADAL" clId="{1F38D4F1-04EA-4679-AABE-783D48579403}" dt="2024-10-18T10:07:27.088" v="2031" actId="6549"/>
        <pc:sldMkLst>
          <pc:docMk/>
          <pc:sldMk cId="763177085" sldId="361"/>
        </pc:sldMkLst>
        <pc:spChg chg="del">
          <ac:chgData name="Sohag Kabir" userId="e9b0da40-aef8-480a-bb63-d1daacecf555" providerId="ADAL" clId="{1F38D4F1-04EA-4679-AABE-783D48579403}" dt="2024-10-18T09:44:10.918" v="1819" actId="478"/>
          <ac:spMkLst>
            <pc:docMk/>
            <pc:sldMk cId="763177085" sldId="361"/>
            <ac:spMk id="4" creationId="{052D30F9-0330-318C-484E-D19B057BE1F4}"/>
          </ac:spMkLst>
        </pc:spChg>
        <pc:spChg chg="add mod">
          <ac:chgData name="Sohag Kabir" userId="e9b0da40-aef8-480a-bb63-d1daacecf555" providerId="ADAL" clId="{1F38D4F1-04EA-4679-AABE-783D48579403}" dt="2024-10-18T09:45:02.538" v="1833" actId="1076"/>
          <ac:spMkLst>
            <pc:docMk/>
            <pc:sldMk cId="763177085" sldId="361"/>
            <ac:spMk id="5" creationId="{58E70ACA-2DC4-3E8E-3183-A1AD0163E691}"/>
          </ac:spMkLst>
        </pc:spChg>
        <pc:spChg chg="mod">
          <ac:chgData name="Sohag Kabir" userId="e9b0da40-aef8-480a-bb63-d1daacecf555" providerId="ADAL" clId="{1F38D4F1-04EA-4679-AABE-783D48579403}" dt="2024-10-18T09:51:17.065" v="1991" actId="20577"/>
          <ac:spMkLst>
            <pc:docMk/>
            <pc:sldMk cId="763177085" sldId="361"/>
            <ac:spMk id="9" creationId="{8546BF0C-1F6D-6945-F782-E2F6F2EFD7BA}"/>
          </ac:spMkLst>
        </pc:spChg>
        <pc:spChg chg="mod">
          <ac:chgData name="Sohag Kabir" userId="e9b0da40-aef8-480a-bb63-d1daacecf555" providerId="ADAL" clId="{1F38D4F1-04EA-4679-AABE-783D48579403}" dt="2024-10-18T09:45:52.908" v="1840" actId="20577"/>
          <ac:spMkLst>
            <pc:docMk/>
            <pc:sldMk cId="763177085" sldId="361"/>
            <ac:spMk id="10" creationId="{C975B470-7D00-CA68-A23B-C46654351311}"/>
          </ac:spMkLst>
        </pc:spChg>
        <pc:spChg chg="mod">
          <ac:chgData name="Sohag Kabir" userId="e9b0da40-aef8-480a-bb63-d1daacecf555" providerId="ADAL" clId="{1F38D4F1-04EA-4679-AABE-783D48579403}" dt="2024-10-18T09:52:06.094" v="1999"/>
          <ac:spMkLst>
            <pc:docMk/>
            <pc:sldMk cId="763177085" sldId="361"/>
            <ac:spMk id="13" creationId="{A37788A9-22F2-06A2-229F-80D6A2ADC0FD}"/>
          </ac:spMkLst>
        </pc:spChg>
        <pc:spChg chg="mod">
          <ac:chgData name="Sohag Kabir" userId="e9b0da40-aef8-480a-bb63-d1daacecf555" providerId="ADAL" clId="{1F38D4F1-04EA-4679-AABE-783D48579403}" dt="2024-10-18T10:07:27.088" v="2031" actId="6549"/>
          <ac:spMkLst>
            <pc:docMk/>
            <pc:sldMk cId="763177085" sldId="361"/>
            <ac:spMk id="14" creationId="{276F3C59-1988-4F0A-F6A5-73513537D1DF}"/>
          </ac:spMkLst>
        </pc:spChg>
        <pc:spChg chg="add mod">
          <ac:chgData name="Sohag Kabir" userId="e9b0da40-aef8-480a-bb63-d1daacecf555" providerId="ADAL" clId="{1F38D4F1-04EA-4679-AABE-783D48579403}" dt="2024-10-18T10:06:51.281" v="2029" actId="1037"/>
          <ac:spMkLst>
            <pc:docMk/>
            <pc:sldMk cId="763177085" sldId="361"/>
            <ac:spMk id="15" creationId="{D480CDF3-2611-C500-1EC0-16CB01CD1A97}"/>
          </ac:spMkLst>
        </pc:spChg>
        <pc:spChg chg="add mod">
          <ac:chgData name="Sohag Kabir" userId="e9b0da40-aef8-480a-bb63-d1daacecf555" providerId="ADAL" clId="{1F38D4F1-04EA-4679-AABE-783D48579403}" dt="2024-10-18T10:06:10.598" v="2014" actId="1076"/>
          <ac:spMkLst>
            <pc:docMk/>
            <pc:sldMk cId="763177085" sldId="361"/>
            <ac:spMk id="16" creationId="{58B7C28D-9667-F4E1-7233-3032B892C19E}"/>
          </ac:spMkLst>
        </pc:spChg>
        <pc:spChg chg="add mod">
          <ac:chgData name="Sohag Kabir" userId="e9b0da40-aef8-480a-bb63-d1daacecf555" providerId="ADAL" clId="{1F38D4F1-04EA-4679-AABE-783D48579403}" dt="2024-10-18T09:53:05.090" v="2008" actId="1076"/>
          <ac:spMkLst>
            <pc:docMk/>
            <pc:sldMk cId="763177085" sldId="361"/>
            <ac:spMk id="17" creationId="{786AD883-0DED-E4EA-1216-F5D82DEA8344}"/>
          </ac:spMkLst>
        </pc:spChg>
        <pc:spChg chg="add mod">
          <ac:chgData name="Sohag Kabir" userId="e9b0da40-aef8-480a-bb63-d1daacecf555" providerId="ADAL" clId="{1F38D4F1-04EA-4679-AABE-783D48579403}" dt="2024-10-18T09:53:05.090" v="2008" actId="1076"/>
          <ac:spMkLst>
            <pc:docMk/>
            <pc:sldMk cId="763177085" sldId="361"/>
            <ac:spMk id="18" creationId="{7657A596-C0D9-BB29-D9FC-145AEDCD0E46}"/>
          </ac:spMkLst>
        </pc:spChg>
        <pc:grpChg chg="add mod">
          <ac:chgData name="Sohag Kabir" userId="e9b0da40-aef8-480a-bb63-d1daacecf555" providerId="ADAL" clId="{1F38D4F1-04EA-4679-AABE-783D48579403}" dt="2024-10-18T10:06:51.281" v="2029" actId="1037"/>
          <ac:grpSpMkLst>
            <pc:docMk/>
            <pc:sldMk cId="763177085" sldId="361"/>
            <ac:grpSpMk id="8" creationId="{9271CA43-F069-1F25-11DB-CF562689840C}"/>
          </ac:grpSpMkLst>
        </pc:grpChg>
        <pc:grpChg chg="add mod">
          <ac:chgData name="Sohag Kabir" userId="e9b0da40-aef8-480a-bb63-d1daacecf555" providerId="ADAL" clId="{1F38D4F1-04EA-4679-AABE-783D48579403}" dt="2024-10-18T10:06:51.281" v="2029" actId="1037"/>
          <ac:grpSpMkLst>
            <pc:docMk/>
            <pc:sldMk cId="763177085" sldId="361"/>
            <ac:grpSpMk id="11" creationId="{9A535DC2-22AC-B320-E805-E3A9B58AE8E6}"/>
          </ac:grpSpMkLst>
        </pc:grpChg>
      </pc:sldChg>
      <pc:sldChg chg="addSp delSp modSp add mod delAnim">
        <pc:chgData name="Sohag Kabir" userId="e9b0da40-aef8-480a-bb63-d1daacecf555" providerId="ADAL" clId="{1F38D4F1-04EA-4679-AABE-783D48579403}" dt="2024-10-18T10:12:53.638" v="2143" actId="207"/>
        <pc:sldMkLst>
          <pc:docMk/>
          <pc:sldMk cId="1752164433" sldId="362"/>
        </pc:sldMkLst>
        <pc:spChg chg="add mod">
          <ac:chgData name="Sohag Kabir" userId="e9b0da40-aef8-480a-bb63-d1daacecf555" providerId="ADAL" clId="{1F38D4F1-04EA-4679-AABE-783D48579403}" dt="2024-10-18T10:12:22.143" v="2139" actId="1076"/>
          <ac:spMkLst>
            <pc:docMk/>
            <pc:sldMk cId="1752164433" sldId="362"/>
            <ac:spMk id="3" creationId="{321687DF-E5AF-5AD3-269E-17CBC843A971}"/>
          </ac:spMkLst>
        </pc:spChg>
        <pc:spChg chg="add mod">
          <ac:chgData name="Sohag Kabir" userId="e9b0da40-aef8-480a-bb63-d1daacecf555" providerId="ADAL" clId="{1F38D4F1-04EA-4679-AABE-783D48579403}" dt="2024-10-18T10:12:53.638" v="2143" actId="207"/>
          <ac:spMkLst>
            <pc:docMk/>
            <pc:sldMk cId="1752164433" sldId="362"/>
            <ac:spMk id="4" creationId="{F053BB20-1BBC-901F-2661-9A60CF826D7A}"/>
          </ac:spMkLst>
        </pc:spChg>
        <pc:spChg chg="mod">
          <ac:chgData name="Sohag Kabir" userId="e9b0da40-aef8-480a-bb63-d1daacecf555" providerId="ADAL" clId="{1F38D4F1-04EA-4679-AABE-783D48579403}" dt="2024-10-18T10:09:10.847" v="2033" actId="20577"/>
          <ac:spMkLst>
            <pc:docMk/>
            <pc:sldMk cId="1752164433" sldId="362"/>
            <ac:spMk id="5" creationId="{58E70ACA-2DC4-3E8E-3183-A1AD0163E691}"/>
          </ac:spMkLst>
        </pc:spChg>
        <pc:spChg chg="mod">
          <ac:chgData name="Sohag Kabir" userId="e9b0da40-aef8-480a-bb63-d1daacecf555" providerId="ADAL" clId="{1F38D4F1-04EA-4679-AABE-783D48579403}" dt="2024-10-18T10:12:00.285" v="2135" actId="20577"/>
          <ac:spMkLst>
            <pc:docMk/>
            <pc:sldMk cId="1752164433" sldId="362"/>
            <ac:spMk id="9" creationId="{8546BF0C-1F6D-6945-F782-E2F6F2EFD7BA}"/>
          </ac:spMkLst>
        </pc:spChg>
        <pc:spChg chg="mod">
          <ac:chgData name="Sohag Kabir" userId="e9b0da40-aef8-480a-bb63-d1daacecf555" providerId="ADAL" clId="{1F38D4F1-04EA-4679-AABE-783D48579403}" dt="2024-10-18T10:10:20.511" v="2070" actId="20577"/>
          <ac:spMkLst>
            <pc:docMk/>
            <pc:sldMk cId="1752164433" sldId="362"/>
            <ac:spMk id="10" creationId="{C975B470-7D00-CA68-A23B-C46654351311}"/>
          </ac:spMkLst>
        </pc:spChg>
        <pc:spChg chg="del topLvl">
          <ac:chgData name="Sohag Kabir" userId="e9b0da40-aef8-480a-bb63-d1daacecf555" providerId="ADAL" clId="{1F38D4F1-04EA-4679-AABE-783D48579403}" dt="2024-10-18T10:10:01.505" v="2056" actId="478"/>
          <ac:spMkLst>
            <pc:docMk/>
            <pc:sldMk cId="1752164433" sldId="362"/>
            <ac:spMk id="13" creationId="{A37788A9-22F2-06A2-229F-80D6A2ADC0FD}"/>
          </ac:spMkLst>
        </pc:spChg>
        <pc:spChg chg="del topLvl">
          <ac:chgData name="Sohag Kabir" userId="e9b0da40-aef8-480a-bb63-d1daacecf555" providerId="ADAL" clId="{1F38D4F1-04EA-4679-AABE-783D48579403}" dt="2024-10-18T10:10:02.950" v="2057" actId="478"/>
          <ac:spMkLst>
            <pc:docMk/>
            <pc:sldMk cId="1752164433" sldId="362"/>
            <ac:spMk id="14" creationId="{276F3C59-1988-4F0A-F6A5-73513537D1DF}"/>
          </ac:spMkLst>
        </pc:spChg>
        <pc:spChg chg="del mod">
          <ac:chgData name="Sohag Kabir" userId="e9b0da40-aef8-480a-bb63-d1daacecf555" providerId="ADAL" clId="{1F38D4F1-04EA-4679-AABE-783D48579403}" dt="2024-10-18T10:12:06.429" v="2136" actId="478"/>
          <ac:spMkLst>
            <pc:docMk/>
            <pc:sldMk cId="1752164433" sldId="362"/>
            <ac:spMk id="15" creationId="{D480CDF3-2611-C500-1EC0-16CB01CD1A97}"/>
          </ac:spMkLst>
        </pc:spChg>
        <pc:spChg chg="del">
          <ac:chgData name="Sohag Kabir" userId="e9b0da40-aef8-480a-bb63-d1daacecf555" providerId="ADAL" clId="{1F38D4F1-04EA-4679-AABE-783D48579403}" dt="2024-10-18T10:10:25.436" v="2071" actId="478"/>
          <ac:spMkLst>
            <pc:docMk/>
            <pc:sldMk cId="1752164433" sldId="362"/>
            <ac:spMk id="16" creationId="{58B7C28D-9667-F4E1-7233-3032B892C19E}"/>
          </ac:spMkLst>
        </pc:spChg>
        <pc:spChg chg="del">
          <ac:chgData name="Sohag Kabir" userId="e9b0da40-aef8-480a-bb63-d1daacecf555" providerId="ADAL" clId="{1F38D4F1-04EA-4679-AABE-783D48579403}" dt="2024-10-18T10:10:27.857" v="2073" actId="478"/>
          <ac:spMkLst>
            <pc:docMk/>
            <pc:sldMk cId="1752164433" sldId="362"/>
            <ac:spMk id="17" creationId="{786AD883-0DED-E4EA-1216-F5D82DEA8344}"/>
          </ac:spMkLst>
        </pc:spChg>
        <pc:spChg chg="del">
          <ac:chgData name="Sohag Kabir" userId="e9b0da40-aef8-480a-bb63-d1daacecf555" providerId="ADAL" clId="{1F38D4F1-04EA-4679-AABE-783D48579403}" dt="2024-10-18T10:10:26.701" v="2072" actId="478"/>
          <ac:spMkLst>
            <pc:docMk/>
            <pc:sldMk cId="1752164433" sldId="362"/>
            <ac:spMk id="18" creationId="{7657A596-C0D9-BB29-D9FC-145AEDCD0E46}"/>
          </ac:spMkLst>
        </pc:spChg>
        <pc:grpChg chg="mod">
          <ac:chgData name="Sohag Kabir" userId="e9b0da40-aef8-480a-bb63-d1daacecf555" providerId="ADAL" clId="{1F38D4F1-04EA-4679-AABE-783D48579403}" dt="2024-10-18T10:12:14.046" v="2137" actId="1076"/>
          <ac:grpSpMkLst>
            <pc:docMk/>
            <pc:sldMk cId="1752164433" sldId="362"/>
            <ac:grpSpMk id="8" creationId="{9271CA43-F069-1F25-11DB-CF562689840C}"/>
          </ac:grpSpMkLst>
        </pc:grpChg>
        <pc:grpChg chg="del mod">
          <ac:chgData name="Sohag Kabir" userId="e9b0da40-aef8-480a-bb63-d1daacecf555" providerId="ADAL" clId="{1F38D4F1-04EA-4679-AABE-783D48579403}" dt="2024-10-18T10:10:01.505" v="2056" actId="478"/>
          <ac:grpSpMkLst>
            <pc:docMk/>
            <pc:sldMk cId="1752164433" sldId="362"/>
            <ac:grpSpMk id="11" creationId="{9A535DC2-22AC-B320-E805-E3A9B58AE8E6}"/>
          </ac:grpSpMkLst>
        </pc:grpChg>
      </pc:sldChg>
      <pc:sldChg chg="addSp delSp modSp add mod ord delAnim modAnim">
        <pc:chgData name="Sohag Kabir" userId="e9b0da40-aef8-480a-bb63-d1daacecf555" providerId="ADAL" clId="{1F38D4F1-04EA-4679-AABE-783D48579403}" dt="2024-10-18T10:19:35.552" v="2210"/>
        <pc:sldMkLst>
          <pc:docMk/>
          <pc:sldMk cId="1413421255" sldId="363"/>
        </pc:sldMkLst>
        <pc:spChg chg="add mod">
          <ac:chgData name="Sohag Kabir" userId="e9b0da40-aef8-480a-bb63-d1daacecf555" providerId="ADAL" clId="{1F38D4F1-04EA-4679-AABE-783D48579403}" dt="2024-10-18T10:15:49.704" v="2169" actId="164"/>
          <ac:spMkLst>
            <pc:docMk/>
            <pc:sldMk cId="1413421255" sldId="363"/>
            <ac:spMk id="3" creationId="{FF798CBB-C217-D70C-A240-7D56DD734B36}"/>
          </ac:spMkLst>
        </pc:spChg>
        <pc:spChg chg="add mod">
          <ac:chgData name="Sohag Kabir" userId="e9b0da40-aef8-480a-bb63-d1daacecf555" providerId="ADAL" clId="{1F38D4F1-04EA-4679-AABE-783D48579403}" dt="2024-10-18T10:15:49.704" v="2169" actId="164"/>
          <ac:spMkLst>
            <pc:docMk/>
            <pc:sldMk cId="1413421255" sldId="363"/>
            <ac:spMk id="4" creationId="{5FA18FB5-B618-D07D-0002-6A810CA38FAD}"/>
          </ac:spMkLst>
        </pc:spChg>
        <pc:spChg chg="mod">
          <ac:chgData name="Sohag Kabir" userId="e9b0da40-aef8-480a-bb63-d1daacecf555" providerId="ADAL" clId="{1F38D4F1-04EA-4679-AABE-783D48579403}" dt="2024-10-18T10:13:25.776" v="2147" actId="20577"/>
          <ac:spMkLst>
            <pc:docMk/>
            <pc:sldMk cId="1413421255" sldId="363"/>
            <ac:spMk id="5" creationId="{58E70ACA-2DC4-3E8E-3183-A1AD0163E691}"/>
          </ac:spMkLst>
        </pc:spChg>
        <pc:spChg chg="mod topLvl">
          <ac:chgData name="Sohag Kabir" userId="e9b0da40-aef8-480a-bb63-d1daacecf555" providerId="ADAL" clId="{1F38D4F1-04EA-4679-AABE-783D48579403}" dt="2024-10-18T10:16:36.334" v="2181" actId="1076"/>
          <ac:spMkLst>
            <pc:docMk/>
            <pc:sldMk cId="1413421255" sldId="363"/>
            <ac:spMk id="9" creationId="{8546BF0C-1F6D-6945-F782-E2F6F2EFD7BA}"/>
          </ac:spMkLst>
        </pc:spChg>
        <pc:spChg chg="del topLvl">
          <ac:chgData name="Sohag Kabir" userId="e9b0da40-aef8-480a-bb63-d1daacecf555" providerId="ADAL" clId="{1F38D4F1-04EA-4679-AABE-783D48579403}" dt="2024-10-18T10:14:14.912" v="2154" actId="478"/>
          <ac:spMkLst>
            <pc:docMk/>
            <pc:sldMk cId="1413421255" sldId="363"/>
            <ac:spMk id="10" creationId="{C975B470-7D00-CA68-A23B-C46654351311}"/>
          </ac:spMkLst>
        </pc:spChg>
        <pc:spChg chg="mod topLvl">
          <ac:chgData name="Sohag Kabir" userId="e9b0da40-aef8-480a-bb63-d1daacecf555" providerId="ADAL" clId="{1F38D4F1-04EA-4679-AABE-783D48579403}" dt="2024-10-18T10:15:49.704" v="2169" actId="164"/>
          <ac:spMkLst>
            <pc:docMk/>
            <pc:sldMk cId="1413421255" sldId="363"/>
            <ac:spMk id="13" creationId="{A37788A9-22F2-06A2-229F-80D6A2ADC0FD}"/>
          </ac:spMkLst>
        </pc:spChg>
        <pc:spChg chg="del topLvl">
          <ac:chgData name="Sohag Kabir" userId="e9b0da40-aef8-480a-bb63-d1daacecf555" providerId="ADAL" clId="{1F38D4F1-04EA-4679-AABE-783D48579403}" dt="2024-10-18T10:14:11.893" v="2153" actId="478"/>
          <ac:spMkLst>
            <pc:docMk/>
            <pc:sldMk cId="1413421255" sldId="363"/>
            <ac:spMk id="14" creationId="{276F3C59-1988-4F0A-F6A5-73513537D1DF}"/>
          </ac:spMkLst>
        </pc:spChg>
        <pc:spChg chg="del mod">
          <ac:chgData name="Sohag Kabir" userId="e9b0da40-aef8-480a-bb63-d1daacecf555" providerId="ADAL" clId="{1F38D4F1-04EA-4679-AABE-783D48579403}" dt="2024-10-18T10:15:58.802" v="2173" actId="478"/>
          <ac:spMkLst>
            <pc:docMk/>
            <pc:sldMk cId="1413421255" sldId="363"/>
            <ac:spMk id="15" creationId="{D480CDF3-2611-C500-1EC0-16CB01CD1A97}"/>
          </ac:spMkLst>
        </pc:spChg>
        <pc:spChg chg="del">
          <ac:chgData name="Sohag Kabir" userId="e9b0da40-aef8-480a-bb63-d1daacecf555" providerId="ADAL" clId="{1F38D4F1-04EA-4679-AABE-783D48579403}" dt="2024-10-18T10:15:54.345" v="2170" actId="478"/>
          <ac:spMkLst>
            <pc:docMk/>
            <pc:sldMk cId="1413421255" sldId="363"/>
            <ac:spMk id="16" creationId="{58B7C28D-9667-F4E1-7233-3032B892C19E}"/>
          </ac:spMkLst>
        </pc:spChg>
        <pc:spChg chg="del">
          <ac:chgData name="Sohag Kabir" userId="e9b0da40-aef8-480a-bb63-d1daacecf555" providerId="ADAL" clId="{1F38D4F1-04EA-4679-AABE-783D48579403}" dt="2024-10-18T10:15:56.207" v="2171" actId="478"/>
          <ac:spMkLst>
            <pc:docMk/>
            <pc:sldMk cId="1413421255" sldId="363"/>
            <ac:spMk id="17" creationId="{786AD883-0DED-E4EA-1216-F5D82DEA8344}"/>
          </ac:spMkLst>
        </pc:spChg>
        <pc:spChg chg="del">
          <ac:chgData name="Sohag Kabir" userId="e9b0da40-aef8-480a-bb63-d1daacecf555" providerId="ADAL" clId="{1F38D4F1-04EA-4679-AABE-783D48579403}" dt="2024-10-18T10:15:57.767" v="2172" actId="478"/>
          <ac:spMkLst>
            <pc:docMk/>
            <pc:sldMk cId="1413421255" sldId="363"/>
            <ac:spMk id="18" creationId="{7657A596-C0D9-BB29-D9FC-145AEDCD0E46}"/>
          </ac:spMkLst>
        </pc:spChg>
        <pc:spChg chg="add mod">
          <ac:chgData name="Sohag Kabir" userId="e9b0da40-aef8-480a-bb63-d1daacecf555" providerId="ADAL" clId="{1F38D4F1-04EA-4679-AABE-783D48579403}" dt="2024-10-18T10:16:22.490" v="2177" actId="255"/>
          <ac:spMkLst>
            <pc:docMk/>
            <pc:sldMk cId="1413421255" sldId="363"/>
            <ac:spMk id="20" creationId="{76A89DB0-1E0D-5010-9F6B-3FDA45604AEA}"/>
          </ac:spMkLst>
        </pc:spChg>
        <pc:spChg chg="add mod">
          <ac:chgData name="Sohag Kabir" userId="e9b0da40-aef8-480a-bb63-d1daacecf555" providerId="ADAL" clId="{1F38D4F1-04EA-4679-AABE-783D48579403}" dt="2024-10-18T10:17:02.101" v="2184" actId="1076"/>
          <ac:spMkLst>
            <pc:docMk/>
            <pc:sldMk cId="1413421255" sldId="363"/>
            <ac:spMk id="21" creationId="{53E948E5-ACE2-A349-9EDF-4177128FE3A2}"/>
          </ac:spMkLst>
        </pc:spChg>
        <pc:spChg chg="add mod">
          <ac:chgData name="Sohag Kabir" userId="e9b0da40-aef8-480a-bb63-d1daacecf555" providerId="ADAL" clId="{1F38D4F1-04EA-4679-AABE-783D48579403}" dt="2024-10-18T10:18:23.501" v="2204" actId="1076"/>
          <ac:spMkLst>
            <pc:docMk/>
            <pc:sldMk cId="1413421255" sldId="363"/>
            <ac:spMk id="22" creationId="{B8482DED-6989-2EAE-E771-7CBD74AC10FE}"/>
          </ac:spMkLst>
        </pc:spChg>
        <pc:grpChg chg="del mod">
          <ac:chgData name="Sohag Kabir" userId="e9b0da40-aef8-480a-bb63-d1daacecf555" providerId="ADAL" clId="{1F38D4F1-04EA-4679-AABE-783D48579403}" dt="2024-10-18T10:14:14.912" v="2154" actId="478"/>
          <ac:grpSpMkLst>
            <pc:docMk/>
            <pc:sldMk cId="1413421255" sldId="363"/>
            <ac:grpSpMk id="8" creationId="{9271CA43-F069-1F25-11DB-CF562689840C}"/>
          </ac:grpSpMkLst>
        </pc:grpChg>
        <pc:grpChg chg="del mod">
          <ac:chgData name="Sohag Kabir" userId="e9b0da40-aef8-480a-bb63-d1daacecf555" providerId="ADAL" clId="{1F38D4F1-04EA-4679-AABE-783D48579403}" dt="2024-10-18T10:14:11.893" v="2153" actId="478"/>
          <ac:grpSpMkLst>
            <pc:docMk/>
            <pc:sldMk cId="1413421255" sldId="363"/>
            <ac:grpSpMk id="11" creationId="{9A535DC2-22AC-B320-E805-E3A9B58AE8E6}"/>
          </ac:grpSpMkLst>
        </pc:grpChg>
        <pc:grpChg chg="add mod">
          <ac:chgData name="Sohag Kabir" userId="e9b0da40-aef8-480a-bb63-d1daacecf555" providerId="ADAL" clId="{1F38D4F1-04EA-4679-AABE-783D48579403}" dt="2024-10-18T10:16:43.973" v="2182" actId="1076"/>
          <ac:grpSpMkLst>
            <pc:docMk/>
            <pc:sldMk cId="1413421255" sldId="363"/>
            <ac:grpSpMk id="19" creationId="{1BA03CD6-9582-7D35-D271-CE149F26BE56}"/>
          </ac:grpSpMkLst>
        </pc:grpChg>
      </pc:sldChg>
      <pc:sldChg chg="addSp delSp modSp add mod ord modAnim">
        <pc:chgData name="Sohag Kabir" userId="e9b0da40-aef8-480a-bb63-d1daacecf555" providerId="ADAL" clId="{1F38D4F1-04EA-4679-AABE-783D48579403}" dt="2024-10-18T10:27:42.863" v="2376"/>
        <pc:sldMkLst>
          <pc:docMk/>
          <pc:sldMk cId="966355620" sldId="364"/>
        </pc:sldMkLst>
        <pc:spChg chg="mod">
          <ac:chgData name="Sohag Kabir" userId="e9b0da40-aef8-480a-bb63-d1daacecf555" providerId="ADAL" clId="{1F38D4F1-04EA-4679-AABE-783D48579403}" dt="2024-10-18T10:25:25.189" v="2365" actId="1076"/>
          <ac:spMkLst>
            <pc:docMk/>
            <pc:sldMk cId="966355620" sldId="364"/>
            <ac:spMk id="3" creationId="{321687DF-E5AF-5AD3-269E-17CBC843A971}"/>
          </ac:spMkLst>
        </pc:spChg>
        <pc:spChg chg="del">
          <ac:chgData name="Sohag Kabir" userId="e9b0da40-aef8-480a-bb63-d1daacecf555" providerId="ADAL" clId="{1F38D4F1-04EA-4679-AABE-783D48579403}" dt="2024-10-18T10:20:55.094" v="2220" actId="478"/>
          <ac:spMkLst>
            <pc:docMk/>
            <pc:sldMk cId="966355620" sldId="364"/>
            <ac:spMk id="4" creationId="{F053BB20-1BBC-901F-2661-9A60CF826D7A}"/>
          </ac:spMkLst>
        </pc:spChg>
        <pc:spChg chg="mod">
          <ac:chgData name="Sohag Kabir" userId="e9b0da40-aef8-480a-bb63-d1daacecf555" providerId="ADAL" clId="{1F38D4F1-04EA-4679-AABE-783D48579403}" dt="2024-10-18T10:20:23.666" v="2214" actId="20577"/>
          <ac:spMkLst>
            <pc:docMk/>
            <pc:sldMk cId="966355620" sldId="364"/>
            <ac:spMk id="5" creationId="{58E70ACA-2DC4-3E8E-3183-A1AD0163E691}"/>
          </ac:spMkLst>
        </pc:spChg>
        <pc:spChg chg="mod topLvl">
          <ac:chgData name="Sohag Kabir" userId="e9b0da40-aef8-480a-bb63-d1daacecf555" providerId="ADAL" clId="{1F38D4F1-04EA-4679-AABE-783D48579403}" dt="2024-10-18T10:27:42.863" v="2376"/>
          <ac:spMkLst>
            <pc:docMk/>
            <pc:sldMk cId="966355620" sldId="364"/>
            <ac:spMk id="9" creationId="{8546BF0C-1F6D-6945-F782-E2F6F2EFD7BA}"/>
          </ac:spMkLst>
        </pc:spChg>
        <pc:spChg chg="del topLvl">
          <ac:chgData name="Sohag Kabir" userId="e9b0da40-aef8-480a-bb63-d1daacecf555" providerId="ADAL" clId="{1F38D4F1-04EA-4679-AABE-783D48579403}" dt="2024-10-18T10:20:48.309" v="2218" actId="478"/>
          <ac:spMkLst>
            <pc:docMk/>
            <pc:sldMk cId="966355620" sldId="364"/>
            <ac:spMk id="10" creationId="{C975B470-7D00-CA68-A23B-C46654351311}"/>
          </ac:spMkLst>
        </pc:spChg>
        <pc:spChg chg="add mod">
          <ac:chgData name="Sohag Kabir" userId="e9b0da40-aef8-480a-bb63-d1daacecf555" providerId="ADAL" clId="{1F38D4F1-04EA-4679-AABE-783D48579403}" dt="2024-10-18T10:22:48.045" v="2314" actId="1076"/>
          <ac:spMkLst>
            <pc:docMk/>
            <pc:sldMk cId="966355620" sldId="364"/>
            <ac:spMk id="11" creationId="{0501E990-BE5F-89FA-3E67-61D3C16AF7FD}"/>
          </ac:spMkLst>
        </pc:spChg>
        <pc:spChg chg="add mod">
          <ac:chgData name="Sohag Kabir" userId="e9b0da40-aef8-480a-bb63-d1daacecf555" providerId="ADAL" clId="{1F38D4F1-04EA-4679-AABE-783D48579403}" dt="2024-10-18T10:25:55.123" v="2368" actId="208"/>
          <ac:spMkLst>
            <pc:docMk/>
            <pc:sldMk cId="966355620" sldId="364"/>
            <ac:spMk id="13" creationId="{6CD20F89-9DAC-B26A-B252-C3826651D10E}"/>
          </ac:spMkLst>
        </pc:spChg>
        <pc:spChg chg="add mod">
          <ac:chgData name="Sohag Kabir" userId="e9b0da40-aef8-480a-bb63-d1daacecf555" providerId="ADAL" clId="{1F38D4F1-04EA-4679-AABE-783D48579403}" dt="2024-10-18T10:26:47.214" v="2374" actId="2711"/>
          <ac:spMkLst>
            <pc:docMk/>
            <pc:sldMk cId="966355620" sldId="364"/>
            <ac:spMk id="14" creationId="{537891C3-CD26-DE4A-9E87-3654E2F7BA6F}"/>
          </ac:spMkLst>
        </pc:spChg>
        <pc:grpChg chg="del mod">
          <ac:chgData name="Sohag Kabir" userId="e9b0da40-aef8-480a-bb63-d1daacecf555" providerId="ADAL" clId="{1F38D4F1-04EA-4679-AABE-783D48579403}" dt="2024-10-18T10:20:48.309" v="2218" actId="478"/>
          <ac:grpSpMkLst>
            <pc:docMk/>
            <pc:sldMk cId="966355620" sldId="364"/>
            <ac:grpSpMk id="8" creationId="{9271CA43-F069-1F25-11DB-CF562689840C}"/>
          </ac:grpSpMkLst>
        </pc:grpChg>
      </pc:sldChg>
      <pc:sldChg chg="addSp modSp add mod modAnim">
        <pc:chgData name="Sohag Kabir" userId="e9b0da40-aef8-480a-bb63-d1daacecf555" providerId="ADAL" clId="{1F38D4F1-04EA-4679-AABE-783D48579403}" dt="2024-10-18T10:57:17.355" v="2741" actId="1076"/>
        <pc:sldMkLst>
          <pc:docMk/>
          <pc:sldMk cId="3818541458" sldId="365"/>
        </pc:sldMkLst>
        <pc:spChg chg="mod">
          <ac:chgData name="Sohag Kabir" userId="e9b0da40-aef8-480a-bb63-d1daacecf555" providerId="ADAL" clId="{1F38D4F1-04EA-4679-AABE-783D48579403}" dt="2024-10-18T10:48:32.740" v="2636" actId="27636"/>
          <ac:spMkLst>
            <pc:docMk/>
            <pc:sldMk cId="3818541458" sldId="365"/>
            <ac:spMk id="2" creationId="{DE13D453-4D7B-47BF-AED4-27D56C3644AA}"/>
          </ac:spMkLst>
        </pc:spChg>
        <pc:spChg chg="add mod">
          <ac:chgData name="Sohag Kabir" userId="e9b0da40-aef8-480a-bb63-d1daacecf555" providerId="ADAL" clId="{1F38D4F1-04EA-4679-AABE-783D48579403}" dt="2024-10-18T10:57:12.755" v="2740" actId="255"/>
          <ac:spMkLst>
            <pc:docMk/>
            <pc:sldMk cId="3818541458" sldId="365"/>
            <ac:spMk id="3" creationId="{99BEFC49-A833-195F-F94A-4C992029E974}"/>
          </ac:spMkLst>
        </pc:spChg>
        <pc:spChg chg="add mod">
          <ac:chgData name="Sohag Kabir" userId="e9b0da40-aef8-480a-bb63-d1daacecf555" providerId="ADAL" clId="{1F38D4F1-04EA-4679-AABE-783D48579403}" dt="2024-10-18T10:57:17.355" v="2741" actId="1076"/>
          <ac:spMkLst>
            <pc:docMk/>
            <pc:sldMk cId="3818541458" sldId="365"/>
            <ac:spMk id="5" creationId="{852F9159-B257-2B68-DB07-41DA614A8B8E}"/>
          </ac:spMkLst>
        </pc:spChg>
        <pc:spChg chg="add mod">
          <ac:chgData name="Sohag Kabir" userId="e9b0da40-aef8-480a-bb63-d1daacecf555" providerId="ADAL" clId="{1F38D4F1-04EA-4679-AABE-783D48579403}" dt="2024-10-18T10:56:00.091" v="2734" actId="1076"/>
          <ac:spMkLst>
            <pc:docMk/>
            <pc:sldMk cId="3818541458" sldId="365"/>
            <ac:spMk id="8" creationId="{3ACCF7F5-8994-F67E-D2BA-A5139CFC83BB}"/>
          </ac:spMkLst>
        </pc:spChg>
        <pc:spChg chg="add mod">
          <ac:chgData name="Sohag Kabir" userId="e9b0da40-aef8-480a-bb63-d1daacecf555" providerId="ADAL" clId="{1F38D4F1-04EA-4679-AABE-783D48579403}" dt="2024-10-18T10:55:44.987" v="2733" actId="2711"/>
          <ac:spMkLst>
            <pc:docMk/>
            <pc:sldMk cId="3818541458" sldId="365"/>
            <ac:spMk id="9" creationId="{590C90E8-0DE3-C0C2-8A6C-9A299DFDE038}"/>
          </ac:spMkLst>
        </pc:spChg>
        <pc:graphicFrameChg chg="mod modGraphic">
          <ac:chgData name="Sohag Kabir" userId="e9b0da40-aef8-480a-bb63-d1daacecf555" providerId="ADAL" clId="{1F38D4F1-04EA-4679-AABE-783D48579403}" dt="2024-10-18T10:56:45.795" v="2739" actId="1076"/>
          <ac:graphicFrameMkLst>
            <pc:docMk/>
            <pc:sldMk cId="3818541458" sldId="365"/>
            <ac:graphicFrameMk id="4" creationId="{E2E688DE-503F-9977-49F3-4E3903096A55}"/>
          </ac:graphicFrameMkLst>
        </pc:graphicFrameChg>
      </pc:sldChg>
      <pc:sldChg chg="addSp delSp modSp add mod delAnim modAnim">
        <pc:chgData name="Sohag Kabir" userId="e9b0da40-aef8-480a-bb63-d1daacecf555" providerId="ADAL" clId="{1F38D4F1-04EA-4679-AABE-783D48579403}" dt="2024-10-19T17:49:02.939" v="4617" actId="20577"/>
        <pc:sldMkLst>
          <pc:docMk/>
          <pc:sldMk cId="2349230793" sldId="366"/>
        </pc:sldMkLst>
        <pc:spChg chg="del">
          <ac:chgData name="Sohag Kabir" userId="e9b0da40-aef8-480a-bb63-d1daacecf555" providerId="ADAL" clId="{1F38D4F1-04EA-4679-AABE-783D48579403}" dt="2024-10-18T11:08:02.199" v="2752" actId="478"/>
          <ac:spMkLst>
            <pc:docMk/>
            <pc:sldMk cId="2349230793" sldId="366"/>
            <ac:spMk id="3" creationId="{99BEFC49-A833-195F-F94A-4C992029E974}"/>
          </ac:spMkLst>
        </pc:spChg>
        <pc:spChg chg="del">
          <ac:chgData name="Sohag Kabir" userId="e9b0da40-aef8-480a-bb63-d1daacecf555" providerId="ADAL" clId="{1F38D4F1-04EA-4679-AABE-783D48579403}" dt="2024-10-18T11:07:58.801" v="2751" actId="478"/>
          <ac:spMkLst>
            <pc:docMk/>
            <pc:sldMk cId="2349230793" sldId="366"/>
            <ac:spMk id="5" creationId="{852F9159-B257-2B68-DB07-41DA614A8B8E}"/>
          </ac:spMkLst>
        </pc:spChg>
        <pc:spChg chg="del">
          <ac:chgData name="Sohag Kabir" userId="e9b0da40-aef8-480a-bb63-d1daacecf555" providerId="ADAL" clId="{1F38D4F1-04EA-4679-AABE-783D48579403}" dt="2024-10-18T11:08:11.338" v="2754" actId="478"/>
          <ac:spMkLst>
            <pc:docMk/>
            <pc:sldMk cId="2349230793" sldId="366"/>
            <ac:spMk id="8" creationId="{3ACCF7F5-8994-F67E-D2BA-A5139CFC83BB}"/>
          </ac:spMkLst>
        </pc:spChg>
        <pc:spChg chg="del">
          <ac:chgData name="Sohag Kabir" userId="e9b0da40-aef8-480a-bb63-d1daacecf555" providerId="ADAL" clId="{1F38D4F1-04EA-4679-AABE-783D48579403}" dt="2024-10-18T11:08:07.174" v="2753" actId="478"/>
          <ac:spMkLst>
            <pc:docMk/>
            <pc:sldMk cId="2349230793" sldId="366"/>
            <ac:spMk id="9" creationId="{590C90E8-0DE3-C0C2-8A6C-9A299DFDE038}"/>
          </ac:spMkLst>
        </pc:spChg>
        <pc:spChg chg="add mod">
          <ac:chgData name="Sohag Kabir" userId="e9b0da40-aef8-480a-bb63-d1daacecf555" providerId="ADAL" clId="{1F38D4F1-04EA-4679-AABE-783D48579403}" dt="2024-10-18T11:20:24.346" v="2761" actId="255"/>
          <ac:spMkLst>
            <pc:docMk/>
            <pc:sldMk cId="2349230793" sldId="366"/>
            <ac:spMk id="10" creationId="{721C33D4-A8B7-1C5C-05C2-D6A03CC99540}"/>
          </ac:spMkLst>
        </pc:spChg>
        <pc:spChg chg="add mod">
          <ac:chgData name="Sohag Kabir" userId="e9b0da40-aef8-480a-bb63-d1daacecf555" providerId="ADAL" clId="{1F38D4F1-04EA-4679-AABE-783D48579403}" dt="2024-10-18T11:21:12.905" v="2768" actId="1076"/>
          <ac:spMkLst>
            <pc:docMk/>
            <pc:sldMk cId="2349230793" sldId="366"/>
            <ac:spMk id="11" creationId="{7D1BB36C-5711-D46F-0393-0BCE02EE8DAB}"/>
          </ac:spMkLst>
        </pc:spChg>
        <pc:spChg chg="add mod">
          <ac:chgData name="Sohag Kabir" userId="e9b0da40-aef8-480a-bb63-d1daacecf555" providerId="ADAL" clId="{1F38D4F1-04EA-4679-AABE-783D48579403}" dt="2024-10-19T17:49:02.939" v="4617" actId="20577"/>
          <ac:spMkLst>
            <pc:docMk/>
            <pc:sldMk cId="2349230793" sldId="366"/>
            <ac:spMk id="13" creationId="{DF431223-4EC9-201F-95C9-DAA4A30F12A5}"/>
          </ac:spMkLst>
        </pc:spChg>
        <pc:spChg chg="add mod">
          <ac:chgData name="Sohag Kabir" userId="e9b0da40-aef8-480a-bb63-d1daacecf555" providerId="ADAL" clId="{1F38D4F1-04EA-4679-AABE-783D48579403}" dt="2024-10-18T11:21:26.943" v="2772" actId="1076"/>
          <ac:spMkLst>
            <pc:docMk/>
            <pc:sldMk cId="2349230793" sldId="366"/>
            <ac:spMk id="14" creationId="{52801177-248F-ED11-D2D1-0C3E5131F222}"/>
          </ac:spMkLst>
        </pc:spChg>
        <pc:graphicFrameChg chg="del modGraphic">
          <ac:chgData name="Sohag Kabir" userId="e9b0da40-aef8-480a-bb63-d1daacecf555" providerId="ADAL" clId="{1F38D4F1-04EA-4679-AABE-783D48579403}" dt="2024-10-18T11:07:55.788" v="2750" actId="478"/>
          <ac:graphicFrameMkLst>
            <pc:docMk/>
            <pc:sldMk cId="2349230793" sldId="366"/>
            <ac:graphicFrameMk id="4" creationId="{E2E688DE-503F-9977-49F3-4E3903096A55}"/>
          </ac:graphicFrameMkLst>
        </pc:graphicFrameChg>
      </pc:sldChg>
      <pc:sldChg chg="addSp delSp modSp add mod delAnim modAnim">
        <pc:chgData name="Sohag Kabir" userId="e9b0da40-aef8-480a-bb63-d1daacecf555" providerId="ADAL" clId="{1F38D4F1-04EA-4679-AABE-783D48579403}" dt="2024-10-18T11:25:44.353" v="2798"/>
        <pc:sldMkLst>
          <pc:docMk/>
          <pc:sldMk cId="1395021926" sldId="367"/>
        </pc:sldMkLst>
        <pc:spChg chg="add mod">
          <ac:chgData name="Sohag Kabir" userId="e9b0da40-aef8-480a-bb63-d1daacecf555" providerId="ADAL" clId="{1F38D4F1-04EA-4679-AABE-783D48579403}" dt="2024-10-18T11:24:49.569" v="2789" actId="6549"/>
          <ac:spMkLst>
            <pc:docMk/>
            <pc:sldMk cId="1395021926" sldId="367"/>
            <ac:spMk id="3" creationId="{3587C273-C991-5D03-2926-695E4F3CB6E8}"/>
          </ac:spMkLst>
        </pc:spChg>
        <pc:spChg chg="add mod">
          <ac:chgData name="Sohag Kabir" userId="e9b0da40-aef8-480a-bb63-d1daacecf555" providerId="ADAL" clId="{1F38D4F1-04EA-4679-AABE-783D48579403}" dt="2024-10-18T11:25:36.176" v="2797" actId="1076"/>
          <ac:spMkLst>
            <pc:docMk/>
            <pc:sldMk cId="1395021926" sldId="367"/>
            <ac:spMk id="4" creationId="{E62F4F1D-2A62-7E9C-39FF-C54FF1FE525D}"/>
          </ac:spMkLst>
        </pc:spChg>
        <pc:spChg chg="add mod">
          <ac:chgData name="Sohag Kabir" userId="e9b0da40-aef8-480a-bb63-d1daacecf555" providerId="ADAL" clId="{1F38D4F1-04EA-4679-AABE-783D48579403}" dt="2024-10-18T11:25:28.591" v="2795" actId="1076"/>
          <ac:spMkLst>
            <pc:docMk/>
            <pc:sldMk cId="1395021926" sldId="367"/>
            <ac:spMk id="5" creationId="{4110BCD8-3BA2-9B51-A397-EC5DCB749D26}"/>
          </ac:spMkLst>
        </pc:spChg>
        <pc:spChg chg="add mod">
          <ac:chgData name="Sohag Kabir" userId="e9b0da40-aef8-480a-bb63-d1daacecf555" providerId="ADAL" clId="{1F38D4F1-04EA-4679-AABE-783D48579403}" dt="2024-10-18T11:25:33.161" v="2796" actId="1076"/>
          <ac:spMkLst>
            <pc:docMk/>
            <pc:sldMk cId="1395021926" sldId="367"/>
            <ac:spMk id="8" creationId="{DF9634C2-F74A-892B-26C5-B74A4299A38F}"/>
          </ac:spMkLst>
        </pc:spChg>
        <pc:spChg chg="add del mod">
          <ac:chgData name="Sohag Kabir" userId="e9b0da40-aef8-480a-bb63-d1daacecf555" providerId="ADAL" clId="{1F38D4F1-04EA-4679-AABE-783D48579403}" dt="2024-10-18T11:23:49.936" v="2782" actId="478"/>
          <ac:spMkLst>
            <pc:docMk/>
            <pc:sldMk cId="1395021926" sldId="367"/>
            <ac:spMk id="9" creationId="{9FCC8DBE-8C85-E5F5-7E76-449EA3788A0D}"/>
          </ac:spMkLst>
        </pc:spChg>
        <pc:spChg chg="del mod">
          <ac:chgData name="Sohag Kabir" userId="e9b0da40-aef8-480a-bb63-d1daacecf555" providerId="ADAL" clId="{1F38D4F1-04EA-4679-AABE-783D48579403}" dt="2024-10-18T11:23:31.253" v="2777" actId="478"/>
          <ac:spMkLst>
            <pc:docMk/>
            <pc:sldMk cId="1395021926" sldId="367"/>
            <ac:spMk id="10" creationId="{721C33D4-A8B7-1C5C-05C2-D6A03CC99540}"/>
          </ac:spMkLst>
        </pc:spChg>
        <pc:spChg chg="del">
          <ac:chgData name="Sohag Kabir" userId="e9b0da40-aef8-480a-bb63-d1daacecf555" providerId="ADAL" clId="{1F38D4F1-04EA-4679-AABE-783D48579403}" dt="2024-10-18T11:23:32.896" v="2778" actId="478"/>
          <ac:spMkLst>
            <pc:docMk/>
            <pc:sldMk cId="1395021926" sldId="367"/>
            <ac:spMk id="11" creationId="{7D1BB36C-5711-D46F-0393-0BCE02EE8DAB}"/>
          </ac:spMkLst>
        </pc:spChg>
        <pc:spChg chg="del">
          <ac:chgData name="Sohag Kabir" userId="e9b0da40-aef8-480a-bb63-d1daacecf555" providerId="ADAL" clId="{1F38D4F1-04EA-4679-AABE-783D48579403}" dt="2024-10-18T11:23:34.445" v="2779" actId="478"/>
          <ac:spMkLst>
            <pc:docMk/>
            <pc:sldMk cId="1395021926" sldId="367"/>
            <ac:spMk id="13" creationId="{DF431223-4EC9-201F-95C9-DAA4A30F12A5}"/>
          </ac:spMkLst>
        </pc:spChg>
        <pc:spChg chg="del">
          <ac:chgData name="Sohag Kabir" userId="e9b0da40-aef8-480a-bb63-d1daacecf555" providerId="ADAL" clId="{1F38D4F1-04EA-4679-AABE-783D48579403}" dt="2024-10-18T11:23:36.317" v="2780" actId="478"/>
          <ac:spMkLst>
            <pc:docMk/>
            <pc:sldMk cId="1395021926" sldId="367"/>
            <ac:spMk id="14" creationId="{52801177-248F-ED11-D2D1-0C3E5131F222}"/>
          </ac:spMkLst>
        </pc:spChg>
      </pc:sldChg>
      <pc:sldChg chg="addSp delSp modSp add mod">
        <pc:chgData name="Sohag Kabir" userId="e9b0da40-aef8-480a-bb63-d1daacecf555" providerId="ADAL" clId="{1F38D4F1-04EA-4679-AABE-783D48579403}" dt="2024-10-18T13:38:27.139" v="3153" actId="1076"/>
        <pc:sldMkLst>
          <pc:docMk/>
          <pc:sldMk cId="299605582" sldId="368"/>
        </pc:sldMkLst>
        <pc:spChg chg="del">
          <ac:chgData name="Sohag Kabir" userId="e9b0da40-aef8-480a-bb63-d1daacecf555" providerId="ADAL" clId="{1F38D4F1-04EA-4679-AABE-783D48579403}" dt="2024-10-18T11:43:31.257" v="2895" actId="478"/>
          <ac:spMkLst>
            <pc:docMk/>
            <pc:sldMk cId="299605582" sldId="368"/>
            <ac:spMk id="3" creationId="{FAE63D6D-BD0A-D7AF-56DE-F85ECACF0D22}"/>
          </ac:spMkLst>
        </pc:spChg>
        <pc:spChg chg="add mod">
          <ac:chgData name="Sohag Kabir" userId="e9b0da40-aef8-480a-bb63-d1daacecf555" providerId="ADAL" clId="{1F38D4F1-04EA-4679-AABE-783D48579403}" dt="2024-10-18T13:38:27.139" v="3153" actId="1076"/>
          <ac:spMkLst>
            <pc:docMk/>
            <pc:sldMk cId="299605582" sldId="368"/>
            <ac:spMk id="4" creationId="{ED9498AD-3078-B419-D0B5-44CE563453A9}"/>
          </ac:spMkLst>
        </pc:spChg>
        <pc:spChg chg="add del mod">
          <ac:chgData name="Sohag Kabir" userId="e9b0da40-aef8-480a-bb63-d1daacecf555" providerId="ADAL" clId="{1F38D4F1-04EA-4679-AABE-783D48579403}" dt="2024-10-18T13:31:58.367" v="3099" actId="478"/>
          <ac:spMkLst>
            <pc:docMk/>
            <pc:sldMk cId="299605582" sldId="368"/>
            <ac:spMk id="5" creationId="{C7223CAA-1CB0-49BE-0AAC-93FD10D7080B}"/>
          </ac:spMkLst>
        </pc:spChg>
        <pc:spChg chg="add del mod">
          <ac:chgData name="Sohag Kabir" userId="e9b0da40-aef8-480a-bb63-d1daacecf555" providerId="ADAL" clId="{1F38D4F1-04EA-4679-AABE-783D48579403}" dt="2024-10-18T13:36:13.208" v="3133" actId="478"/>
          <ac:spMkLst>
            <pc:docMk/>
            <pc:sldMk cId="299605582" sldId="368"/>
            <ac:spMk id="9" creationId="{791B3477-80A1-23C1-50A5-C3F6935923AC}"/>
          </ac:spMkLst>
        </pc:spChg>
        <pc:spChg chg="add del mod">
          <ac:chgData name="Sohag Kabir" userId="e9b0da40-aef8-480a-bb63-d1daacecf555" providerId="ADAL" clId="{1F38D4F1-04EA-4679-AABE-783D48579403}" dt="2024-10-18T13:37:38.313" v="3152" actId="478"/>
          <ac:spMkLst>
            <pc:docMk/>
            <pc:sldMk cId="299605582" sldId="368"/>
            <ac:spMk id="11" creationId="{03752979-172C-7DFD-9AA2-36DBDCF7114E}"/>
          </ac:spMkLst>
        </pc:spChg>
        <pc:spChg chg="del">
          <ac:chgData name="Sohag Kabir" userId="e9b0da40-aef8-480a-bb63-d1daacecf555" providerId="ADAL" clId="{1F38D4F1-04EA-4679-AABE-783D48579403}" dt="2024-10-18T11:43:37.459" v="2897" actId="478"/>
          <ac:spMkLst>
            <pc:docMk/>
            <pc:sldMk cId="299605582" sldId="368"/>
            <ac:spMk id="12" creationId="{BF8BF7FE-086A-26AB-1C64-E999FF23A898}"/>
          </ac:spMkLst>
        </pc:spChg>
        <pc:spChg chg="del">
          <ac:chgData name="Sohag Kabir" userId="e9b0da40-aef8-480a-bb63-d1daacecf555" providerId="ADAL" clId="{1F38D4F1-04EA-4679-AABE-783D48579403}" dt="2024-10-18T11:43:36.106" v="2896" actId="478"/>
          <ac:spMkLst>
            <pc:docMk/>
            <pc:sldMk cId="299605582" sldId="368"/>
            <ac:spMk id="13" creationId="{852FB0DC-987C-A978-DF8A-AC84528B6B6C}"/>
          </ac:spMkLst>
        </pc:spChg>
      </pc:sldChg>
      <pc:sldChg chg="add ord">
        <pc:chgData name="Sohag Kabir" userId="e9b0da40-aef8-480a-bb63-d1daacecf555" providerId="ADAL" clId="{1F38D4F1-04EA-4679-AABE-783D48579403}" dt="2024-10-18T13:38:35.389" v="3155"/>
        <pc:sldMkLst>
          <pc:docMk/>
          <pc:sldMk cId="754407248" sldId="369"/>
        </pc:sldMkLst>
      </pc:sldChg>
      <pc:sldChg chg="addSp delSp modSp add mod modAnim">
        <pc:chgData name="Sohag Kabir" userId="e9b0da40-aef8-480a-bb63-d1daacecf555" providerId="ADAL" clId="{1F38D4F1-04EA-4679-AABE-783D48579403}" dt="2024-10-18T15:14:58.184" v="3267"/>
        <pc:sldMkLst>
          <pc:docMk/>
          <pc:sldMk cId="1311055612" sldId="370"/>
        </pc:sldMkLst>
        <pc:spChg chg="add del mod">
          <ac:chgData name="Sohag Kabir" userId="e9b0da40-aef8-480a-bb63-d1daacecf555" providerId="ADAL" clId="{1F38D4F1-04EA-4679-AABE-783D48579403}" dt="2024-10-18T13:47:47.835" v="3205" actId="478"/>
          <ac:spMkLst>
            <pc:docMk/>
            <pc:sldMk cId="1311055612" sldId="370"/>
            <ac:spMk id="3" creationId="{A4A4BB8E-0C7D-D435-7853-5B0C67228011}"/>
          </ac:spMkLst>
        </pc:spChg>
        <pc:spChg chg="del mod">
          <ac:chgData name="Sohag Kabir" userId="e9b0da40-aef8-480a-bb63-d1daacecf555" providerId="ADAL" clId="{1F38D4F1-04EA-4679-AABE-783D48579403}" dt="2024-10-18T13:42:25.986" v="3159" actId="478"/>
          <ac:spMkLst>
            <pc:docMk/>
            <pc:sldMk cId="1311055612" sldId="370"/>
            <ac:spMk id="4" creationId="{ED9498AD-3078-B419-D0B5-44CE563453A9}"/>
          </ac:spMkLst>
        </pc:spChg>
        <pc:spChg chg="add mod">
          <ac:chgData name="Sohag Kabir" userId="e9b0da40-aef8-480a-bb63-d1daacecf555" providerId="ADAL" clId="{1F38D4F1-04EA-4679-AABE-783D48579403}" dt="2024-10-18T13:42:34.666" v="3161" actId="1076"/>
          <ac:spMkLst>
            <pc:docMk/>
            <pc:sldMk cId="1311055612" sldId="370"/>
            <ac:spMk id="5" creationId="{00D7314E-91ED-F21E-86B0-2068CF4B1A25}"/>
          </ac:spMkLst>
        </pc:spChg>
        <pc:spChg chg="add mod">
          <ac:chgData name="Sohag Kabir" userId="e9b0da40-aef8-480a-bb63-d1daacecf555" providerId="ADAL" clId="{1F38D4F1-04EA-4679-AABE-783D48579403}" dt="2024-10-18T13:42:34.666" v="3161" actId="1076"/>
          <ac:spMkLst>
            <pc:docMk/>
            <pc:sldMk cId="1311055612" sldId="370"/>
            <ac:spMk id="8" creationId="{82406F66-E497-C40F-4BBC-2EA8500F6EE1}"/>
          </ac:spMkLst>
        </pc:spChg>
        <pc:spChg chg="add mod">
          <ac:chgData name="Sohag Kabir" userId="e9b0da40-aef8-480a-bb63-d1daacecf555" providerId="ADAL" clId="{1F38D4F1-04EA-4679-AABE-783D48579403}" dt="2024-10-18T13:42:34.666" v="3161" actId="1076"/>
          <ac:spMkLst>
            <pc:docMk/>
            <pc:sldMk cId="1311055612" sldId="370"/>
            <ac:spMk id="9" creationId="{058DBFE3-3342-8A84-BC5E-312DD99C4C06}"/>
          </ac:spMkLst>
        </pc:spChg>
        <pc:spChg chg="add mod">
          <ac:chgData name="Sohag Kabir" userId="e9b0da40-aef8-480a-bb63-d1daacecf555" providerId="ADAL" clId="{1F38D4F1-04EA-4679-AABE-783D48579403}" dt="2024-10-18T13:47:54.641" v="3206" actId="1076"/>
          <ac:spMkLst>
            <pc:docMk/>
            <pc:sldMk cId="1311055612" sldId="370"/>
            <ac:spMk id="10" creationId="{96C3230A-187D-230B-842F-EB54FA901C33}"/>
          </ac:spMkLst>
        </pc:spChg>
        <pc:spChg chg="add mod">
          <ac:chgData name="Sohag Kabir" userId="e9b0da40-aef8-480a-bb63-d1daacecf555" providerId="ADAL" clId="{1F38D4F1-04EA-4679-AABE-783D48579403}" dt="2024-10-18T15:12:18.065" v="3233" actId="14100"/>
          <ac:spMkLst>
            <pc:docMk/>
            <pc:sldMk cId="1311055612" sldId="370"/>
            <ac:spMk id="12" creationId="{121770B9-8F5F-E03B-432A-BB5ED4AE392D}"/>
          </ac:spMkLst>
        </pc:spChg>
        <pc:spChg chg="add del">
          <ac:chgData name="Sohag Kabir" userId="e9b0da40-aef8-480a-bb63-d1daacecf555" providerId="ADAL" clId="{1F38D4F1-04EA-4679-AABE-783D48579403}" dt="2024-10-18T15:10:43.311" v="3217"/>
          <ac:spMkLst>
            <pc:docMk/>
            <pc:sldMk cId="1311055612" sldId="370"/>
            <ac:spMk id="13" creationId="{BA50ECC9-A068-F4D3-2B00-FFA5D7CB2F05}"/>
          </ac:spMkLst>
        </pc:spChg>
        <pc:spChg chg="add mod">
          <ac:chgData name="Sohag Kabir" userId="e9b0da40-aef8-480a-bb63-d1daacecf555" providerId="ADAL" clId="{1F38D4F1-04EA-4679-AABE-783D48579403}" dt="2024-10-18T15:13:35.408" v="3243" actId="164"/>
          <ac:spMkLst>
            <pc:docMk/>
            <pc:sldMk cId="1311055612" sldId="370"/>
            <ac:spMk id="15" creationId="{15F13E4E-CC63-1E14-F812-A84B59D378FB}"/>
          </ac:spMkLst>
        </pc:spChg>
        <pc:spChg chg="add mod">
          <ac:chgData name="Sohag Kabir" userId="e9b0da40-aef8-480a-bb63-d1daacecf555" providerId="ADAL" clId="{1F38D4F1-04EA-4679-AABE-783D48579403}" dt="2024-10-18T15:13:35.408" v="3243" actId="164"/>
          <ac:spMkLst>
            <pc:docMk/>
            <pc:sldMk cId="1311055612" sldId="370"/>
            <ac:spMk id="17" creationId="{811C0D8C-18E9-30F5-D6D0-F9C7AD72F0DC}"/>
          </ac:spMkLst>
        </pc:spChg>
        <pc:spChg chg="add mod">
          <ac:chgData name="Sohag Kabir" userId="e9b0da40-aef8-480a-bb63-d1daacecf555" providerId="ADAL" clId="{1F38D4F1-04EA-4679-AABE-783D48579403}" dt="2024-10-18T15:14:47.213" v="3265" actId="164"/>
          <ac:spMkLst>
            <pc:docMk/>
            <pc:sldMk cId="1311055612" sldId="370"/>
            <ac:spMk id="19" creationId="{EC8A0F85-DCAC-A9BB-6F92-667853778BE4}"/>
          </ac:spMkLst>
        </pc:spChg>
        <pc:spChg chg="add mod">
          <ac:chgData name="Sohag Kabir" userId="e9b0da40-aef8-480a-bb63-d1daacecf555" providerId="ADAL" clId="{1F38D4F1-04EA-4679-AABE-783D48579403}" dt="2024-10-18T15:14:47.213" v="3265" actId="164"/>
          <ac:spMkLst>
            <pc:docMk/>
            <pc:sldMk cId="1311055612" sldId="370"/>
            <ac:spMk id="21" creationId="{4E6B0497-C9B4-07B0-8DB3-A4E76E027B47}"/>
          </ac:spMkLst>
        </pc:spChg>
        <pc:grpChg chg="add mod">
          <ac:chgData name="Sohag Kabir" userId="e9b0da40-aef8-480a-bb63-d1daacecf555" providerId="ADAL" clId="{1F38D4F1-04EA-4679-AABE-783D48579403}" dt="2024-10-18T15:14:14.704" v="3251" actId="1076"/>
          <ac:grpSpMkLst>
            <pc:docMk/>
            <pc:sldMk cId="1311055612" sldId="370"/>
            <ac:grpSpMk id="20" creationId="{26D34FFE-7436-85CC-D853-A8F23F6451C0}"/>
          </ac:grpSpMkLst>
        </pc:grpChg>
        <pc:grpChg chg="add mod">
          <ac:chgData name="Sohag Kabir" userId="e9b0da40-aef8-480a-bb63-d1daacecf555" providerId="ADAL" clId="{1F38D4F1-04EA-4679-AABE-783D48579403}" dt="2024-10-18T15:14:53.722" v="3266" actId="1076"/>
          <ac:grpSpMkLst>
            <pc:docMk/>
            <pc:sldMk cId="1311055612" sldId="370"/>
            <ac:grpSpMk id="22" creationId="{60A1675D-D479-2799-859C-FCD9BDF31313}"/>
          </ac:grpSpMkLst>
        </pc:grpChg>
        <pc:graphicFrameChg chg="add del mod modGraphic">
          <ac:chgData name="Sohag Kabir" userId="e9b0da40-aef8-480a-bb63-d1daacecf555" providerId="ADAL" clId="{1F38D4F1-04EA-4679-AABE-783D48579403}" dt="2024-10-18T13:47:41.718" v="3203" actId="478"/>
          <ac:graphicFrameMkLst>
            <pc:docMk/>
            <pc:sldMk cId="1311055612" sldId="370"/>
            <ac:graphicFrameMk id="11" creationId="{D968FBEB-E3CE-A8BE-A869-A21D27C654F4}"/>
          </ac:graphicFrameMkLst>
        </pc:graphicFrameChg>
      </pc:sldChg>
      <pc:sldChg chg="delSp modSp add mod ord">
        <pc:chgData name="Sohag Kabir" userId="e9b0da40-aef8-480a-bb63-d1daacecf555" providerId="ADAL" clId="{1F38D4F1-04EA-4679-AABE-783D48579403}" dt="2024-10-19T17:53:10.689" v="4618" actId="20577"/>
        <pc:sldMkLst>
          <pc:docMk/>
          <pc:sldMk cId="3901912987" sldId="371"/>
        </pc:sldMkLst>
        <pc:spChg chg="mod">
          <ac:chgData name="Sohag Kabir" userId="e9b0da40-aef8-480a-bb63-d1daacecf555" providerId="ADAL" clId="{1F38D4F1-04EA-4679-AABE-783D48579403}" dt="2024-10-19T17:53:10.689" v="4618" actId="20577"/>
          <ac:spMkLst>
            <pc:docMk/>
            <pc:sldMk cId="3901912987" sldId="371"/>
            <ac:spMk id="3" creationId="{A4A4BB8E-0C7D-D435-7853-5B0C67228011}"/>
          </ac:spMkLst>
        </pc:spChg>
        <pc:spChg chg="del">
          <ac:chgData name="Sohag Kabir" userId="e9b0da40-aef8-480a-bb63-d1daacecf555" providerId="ADAL" clId="{1F38D4F1-04EA-4679-AABE-783D48579403}" dt="2024-10-18T13:45:55.750" v="3193" actId="478"/>
          <ac:spMkLst>
            <pc:docMk/>
            <pc:sldMk cId="3901912987" sldId="371"/>
            <ac:spMk id="12" creationId="{121770B9-8F5F-E03B-432A-BB5ED4AE392D}"/>
          </ac:spMkLst>
        </pc:spChg>
        <pc:graphicFrameChg chg="mod modGraphic">
          <ac:chgData name="Sohag Kabir" userId="e9b0da40-aef8-480a-bb63-d1daacecf555" providerId="ADAL" clId="{1F38D4F1-04EA-4679-AABE-783D48579403}" dt="2024-10-18T13:46:47.113" v="3200" actId="2711"/>
          <ac:graphicFrameMkLst>
            <pc:docMk/>
            <pc:sldMk cId="3901912987" sldId="371"/>
            <ac:graphicFrameMk id="11" creationId="{D968FBEB-E3CE-A8BE-A869-A21D27C654F4}"/>
          </ac:graphicFrameMkLst>
        </pc:graphicFrameChg>
      </pc:sldChg>
      <pc:sldChg chg="addSp delSp modSp add mod delAnim">
        <pc:chgData name="Sohag Kabir" userId="e9b0da40-aef8-480a-bb63-d1daacecf555" providerId="ADAL" clId="{1F38D4F1-04EA-4679-AABE-783D48579403}" dt="2024-10-19T17:55:24.213" v="4621" actId="20577"/>
        <pc:sldMkLst>
          <pc:docMk/>
          <pc:sldMk cId="3747748722" sldId="372"/>
        </pc:sldMkLst>
        <pc:spChg chg="add mod">
          <ac:chgData name="Sohag Kabir" userId="e9b0da40-aef8-480a-bb63-d1daacecf555" providerId="ADAL" clId="{1F38D4F1-04EA-4679-AABE-783D48579403}" dt="2024-10-19T17:54:56.161" v="4619" actId="20577"/>
          <ac:spMkLst>
            <pc:docMk/>
            <pc:sldMk cId="3747748722" sldId="372"/>
            <ac:spMk id="3" creationId="{55D0641C-5BD2-37B0-EFF2-DE6F959E14AC}"/>
          </ac:spMkLst>
        </pc:spChg>
        <pc:spChg chg="add mod">
          <ac:chgData name="Sohag Kabir" userId="e9b0da40-aef8-480a-bb63-d1daacecf555" providerId="ADAL" clId="{1F38D4F1-04EA-4679-AABE-783D48579403}" dt="2024-10-19T17:55:24.213" v="4621" actId="20577"/>
          <ac:spMkLst>
            <pc:docMk/>
            <pc:sldMk cId="3747748722" sldId="372"/>
            <ac:spMk id="4" creationId="{10FD6FEE-3754-ABC1-468A-19D56A9891F6}"/>
          </ac:spMkLst>
        </pc:spChg>
        <pc:spChg chg="del">
          <ac:chgData name="Sohag Kabir" userId="e9b0da40-aef8-480a-bb63-d1daacecf555" providerId="ADAL" clId="{1F38D4F1-04EA-4679-AABE-783D48579403}" dt="2024-10-18T15:16:27.882" v="3272" actId="478"/>
          <ac:spMkLst>
            <pc:docMk/>
            <pc:sldMk cId="3747748722" sldId="372"/>
            <ac:spMk id="10" creationId="{96C3230A-187D-230B-842F-EB54FA901C33}"/>
          </ac:spMkLst>
        </pc:spChg>
        <pc:spChg chg="del">
          <ac:chgData name="Sohag Kabir" userId="e9b0da40-aef8-480a-bb63-d1daacecf555" providerId="ADAL" clId="{1F38D4F1-04EA-4679-AABE-783D48579403}" dt="2024-10-18T15:16:29.869" v="3273" actId="478"/>
          <ac:spMkLst>
            <pc:docMk/>
            <pc:sldMk cId="3747748722" sldId="372"/>
            <ac:spMk id="12" creationId="{121770B9-8F5F-E03B-432A-BB5ED4AE392D}"/>
          </ac:spMkLst>
        </pc:spChg>
        <pc:spChg chg="del topLvl">
          <ac:chgData name="Sohag Kabir" userId="e9b0da40-aef8-480a-bb63-d1daacecf555" providerId="ADAL" clId="{1F38D4F1-04EA-4679-AABE-783D48579403}" dt="2024-10-18T15:16:14.198" v="3269" actId="478"/>
          <ac:spMkLst>
            <pc:docMk/>
            <pc:sldMk cId="3747748722" sldId="372"/>
            <ac:spMk id="15" creationId="{15F13E4E-CC63-1E14-F812-A84B59D378FB}"/>
          </ac:spMkLst>
        </pc:spChg>
        <pc:spChg chg="del topLvl">
          <ac:chgData name="Sohag Kabir" userId="e9b0da40-aef8-480a-bb63-d1daacecf555" providerId="ADAL" clId="{1F38D4F1-04EA-4679-AABE-783D48579403}" dt="2024-10-18T15:16:16.532" v="3270" actId="478"/>
          <ac:spMkLst>
            <pc:docMk/>
            <pc:sldMk cId="3747748722" sldId="372"/>
            <ac:spMk id="17" creationId="{811C0D8C-18E9-30F5-D6D0-F9C7AD72F0DC}"/>
          </ac:spMkLst>
        </pc:spChg>
        <pc:grpChg chg="del">
          <ac:chgData name="Sohag Kabir" userId="e9b0da40-aef8-480a-bb63-d1daacecf555" providerId="ADAL" clId="{1F38D4F1-04EA-4679-AABE-783D48579403}" dt="2024-10-18T15:16:14.198" v="3269" actId="478"/>
          <ac:grpSpMkLst>
            <pc:docMk/>
            <pc:sldMk cId="3747748722" sldId="372"/>
            <ac:grpSpMk id="20" creationId="{26D34FFE-7436-85CC-D853-A8F23F6451C0}"/>
          </ac:grpSpMkLst>
        </pc:grpChg>
        <pc:grpChg chg="del">
          <ac:chgData name="Sohag Kabir" userId="e9b0da40-aef8-480a-bb63-d1daacecf555" providerId="ADAL" clId="{1F38D4F1-04EA-4679-AABE-783D48579403}" dt="2024-10-18T15:16:18.525" v="3271" actId="478"/>
          <ac:grpSpMkLst>
            <pc:docMk/>
            <pc:sldMk cId="3747748722" sldId="372"/>
            <ac:grpSpMk id="22" creationId="{60A1675D-D479-2799-859C-FCD9BDF31313}"/>
          </ac:grpSpMkLst>
        </pc:grpChg>
        <pc:graphicFrameChg chg="add mod modGraphic">
          <ac:chgData name="Sohag Kabir" userId="e9b0da40-aef8-480a-bb63-d1daacecf555" providerId="ADAL" clId="{1F38D4F1-04EA-4679-AABE-783D48579403}" dt="2024-10-18T15:23:11.668" v="3319" actId="20577"/>
          <ac:graphicFrameMkLst>
            <pc:docMk/>
            <pc:sldMk cId="3747748722" sldId="372"/>
            <ac:graphicFrameMk id="11" creationId="{2C0840EA-97D9-39A9-0FB6-75F13B3E0F5B}"/>
          </ac:graphicFrameMkLst>
        </pc:graphicFrameChg>
      </pc:sldChg>
      <pc:sldChg chg="addSp delSp modSp add mod modAnim">
        <pc:chgData name="Sohag Kabir" userId="e9b0da40-aef8-480a-bb63-d1daacecf555" providerId="ADAL" clId="{1F38D4F1-04EA-4679-AABE-783D48579403}" dt="2024-10-18T16:03:32.965" v="3510" actId="20577"/>
        <pc:sldMkLst>
          <pc:docMk/>
          <pc:sldMk cId="3375668013" sldId="373"/>
        </pc:sldMkLst>
        <pc:spChg chg="del">
          <ac:chgData name="Sohag Kabir" userId="e9b0da40-aef8-480a-bb63-d1daacecf555" providerId="ADAL" clId="{1F38D4F1-04EA-4679-AABE-783D48579403}" dt="2024-10-18T15:44:26.283" v="3323" actId="478"/>
          <ac:spMkLst>
            <pc:docMk/>
            <pc:sldMk cId="3375668013" sldId="373"/>
            <ac:spMk id="3" creationId="{55D0641C-5BD2-37B0-EFF2-DE6F959E14AC}"/>
          </ac:spMkLst>
        </pc:spChg>
        <pc:spChg chg="del">
          <ac:chgData name="Sohag Kabir" userId="e9b0da40-aef8-480a-bb63-d1daacecf555" providerId="ADAL" clId="{1F38D4F1-04EA-4679-AABE-783D48579403}" dt="2024-10-18T15:44:20.884" v="3322" actId="478"/>
          <ac:spMkLst>
            <pc:docMk/>
            <pc:sldMk cId="3375668013" sldId="373"/>
            <ac:spMk id="4" creationId="{10FD6FEE-3754-ABC1-468A-19D56A9891F6}"/>
          </ac:spMkLst>
        </pc:spChg>
        <pc:spChg chg="add mod">
          <ac:chgData name="Sohag Kabir" userId="e9b0da40-aef8-480a-bb63-d1daacecf555" providerId="ADAL" clId="{1F38D4F1-04EA-4679-AABE-783D48579403}" dt="2024-10-18T16:03:32.965" v="3510" actId="20577"/>
          <ac:spMkLst>
            <pc:docMk/>
            <pc:sldMk cId="3375668013" sldId="373"/>
            <ac:spMk id="10" creationId="{46DF4D74-8C79-6666-642C-CFB1C38BC497}"/>
          </ac:spMkLst>
        </pc:spChg>
        <pc:spChg chg="add mod">
          <ac:chgData name="Sohag Kabir" userId="e9b0da40-aef8-480a-bb63-d1daacecf555" providerId="ADAL" clId="{1F38D4F1-04EA-4679-AABE-783D48579403}" dt="2024-10-18T15:54:23.051" v="3409" actId="1035"/>
          <ac:spMkLst>
            <pc:docMk/>
            <pc:sldMk cId="3375668013" sldId="373"/>
            <ac:spMk id="12" creationId="{EA002148-B970-6581-EA5A-FB9A5EF4F8BB}"/>
          </ac:spMkLst>
        </pc:spChg>
        <pc:spChg chg="add mod">
          <ac:chgData name="Sohag Kabir" userId="e9b0da40-aef8-480a-bb63-d1daacecf555" providerId="ADAL" clId="{1F38D4F1-04EA-4679-AABE-783D48579403}" dt="2024-10-18T15:57:04.189" v="3454" actId="113"/>
          <ac:spMkLst>
            <pc:docMk/>
            <pc:sldMk cId="3375668013" sldId="373"/>
            <ac:spMk id="13" creationId="{A06DD6E5-2086-9801-B1C3-D66D77127AF7}"/>
          </ac:spMkLst>
        </pc:spChg>
        <pc:spChg chg="add mod">
          <ac:chgData name="Sohag Kabir" userId="e9b0da40-aef8-480a-bb63-d1daacecf555" providerId="ADAL" clId="{1F38D4F1-04EA-4679-AABE-783D48579403}" dt="2024-10-18T16:00:40.356" v="3473" actId="1076"/>
          <ac:spMkLst>
            <pc:docMk/>
            <pc:sldMk cId="3375668013" sldId="373"/>
            <ac:spMk id="14" creationId="{4FF5CC25-714B-7183-4613-6CABB9F89A66}"/>
          </ac:spMkLst>
        </pc:spChg>
        <pc:spChg chg="add mod">
          <ac:chgData name="Sohag Kabir" userId="e9b0da40-aef8-480a-bb63-d1daacecf555" providerId="ADAL" clId="{1F38D4F1-04EA-4679-AABE-783D48579403}" dt="2024-10-18T16:00:43.203" v="3474" actId="1076"/>
          <ac:spMkLst>
            <pc:docMk/>
            <pc:sldMk cId="3375668013" sldId="373"/>
            <ac:spMk id="15" creationId="{EE78D8AF-9A48-E918-A3BA-3B257B79D1BC}"/>
          </ac:spMkLst>
        </pc:spChg>
        <pc:spChg chg="add del">
          <ac:chgData name="Sohag Kabir" userId="e9b0da40-aef8-480a-bb63-d1daacecf555" providerId="ADAL" clId="{1F38D4F1-04EA-4679-AABE-783D48579403}" dt="2024-10-18T15:53:25.350" v="3374" actId="11529"/>
          <ac:spMkLst>
            <pc:docMk/>
            <pc:sldMk cId="3375668013" sldId="373"/>
            <ac:spMk id="16" creationId="{BF2E13AD-1069-7D22-0BE1-458790F9A2D9}"/>
          </ac:spMkLst>
        </pc:spChg>
        <pc:spChg chg="add mod">
          <ac:chgData name="Sohag Kabir" userId="e9b0da40-aef8-480a-bb63-d1daacecf555" providerId="ADAL" clId="{1F38D4F1-04EA-4679-AABE-783D48579403}" dt="2024-10-18T15:54:26.958" v="3410" actId="1076"/>
          <ac:spMkLst>
            <pc:docMk/>
            <pc:sldMk cId="3375668013" sldId="373"/>
            <ac:spMk id="17" creationId="{A9137ED2-0873-5CA7-A620-0B4633F33BBD}"/>
          </ac:spMkLst>
        </pc:spChg>
        <pc:spChg chg="add mod">
          <ac:chgData name="Sohag Kabir" userId="e9b0da40-aef8-480a-bb63-d1daacecf555" providerId="ADAL" clId="{1F38D4F1-04EA-4679-AABE-783D48579403}" dt="2024-10-18T15:55:14.876" v="3432" actId="1076"/>
          <ac:spMkLst>
            <pc:docMk/>
            <pc:sldMk cId="3375668013" sldId="373"/>
            <ac:spMk id="19" creationId="{984ED2BE-7782-600E-1D57-C295DFDC9F2A}"/>
          </ac:spMkLst>
        </pc:spChg>
        <pc:spChg chg="add mod">
          <ac:chgData name="Sohag Kabir" userId="e9b0da40-aef8-480a-bb63-d1daacecf555" providerId="ADAL" clId="{1F38D4F1-04EA-4679-AABE-783D48579403}" dt="2024-10-18T15:55:45.184" v="3437" actId="207"/>
          <ac:spMkLst>
            <pc:docMk/>
            <pc:sldMk cId="3375668013" sldId="373"/>
            <ac:spMk id="22" creationId="{707F5180-B06D-94F5-ACDA-386427F247CB}"/>
          </ac:spMkLst>
        </pc:spChg>
        <pc:spChg chg="add mod">
          <ac:chgData name="Sohag Kabir" userId="e9b0da40-aef8-480a-bb63-d1daacecf555" providerId="ADAL" clId="{1F38D4F1-04EA-4679-AABE-783D48579403}" dt="2024-10-18T15:56:45.797" v="3451" actId="1076"/>
          <ac:spMkLst>
            <pc:docMk/>
            <pc:sldMk cId="3375668013" sldId="373"/>
            <ac:spMk id="24" creationId="{97BB3CD6-DBD9-CD0D-65B2-05B132F5651F}"/>
          </ac:spMkLst>
        </pc:spChg>
        <pc:spChg chg="add del">
          <ac:chgData name="Sohag Kabir" userId="e9b0da40-aef8-480a-bb63-d1daacecf555" providerId="ADAL" clId="{1F38D4F1-04EA-4679-AABE-783D48579403}" dt="2024-10-18T16:01:15.575" v="3477"/>
          <ac:spMkLst>
            <pc:docMk/>
            <pc:sldMk cId="3375668013" sldId="373"/>
            <ac:spMk id="31" creationId="{4E1E0B79-9A42-DCBE-5F73-02848DA944A0}"/>
          </ac:spMkLst>
        </pc:spChg>
        <pc:spChg chg="add del">
          <ac:chgData name="Sohag Kabir" userId="e9b0da40-aef8-480a-bb63-d1daacecf555" providerId="ADAL" clId="{1F38D4F1-04EA-4679-AABE-783D48579403}" dt="2024-10-18T16:01:19.029" v="3479"/>
          <ac:spMkLst>
            <pc:docMk/>
            <pc:sldMk cId="3375668013" sldId="373"/>
            <ac:spMk id="32" creationId="{306E9D4F-2E1E-14AA-2811-F142DA4EA4BB}"/>
          </ac:spMkLst>
        </pc:spChg>
        <pc:spChg chg="add mod">
          <ac:chgData name="Sohag Kabir" userId="e9b0da40-aef8-480a-bb63-d1daacecf555" providerId="ADAL" clId="{1F38D4F1-04EA-4679-AABE-783D48579403}" dt="2024-10-18T16:02:31.214" v="3495" actId="255"/>
          <ac:spMkLst>
            <pc:docMk/>
            <pc:sldMk cId="3375668013" sldId="373"/>
            <ac:spMk id="34" creationId="{E0533B9D-9952-4072-4BD3-245F04FE1E71}"/>
          </ac:spMkLst>
        </pc:spChg>
        <pc:graphicFrameChg chg="del">
          <ac:chgData name="Sohag Kabir" userId="e9b0da40-aef8-480a-bb63-d1daacecf555" providerId="ADAL" clId="{1F38D4F1-04EA-4679-AABE-783D48579403}" dt="2024-10-18T15:44:18.545" v="3321" actId="478"/>
          <ac:graphicFrameMkLst>
            <pc:docMk/>
            <pc:sldMk cId="3375668013" sldId="373"/>
            <ac:graphicFrameMk id="11" creationId="{2C0840EA-97D9-39A9-0FB6-75F13B3E0F5B}"/>
          </ac:graphicFrameMkLst>
        </pc:graphicFrameChg>
        <pc:cxnChg chg="add mod">
          <ac:chgData name="Sohag Kabir" userId="e9b0da40-aef8-480a-bb63-d1daacecf555" providerId="ADAL" clId="{1F38D4F1-04EA-4679-AABE-783D48579403}" dt="2024-10-18T15:55:10.182" v="3431" actId="692"/>
          <ac:cxnSpMkLst>
            <pc:docMk/>
            <pc:sldMk cId="3375668013" sldId="373"/>
            <ac:cxnSpMk id="21" creationId="{54796C5A-6B02-0FD2-535E-9DB16AB019C1}"/>
          </ac:cxnSpMkLst>
        </pc:cxnChg>
        <pc:cxnChg chg="add mod">
          <ac:chgData name="Sohag Kabir" userId="e9b0da40-aef8-480a-bb63-d1daacecf555" providerId="ADAL" clId="{1F38D4F1-04EA-4679-AABE-783D48579403}" dt="2024-10-18T15:56:53.085" v="3453" actId="14100"/>
          <ac:cxnSpMkLst>
            <pc:docMk/>
            <pc:sldMk cId="3375668013" sldId="373"/>
            <ac:cxnSpMk id="26" creationId="{63D4E9E8-126C-9937-A7EE-8E86384838C0}"/>
          </ac:cxnSpMkLst>
        </pc:cxnChg>
      </pc:sldChg>
      <pc:sldChg chg="addSp delSp modSp add mod delAnim modAnim modNotesTx">
        <pc:chgData name="Sohag Kabir" userId="e9b0da40-aef8-480a-bb63-d1daacecf555" providerId="ADAL" clId="{1F38D4F1-04EA-4679-AABE-783D48579403}" dt="2024-10-18T18:48:37.564" v="4043" actId="478"/>
        <pc:sldMkLst>
          <pc:docMk/>
          <pc:sldMk cId="1611830988" sldId="374"/>
        </pc:sldMkLst>
        <pc:spChg chg="add mod">
          <ac:chgData name="Sohag Kabir" userId="e9b0da40-aef8-480a-bb63-d1daacecf555" providerId="ADAL" clId="{1F38D4F1-04EA-4679-AABE-783D48579403}" dt="2024-10-18T16:10:53.910" v="3642" actId="12"/>
          <ac:spMkLst>
            <pc:docMk/>
            <pc:sldMk cId="1611830988" sldId="374"/>
            <ac:spMk id="4" creationId="{35FA269D-820E-5F8D-60D9-487C189B49FF}"/>
          </ac:spMkLst>
        </pc:spChg>
        <pc:spChg chg="mod">
          <ac:chgData name="Sohag Kabir" userId="e9b0da40-aef8-480a-bb63-d1daacecf555" providerId="ADAL" clId="{1F38D4F1-04EA-4679-AABE-783D48579403}" dt="2024-10-18T16:07:54.701" v="3554" actId="20577"/>
          <ac:spMkLst>
            <pc:docMk/>
            <pc:sldMk cId="1611830988" sldId="374"/>
            <ac:spMk id="10" creationId="{46DF4D74-8C79-6666-642C-CFB1C38BC497}"/>
          </ac:spMkLst>
        </pc:spChg>
        <pc:spChg chg="add del mod">
          <ac:chgData name="Sohag Kabir" userId="e9b0da40-aef8-480a-bb63-d1daacecf555" providerId="ADAL" clId="{1F38D4F1-04EA-4679-AABE-783D48579403}" dt="2024-10-18T18:48:37.564" v="4043" actId="478"/>
          <ac:spMkLst>
            <pc:docMk/>
            <pc:sldMk cId="1611830988" sldId="374"/>
            <ac:spMk id="11" creationId="{EF248745-A531-81FB-952A-50AEB58F041A}"/>
          </ac:spMkLst>
        </pc:spChg>
        <pc:spChg chg="mod">
          <ac:chgData name="Sohag Kabir" userId="e9b0da40-aef8-480a-bb63-d1daacecf555" providerId="ADAL" clId="{1F38D4F1-04EA-4679-AABE-783D48579403}" dt="2024-10-18T16:09:39.636" v="3627" actId="1038"/>
          <ac:spMkLst>
            <pc:docMk/>
            <pc:sldMk cId="1611830988" sldId="374"/>
            <ac:spMk id="12" creationId="{EA002148-B970-6581-EA5A-FB9A5EF4F8BB}"/>
          </ac:spMkLst>
        </pc:spChg>
        <pc:spChg chg="mod">
          <ac:chgData name="Sohag Kabir" userId="e9b0da40-aef8-480a-bb63-d1daacecf555" providerId="ADAL" clId="{1F38D4F1-04EA-4679-AABE-783D48579403}" dt="2024-10-18T16:08:21.221" v="3560" actId="20577"/>
          <ac:spMkLst>
            <pc:docMk/>
            <pc:sldMk cId="1611830988" sldId="374"/>
            <ac:spMk id="13" creationId="{A06DD6E5-2086-9801-B1C3-D66D77127AF7}"/>
          </ac:spMkLst>
        </pc:spChg>
        <pc:spChg chg="mod">
          <ac:chgData name="Sohag Kabir" userId="e9b0da40-aef8-480a-bb63-d1daacecf555" providerId="ADAL" clId="{1F38D4F1-04EA-4679-AABE-783D48579403}" dt="2024-10-18T16:11:01.174" v="3648" actId="20577"/>
          <ac:spMkLst>
            <pc:docMk/>
            <pc:sldMk cId="1611830988" sldId="374"/>
            <ac:spMk id="14" creationId="{4FF5CC25-714B-7183-4613-6CABB9F89A66}"/>
          </ac:spMkLst>
        </pc:spChg>
        <pc:spChg chg="mod">
          <ac:chgData name="Sohag Kabir" userId="e9b0da40-aef8-480a-bb63-d1daacecf555" providerId="ADAL" clId="{1F38D4F1-04EA-4679-AABE-783D48579403}" dt="2024-10-18T16:11:27.109" v="3651" actId="1076"/>
          <ac:spMkLst>
            <pc:docMk/>
            <pc:sldMk cId="1611830988" sldId="374"/>
            <ac:spMk id="15" creationId="{EE78D8AF-9A48-E918-A3BA-3B257B79D1BC}"/>
          </ac:spMkLst>
        </pc:spChg>
        <pc:spChg chg="add del mod">
          <ac:chgData name="Sohag Kabir" userId="e9b0da40-aef8-480a-bb63-d1daacecf555" providerId="ADAL" clId="{1F38D4F1-04EA-4679-AABE-783D48579403}" dt="2024-10-18T18:48:16.220" v="4041" actId="478"/>
          <ac:spMkLst>
            <pc:docMk/>
            <pc:sldMk cId="1611830988" sldId="374"/>
            <ac:spMk id="16" creationId="{189B5975-CD78-C9D8-55CF-B6C23AA7E458}"/>
          </ac:spMkLst>
        </pc:spChg>
        <pc:spChg chg="mod">
          <ac:chgData name="Sohag Kabir" userId="e9b0da40-aef8-480a-bb63-d1daacecf555" providerId="ADAL" clId="{1F38D4F1-04EA-4679-AABE-783D48579403}" dt="2024-10-18T16:09:39.636" v="3627" actId="1038"/>
          <ac:spMkLst>
            <pc:docMk/>
            <pc:sldMk cId="1611830988" sldId="374"/>
            <ac:spMk id="17" creationId="{A9137ED2-0873-5CA7-A620-0B4633F33BBD}"/>
          </ac:spMkLst>
        </pc:spChg>
        <pc:spChg chg="mod">
          <ac:chgData name="Sohag Kabir" userId="e9b0da40-aef8-480a-bb63-d1daacecf555" providerId="ADAL" clId="{1F38D4F1-04EA-4679-AABE-783D48579403}" dt="2024-10-18T16:09:51.687" v="3634" actId="20577"/>
          <ac:spMkLst>
            <pc:docMk/>
            <pc:sldMk cId="1611830988" sldId="374"/>
            <ac:spMk id="19" creationId="{984ED2BE-7782-600E-1D57-C295DFDC9F2A}"/>
          </ac:spMkLst>
        </pc:spChg>
        <pc:spChg chg="del">
          <ac:chgData name="Sohag Kabir" userId="e9b0da40-aef8-480a-bb63-d1daacecf555" providerId="ADAL" clId="{1F38D4F1-04EA-4679-AABE-783D48579403}" dt="2024-10-18T16:08:27.640" v="3561" actId="478"/>
          <ac:spMkLst>
            <pc:docMk/>
            <pc:sldMk cId="1611830988" sldId="374"/>
            <ac:spMk id="22" creationId="{707F5180-B06D-94F5-ACDA-386427F247CB}"/>
          </ac:spMkLst>
        </pc:spChg>
        <pc:spChg chg="del">
          <ac:chgData name="Sohag Kabir" userId="e9b0da40-aef8-480a-bb63-d1daacecf555" providerId="ADAL" clId="{1F38D4F1-04EA-4679-AABE-783D48579403}" dt="2024-10-18T16:08:33.706" v="3562" actId="478"/>
          <ac:spMkLst>
            <pc:docMk/>
            <pc:sldMk cId="1611830988" sldId="374"/>
            <ac:spMk id="24" creationId="{97BB3CD6-DBD9-CD0D-65B2-05B132F5651F}"/>
          </ac:spMkLst>
        </pc:spChg>
        <pc:spChg chg="mod">
          <ac:chgData name="Sohag Kabir" userId="e9b0da40-aef8-480a-bb63-d1daacecf555" providerId="ADAL" clId="{1F38D4F1-04EA-4679-AABE-783D48579403}" dt="2024-10-18T16:12:17.769" v="3657" actId="2711"/>
          <ac:spMkLst>
            <pc:docMk/>
            <pc:sldMk cId="1611830988" sldId="374"/>
            <ac:spMk id="34" creationId="{E0533B9D-9952-4072-4BD3-245F04FE1E71}"/>
          </ac:spMkLst>
        </pc:spChg>
        <pc:cxnChg chg="mod">
          <ac:chgData name="Sohag Kabir" userId="e9b0da40-aef8-480a-bb63-d1daacecf555" providerId="ADAL" clId="{1F38D4F1-04EA-4679-AABE-783D48579403}" dt="2024-10-18T16:09:39.636" v="3627" actId="1038"/>
          <ac:cxnSpMkLst>
            <pc:docMk/>
            <pc:sldMk cId="1611830988" sldId="374"/>
            <ac:cxnSpMk id="21" creationId="{54796C5A-6B02-0FD2-535E-9DB16AB019C1}"/>
          </ac:cxnSpMkLst>
        </pc:cxnChg>
        <pc:cxnChg chg="del">
          <ac:chgData name="Sohag Kabir" userId="e9b0da40-aef8-480a-bb63-d1daacecf555" providerId="ADAL" clId="{1F38D4F1-04EA-4679-AABE-783D48579403}" dt="2024-10-18T16:08:36.919" v="3563" actId="478"/>
          <ac:cxnSpMkLst>
            <pc:docMk/>
            <pc:sldMk cId="1611830988" sldId="374"/>
            <ac:cxnSpMk id="26" creationId="{63D4E9E8-126C-9937-A7EE-8E86384838C0}"/>
          </ac:cxnSpMkLst>
        </pc:cxnChg>
      </pc:sldChg>
      <pc:sldChg chg="delSp modSp add mod delAnim modAnim">
        <pc:chgData name="Sohag Kabir" userId="e9b0da40-aef8-480a-bb63-d1daacecf555" providerId="ADAL" clId="{1F38D4F1-04EA-4679-AABE-783D48579403}" dt="2024-10-19T10:18:43.390" v="4435" actId="1076"/>
        <pc:sldMkLst>
          <pc:docMk/>
          <pc:sldMk cId="1298737182" sldId="375"/>
        </pc:sldMkLst>
        <pc:spChg chg="mod">
          <ac:chgData name="Sohag Kabir" userId="e9b0da40-aef8-480a-bb63-d1daacecf555" providerId="ADAL" clId="{1F38D4F1-04EA-4679-AABE-783D48579403}" dt="2024-10-19T10:16:41.421" v="4407"/>
          <ac:spMkLst>
            <pc:docMk/>
            <pc:sldMk cId="1298737182" sldId="375"/>
            <ac:spMk id="2" creationId="{DE13D453-4D7B-47BF-AED4-27D56C3644AA}"/>
          </ac:spMkLst>
        </pc:spChg>
        <pc:spChg chg="mod">
          <ac:chgData name="Sohag Kabir" userId="e9b0da40-aef8-480a-bb63-d1daacecf555" providerId="ADAL" clId="{1F38D4F1-04EA-4679-AABE-783D48579403}" dt="2024-10-19T10:18:43.390" v="4435" actId="1076"/>
          <ac:spMkLst>
            <pc:docMk/>
            <pc:sldMk cId="1298737182" sldId="375"/>
            <ac:spMk id="10" creationId="{DF533840-5635-19B5-AAFB-5D157346FFE5}"/>
          </ac:spMkLst>
        </pc:spChg>
        <pc:spChg chg="mod">
          <ac:chgData name="Sohag Kabir" userId="e9b0da40-aef8-480a-bb63-d1daacecf555" providerId="ADAL" clId="{1F38D4F1-04EA-4679-AABE-783D48579403}" dt="2024-10-19T10:16:47.360" v="4410" actId="1076"/>
          <ac:spMkLst>
            <pc:docMk/>
            <pc:sldMk cId="1298737182" sldId="375"/>
            <ac:spMk id="37" creationId="{228B1234-11F3-B454-5E6B-5570F14A1281}"/>
          </ac:spMkLst>
        </pc:spChg>
        <pc:spChg chg="mod">
          <ac:chgData name="Sohag Kabir" userId="e9b0da40-aef8-480a-bb63-d1daacecf555" providerId="ADAL" clId="{1F38D4F1-04EA-4679-AABE-783D48579403}" dt="2024-10-19T10:16:47.360" v="4410" actId="1076"/>
          <ac:spMkLst>
            <pc:docMk/>
            <pc:sldMk cId="1298737182" sldId="375"/>
            <ac:spMk id="39" creationId="{31728918-1576-B9B5-2F4F-F760AD0B0904}"/>
          </ac:spMkLst>
        </pc:spChg>
        <pc:spChg chg="del mod">
          <ac:chgData name="Sohag Kabir" userId="e9b0da40-aef8-480a-bb63-d1daacecf555" providerId="ADAL" clId="{1F38D4F1-04EA-4679-AABE-783D48579403}" dt="2024-10-19T10:16:44.333" v="4409" actId="478"/>
          <ac:spMkLst>
            <pc:docMk/>
            <pc:sldMk cId="1298737182" sldId="375"/>
            <ac:spMk id="41" creationId="{9ECBAEBE-2DB8-0C0E-DDBE-34A62A805271}"/>
          </ac:spMkLst>
        </pc:spChg>
        <pc:spChg chg="del">
          <ac:chgData name="Sohag Kabir" userId="e9b0da40-aef8-480a-bb63-d1daacecf555" providerId="ADAL" clId="{1F38D4F1-04EA-4679-AABE-783D48579403}" dt="2024-10-19T10:16:50.352" v="4412" actId="478"/>
          <ac:spMkLst>
            <pc:docMk/>
            <pc:sldMk cId="1298737182" sldId="375"/>
            <ac:spMk id="42" creationId="{0BC99F56-6DB6-D969-4554-A88D6E9A2B01}"/>
          </ac:spMkLst>
        </pc:spChg>
        <pc:spChg chg="del">
          <ac:chgData name="Sohag Kabir" userId="e9b0da40-aef8-480a-bb63-d1daacecf555" providerId="ADAL" clId="{1F38D4F1-04EA-4679-AABE-783D48579403}" dt="2024-10-19T10:16:57.477" v="4414" actId="478"/>
          <ac:spMkLst>
            <pc:docMk/>
            <pc:sldMk cId="1298737182" sldId="375"/>
            <ac:spMk id="4186" creationId="{6037FA7E-7EA6-D750-1872-39BE9BC01597}"/>
          </ac:spMkLst>
        </pc:spChg>
        <pc:grpChg chg="mod">
          <ac:chgData name="Sohag Kabir" userId="e9b0da40-aef8-480a-bb63-d1daacecf555" providerId="ADAL" clId="{1F38D4F1-04EA-4679-AABE-783D48579403}" dt="2024-10-19T10:16:47.360" v="4410" actId="1076"/>
          <ac:grpSpMkLst>
            <pc:docMk/>
            <pc:sldMk cId="1298737182" sldId="375"/>
            <ac:grpSpMk id="16" creationId="{C6A90484-08F1-0882-C42B-3714C65E14D8}"/>
          </ac:grpSpMkLst>
        </pc:grpChg>
        <pc:grpChg chg="mod">
          <ac:chgData name="Sohag Kabir" userId="e9b0da40-aef8-480a-bb63-d1daacecf555" providerId="ADAL" clId="{1F38D4F1-04EA-4679-AABE-783D48579403}" dt="2024-10-19T10:16:47.360" v="4410" actId="1076"/>
          <ac:grpSpMkLst>
            <pc:docMk/>
            <pc:sldMk cId="1298737182" sldId="375"/>
            <ac:grpSpMk id="17" creationId="{BCFAB78B-4266-D8E1-875B-2C302769D170}"/>
          </ac:grpSpMkLst>
        </pc:grpChg>
        <pc:grpChg chg="mod">
          <ac:chgData name="Sohag Kabir" userId="e9b0da40-aef8-480a-bb63-d1daacecf555" providerId="ADAL" clId="{1F38D4F1-04EA-4679-AABE-783D48579403}" dt="2024-10-19T10:16:47.360" v="4410" actId="1076"/>
          <ac:grpSpMkLst>
            <pc:docMk/>
            <pc:sldMk cId="1298737182" sldId="375"/>
            <ac:grpSpMk id="22" creationId="{6770CC4D-AD8D-A9E9-A4E5-F8C6ECF617A3}"/>
          </ac:grpSpMkLst>
        </pc:grpChg>
        <pc:grpChg chg="mod">
          <ac:chgData name="Sohag Kabir" userId="e9b0da40-aef8-480a-bb63-d1daacecf555" providerId="ADAL" clId="{1F38D4F1-04EA-4679-AABE-783D48579403}" dt="2024-10-19T10:16:47.360" v="4410" actId="1076"/>
          <ac:grpSpMkLst>
            <pc:docMk/>
            <pc:sldMk cId="1298737182" sldId="375"/>
            <ac:grpSpMk id="31" creationId="{5E0FA0F4-59EB-667C-1A84-5B03333773A2}"/>
          </ac:grpSpMkLst>
        </pc:grpChg>
        <pc:grpChg chg="mod">
          <ac:chgData name="Sohag Kabir" userId="e9b0da40-aef8-480a-bb63-d1daacecf555" providerId="ADAL" clId="{1F38D4F1-04EA-4679-AABE-783D48579403}" dt="2024-10-19T10:16:47.360" v="4410" actId="1076"/>
          <ac:grpSpMkLst>
            <pc:docMk/>
            <pc:sldMk cId="1298737182" sldId="375"/>
            <ac:grpSpMk id="36" creationId="{4449D3CE-A27B-774C-3769-A3E68409F226}"/>
          </ac:grpSpMkLst>
        </pc:grpChg>
        <pc:grpChg chg="mod">
          <ac:chgData name="Sohag Kabir" userId="e9b0da40-aef8-480a-bb63-d1daacecf555" providerId="ADAL" clId="{1F38D4F1-04EA-4679-AABE-783D48579403}" dt="2024-10-19T10:16:47.360" v="4410" actId="1076"/>
          <ac:grpSpMkLst>
            <pc:docMk/>
            <pc:sldMk cId="1298737182" sldId="375"/>
            <ac:grpSpMk id="38" creationId="{CE49C9E7-E544-ADC1-52BC-1FD64E143E22}"/>
          </ac:grpSpMkLst>
        </pc:grpChg>
        <pc:grpChg chg="del mod">
          <ac:chgData name="Sohag Kabir" userId="e9b0da40-aef8-480a-bb63-d1daacecf555" providerId="ADAL" clId="{1F38D4F1-04EA-4679-AABE-783D48579403}" dt="2024-10-19T10:16:48.039" v="4411" actId="478"/>
          <ac:grpSpMkLst>
            <pc:docMk/>
            <pc:sldMk cId="1298737182" sldId="375"/>
            <ac:grpSpMk id="40" creationId="{4C5F986D-3F42-741A-315D-6E58301C2D14}"/>
          </ac:grpSpMkLst>
        </pc:grpChg>
        <pc:grpChg chg="del">
          <ac:chgData name="Sohag Kabir" userId="e9b0da40-aef8-480a-bb63-d1daacecf555" providerId="ADAL" clId="{1F38D4F1-04EA-4679-AABE-783D48579403}" dt="2024-10-19T10:16:53.946" v="4413" actId="478"/>
          <ac:grpSpMkLst>
            <pc:docMk/>
            <pc:sldMk cId="1298737182" sldId="375"/>
            <ac:grpSpMk id="4111" creationId="{D5FC062A-983D-7043-9815-17F1631505F7}"/>
          </ac:grpSpMkLst>
        </pc:grpChg>
        <pc:grpChg chg="del">
          <ac:chgData name="Sohag Kabir" userId="e9b0da40-aef8-480a-bb63-d1daacecf555" providerId="ADAL" clId="{1F38D4F1-04EA-4679-AABE-783D48579403}" dt="2024-10-19T10:16:59.792" v="4415" actId="478"/>
          <ac:grpSpMkLst>
            <pc:docMk/>
            <pc:sldMk cId="1298737182" sldId="375"/>
            <ac:grpSpMk id="4185" creationId="{8F0006F5-6DE7-A4D0-50D4-52656A4F3320}"/>
          </ac:grpSpMkLst>
        </pc:grpChg>
        <pc:picChg chg="mod">
          <ac:chgData name="Sohag Kabir" userId="e9b0da40-aef8-480a-bb63-d1daacecf555" providerId="ADAL" clId="{1F38D4F1-04EA-4679-AABE-783D48579403}" dt="2024-10-19T10:16:47.360" v="4410" actId="1076"/>
          <ac:picMkLst>
            <pc:docMk/>
            <pc:sldMk cId="1298737182" sldId="375"/>
            <ac:picMk id="11" creationId="{5E44230F-682B-6E73-CFF4-150299B81F37}"/>
          </ac:picMkLst>
        </pc:picChg>
        <pc:picChg chg="mod">
          <ac:chgData name="Sohag Kabir" userId="e9b0da40-aef8-480a-bb63-d1daacecf555" providerId="ADAL" clId="{1F38D4F1-04EA-4679-AABE-783D48579403}" dt="2024-10-19T10:16:47.360" v="4410" actId="1076"/>
          <ac:picMkLst>
            <pc:docMk/>
            <pc:sldMk cId="1298737182" sldId="375"/>
            <ac:picMk id="13" creationId="{2B0F3AA1-A66A-7EE1-1C06-B08050CAE0EE}"/>
          </ac:picMkLst>
        </pc:picChg>
        <pc:picChg chg="mod">
          <ac:chgData name="Sohag Kabir" userId="e9b0da40-aef8-480a-bb63-d1daacecf555" providerId="ADAL" clId="{1F38D4F1-04EA-4679-AABE-783D48579403}" dt="2024-10-19T10:16:47.360" v="4410" actId="1076"/>
          <ac:picMkLst>
            <pc:docMk/>
            <pc:sldMk cId="1298737182" sldId="375"/>
            <ac:picMk id="15" creationId="{1D2E8E06-EBA2-6583-814C-EA878C36C14B}"/>
          </ac:picMkLst>
        </pc:picChg>
        <pc:picChg chg="mod">
          <ac:chgData name="Sohag Kabir" userId="e9b0da40-aef8-480a-bb63-d1daacecf555" providerId="ADAL" clId="{1F38D4F1-04EA-4679-AABE-783D48579403}" dt="2024-10-19T10:16:47.360" v="4410" actId="1076"/>
          <ac:picMkLst>
            <pc:docMk/>
            <pc:sldMk cId="1298737182" sldId="375"/>
            <ac:picMk id="18" creationId="{666A2DFD-114E-768C-13BB-47835864674C}"/>
          </ac:picMkLst>
        </pc:picChg>
        <pc:picChg chg="mod">
          <ac:chgData name="Sohag Kabir" userId="e9b0da40-aef8-480a-bb63-d1daacecf555" providerId="ADAL" clId="{1F38D4F1-04EA-4679-AABE-783D48579403}" dt="2024-10-19T10:16:47.360" v="4410" actId="1076"/>
          <ac:picMkLst>
            <pc:docMk/>
            <pc:sldMk cId="1298737182" sldId="375"/>
            <ac:picMk id="19" creationId="{0A1F720C-50B8-D01B-FF80-D7B63975EECB}"/>
          </ac:picMkLst>
        </pc:picChg>
        <pc:picChg chg="mod">
          <ac:chgData name="Sohag Kabir" userId="e9b0da40-aef8-480a-bb63-d1daacecf555" providerId="ADAL" clId="{1F38D4F1-04EA-4679-AABE-783D48579403}" dt="2024-10-19T10:16:47.360" v="4410" actId="1076"/>
          <ac:picMkLst>
            <pc:docMk/>
            <pc:sldMk cId="1298737182" sldId="375"/>
            <ac:picMk id="20" creationId="{C658ECA0-7833-8D45-3A17-3DD17F9F87DF}"/>
          </ac:picMkLst>
        </pc:picChg>
        <pc:picChg chg="mod">
          <ac:chgData name="Sohag Kabir" userId="e9b0da40-aef8-480a-bb63-d1daacecf555" providerId="ADAL" clId="{1F38D4F1-04EA-4679-AABE-783D48579403}" dt="2024-10-19T10:16:47.360" v="4410" actId="1076"/>
          <ac:picMkLst>
            <pc:docMk/>
            <pc:sldMk cId="1298737182" sldId="375"/>
            <ac:picMk id="21" creationId="{BF31DC6C-E333-150D-EB41-9711C0DA1DEA}"/>
          </ac:picMkLst>
        </pc:picChg>
        <pc:picChg chg="mod">
          <ac:chgData name="Sohag Kabir" userId="e9b0da40-aef8-480a-bb63-d1daacecf555" providerId="ADAL" clId="{1F38D4F1-04EA-4679-AABE-783D48579403}" dt="2024-10-19T10:16:47.360" v="4410" actId="1076"/>
          <ac:picMkLst>
            <pc:docMk/>
            <pc:sldMk cId="1298737182" sldId="375"/>
            <ac:picMk id="23" creationId="{8FE5077B-99FE-DA94-C003-11679C7857A2}"/>
          </ac:picMkLst>
        </pc:picChg>
        <pc:picChg chg="mod">
          <ac:chgData name="Sohag Kabir" userId="e9b0da40-aef8-480a-bb63-d1daacecf555" providerId="ADAL" clId="{1F38D4F1-04EA-4679-AABE-783D48579403}" dt="2024-10-19T10:16:47.360" v="4410" actId="1076"/>
          <ac:picMkLst>
            <pc:docMk/>
            <pc:sldMk cId="1298737182" sldId="375"/>
            <ac:picMk id="24" creationId="{C6FD7008-AF5D-754F-679C-B1323AADCFD7}"/>
          </ac:picMkLst>
        </pc:picChg>
        <pc:picChg chg="mod">
          <ac:chgData name="Sohag Kabir" userId="e9b0da40-aef8-480a-bb63-d1daacecf555" providerId="ADAL" clId="{1F38D4F1-04EA-4679-AABE-783D48579403}" dt="2024-10-19T10:16:47.360" v="4410" actId="1076"/>
          <ac:picMkLst>
            <pc:docMk/>
            <pc:sldMk cId="1298737182" sldId="375"/>
            <ac:picMk id="25" creationId="{41E73C8D-30DF-5871-BD6D-CD472AAA34E9}"/>
          </ac:picMkLst>
        </pc:picChg>
        <pc:picChg chg="mod">
          <ac:chgData name="Sohag Kabir" userId="e9b0da40-aef8-480a-bb63-d1daacecf555" providerId="ADAL" clId="{1F38D4F1-04EA-4679-AABE-783D48579403}" dt="2024-10-19T10:16:47.360" v="4410" actId="1076"/>
          <ac:picMkLst>
            <pc:docMk/>
            <pc:sldMk cId="1298737182" sldId="375"/>
            <ac:picMk id="26" creationId="{BB009431-88B5-110C-440D-0023E3FE12CE}"/>
          </ac:picMkLst>
        </pc:picChg>
        <pc:picChg chg="mod">
          <ac:chgData name="Sohag Kabir" userId="e9b0da40-aef8-480a-bb63-d1daacecf555" providerId="ADAL" clId="{1F38D4F1-04EA-4679-AABE-783D48579403}" dt="2024-10-19T10:16:47.360" v="4410" actId="1076"/>
          <ac:picMkLst>
            <pc:docMk/>
            <pc:sldMk cId="1298737182" sldId="375"/>
            <ac:picMk id="32" creationId="{77C9956B-00CD-460A-E89A-A78DA6DA3515}"/>
          </ac:picMkLst>
        </pc:picChg>
        <pc:picChg chg="mod">
          <ac:chgData name="Sohag Kabir" userId="e9b0da40-aef8-480a-bb63-d1daacecf555" providerId="ADAL" clId="{1F38D4F1-04EA-4679-AABE-783D48579403}" dt="2024-10-19T10:16:47.360" v="4410" actId="1076"/>
          <ac:picMkLst>
            <pc:docMk/>
            <pc:sldMk cId="1298737182" sldId="375"/>
            <ac:picMk id="33" creationId="{02F03F33-8065-45C0-53FE-413ACAF1A6D9}"/>
          </ac:picMkLst>
        </pc:picChg>
        <pc:picChg chg="mod">
          <ac:chgData name="Sohag Kabir" userId="e9b0da40-aef8-480a-bb63-d1daacecf555" providerId="ADAL" clId="{1F38D4F1-04EA-4679-AABE-783D48579403}" dt="2024-10-19T10:16:47.360" v="4410" actId="1076"/>
          <ac:picMkLst>
            <pc:docMk/>
            <pc:sldMk cId="1298737182" sldId="375"/>
            <ac:picMk id="34" creationId="{1FBF73C5-0363-7FBE-A821-5D2F97EFB8F7}"/>
          </ac:picMkLst>
        </pc:picChg>
        <pc:picChg chg="mod">
          <ac:chgData name="Sohag Kabir" userId="e9b0da40-aef8-480a-bb63-d1daacecf555" providerId="ADAL" clId="{1F38D4F1-04EA-4679-AABE-783D48579403}" dt="2024-10-19T10:16:47.360" v="4410" actId="1076"/>
          <ac:picMkLst>
            <pc:docMk/>
            <pc:sldMk cId="1298737182" sldId="375"/>
            <ac:picMk id="35" creationId="{76006EA5-8D60-2BA8-E61A-29F7F4EDA19D}"/>
          </ac:picMkLst>
        </pc:picChg>
        <pc:picChg chg="mod">
          <ac:chgData name="Sohag Kabir" userId="e9b0da40-aef8-480a-bb63-d1daacecf555" providerId="ADAL" clId="{1F38D4F1-04EA-4679-AABE-783D48579403}" dt="2024-10-19T10:16:47.360" v="4410" actId="1076"/>
          <ac:picMkLst>
            <pc:docMk/>
            <pc:sldMk cId="1298737182" sldId="375"/>
            <ac:picMk id="4098" creationId="{19F155DB-19BB-40CF-5B37-ED90B2D79C9C}"/>
          </ac:picMkLst>
        </pc:picChg>
        <pc:cxnChg chg="mod">
          <ac:chgData name="Sohag Kabir" userId="e9b0da40-aef8-480a-bb63-d1daacecf555" providerId="ADAL" clId="{1F38D4F1-04EA-4679-AABE-783D48579403}" dt="2024-10-19T10:16:47.360" v="4410" actId="1076"/>
          <ac:cxnSpMkLst>
            <pc:docMk/>
            <pc:sldMk cId="1298737182" sldId="375"/>
            <ac:cxnSpMk id="28" creationId="{CA23D51B-12B8-BCBD-603E-3157D0F51A1E}"/>
          </ac:cxnSpMkLst>
        </pc:cxnChg>
        <pc:cxnChg chg="mod">
          <ac:chgData name="Sohag Kabir" userId="e9b0da40-aef8-480a-bb63-d1daacecf555" providerId="ADAL" clId="{1F38D4F1-04EA-4679-AABE-783D48579403}" dt="2024-10-19T10:16:47.360" v="4410" actId="1076"/>
          <ac:cxnSpMkLst>
            <pc:docMk/>
            <pc:sldMk cId="1298737182" sldId="375"/>
            <ac:cxnSpMk id="29" creationId="{C592F24C-5187-12BC-D8BA-483E993C6275}"/>
          </ac:cxnSpMkLst>
        </pc:cxnChg>
        <pc:cxnChg chg="mod">
          <ac:chgData name="Sohag Kabir" userId="e9b0da40-aef8-480a-bb63-d1daacecf555" providerId="ADAL" clId="{1F38D4F1-04EA-4679-AABE-783D48579403}" dt="2024-10-19T10:16:47.360" v="4410" actId="1076"/>
          <ac:cxnSpMkLst>
            <pc:docMk/>
            <pc:sldMk cId="1298737182" sldId="375"/>
            <ac:cxnSpMk id="30" creationId="{EB3B8BF4-3818-81B4-69A6-CF1685D897A8}"/>
          </ac:cxnSpMkLst>
        </pc:cxnChg>
      </pc:sldChg>
      <pc:sldChg chg="addSp delSp modSp add mod modAnim">
        <pc:chgData name="Sohag Kabir" userId="e9b0da40-aef8-480a-bb63-d1daacecf555" providerId="ADAL" clId="{1F38D4F1-04EA-4679-AABE-783D48579403}" dt="2024-10-19T10:55:11.561" v="4602"/>
        <pc:sldMkLst>
          <pc:docMk/>
          <pc:sldMk cId="1594471907" sldId="376"/>
        </pc:sldMkLst>
        <pc:spChg chg="mod">
          <ac:chgData name="Sohag Kabir" userId="e9b0da40-aef8-480a-bb63-d1daacecf555" providerId="ADAL" clId="{1F38D4F1-04EA-4679-AABE-783D48579403}" dt="2024-10-19T10:19:10.739" v="4437"/>
          <ac:spMkLst>
            <pc:docMk/>
            <pc:sldMk cId="1594471907" sldId="376"/>
            <ac:spMk id="2" creationId="{DE13D453-4D7B-47BF-AED4-27D56C3644AA}"/>
          </ac:spMkLst>
        </pc:spChg>
        <pc:spChg chg="add mod">
          <ac:chgData name="Sohag Kabir" userId="e9b0da40-aef8-480a-bb63-d1daacecf555" providerId="ADAL" clId="{1F38D4F1-04EA-4679-AABE-783D48579403}" dt="2024-10-19T10:31:12.605" v="4442" actId="113"/>
          <ac:spMkLst>
            <pc:docMk/>
            <pc:sldMk cId="1594471907" sldId="376"/>
            <ac:spMk id="4" creationId="{3AF990BA-7565-7434-6C5D-B681AA26272D}"/>
          </ac:spMkLst>
        </pc:spChg>
        <pc:spChg chg="add mod">
          <ac:chgData name="Sohag Kabir" userId="e9b0da40-aef8-480a-bb63-d1daacecf555" providerId="ADAL" clId="{1F38D4F1-04EA-4679-AABE-783D48579403}" dt="2024-10-19T10:37:44.442" v="4499" actId="113"/>
          <ac:spMkLst>
            <pc:docMk/>
            <pc:sldMk cId="1594471907" sldId="376"/>
            <ac:spMk id="8" creationId="{11CDD385-37E5-708B-4A6C-5B8D22AE0324}"/>
          </ac:spMkLst>
        </pc:spChg>
        <pc:spChg chg="del">
          <ac:chgData name="Sohag Kabir" userId="e9b0da40-aef8-480a-bb63-d1daacecf555" providerId="ADAL" clId="{1F38D4F1-04EA-4679-AABE-783D48579403}" dt="2024-10-19T10:30:51.913" v="4438" actId="478"/>
          <ac:spMkLst>
            <pc:docMk/>
            <pc:sldMk cId="1594471907" sldId="376"/>
            <ac:spMk id="10" creationId="{DF533840-5635-19B5-AAFB-5D157346FFE5}"/>
          </ac:spMkLst>
        </pc:spChg>
        <pc:spChg chg="add mod">
          <ac:chgData name="Sohag Kabir" userId="e9b0da40-aef8-480a-bb63-d1daacecf555" providerId="ADAL" clId="{1F38D4F1-04EA-4679-AABE-783D48579403}" dt="2024-10-19T10:34:48.316" v="4475" actId="164"/>
          <ac:spMkLst>
            <pc:docMk/>
            <pc:sldMk cId="1594471907" sldId="376"/>
            <ac:spMk id="11" creationId="{FF7EB2C9-6C4B-8191-6C31-95415AE9C2E4}"/>
          </ac:spMkLst>
        </pc:spChg>
        <pc:spChg chg="add mod">
          <ac:chgData name="Sohag Kabir" userId="e9b0da40-aef8-480a-bb63-d1daacecf555" providerId="ADAL" clId="{1F38D4F1-04EA-4679-AABE-783D48579403}" dt="2024-10-19T10:36:38.715" v="4491" actId="1076"/>
          <ac:spMkLst>
            <pc:docMk/>
            <pc:sldMk cId="1594471907" sldId="376"/>
            <ac:spMk id="17" creationId="{20ED252E-3486-4938-EE6A-453E03CE9678}"/>
          </ac:spMkLst>
        </pc:spChg>
        <pc:spChg chg="add mod">
          <ac:chgData name="Sohag Kabir" userId="e9b0da40-aef8-480a-bb63-d1daacecf555" providerId="ADAL" clId="{1F38D4F1-04EA-4679-AABE-783D48579403}" dt="2024-10-19T10:38:05.490" v="4501" actId="1076"/>
          <ac:spMkLst>
            <pc:docMk/>
            <pc:sldMk cId="1594471907" sldId="376"/>
            <ac:spMk id="18" creationId="{F08A2FCB-CD9F-E206-BB91-DE0C7E4EDD89}"/>
          </ac:spMkLst>
        </pc:spChg>
        <pc:spChg chg="add mod">
          <ac:chgData name="Sohag Kabir" userId="e9b0da40-aef8-480a-bb63-d1daacecf555" providerId="ADAL" clId="{1F38D4F1-04EA-4679-AABE-783D48579403}" dt="2024-10-19T10:50:04.305" v="4554" actId="2711"/>
          <ac:spMkLst>
            <pc:docMk/>
            <pc:sldMk cId="1594471907" sldId="376"/>
            <ac:spMk id="20" creationId="{7045FA5B-EBA4-C7BE-D8C3-8F159939196F}"/>
          </ac:spMkLst>
        </pc:spChg>
        <pc:spChg chg="add mod">
          <ac:chgData name="Sohag Kabir" userId="e9b0da40-aef8-480a-bb63-d1daacecf555" providerId="ADAL" clId="{1F38D4F1-04EA-4679-AABE-783D48579403}" dt="2024-10-19T10:51:38.295" v="4561" actId="12"/>
          <ac:spMkLst>
            <pc:docMk/>
            <pc:sldMk cId="1594471907" sldId="376"/>
            <ac:spMk id="22" creationId="{8BEBB626-2A7D-3A61-7A25-0A0D24A8217A}"/>
          </ac:spMkLst>
        </pc:spChg>
        <pc:spChg chg="add mod">
          <ac:chgData name="Sohag Kabir" userId="e9b0da40-aef8-480a-bb63-d1daacecf555" providerId="ADAL" clId="{1F38D4F1-04EA-4679-AABE-783D48579403}" dt="2024-10-19T10:53:14.480" v="4589" actId="207"/>
          <ac:spMkLst>
            <pc:docMk/>
            <pc:sldMk cId="1594471907" sldId="376"/>
            <ac:spMk id="24" creationId="{73E0C874-352B-81E9-2038-89CF14E0063F}"/>
          </ac:spMkLst>
        </pc:spChg>
        <pc:spChg chg="add mod">
          <ac:chgData name="Sohag Kabir" userId="e9b0da40-aef8-480a-bb63-d1daacecf555" providerId="ADAL" clId="{1F38D4F1-04EA-4679-AABE-783D48579403}" dt="2024-10-19T10:54:25.557" v="4597" actId="14100"/>
          <ac:spMkLst>
            <pc:docMk/>
            <pc:sldMk cId="1594471907" sldId="376"/>
            <ac:spMk id="26" creationId="{B61C70F0-6D4A-7651-36BF-D09E08F8442B}"/>
          </ac:spMkLst>
        </pc:spChg>
        <pc:spChg chg="add mod">
          <ac:chgData name="Sohag Kabir" userId="e9b0da40-aef8-480a-bb63-d1daacecf555" providerId="ADAL" clId="{1F38D4F1-04EA-4679-AABE-783D48579403}" dt="2024-10-19T10:54:53.697" v="4599" actId="571"/>
          <ac:spMkLst>
            <pc:docMk/>
            <pc:sldMk cId="1594471907" sldId="376"/>
            <ac:spMk id="27" creationId="{AA726416-0A7C-7D1B-D9EE-73532DE85517}"/>
          </ac:spMkLst>
        </pc:spChg>
        <pc:spChg chg="add mod">
          <ac:chgData name="Sohag Kabir" userId="e9b0da40-aef8-480a-bb63-d1daacecf555" providerId="ADAL" clId="{1F38D4F1-04EA-4679-AABE-783D48579403}" dt="2024-10-19T10:54:53.697" v="4599" actId="571"/>
          <ac:spMkLst>
            <pc:docMk/>
            <pc:sldMk cId="1594471907" sldId="376"/>
            <ac:spMk id="28" creationId="{77A4FB1A-AC1E-5566-9D48-A1708358BB95}"/>
          </ac:spMkLst>
        </pc:spChg>
        <pc:grpChg chg="add mod">
          <ac:chgData name="Sohag Kabir" userId="e9b0da40-aef8-480a-bb63-d1daacecf555" providerId="ADAL" clId="{1F38D4F1-04EA-4679-AABE-783D48579403}" dt="2024-10-19T10:35:31.385" v="4484" actId="1037"/>
          <ac:grpSpMkLst>
            <pc:docMk/>
            <pc:sldMk cId="1594471907" sldId="376"/>
            <ac:grpSpMk id="15" creationId="{DC234AD4-590B-0A61-172C-8DB1176F08B6}"/>
          </ac:grpSpMkLst>
        </pc:grpChg>
        <pc:cxnChg chg="add mod">
          <ac:chgData name="Sohag Kabir" userId="e9b0da40-aef8-480a-bb63-d1daacecf555" providerId="ADAL" clId="{1F38D4F1-04EA-4679-AABE-783D48579403}" dt="2024-10-19T10:35:15.720" v="4477" actId="14100"/>
          <ac:cxnSpMkLst>
            <pc:docMk/>
            <pc:sldMk cId="1594471907" sldId="376"/>
            <ac:cxnSpMk id="14" creationId="{5CCE3C00-8BAC-35AF-66DC-35C585A32B27}"/>
          </ac:cxnSpMkLst>
        </pc:cxnChg>
      </pc:sldChg>
      <pc:sldChg chg="addSp delSp modSp add mod delAnim">
        <pc:chgData name="Sohag Kabir" userId="e9b0da40-aef8-480a-bb63-d1daacecf555" providerId="ADAL" clId="{1F38D4F1-04EA-4679-AABE-783D48579403}" dt="2024-10-19T10:42:38.140" v="4537" actId="1076"/>
        <pc:sldMkLst>
          <pc:docMk/>
          <pc:sldMk cId="4271638061" sldId="377"/>
        </pc:sldMkLst>
        <pc:spChg chg="mod">
          <ac:chgData name="Sohag Kabir" userId="e9b0da40-aef8-480a-bb63-d1daacecf555" providerId="ADAL" clId="{1F38D4F1-04EA-4679-AABE-783D48579403}" dt="2024-10-19T10:39:18.266" v="4506" actId="20577"/>
          <ac:spMkLst>
            <pc:docMk/>
            <pc:sldMk cId="4271638061" sldId="377"/>
            <ac:spMk id="2" creationId="{DE13D453-4D7B-47BF-AED4-27D56C3644AA}"/>
          </ac:spMkLst>
        </pc:spChg>
        <pc:spChg chg="del">
          <ac:chgData name="Sohag Kabir" userId="e9b0da40-aef8-480a-bb63-d1daacecf555" providerId="ADAL" clId="{1F38D4F1-04EA-4679-AABE-783D48579403}" dt="2024-10-19T10:39:22.189" v="4507" actId="478"/>
          <ac:spMkLst>
            <pc:docMk/>
            <pc:sldMk cId="4271638061" sldId="377"/>
            <ac:spMk id="4" creationId="{3AF990BA-7565-7434-6C5D-B681AA26272D}"/>
          </ac:spMkLst>
        </pc:spChg>
        <pc:spChg chg="add mod">
          <ac:chgData name="Sohag Kabir" userId="e9b0da40-aef8-480a-bb63-d1daacecf555" providerId="ADAL" clId="{1F38D4F1-04EA-4679-AABE-783D48579403}" dt="2024-10-19T10:42:23.357" v="4536" actId="20577"/>
          <ac:spMkLst>
            <pc:docMk/>
            <pc:sldMk cId="4271638061" sldId="377"/>
            <ac:spMk id="5" creationId="{4605D679-AC2F-03E1-1902-63DC6679146D}"/>
          </ac:spMkLst>
        </pc:spChg>
        <pc:spChg chg="del">
          <ac:chgData name="Sohag Kabir" userId="e9b0da40-aef8-480a-bb63-d1daacecf555" providerId="ADAL" clId="{1F38D4F1-04EA-4679-AABE-783D48579403}" dt="2024-10-19T10:39:24.236" v="4508" actId="478"/>
          <ac:spMkLst>
            <pc:docMk/>
            <pc:sldMk cId="4271638061" sldId="377"/>
            <ac:spMk id="8" creationId="{11CDD385-37E5-708B-4A6C-5B8D22AE0324}"/>
          </ac:spMkLst>
        </pc:spChg>
        <pc:spChg chg="add mod">
          <ac:chgData name="Sohag Kabir" userId="e9b0da40-aef8-480a-bb63-d1daacecf555" providerId="ADAL" clId="{1F38D4F1-04EA-4679-AABE-783D48579403}" dt="2024-10-19T10:42:38.140" v="4537" actId="1076"/>
          <ac:spMkLst>
            <pc:docMk/>
            <pc:sldMk cId="4271638061" sldId="377"/>
            <ac:spMk id="10" creationId="{4CFBA7E3-E433-66A7-2CED-798941A67597}"/>
          </ac:spMkLst>
        </pc:spChg>
        <pc:spChg chg="del">
          <ac:chgData name="Sohag Kabir" userId="e9b0da40-aef8-480a-bb63-d1daacecf555" providerId="ADAL" clId="{1F38D4F1-04EA-4679-AABE-783D48579403}" dt="2024-10-19T10:39:32.645" v="4511" actId="478"/>
          <ac:spMkLst>
            <pc:docMk/>
            <pc:sldMk cId="4271638061" sldId="377"/>
            <ac:spMk id="17" creationId="{20ED252E-3486-4938-EE6A-453E03CE9678}"/>
          </ac:spMkLst>
        </pc:spChg>
        <pc:spChg chg="del">
          <ac:chgData name="Sohag Kabir" userId="e9b0da40-aef8-480a-bb63-d1daacecf555" providerId="ADAL" clId="{1F38D4F1-04EA-4679-AABE-783D48579403}" dt="2024-10-19T10:39:30.396" v="4510" actId="478"/>
          <ac:spMkLst>
            <pc:docMk/>
            <pc:sldMk cId="4271638061" sldId="377"/>
            <ac:spMk id="18" creationId="{F08A2FCB-CD9F-E206-BB91-DE0C7E4EDD89}"/>
          </ac:spMkLst>
        </pc:spChg>
        <pc:grpChg chg="del">
          <ac:chgData name="Sohag Kabir" userId="e9b0da40-aef8-480a-bb63-d1daacecf555" providerId="ADAL" clId="{1F38D4F1-04EA-4679-AABE-783D48579403}" dt="2024-10-19T10:39:28.064" v="4509" actId="478"/>
          <ac:grpSpMkLst>
            <pc:docMk/>
            <pc:sldMk cId="4271638061" sldId="377"/>
            <ac:grpSpMk id="15" creationId="{DC234AD4-590B-0A61-172C-8DB1176F08B6}"/>
          </ac:grpSpMkLst>
        </pc:grpChg>
      </pc:sldChg>
      <pc:sldChg chg="delSp modSp add mod">
        <pc:chgData name="Sohag Kabir" userId="e9b0da40-aef8-480a-bb63-d1daacecf555" providerId="ADAL" clId="{1F38D4F1-04EA-4679-AABE-783D48579403}" dt="2024-10-19T10:44:43.828" v="4550" actId="1076"/>
        <pc:sldMkLst>
          <pc:docMk/>
          <pc:sldMk cId="3924167895" sldId="378"/>
        </pc:sldMkLst>
        <pc:spChg chg="mod">
          <ac:chgData name="Sohag Kabir" userId="e9b0da40-aef8-480a-bb63-d1daacecf555" providerId="ADAL" clId="{1F38D4F1-04EA-4679-AABE-783D48579403}" dt="2024-10-19T10:43:52.798" v="4539"/>
          <ac:spMkLst>
            <pc:docMk/>
            <pc:sldMk cId="3924167895" sldId="378"/>
            <ac:spMk id="2" creationId="{DE13D453-4D7B-47BF-AED4-27D56C3644AA}"/>
          </ac:spMkLst>
        </pc:spChg>
        <pc:spChg chg="mod">
          <ac:chgData name="Sohag Kabir" userId="e9b0da40-aef8-480a-bb63-d1daacecf555" providerId="ADAL" clId="{1F38D4F1-04EA-4679-AABE-783D48579403}" dt="2024-10-19T10:44:43.828" v="4550" actId="1076"/>
          <ac:spMkLst>
            <pc:docMk/>
            <pc:sldMk cId="3924167895" sldId="378"/>
            <ac:spMk id="5" creationId="{4605D679-AC2F-03E1-1902-63DC6679146D}"/>
          </ac:spMkLst>
        </pc:spChg>
        <pc:spChg chg="del">
          <ac:chgData name="Sohag Kabir" userId="e9b0da40-aef8-480a-bb63-d1daacecf555" providerId="ADAL" clId="{1F38D4F1-04EA-4679-AABE-783D48579403}" dt="2024-10-19T10:43:55.620" v="4540" actId="478"/>
          <ac:spMkLst>
            <pc:docMk/>
            <pc:sldMk cId="3924167895" sldId="378"/>
            <ac:spMk id="10" creationId="{4CFBA7E3-E433-66A7-2CED-798941A67597}"/>
          </ac:spMkLst>
        </pc:spChg>
      </pc:sldChg>
    </pc:docChg>
  </pc:docChgLst>
  <pc:docChgLst>
    <pc:chgData name="Sohag Kabir" userId="e9b0da40-aef8-480a-bb63-d1daacecf555" providerId="ADAL" clId="{5C408035-4E8D-4ADF-9233-ED281F8B05DA}"/>
    <pc:docChg chg="undo redo custSel addSld delSld modSld sldOrd replTag delTag">
      <pc:chgData name="Sohag Kabir" userId="e9b0da40-aef8-480a-bb63-d1daacecf555" providerId="ADAL" clId="{5C408035-4E8D-4ADF-9233-ED281F8B05DA}" dt="2024-09-29T16:14:23.061" v="6521" actId="6549"/>
      <pc:docMkLst>
        <pc:docMk/>
      </pc:docMkLst>
      <pc:sldChg chg="modSp mod">
        <pc:chgData name="Sohag Kabir" userId="e9b0da40-aef8-480a-bb63-d1daacecf555" providerId="ADAL" clId="{5C408035-4E8D-4ADF-9233-ED281F8B05DA}" dt="2024-09-28T14:45:51.587" v="1882" actId="27636"/>
        <pc:sldMkLst>
          <pc:docMk/>
          <pc:sldMk cId="2795566495" sldId="256"/>
        </pc:sldMkLst>
        <pc:spChg chg="mod">
          <ac:chgData name="Sohag Kabir" userId="e9b0da40-aef8-480a-bb63-d1daacecf555" providerId="ADAL" clId="{5C408035-4E8D-4ADF-9233-ED281F8B05DA}" dt="2024-09-21T21:17:27.203" v="10" actId="2711"/>
          <ac:spMkLst>
            <pc:docMk/>
            <pc:sldMk cId="2795566495" sldId="256"/>
            <ac:spMk id="2" creationId="{00000000-0000-0000-0000-000000000000}"/>
          </ac:spMkLst>
        </pc:spChg>
        <pc:spChg chg="mod">
          <ac:chgData name="Sohag Kabir" userId="e9b0da40-aef8-480a-bb63-d1daacecf555" providerId="ADAL" clId="{5C408035-4E8D-4ADF-9233-ED281F8B05DA}" dt="2024-09-21T21:27:01.748" v="15"/>
          <ac:spMkLst>
            <pc:docMk/>
            <pc:sldMk cId="2795566495" sldId="256"/>
            <ac:spMk id="5" creationId="{00000000-0000-0000-0000-000000000000}"/>
          </ac:spMkLst>
        </pc:spChg>
        <pc:spChg chg="mod">
          <ac:chgData name="Sohag Kabir" userId="e9b0da40-aef8-480a-bb63-d1daacecf555" providerId="ADAL" clId="{5C408035-4E8D-4ADF-9233-ED281F8B05DA}" dt="2024-09-28T14:45:51.587" v="1882" actId="27636"/>
          <ac:spMkLst>
            <pc:docMk/>
            <pc:sldMk cId="2795566495" sldId="256"/>
            <ac:spMk id="7" creationId="{2A7F24C1-BF6E-43D8-A57F-60FFBF172E51}"/>
          </ac:spMkLst>
        </pc:spChg>
      </pc:sldChg>
      <pc:sldChg chg="addSp delSp modSp mod delAnim modAnim">
        <pc:chgData name="Sohag Kabir" userId="e9b0da40-aef8-480a-bb63-d1daacecf555" providerId="ADAL" clId="{5C408035-4E8D-4ADF-9233-ED281F8B05DA}" dt="2024-09-29T09:09:24.812" v="2480" actId="14100"/>
        <pc:sldMkLst>
          <pc:docMk/>
          <pc:sldMk cId="1234101355" sldId="258"/>
        </pc:sldMkLst>
        <pc:spChg chg="mod">
          <ac:chgData name="Sohag Kabir" userId="e9b0da40-aef8-480a-bb63-d1daacecf555" providerId="ADAL" clId="{5C408035-4E8D-4ADF-9233-ED281F8B05DA}" dt="2024-09-28T16:29:37.032" v="1930" actId="20577"/>
          <ac:spMkLst>
            <pc:docMk/>
            <pc:sldMk cId="1234101355" sldId="258"/>
            <ac:spMk id="2" creationId="{DE13D453-4D7B-47BF-AED4-27D56C3644AA}"/>
          </ac:spMkLst>
        </pc:spChg>
        <pc:spChg chg="add del mod">
          <ac:chgData name="Sohag Kabir" userId="e9b0da40-aef8-480a-bb63-d1daacecf555" providerId="ADAL" clId="{5C408035-4E8D-4ADF-9233-ED281F8B05DA}" dt="2024-09-28T16:02:32.883" v="1898" actId="478"/>
          <ac:spMkLst>
            <pc:docMk/>
            <pc:sldMk cId="1234101355" sldId="258"/>
            <ac:spMk id="5" creationId="{C8D01486-C518-9C76-513A-218AD0265503}"/>
          </ac:spMkLst>
        </pc:spChg>
        <pc:spChg chg="mod">
          <ac:chgData name="Sohag Kabir" userId="e9b0da40-aef8-480a-bb63-d1daacecf555" providerId="ADAL" clId="{5C408035-4E8D-4ADF-9233-ED281F8B05DA}" dt="2024-09-21T21:51:14.037" v="82"/>
          <ac:spMkLst>
            <pc:docMk/>
            <pc:sldMk cId="1234101355" sldId="258"/>
            <ac:spMk id="7" creationId="{00000000-0000-0000-0000-000000000000}"/>
          </ac:spMkLst>
        </pc:spChg>
        <pc:spChg chg="add del mod">
          <ac:chgData name="Sohag Kabir" userId="e9b0da40-aef8-480a-bb63-d1daacecf555" providerId="ADAL" clId="{5C408035-4E8D-4ADF-9233-ED281F8B05DA}" dt="2024-09-28T16:29:43.996" v="1932" actId="478"/>
          <ac:spMkLst>
            <pc:docMk/>
            <pc:sldMk cId="1234101355" sldId="258"/>
            <ac:spMk id="8" creationId="{A0985119-32A5-C2F9-D3E3-A5C753C11C2B}"/>
          </ac:spMkLst>
        </pc:spChg>
        <pc:spChg chg="del mod">
          <ac:chgData name="Sohag Kabir" userId="e9b0da40-aef8-480a-bb63-d1daacecf555" providerId="ADAL" clId="{5C408035-4E8D-4ADF-9233-ED281F8B05DA}" dt="2024-09-28T16:02:30.096" v="1897" actId="478"/>
          <ac:spMkLst>
            <pc:docMk/>
            <pc:sldMk cId="1234101355" sldId="258"/>
            <ac:spMk id="11" creationId="{00000000-0000-0000-0000-000000000000}"/>
          </ac:spMkLst>
        </pc:spChg>
        <pc:spChg chg="add mod">
          <ac:chgData name="Sohag Kabir" userId="e9b0da40-aef8-480a-bb63-d1daacecf555" providerId="ADAL" clId="{5C408035-4E8D-4ADF-9233-ED281F8B05DA}" dt="2024-09-28T16:39:04.054" v="2002" actId="1038"/>
          <ac:spMkLst>
            <pc:docMk/>
            <pc:sldMk cId="1234101355" sldId="258"/>
            <ac:spMk id="13" creationId="{51E7DD38-3A4E-E236-8DA6-E2E51A13D62A}"/>
          </ac:spMkLst>
        </pc:spChg>
        <pc:spChg chg="add mod">
          <ac:chgData name="Sohag Kabir" userId="e9b0da40-aef8-480a-bb63-d1daacecf555" providerId="ADAL" clId="{5C408035-4E8D-4ADF-9233-ED281F8B05DA}" dt="2024-09-28T16:39:46.818" v="2012" actId="1076"/>
          <ac:spMkLst>
            <pc:docMk/>
            <pc:sldMk cId="1234101355" sldId="258"/>
            <ac:spMk id="15" creationId="{515006A4-5FEA-C619-68BB-7F6D6368B102}"/>
          </ac:spMkLst>
        </pc:spChg>
        <pc:spChg chg="add mod">
          <ac:chgData name="Sohag Kabir" userId="e9b0da40-aef8-480a-bb63-d1daacecf555" providerId="ADAL" clId="{5C408035-4E8D-4ADF-9233-ED281F8B05DA}" dt="2024-09-28T16:41:27.495" v="2032" actId="1076"/>
          <ac:spMkLst>
            <pc:docMk/>
            <pc:sldMk cId="1234101355" sldId="258"/>
            <ac:spMk id="16" creationId="{FD0D1805-9FC8-5CA2-20E3-B6DD0E688E0D}"/>
          </ac:spMkLst>
        </pc:spChg>
        <pc:picChg chg="add del mod">
          <ac:chgData name="Sohag Kabir" userId="e9b0da40-aef8-480a-bb63-d1daacecf555" providerId="ADAL" clId="{5C408035-4E8D-4ADF-9233-ED281F8B05DA}" dt="2024-09-28T16:29:40.853" v="1931" actId="478"/>
          <ac:picMkLst>
            <pc:docMk/>
            <pc:sldMk cId="1234101355" sldId="258"/>
            <ac:picMk id="4" creationId="{36020D2A-540F-A16C-2A73-0DED848EEB84}"/>
          </ac:picMkLst>
        </pc:picChg>
        <pc:picChg chg="add del mod modCrop">
          <ac:chgData name="Sohag Kabir" userId="e9b0da40-aef8-480a-bb63-d1daacecf555" providerId="ADAL" clId="{5C408035-4E8D-4ADF-9233-ED281F8B05DA}" dt="2024-09-29T09:07:19.508" v="2467" actId="478"/>
          <ac:picMkLst>
            <pc:docMk/>
            <pc:sldMk cId="1234101355" sldId="258"/>
            <ac:picMk id="9" creationId="{078AAEF4-3673-D700-800F-5BD2558D66F4}"/>
          </ac:picMkLst>
        </pc:picChg>
        <pc:picChg chg="add mod modCrop">
          <ac:chgData name="Sohag Kabir" userId="e9b0da40-aef8-480a-bb63-d1daacecf555" providerId="ADAL" clId="{5C408035-4E8D-4ADF-9233-ED281F8B05DA}" dt="2024-09-28T16:40:15.863" v="2019" actId="14100"/>
          <ac:picMkLst>
            <pc:docMk/>
            <pc:sldMk cId="1234101355" sldId="258"/>
            <ac:picMk id="12" creationId="{C8B76F36-681D-536B-E450-91882A118005}"/>
          </ac:picMkLst>
        </pc:picChg>
        <pc:picChg chg="add del mod">
          <ac:chgData name="Sohag Kabir" userId="e9b0da40-aef8-480a-bb63-d1daacecf555" providerId="ADAL" clId="{5C408035-4E8D-4ADF-9233-ED281F8B05DA}" dt="2024-09-29T09:08:05.862" v="2473" actId="478"/>
          <ac:picMkLst>
            <pc:docMk/>
            <pc:sldMk cId="1234101355" sldId="258"/>
            <ac:picMk id="14" creationId="{925CA853-7E55-D8BC-99D7-7E9ED02B29ED}"/>
          </ac:picMkLst>
        </pc:picChg>
        <pc:picChg chg="add mod">
          <ac:chgData name="Sohag Kabir" userId="e9b0da40-aef8-480a-bb63-d1daacecf555" providerId="ADAL" clId="{5C408035-4E8D-4ADF-9233-ED281F8B05DA}" dt="2024-09-29T09:07:59.116" v="2472" actId="14100"/>
          <ac:picMkLst>
            <pc:docMk/>
            <pc:sldMk cId="1234101355" sldId="258"/>
            <ac:picMk id="17" creationId="{3A5C98C1-69C8-50CA-86DE-E22EA0C90F03}"/>
          </ac:picMkLst>
        </pc:picChg>
        <pc:picChg chg="add mod">
          <ac:chgData name="Sohag Kabir" userId="e9b0da40-aef8-480a-bb63-d1daacecf555" providerId="ADAL" clId="{5C408035-4E8D-4ADF-9233-ED281F8B05DA}" dt="2024-09-29T09:09:24.812" v="2480" actId="14100"/>
          <ac:picMkLst>
            <pc:docMk/>
            <pc:sldMk cId="1234101355" sldId="258"/>
            <ac:picMk id="18" creationId="{C6ED1E53-424E-0203-4AE3-CAB061ED8CAF}"/>
          </ac:picMkLst>
        </pc:picChg>
        <pc:picChg chg="add mod">
          <ac:chgData name="Sohag Kabir" userId="e9b0da40-aef8-480a-bb63-d1daacecf555" providerId="ADAL" clId="{5C408035-4E8D-4ADF-9233-ED281F8B05DA}" dt="2024-09-29T09:09:20.500" v="2479" actId="14100"/>
          <ac:picMkLst>
            <pc:docMk/>
            <pc:sldMk cId="1234101355" sldId="258"/>
            <ac:picMk id="1026" creationId="{0CA2D96E-5837-5AB6-3300-9A61DF99D7A8}"/>
          </ac:picMkLst>
        </pc:picChg>
      </pc:sldChg>
      <pc:sldChg chg="addSp delSp modSp mod">
        <pc:chgData name="Sohag Kabir" userId="e9b0da40-aef8-480a-bb63-d1daacecf555" providerId="ADAL" clId="{5C408035-4E8D-4ADF-9233-ED281F8B05DA}" dt="2024-09-29T09:42:41.043" v="2581" actId="1076"/>
        <pc:sldMkLst>
          <pc:docMk/>
          <pc:sldMk cId="2490493203" sldId="259"/>
        </pc:sldMkLst>
        <pc:spChg chg="mod">
          <ac:chgData name="Sohag Kabir" userId="e9b0da40-aef8-480a-bb63-d1daacecf555" providerId="ADAL" clId="{5C408035-4E8D-4ADF-9233-ED281F8B05DA}" dt="2024-09-29T09:34:45.452" v="2570" actId="6549"/>
          <ac:spMkLst>
            <pc:docMk/>
            <pc:sldMk cId="2490493203" sldId="259"/>
            <ac:spMk id="2" creationId="{3530B774-9001-449E-924A-4229028B4A25}"/>
          </ac:spMkLst>
        </pc:spChg>
        <pc:spChg chg="del mod">
          <ac:chgData name="Sohag Kabir" userId="e9b0da40-aef8-480a-bb63-d1daacecf555" providerId="ADAL" clId="{5C408035-4E8D-4ADF-9233-ED281F8B05DA}" dt="2024-09-29T09:34:49.379" v="2571" actId="478"/>
          <ac:spMkLst>
            <pc:docMk/>
            <pc:sldMk cId="2490493203" sldId="259"/>
            <ac:spMk id="3" creationId="{107ACF01-04B5-406F-ADB3-2AFFF21F732C}"/>
          </ac:spMkLst>
        </pc:spChg>
        <pc:spChg chg="add del mod">
          <ac:chgData name="Sohag Kabir" userId="e9b0da40-aef8-480a-bb63-d1daacecf555" providerId="ADAL" clId="{5C408035-4E8D-4ADF-9233-ED281F8B05DA}" dt="2024-09-28T16:09:26.507" v="1913"/>
          <ac:spMkLst>
            <pc:docMk/>
            <pc:sldMk cId="2490493203" sldId="259"/>
            <ac:spMk id="4" creationId="{AE0DD6D5-6E9D-E755-7138-CA8145B1F0B1}"/>
          </ac:spMkLst>
        </pc:spChg>
        <pc:spChg chg="add del mod">
          <ac:chgData name="Sohag Kabir" userId="e9b0da40-aef8-480a-bb63-d1daacecf555" providerId="ADAL" clId="{5C408035-4E8D-4ADF-9233-ED281F8B05DA}" dt="2024-09-29T09:34:51.435" v="2572" actId="478"/>
          <ac:spMkLst>
            <pc:docMk/>
            <pc:sldMk cId="2490493203" sldId="259"/>
            <ac:spMk id="5" creationId="{DAD5ABA9-6FD2-D39F-A786-8D93E89DBAD5}"/>
          </ac:spMkLst>
        </pc:spChg>
        <pc:spChg chg="mod">
          <ac:chgData name="Sohag Kabir" userId="e9b0da40-aef8-480a-bb63-d1daacecf555" providerId="ADAL" clId="{5C408035-4E8D-4ADF-9233-ED281F8B05DA}" dt="2024-09-21T21:51:22.585" v="83"/>
          <ac:spMkLst>
            <pc:docMk/>
            <pc:sldMk cId="2490493203" sldId="259"/>
            <ac:spMk id="9" creationId="{00000000-0000-0000-0000-000000000000}"/>
          </ac:spMkLst>
        </pc:spChg>
        <pc:picChg chg="del mod">
          <ac:chgData name="Sohag Kabir" userId="e9b0da40-aef8-480a-bb63-d1daacecf555" providerId="ADAL" clId="{5C408035-4E8D-4ADF-9233-ED281F8B05DA}" dt="2024-09-29T09:34:53.267" v="2573" actId="478"/>
          <ac:picMkLst>
            <pc:docMk/>
            <pc:sldMk cId="2490493203" sldId="259"/>
            <ac:picMk id="7" creationId="{00000000-0000-0000-0000-000000000000}"/>
          </ac:picMkLst>
        </pc:picChg>
        <pc:picChg chg="add mod">
          <ac:chgData name="Sohag Kabir" userId="e9b0da40-aef8-480a-bb63-d1daacecf555" providerId="ADAL" clId="{5C408035-4E8D-4ADF-9233-ED281F8B05DA}" dt="2024-09-29T09:35:02.507" v="2575" actId="1076"/>
          <ac:picMkLst>
            <pc:docMk/>
            <pc:sldMk cId="2490493203" sldId="259"/>
            <ac:picMk id="8" creationId="{9EEC136A-2A0B-36E6-F70E-7045D9828D75}"/>
          </ac:picMkLst>
        </pc:picChg>
        <pc:picChg chg="add mod">
          <ac:chgData name="Sohag Kabir" userId="e9b0da40-aef8-480a-bb63-d1daacecf555" providerId="ADAL" clId="{5C408035-4E8D-4ADF-9233-ED281F8B05DA}" dt="2024-09-29T09:42:41.043" v="2581" actId="1076"/>
          <ac:picMkLst>
            <pc:docMk/>
            <pc:sldMk cId="2490493203" sldId="259"/>
            <ac:picMk id="10" creationId="{CCF6FCBE-5BEB-47F3-0D9E-3634B0A5CAF6}"/>
          </ac:picMkLst>
        </pc:picChg>
      </pc:sldChg>
      <pc:sldChg chg="addSp delSp modSp mod">
        <pc:chgData name="Sohag Kabir" userId="e9b0da40-aef8-480a-bb63-d1daacecf555" providerId="ADAL" clId="{5C408035-4E8D-4ADF-9233-ED281F8B05DA}" dt="2024-09-29T15:26:38.610" v="5904" actId="1076"/>
        <pc:sldMkLst>
          <pc:docMk/>
          <pc:sldMk cId="1583876998" sldId="261"/>
        </pc:sldMkLst>
        <pc:spChg chg="del">
          <ac:chgData name="Sohag Kabir" userId="e9b0da40-aef8-480a-bb63-d1daacecf555" providerId="ADAL" clId="{5C408035-4E8D-4ADF-9233-ED281F8B05DA}" dt="2024-09-29T14:43:07.518" v="5451" actId="478"/>
          <ac:spMkLst>
            <pc:docMk/>
            <pc:sldMk cId="1583876998" sldId="261"/>
            <ac:spMk id="2" creationId="{72ABD1FB-AEB1-45F3-94A9-40E0FDAAAB12}"/>
          </ac:spMkLst>
        </pc:spChg>
        <pc:spChg chg="add del mod">
          <ac:chgData name="Sohag Kabir" userId="e9b0da40-aef8-480a-bb63-d1daacecf555" providerId="ADAL" clId="{5C408035-4E8D-4ADF-9233-ED281F8B05DA}" dt="2024-09-21T23:58:09.292" v="1139" actId="478"/>
          <ac:spMkLst>
            <pc:docMk/>
            <pc:sldMk cId="1583876998" sldId="261"/>
            <ac:spMk id="3" creationId="{6EA310F0-355F-9DAF-4F9A-21DD3F3B9AAD}"/>
          </ac:spMkLst>
        </pc:spChg>
        <pc:spChg chg="add del mod">
          <ac:chgData name="Sohag Kabir" userId="e9b0da40-aef8-480a-bb63-d1daacecf555" providerId="ADAL" clId="{5C408035-4E8D-4ADF-9233-ED281F8B05DA}" dt="2024-09-29T14:43:09.805" v="5452" actId="478"/>
          <ac:spMkLst>
            <pc:docMk/>
            <pc:sldMk cId="1583876998" sldId="261"/>
            <ac:spMk id="5" creationId="{A0DFFFD8-9F48-3B86-8434-CBBE193A070C}"/>
          </ac:spMkLst>
        </pc:spChg>
        <pc:spChg chg="mod">
          <ac:chgData name="Sohag Kabir" userId="e9b0da40-aef8-480a-bb63-d1daacecf555" providerId="ADAL" clId="{5C408035-4E8D-4ADF-9233-ED281F8B05DA}" dt="2024-09-22T00:25:01.897" v="1557"/>
          <ac:spMkLst>
            <pc:docMk/>
            <pc:sldMk cId="1583876998" sldId="261"/>
            <ac:spMk id="7" creationId="{2FDE415C-F3CC-4D2E-B0F5-4EADDCEE714F}"/>
          </ac:spMkLst>
        </pc:spChg>
        <pc:spChg chg="del mod">
          <ac:chgData name="Sohag Kabir" userId="e9b0da40-aef8-480a-bb63-d1daacecf555" providerId="ADAL" clId="{5C408035-4E8D-4ADF-9233-ED281F8B05DA}" dt="2024-09-29T14:43:02.279" v="5448" actId="478"/>
          <ac:spMkLst>
            <pc:docMk/>
            <pc:sldMk cId="1583876998" sldId="261"/>
            <ac:spMk id="8" creationId="{00000000-0000-0000-0000-000000000000}"/>
          </ac:spMkLst>
        </pc:spChg>
        <pc:spChg chg="add mod">
          <ac:chgData name="Sohag Kabir" userId="e9b0da40-aef8-480a-bb63-d1daacecf555" providerId="ADAL" clId="{5C408035-4E8D-4ADF-9233-ED281F8B05DA}" dt="2024-09-29T15:07:56.843" v="5673" actId="1035"/>
          <ac:spMkLst>
            <pc:docMk/>
            <pc:sldMk cId="1583876998" sldId="261"/>
            <ac:spMk id="11" creationId="{1E09ABB6-8E37-DDEE-2E26-FFB134E4425E}"/>
          </ac:spMkLst>
        </pc:spChg>
        <pc:spChg chg="add mod">
          <ac:chgData name="Sohag Kabir" userId="e9b0da40-aef8-480a-bb63-d1daacecf555" providerId="ADAL" clId="{5C408035-4E8D-4ADF-9233-ED281F8B05DA}" dt="2024-09-29T15:26:38.610" v="5904" actId="1076"/>
          <ac:spMkLst>
            <pc:docMk/>
            <pc:sldMk cId="1583876998" sldId="261"/>
            <ac:spMk id="12" creationId="{B95AD034-E7E4-A4C9-284E-2FB9AE9D92F9}"/>
          </ac:spMkLst>
        </pc:spChg>
        <pc:spChg chg="add mod">
          <ac:chgData name="Sohag Kabir" userId="e9b0da40-aef8-480a-bb63-d1daacecf555" providerId="ADAL" clId="{5C408035-4E8D-4ADF-9233-ED281F8B05DA}" dt="2024-09-29T15:26:38.610" v="5904" actId="1076"/>
          <ac:spMkLst>
            <pc:docMk/>
            <pc:sldMk cId="1583876998" sldId="261"/>
            <ac:spMk id="13" creationId="{5715E57D-D97A-B0F8-0978-7D1D7C02A4D1}"/>
          </ac:spMkLst>
        </pc:spChg>
        <pc:spChg chg="add mod">
          <ac:chgData name="Sohag Kabir" userId="e9b0da40-aef8-480a-bb63-d1daacecf555" providerId="ADAL" clId="{5C408035-4E8D-4ADF-9233-ED281F8B05DA}" dt="2024-09-29T15:26:38.610" v="5904" actId="1076"/>
          <ac:spMkLst>
            <pc:docMk/>
            <pc:sldMk cId="1583876998" sldId="261"/>
            <ac:spMk id="14" creationId="{61A25ADB-FEFF-C626-ADE9-1445DEA99791}"/>
          </ac:spMkLst>
        </pc:spChg>
        <pc:spChg chg="add mod">
          <ac:chgData name="Sohag Kabir" userId="e9b0da40-aef8-480a-bb63-d1daacecf555" providerId="ADAL" clId="{5C408035-4E8D-4ADF-9233-ED281F8B05DA}" dt="2024-09-29T15:26:38.610" v="5904" actId="1076"/>
          <ac:spMkLst>
            <pc:docMk/>
            <pc:sldMk cId="1583876998" sldId="261"/>
            <ac:spMk id="15" creationId="{11290782-4FA6-30DC-8E9C-DA260763A4F1}"/>
          </ac:spMkLst>
        </pc:spChg>
        <pc:spChg chg="add mod">
          <ac:chgData name="Sohag Kabir" userId="e9b0da40-aef8-480a-bb63-d1daacecf555" providerId="ADAL" clId="{5C408035-4E8D-4ADF-9233-ED281F8B05DA}" dt="2024-09-29T15:26:38.610" v="5904" actId="1076"/>
          <ac:spMkLst>
            <pc:docMk/>
            <pc:sldMk cId="1583876998" sldId="261"/>
            <ac:spMk id="16" creationId="{E7376AA4-6122-4B5D-BA92-3E5D9C4C15A6}"/>
          </ac:spMkLst>
        </pc:spChg>
        <pc:spChg chg="add mod">
          <ac:chgData name="Sohag Kabir" userId="e9b0da40-aef8-480a-bb63-d1daacecf555" providerId="ADAL" clId="{5C408035-4E8D-4ADF-9233-ED281F8B05DA}" dt="2024-09-29T15:26:38.610" v="5904" actId="1076"/>
          <ac:spMkLst>
            <pc:docMk/>
            <pc:sldMk cId="1583876998" sldId="261"/>
            <ac:spMk id="17" creationId="{C811A1CC-F813-4A55-5A53-66E8D5E8B82A}"/>
          </ac:spMkLst>
        </pc:spChg>
        <pc:spChg chg="add mod">
          <ac:chgData name="Sohag Kabir" userId="e9b0da40-aef8-480a-bb63-d1daacecf555" providerId="ADAL" clId="{5C408035-4E8D-4ADF-9233-ED281F8B05DA}" dt="2024-09-29T15:26:38.610" v="5904" actId="1076"/>
          <ac:spMkLst>
            <pc:docMk/>
            <pc:sldMk cId="1583876998" sldId="261"/>
            <ac:spMk id="18" creationId="{A97F594E-E166-4DDF-49B5-A2724CF0B7F8}"/>
          </ac:spMkLst>
        </pc:spChg>
        <pc:spChg chg="add mod">
          <ac:chgData name="Sohag Kabir" userId="e9b0da40-aef8-480a-bb63-d1daacecf555" providerId="ADAL" clId="{5C408035-4E8D-4ADF-9233-ED281F8B05DA}" dt="2024-09-29T15:26:38.610" v="5904" actId="1076"/>
          <ac:spMkLst>
            <pc:docMk/>
            <pc:sldMk cId="1583876998" sldId="261"/>
            <ac:spMk id="19" creationId="{3C96BA45-4001-3025-0458-6562DD9CB15B}"/>
          </ac:spMkLst>
        </pc:spChg>
        <pc:spChg chg="add mod">
          <ac:chgData name="Sohag Kabir" userId="e9b0da40-aef8-480a-bb63-d1daacecf555" providerId="ADAL" clId="{5C408035-4E8D-4ADF-9233-ED281F8B05DA}" dt="2024-09-29T15:26:38.610" v="5904" actId="1076"/>
          <ac:spMkLst>
            <pc:docMk/>
            <pc:sldMk cId="1583876998" sldId="261"/>
            <ac:spMk id="21" creationId="{6E9D397A-7406-A8AC-9C7B-460366515FAD}"/>
          </ac:spMkLst>
        </pc:spChg>
        <pc:spChg chg="add mod">
          <ac:chgData name="Sohag Kabir" userId="e9b0da40-aef8-480a-bb63-d1daacecf555" providerId="ADAL" clId="{5C408035-4E8D-4ADF-9233-ED281F8B05DA}" dt="2024-09-29T15:26:38.610" v="5904" actId="1076"/>
          <ac:spMkLst>
            <pc:docMk/>
            <pc:sldMk cId="1583876998" sldId="261"/>
            <ac:spMk id="22" creationId="{7F9E7EC7-A1AB-8240-BDFC-CEF1AE252BE3}"/>
          </ac:spMkLst>
        </pc:spChg>
        <pc:spChg chg="add mod">
          <ac:chgData name="Sohag Kabir" userId="e9b0da40-aef8-480a-bb63-d1daacecf555" providerId="ADAL" clId="{5C408035-4E8D-4ADF-9233-ED281F8B05DA}" dt="2024-09-29T15:26:38.610" v="5904" actId="1076"/>
          <ac:spMkLst>
            <pc:docMk/>
            <pc:sldMk cId="1583876998" sldId="261"/>
            <ac:spMk id="23" creationId="{A967C76E-EA47-C7BE-E1F2-38F88A81882C}"/>
          </ac:spMkLst>
        </pc:spChg>
        <pc:grpChg chg="add mod">
          <ac:chgData name="Sohag Kabir" userId="e9b0da40-aef8-480a-bb63-d1daacecf555" providerId="ADAL" clId="{5C408035-4E8D-4ADF-9233-ED281F8B05DA}" dt="2024-09-29T15:26:38.610" v="5904" actId="1076"/>
          <ac:grpSpMkLst>
            <pc:docMk/>
            <pc:sldMk cId="1583876998" sldId="261"/>
            <ac:grpSpMk id="24" creationId="{959A0793-A3D0-4F22-398C-0D2B361EA227}"/>
          </ac:grpSpMkLst>
        </pc:grpChg>
        <pc:grpChg chg="add mod">
          <ac:chgData name="Sohag Kabir" userId="e9b0da40-aef8-480a-bb63-d1daacecf555" providerId="ADAL" clId="{5C408035-4E8D-4ADF-9233-ED281F8B05DA}" dt="2024-09-29T15:26:38.610" v="5904" actId="1076"/>
          <ac:grpSpMkLst>
            <pc:docMk/>
            <pc:sldMk cId="1583876998" sldId="261"/>
            <ac:grpSpMk id="25" creationId="{9DBEE125-E72A-BBF0-BEA4-D3C1869D8055}"/>
          </ac:grpSpMkLst>
        </pc:grpChg>
        <pc:picChg chg="add del">
          <ac:chgData name="Sohag Kabir" userId="e9b0da40-aef8-480a-bb63-d1daacecf555" providerId="ADAL" clId="{5C408035-4E8D-4ADF-9233-ED281F8B05DA}" dt="2024-09-29T14:43:05.107" v="5450" actId="22"/>
          <ac:picMkLst>
            <pc:docMk/>
            <pc:sldMk cId="1583876998" sldId="261"/>
            <ac:picMk id="4" creationId="{E482A7F7-E5DF-62CC-90AD-5D5F00B2348A}"/>
          </ac:picMkLst>
        </pc:picChg>
        <pc:picChg chg="add mod">
          <ac:chgData name="Sohag Kabir" userId="e9b0da40-aef8-480a-bb63-d1daacecf555" providerId="ADAL" clId="{5C408035-4E8D-4ADF-9233-ED281F8B05DA}" dt="2024-09-29T15:26:38.610" v="5904" actId="1076"/>
          <ac:picMkLst>
            <pc:docMk/>
            <pc:sldMk cId="1583876998" sldId="261"/>
            <ac:picMk id="10" creationId="{3F46535C-477D-E49B-6B7C-D64B3A718EA8}"/>
          </ac:picMkLst>
        </pc:picChg>
        <pc:picChg chg="add mod ord">
          <ac:chgData name="Sohag Kabir" userId="e9b0da40-aef8-480a-bb63-d1daacecf555" providerId="ADAL" clId="{5C408035-4E8D-4ADF-9233-ED281F8B05DA}" dt="2024-09-29T15:26:38.610" v="5904" actId="1076"/>
          <ac:picMkLst>
            <pc:docMk/>
            <pc:sldMk cId="1583876998" sldId="261"/>
            <ac:picMk id="20" creationId="{DA1166E4-1119-83F3-D595-E4275F2E503D}"/>
          </ac:picMkLst>
        </pc:picChg>
      </pc:sldChg>
      <pc:sldChg chg="addSp delSp modSp mod modNotesTx">
        <pc:chgData name="Sohag Kabir" userId="e9b0da40-aef8-480a-bb63-d1daacecf555" providerId="ADAL" clId="{5C408035-4E8D-4ADF-9233-ED281F8B05DA}" dt="2024-09-29T15:56:05.631" v="6240" actId="1076"/>
        <pc:sldMkLst>
          <pc:docMk/>
          <pc:sldMk cId="4146333179" sldId="264"/>
        </pc:sldMkLst>
        <pc:spChg chg="mod">
          <ac:chgData name="Sohag Kabir" userId="e9b0da40-aef8-480a-bb63-d1daacecf555" providerId="ADAL" clId="{5C408035-4E8D-4ADF-9233-ED281F8B05DA}" dt="2024-09-29T15:56:05.631" v="6240" actId="1076"/>
          <ac:spMkLst>
            <pc:docMk/>
            <pc:sldMk cId="4146333179" sldId="264"/>
            <ac:spMk id="2" creationId="{81C438A6-3010-496D-B29E-036E43E273F3}"/>
          </ac:spMkLst>
        </pc:spChg>
        <pc:spChg chg="add del mod">
          <ac:chgData name="Sohag Kabir" userId="e9b0da40-aef8-480a-bb63-d1daacecf555" providerId="ADAL" clId="{5C408035-4E8D-4ADF-9233-ED281F8B05DA}" dt="2024-09-29T15:42:05.311" v="6064" actId="478"/>
          <ac:spMkLst>
            <pc:docMk/>
            <pc:sldMk cId="4146333179" sldId="264"/>
            <ac:spMk id="3" creationId="{02954BEB-AC32-9E78-D2C5-52FB33C6C8EE}"/>
          </ac:spMkLst>
        </pc:spChg>
        <pc:spChg chg="del mod">
          <ac:chgData name="Sohag Kabir" userId="e9b0da40-aef8-480a-bb63-d1daacecf555" providerId="ADAL" clId="{5C408035-4E8D-4ADF-9233-ED281F8B05DA}" dt="2024-09-29T15:42:01.879" v="6063" actId="478"/>
          <ac:spMkLst>
            <pc:docMk/>
            <pc:sldMk cId="4146333179" sldId="264"/>
            <ac:spMk id="7" creationId="{00000000-0000-0000-0000-000000000000}"/>
          </ac:spMkLst>
        </pc:spChg>
        <pc:spChg chg="mod">
          <ac:chgData name="Sohag Kabir" userId="e9b0da40-aef8-480a-bb63-d1daacecf555" providerId="ADAL" clId="{5C408035-4E8D-4ADF-9233-ED281F8B05DA}" dt="2024-09-22T00:25:17.266" v="1560"/>
          <ac:spMkLst>
            <pc:docMk/>
            <pc:sldMk cId="4146333179" sldId="264"/>
            <ac:spMk id="13" creationId="{B05BF201-15EA-4712-87E8-E69CA936FC58}"/>
          </ac:spMkLst>
        </pc:spChg>
        <pc:picChg chg="add del mod">
          <ac:chgData name="Sohag Kabir" userId="e9b0da40-aef8-480a-bb63-d1daacecf555" providerId="ADAL" clId="{5C408035-4E8D-4ADF-9233-ED281F8B05DA}" dt="2024-09-29T15:46:14.794" v="6070" actId="478"/>
          <ac:picMkLst>
            <pc:docMk/>
            <pc:sldMk cId="4146333179" sldId="264"/>
            <ac:picMk id="5" creationId="{AAB077CA-4110-FD6A-FF45-A5D814E51265}"/>
          </ac:picMkLst>
        </pc:picChg>
        <pc:picChg chg="add mod">
          <ac:chgData name="Sohag Kabir" userId="e9b0da40-aef8-480a-bb63-d1daacecf555" providerId="ADAL" clId="{5C408035-4E8D-4ADF-9233-ED281F8B05DA}" dt="2024-09-29T15:46:44.024" v="6099" actId="14100"/>
          <ac:picMkLst>
            <pc:docMk/>
            <pc:sldMk cId="4146333179" sldId="264"/>
            <ac:picMk id="11266" creationId="{B555FE88-D3E2-586D-98D7-0E6AB7E5E2B5}"/>
          </ac:picMkLst>
        </pc:picChg>
      </pc:sldChg>
      <pc:sldChg chg="addSp delSp modSp mod ord delAnim modAnim">
        <pc:chgData name="Sohag Kabir" userId="e9b0da40-aef8-480a-bb63-d1daacecf555" providerId="ADAL" clId="{5C408035-4E8D-4ADF-9233-ED281F8B05DA}" dt="2024-09-29T15:59:25.256" v="6248" actId="20577"/>
        <pc:sldMkLst>
          <pc:docMk/>
          <pc:sldMk cId="1671400381" sldId="265"/>
        </pc:sldMkLst>
        <pc:spChg chg="mod">
          <ac:chgData name="Sohag Kabir" userId="e9b0da40-aef8-480a-bb63-d1daacecf555" providerId="ADAL" clId="{5C408035-4E8D-4ADF-9233-ED281F8B05DA}" dt="2024-09-29T11:14:48.140" v="3207" actId="255"/>
          <ac:spMkLst>
            <pc:docMk/>
            <pc:sldMk cId="1671400381" sldId="265"/>
            <ac:spMk id="2" creationId="{F2A4DAD3-1E36-4CAD-94D1-E06B348A4ADD}"/>
          </ac:spMkLst>
        </pc:spChg>
        <pc:spChg chg="del mod">
          <ac:chgData name="Sohag Kabir" userId="e9b0da40-aef8-480a-bb63-d1daacecf555" providerId="ADAL" clId="{5C408035-4E8D-4ADF-9233-ED281F8B05DA}" dt="2024-09-29T11:13:09.188" v="3161" actId="478"/>
          <ac:spMkLst>
            <pc:docMk/>
            <pc:sldMk cId="1671400381" sldId="265"/>
            <ac:spMk id="3" creationId="{69629499-4F36-4E83-817C-E10C4F24E0FA}"/>
          </ac:spMkLst>
        </pc:spChg>
        <pc:spChg chg="add del mod">
          <ac:chgData name="Sohag Kabir" userId="e9b0da40-aef8-480a-bb63-d1daacecf555" providerId="ADAL" clId="{5C408035-4E8D-4ADF-9233-ED281F8B05DA}" dt="2024-09-29T11:13:12.420" v="3162" actId="478"/>
          <ac:spMkLst>
            <pc:docMk/>
            <pc:sldMk cId="1671400381" sldId="265"/>
            <ac:spMk id="4" creationId="{DDDA1F26-79C2-A7DF-64D7-65471715CC52}"/>
          </ac:spMkLst>
        </pc:spChg>
        <pc:spChg chg="del">
          <ac:chgData name="Sohag Kabir" userId="e9b0da40-aef8-480a-bb63-d1daacecf555" providerId="ADAL" clId="{5C408035-4E8D-4ADF-9233-ED281F8B05DA}" dt="2024-09-21T22:35:00.682" v="237" actId="478"/>
          <ac:spMkLst>
            <pc:docMk/>
            <pc:sldMk cId="1671400381" sldId="265"/>
            <ac:spMk id="7" creationId="{00000000-0000-0000-0000-000000000000}"/>
          </ac:spMkLst>
        </pc:spChg>
        <pc:spChg chg="mod">
          <ac:chgData name="Sohag Kabir" userId="e9b0da40-aef8-480a-bb63-d1daacecf555" providerId="ADAL" clId="{5C408035-4E8D-4ADF-9233-ED281F8B05DA}" dt="2024-09-21T23:17:37.663" v="795"/>
          <ac:spMkLst>
            <pc:docMk/>
            <pc:sldMk cId="1671400381" sldId="265"/>
            <ac:spMk id="8" creationId="{00000000-0000-0000-0000-000000000000}"/>
          </ac:spMkLst>
        </pc:spChg>
        <pc:spChg chg="add mod">
          <ac:chgData name="Sohag Kabir" userId="e9b0da40-aef8-480a-bb63-d1daacecf555" providerId="ADAL" clId="{5C408035-4E8D-4ADF-9233-ED281F8B05DA}" dt="2024-09-29T11:16:09.732" v="3235" actId="1076"/>
          <ac:spMkLst>
            <pc:docMk/>
            <pc:sldMk cId="1671400381" sldId="265"/>
            <ac:spMk id="9" creationId="{D2DB1874-C0DE-779E-4007-ECE4F0580246}"/>
          </ac:spMkLst>
        </pc:spChg>
        <pc:spChg chg="add mod">
          <ac:chgData name="Sohag Kabir" userId="e9b0da40-aef8-480a-bb63-d1daacecf555" providerId="ADAL" clId="{5C408035-4E8D-4ADF-9233-ED281F8B05DA}" dt="2024-09-29T11:20:14.507" v="3313" actId="1076"/>
          <ac:spMkLst>
            <pc:docMk/>
            <pc:sldMk cId="1671400381" sldId="265"/>
            <ac:spMk id="10" creationId="{C72B4FCD-4F84-43FF-E373-0E7E8665FC65}"/>
          </ac:spMkLst>
        </pc:spChg>
        <pc:spChg chg="add mod">
          <ac:chgData name="Sohag Kabir" userId="e9b0da40-aef8-480a-bb63-d1daacecf555" providerId="ADAL" clId="{5C408035-4E8D-4ADF-9233-ED281F8B05DA}" dt="2024-09-29T15:59:25.256" v="6248" actId="20577"/>
          <ac:spMkLst>
            <pc:docMk/>
            <pc:sldMk cId="1671400381" sldId="265"/>
            <ac:spMk id="12" creationId="{C344E8A4-372A-23BF-49B1-8767B696DC13}"/>
          </ac:spMkLst>
        </pc:spChg>
        <pc:spChg chg="add mod">
          <ac:chgData name="Sohag Kabir" userId="e9b0da40-aef8-480a-bb63-d1daacecf555" providerId="ADAL" clId="{5C408035-4E8D-4ADF-9233-ED281F8B05DA}" dt="2024-09-29T11:20:32.516" v="3317" actId="2711"/>
          <ac:spMkLst>
            <pc:docMk/>
            <pc:sldMk cId="1671400381" sldId="265"/>
            <ac:spMk id="14" creationId="{238C606A-9D8F-4C6C-B481-062B5EB30391}"/>
          </ac:spMkLst>
        </pc:spChg>
        <pc:graphicFrameChg chg="add del modGraphic">
          <ac:chgData name="Sohag Kabir" userId="e9b0da40-aef8-480a-bb63-d1daacecf555" providerId="ADAL" clId="{5C408035-4E8D-4ADF-9233-ED281F8B05DA}" dt="2024-09-21T22:36:00.382" v="239" actId="1032"/>
          <ac:graphicFrameMkLst>
            <pc:docMk/>
            <pc:sldMk cId="1671400381" sldId="265"/>
            <ac:graphicFrameMk id="4" creationId="{95D0533B-1694-9288-9E9B-78AE65A0583E}"/>
          </ac:graphicFrameMkLst>
        </pc:graphicFrameChg>
        <pc:graphicFrameChg chg="add del modGraphic">
          <ac:chgData name="Sohag Kabir" userId="e9b0da40-aef8-480a-bb63-d1daacecf555" providerId="ADAL" clId="{5C408035-4E8D-4ADF-9233-ED281F8B05DA}" dt="2024-09-21T22:36:23.374" v="241" actId="1032"/>
          <ac:graphicFrameMkLst>
            <pc:docMk/>
            <pc:sldMk cId="1671400381" sldId="265"/>
            <ac:graphicFrameMk id="5" creationId="{F34AA6B8-4849-F10F-20DA-0E852F331230}"/>
          </ac:graphicFrameMkLst>
        </pc:graphicFrameChg>
        <pc:graphicFrameChg chg="add del modGraphic">
          <ac:chgData name="Sohag Kabir" userId="e9b0da40-aef8-480a-bb63-d1daacecf555" providerId="ADAL" clId="{5C408035-4E8D-4ADF-9233-ED281F8B05DA}" dt="2024-09-21T22:36:54.319" v="243" actId="1032"/>
          <ac:graphicFrameMkLst>
            <pc:docMk/>
            <pc:sldMk cId="1671400381" sldId="265"/>
            <ac:graphicFrameMk id="9" creationId="{9536CA8F-73B1-BCA2-25ED-0D4ECD2928D9}"/>
          </ac:graphicFrameMkLst>
        </pc:graphicFrameChg>
        <pc:graphicFrameChg chg="add del mod modGraphic">
          <ac:chgData name="Sohag Kabir" userId="e9b0da40-aef8-480a-bb63-d1daacecf555" providerId="ADAL" clId="{5C408035-4E8D-4ADF-9233-ED281F8B05DA}" dt="2024-09-21T22:38:18.495" v="256" actId="478"/>
          <ac:graphicFrameMkLst>
            <pc:docMk/>
            <pc:sldMk cId="1671400381" sldId="265"/>
            <ac:graphicFrameMk id="10" creationId="{618CEE91-DFA1-96C0-0ADE-3F472F01FB1D}"/>
          </ac:graphicFrameMkLst>
        </pc:graphicFrameChg>
        <pc:graphicFrameChg chg="add del mod modGraphic">
          <ac:chgData name="Sohag Kabir" userId="e9b0da40-aef8-480a-bb63-d1daacecf555" providerId="ADAL" clId="{5C408035-4E8D-4ADF-9233-ED281F8B05DA}" dt="2024-09-29T11:13:07.252" v="3160" actId="478"/>
          <ac:graphicFrameMkLst>
            <pc:docMk/>
            <pc:sldMk cId="1671400381" sldId="265"/>
            <ac:graphicFrameMk id="11" creationId="{CAD5CDD0-B006-4760-0AE9-D782EB486951}"/>
          </ac:graphicFrameMkLst>
        </pc:graphicFrameChg>
        <pc:picChg chg="add mod">
          <ac:chgData name="Sohag Kabir" userId="e9b0da40-aef8-480a-bb63-d1daacecf555" providerId="ADAL" clId="{5C408035-4E8D-4ADF-9233-ED281F8B05DA}" dt="2024-09-29T11:20:17.172" v="3314" actId="1076"/>
          <ac:picMkLst>
            <pc:docMk/>
            <pc:sldMk cId="1671400381" sldId="265"/>
            <ac:picMk id="7" creationId="{AADCAB66-92D2-95F8-4276-DF3BE39A4E8E}"/>
          </ac:picMkLst>
        </pc:picChg>
      </pc:sldChg>
      <pc:sldChg chg="addSp delSp modSp mod ord modAnim modNotesTx">
        <pc:chgData name="Sohag Kabir" userId="e9b0da40-aef8-480a-bb63-d1daacecf555" providerId="ADAL" clId="{5C408035-4E8D-4ADF-9233-ED281F8B05DA}" dt="2024-09-29T16:14:23.061" v="6521" actId="6549"/>
        <pc:sldMkLst>
          <pc:docMk/>
          <pc:sldMk cId="1480265116" sldId="266"/>
        </pc:sldMkLst>
        <pc:spChg chg="del mod">
          <ac:chgData name="Sohag Kabir" userId="e9b0da40-aef8-480a-bb63-d1daacecf555" providerId="ADAL" clId="{5C408035-4E8D-4ADF-9233-ED281F8B05DA}" dt="2024-09-29T11:21:22.116" v="3319" actId="478"/>
          <ac:spMkLst>
            <pc:docMk/>
            <pc:sldMk cId="1480265116" sldId="266"/>
            <ac:spMk id="2" creationId="{F2A4DAD3-1E36-4CAD-94D1-E06B348A4ADD}"/>
          </ac:spMkLst>
        </pc:spChg>
        <pc:spChg chg="add del mod">
          <ac:chgData name="Sohag Kabir" userId="e9b0da40-aef8-480a-bb63-d1daacecf555" providerId="ADAL" clId="{5C408035-4E8D-4ADF-9233-ED281F8B05DA}" dt="2024-09-29T11:21:26.820" v="3321" actId="478"/>
          <ac:spMkLst>
            <pc:docMk/>
            <pc:sldMk cId="1480265116" sldId="266"/>
            <ac:spMk id="3" creationId="{EF9A1EED-6681-2F7F-8D8F-6C73CABCB7C3}"/>
          </ac:spMkLst>
        </pc:spChg>
        <pc:spChg chg="add mod">
          <ac:chgData name="Sohag Kabir" userId="e9b0da40-aef8-480a-bb63-d1daacecf555" providerId="ADAL" clId="{5C408035-4E8D-4ADF-9233-ED281F8B05DA}" dt="2024-09-29T12:51:55.846" v="4348" actId="20577"/>
          <ac:spMkLst>
            <pc:docMk/>
            <pc:sldMk cId="1480265116" sldId="266"/>
            <ac:spMk id="4" creationId="{8B3BBD20-CA54-1CCC-FDC5-4B2C938D023F}"/>
          </ac:spMkLst>
        </pc:spChg>
        <pc:spChg chg="add del mod">
          <ac:chgData name="Sohag Kabir" userId="e9b0da40-aef8-480a-bb63-d1daacecf555" providerId="ADAL" clId="{5C408035-4E8D-4ADF-9233-ED281F8B05DA}" dt="2024-09-22T10:16:05.569" v="1780" actId="478"/>
          <ac:spMkLst>
            <pc:docMk/>
            <pc:sldMk cId="1480265116" sldId="266"/>
            <ac:spMk id="4" creationId="{94F2367E-5D87-11B9-DCF6-0AABE51EB222}"/>
          </ac:spMkLst>
        </pc:spChg>
        <pc:spChg chg="add del mod">
          <ac:chgData name="Sohag Kabir" userId="e9b0da40-aef8-480a-bb63-d1daacecf555" providerId="ADAL" clId="{5C408035-4E8D-4ADF-9233-ED281F8B05DA}" dt="2024-09-22T10:20:13.645" v="1791" actId="478"/>
          <ac:spMkLst>
            <pc:docMk/>
            <pc:sldMk cId="1480265116" sldId="266"/>
            <ac:spMk id="5" creationId="{FDEA4DFA-1268-47F7-FDAA-F6B52258C2DD}"/>
          </ac:spMkLst>
        </pc:spChg>
        <pc:spChg chg="add del mod">
          <ac:chgData name="Sohag Kabir" userId="e9b0da40-aef8-480a-bb63-d1daacecf555" providerId="ADAL" clId="{5C408035-4E8D-4ADF-9233-ED281F8B05DA}" dt="2024-09-21T23:43:11.382" v="1055" actId="478"/>
          <ac:spMkLst>
            <pc:docMk/>
            <pc:sldMk cId="1480265116" sldId="266"/>
            <ac:spMk id="7" creationId="{319B76FA-1ED1-4944-57BA-81AB4F9EA75B}"/>
          </ac:spMkLst>
        </pc:spChg>
        <pc:spChg chg="mod">
          <ac:chgData name="Sohag Kabir" userId="e9b0da40-aef8-480a-bb63-d1daacecf555" providerId="ADAL" clId="{5C408035-4E8D-4ADF-9233-ED281F8B05DA}" dt="2024-09-22T00:24:32.715" v="1553"/>
          <ac:spMkLst>
            <pc:docMk/>
            <pc:sldMk cId="1480265116" sldId="266"/>
            <ac:spMk id="8" creationId="{00000000-0000-0000-0000-000000000000}"/>
          </ac:spMkLst>
        </pc:spChg>
        <pc:spChg chg="add del mod">
          <ac:chgData name="Sohag Kabir" userId="e9b0da40-aef8-480a-bb63-d1daacecf555" providerId="ADAL" clId="{5C408035-4E8D-4ADF-9233-ED281F8B05DA}" dt="2024-09-22T10:20:09.909" v="1790" actId="478"/>
          <ac:spMkLst>
            <pc:docMk/>
            <pc:sldMk cId="1480265116" sldId="266"/>
            <ac:spMk id="9" creationId="{E67C3D7F-1592-4B51-DE14-8B40F807CCBE}"/>
          </ac:spMkLst>
        </pc:spChg>
        <pc:spChg chg="add del mod">
          <ac:chgData name="Sohag Kabir" userId="e9b0da40-aef8-480a-bb63-d1daacecf555" providerId="ADAL" clId="{5C408035-4E8D-4ADF-9233-ED281F8B05DA}" dt="2024-09-29T11:45:53.599" v="3577" actId="478"/>
          <ac:spMkLst>
            <pc:docMk/>
            <pc:sldMk cId="1480265116" sldId="266"/>
            <ac:spMk id="9" creationId="{F5D9F30E-C386-5862-0637-094BEF3D6705}"/>
          </ac:spMkLst>
        </pc:spChg>
        <pc:spChg chg="del">
          <ac:chgData name="Sohag Kabir" userId="e9b0da40-aef8-480a-bb63-d1daacecf555" providerId="ADAL" clId="{5C408035-4E8D-4ADF-9233-ED281F8B05DA}" dt="2024-09-21T23:39:10.215" v="1045" actId="478"/>
          <ac:spMkLst>
            <pc:docMk/>
            <pc:sldMk cId="1480265116" sldId="266"/>
            <ac:spMk id="10" creationId="{00000000-0000-0000-0000-000000000000}"/>
          </ac:spMkLst>
        </pc:spChg>
        <pc:spChg chg="add mod">
          <ac:chgData name="Sohag Kabir" userId="e9b0da40-aef8-480a-bb63-d1daacecf555" providerId="ADAL" clId="{5C408035-4E8D-4ADF-9233-ED281F8B05DA}" dt="2024-09-21T23:44:03.445" v="1057" actId="164"/>
          <ac:spMkLst>
            <pc:docMk/>
            <pc:sldMk cId="1480265116" sldId="266"/>
            <ac:spMk id="11" creationId="{B6776BDC-2FC2-84FF-302C-91CF921D9A4A}"/>
          </ac:spMkLst>
        </pc:spChg>
        <pc:spChg chg="add mod">
          <ac:chgData name="Sohag Kabir" userId="e9b0da40-aef8-480a-bb63-d1daacecf555" providerId="ADAL" clId="{5C408035-4E8D-4ADF-9233-ED281F8B05DA}" dt="2024-09-29T11:43:18.693" v="3521" actId="164"/>
          <ac:spMkLst>
            <pc:docMk/>
            <pc:sldMk cId="1480265116" sldId="266"/>
            <ac:spMk id="12" creationId="{9F0955C3-A246-025F-03B7-10151ADD4A0E}"/>
          </ac:spMkLst>
        </pc:spChg>
        <pc:spChg chg="add mod">
          <ac:chgData name="Sohag Kabir" userId="e9b0da40-aef8-480a-bb63-d1daacecf555" providerId="ADAL" clId="{5C408035-4E8D-4ADF-9233-ED281F8B05DA}" dt="2024-09-21T23:44:03.445" v="1057" actId="164"/>
          <ac:spMkLst>
            <pc:docMk/>
            <pc:sldMk cId="1480265116" sldId="266"/>
            <ac:spMk id="12" creationId="{EA6C3882-F024-604B-5CD3-4FAA18EF815F}"/>
          </ac:spMkLst>
        </pc:spChg>
        <pc:spChg chg="add mod">
          <ac:chgData name="Sohag Kabir" userId="e9b0da40-aef8-480a-bb63-d1daacecf555" providerId="ADAL" clId="{5C408035-4E8D-4ADF-9233-ED281F8B05DA}" dt="2024-09-21T23:44:03.445" v="1057" actId="164"/>
          <ac:spMkLst>
            <pc:docMk/>
            <pc:sldMk cId="1480265116" sldId="266"/>
            <ac:spMk id="13" creationId="{3A48594D-5476-129F-E384-34C7F6296961}"/>
          </ac:spMkLst>
        </pc:spChg>
        <pc:spChg chg="add mod">
          <ac:chgData name="Sohag Kabir" userId="e9b0da40-aef8-480a-bb63-d1daacecf555" providerId="ADAL" clId="{5C408035-4E8D-4ADF-9233-ED281F8B05DA}" dt="2024-09-29T11:43:18.693" v="3521" actId="164"/>
          <ac:spMkLst>
            <pc:docMk/>
            <pc:sldMk cId="1480265116" sldId="266"/>
            <ac:spMk id="13" creationId="{6159D2C5-E1EB-2A81-9AF2-AF0442C0BCC3}"/>
          </ac:spMkLst>
        </pc:spChg>
        <pc:spChg chg="add del mod">
          <ac:chgData name="Sohag Kabir" userId="e9b0da40-aef8-480a-bb63-d1daacecf555" providerId="ADAL" clId="{5C408035-4E8D-4ADF-9233-ED281F8B05DA}" dt="2024-09-22T10:20:07.046" v="1789" actId="478"/>
          <ac:spMkLst>
            <pc:docMk/>
            <pc:sldMk cId="1480265116" sldId="266"/>
            <ac:spMk id="14" creationId="{20ED7C63-7FE2-E2FF-1786-8F6A3A0C56DD}"/>
          </ac:spMkLst>
        </pc:spChg>
        <pc:spChg chg="add mod">
          <ac:chgData name="Sohag Kabir" userId="e9b0da40-aef8-480a-bb63-d1daacecf555" providerId="ADAL" clId="{5C408035-4E8D-4ADF-9233-ED281F8B05DA}" dt="2024-09-29T11:43:18.693" v="3521" actId="164"/>
          <ac:spMkLst>
            <pc:docMk/>
            <pc:sldMk cId="1480265116" sldId="266"/>
            <ac:spMk id="14" creationId="{42308162-D919-9840-E15B-822772797EB3}"/>
          </ac:spMkLst>
        </pc:spChg>
        <pc:spChg chg="add del mod">
          <ac:chgData name="Sohag Kabir" userId="e9b0da40-aef8-480a-bb63-d1daacecf555" providerId="ADAL" clId="{5C408035-4E8D-4ADF-9233-ED281F8B05DA}" dt="2024-09-22T10:19:57.080" v="1785" actId="478"/>
          <ac:spMkLst>
            <pc:docMk/>
            <pc:sldMk cId="1480265116" sldId="266"/>
            <ac:spMk id="15" creationId="{A2041B4F-2E27-694B-227B-8415A108C521}"/>
          </ac:spMkLst>
        </pc:spChg>
        <pc:spChg chg="add mod">
          <ac:chgData name="Sohag Kabir" userId="e9b0da40-aef8-480a-bb63-d1daacecf555" providerId="ADAL" clId="{5C408035-4E8D-4ADF-9233-ED281F8B05DA}" dt="2024-09-29T11:43:18.693" v="3521" actId="164"/>
          <ac:spMkLst>
            <pc:docMk/>
            <pc:sldMk cId="1480265116" sldId="266"/>
            <ac:spMk id="15" creationId="{F2A9F24B-717E-4AF9-4B8D-02395BD05DE8}"/>
          </ac:spMkLst>
        </pc:spChg>
        <pc:spChg chg="add del mod">
          <ac:chgData name="Sohag Kabir" userId="e9b0da40-aef8-480a-bb63-d1daacecf555" providerId="ADAL" clId="{5C408035-4E8D-4ADF-9233-ED281F8B05DA}" dt="2024-09-22T10:19:59.802" v="1786" actId="478"/>
          <ac:spMkLst>
            <pc:docMk/>
            <pc:sldMk cId="1480265116" sldId="266"/>
            <ac:spMk id="16" creationId="{9B49B2EE-C37C-49FB-1E06-F921B609926F}"/>
          </ac:spMkLst>
        </pc:spChg>
        <pc:spChg chg="add mod">
          <ac:chgData name="Sohag Kabir" userId="e9b0da40-aef8-480a-bb63-d1daacecf555" providerId="ADAL" clId="{5C408035-4E8D-4ADF-9233-ED281F8B05DA}" dt="2024-09-29T11:43:18.693" v="3521" actId="164"/>
          <ac:spMkLst>
            <pc:docMk/>
            <pc:sldMk cId="1480265116" sldId="266"/>
            <ac:spMk id="16" creationId="{EF1A836B-E0EA-474D-352C-223B107F35AE}"/>
          </ac:spMkLst>
        </pc:spChg>
        <pc:spChg chg="add mod">
          <ac:chgData name="Sohag Kabir" userId="e9b0da40-aef8-480a-bb63-d1daacecf555" providerId="ADAL" clId="{5C408035-4E8D-4ADF-9233-ED281F8B05DA}" dt="2024-09-22T10:13:45.101" v="1759" actId="164"/>
          <ac:spMkLst>
            <pc:docMk/>
            <pc:sldMk cId="1480265116" sldId="266"/>
            <ac:spMk id="17" creationId="{8CE033DF-72D9-BBCF-170E-82877563EAB5}"/>
          </ac:spMkLst>
        </pc:spChg>
        <pc:spChg chg="add mod">
          <ac:chgData name="Sohag Kabir" userId="e9b0da40-aef8-480a-bb63-d1daacecf555" providerId="ADAL" clId="{5C408035-4E8D-4ADF-9233-ED281F8B05DA}" dt="2024-09-29T11:43:18.693" v="3521" actId="164"/>
          <ac:spMkLst>
            <pc:docMk/>
            <pc:sldMk cId="1480265116" sldId="266"/>
            <ac:spMk id="17" creationId="{FC5479AB-BF36-3C07-5DE6-46ECE3CC72B7}"/>
          </ac:spMkLst>
        </pc:spChg>
        <pc:spChg chg="add mod">
          <ac:chgData name="Sohag Kabir" userId="e9b0da40-aef8-480a-bb63-d1daacecf555" providerId="ADAL" clId="{5C408035-4E8D-4ADF-9233-ED281F8B05DA}" dt="2024-09-22T10:13:45.101" v="1759" actId="164"/>
          <ac:spMkLst>
            <pc:docMk/>
            <pc:sldMk cId="1480265116" sldId="266"/>
            <ac:spMk id="18" creationId="{87BAD49D-B2B6-D5B1-21F1-D395C7A0DA2D}"/>
          </ac:spMkLst>
        </pc:spChg>
        <pc:spChg chg="add mod">
          <ac:chgData name="Sohag Kabir" userId="e9b0da40-aef8-480a-bb63-d1daacecf555" providerId="ADAL" clId="{5C408035-4E8D-4ADF-9233-ED281F8B05DA}" dt="2024-09-29T11:43:18.693" v="3521" actId="164"/>
          <ac:spMkLst>
            <pc:docMk/>
            <pc:sldMk cId="1480265116" sldId="266"/>
            <ac:spMk id="18" creationId="{8BD4058E-CC4A-12D1-E514-785D0D53F7E1}"/>
          </ac:spMkLst>
        </pc:spChg>
        <pc:spChg chg="add mod">
          <ac:chgData name="Sohag Kabir" userId="e9b0da40-aef8-480a-bb63-d1daacecf555" providerId="ADAL" clId="{5C408035-4E8D-4ADF-9233-ED281F8B05DA}" dt="2024-09-29T11:43:18.693" v="3521" actId="164"/>
          <ac:spMkLst>
            <pc:docMk/>
            <pc:sldMk cId="1480265116" sldId="266"/>
            <ac:spMk id="19" creationId="{77A50F21-24D9-41B0-C1C8-12811EEF798C}"/>
          </ac:spMkLst>
        </pc:spChg>
        <pc:spChg chg="add del mod">
          <ac:chgData name="Sohag Kabir" userId="e9b0da40-aef8-480a-bb63-d1daacecf555" providerId="ADAL" clId="{5C408035-4E8D-4ADF-9233-ED281F8B05DA}" dt="2024-09-22T10:20:04.826" v="1788" actId="478"/>
          <ac:spMkLst>
            <pc:docMk/>
            <pc:sldMk cId="1480265116" sldId="266"/>
            <ac:spMk id="19" creationId="{DE453004-A99B-1063-ADB5-F26EAAD74331}"/>
          </ac:spMkLst>
        </pc:spChg>
        <pc:spChg chg="add del mod">
          <ac:chgData name="Sohag Kabir" userId="e9b0da40-aef8-480a-bb63-d1daacecf555" providerId="ADAL" clId="{5C408035-4E8D-4ADF-9233-ED281F8B05DA}" dt="2024-09-21T23:43:22.854" v="1056" actId="478"/>
          <ac:spMkLst>
            <pc:docMk/>
            <pc:sldMk cId="1480265116" sldId="266"/>
            <ac:spMk id="20" creationId="{B2628124-802C-B0B6-42AD-F8832F95A657}"/>
          </ac:spMkLst>
        </pc:spChg>
        <pc:spChg chg="add mod">
          <ac:chgData name="Sohag Kabir" userId="e9b0da40-aef8-480a-bb63-d1daacecf555" providerId="ADAL" clId="{5C408035-4E8D-4ADF-9233-ED281F8B05DA}" dt="2024-09-29T11:45:45.756" v="3575" actId="164"/>
          <ac:spMkLst>
            <pc:docMk/>
            <pc:sldMk cId="1480265116" sldId="266"/>
            <ac:spMk id="21" creationId="{F195198B-160F-E976-EF21-0B291791B767}"/>
          </ac:spMkLst>
        </pc:spChg>
        <pc:spChg chg="add del mod">
          <ac:chgData name="Sohag Kabir" userId="e9b0da40-aef8-480a-bb63-d1daacecf555" providerId="ADAL" clId="{5C408035-4E8D-4ADF-9233-ED281F8B05DA}" dt="2024-09-22T10:34:24.358" v="1873" actId="478"/>
          <ac:spMkLst>
            <pc:docMk/>
            <pc:sldMk cId="1480265116" sldId="266"/>
            <ac:spMk id="23" creationId="{A2037A05-9A54-499E-B326-FF6949841FC9}"/>
          </ac:spMkLst>
        </pc:spChg>
        <pc:grpChg chg="add mod">
          <ac:chgData name="Sohag Kabir" userId="e9b0da40-aef8-480a-bb63-d1daacecf555" providerId="ADAL" clId="{5C408035-4E8D-4ADF-9233-ED281F8B05DA}" dt="2024-09-29T11:45:45.756" v="3575" actId="164"/>
          <ac:grpSpMkLst>
            <pc:docMk/>
            <pc:sldMk cId="1480265116" sldId="266"/>
            <ac:grpSpMk id="20" creationId="{2980C8CC-3013-35D6-0198-16557731B49D}"/>
          </ac:grpSpMkLst>
        </pc:grpChg>
        <pc:grpChg chg="add del mod">
          <ac:chgData name="Sohag Kabir" userId="e9b0da40-aef8-480a-bb63-d1daacecf555" providerId="ADAL" clId="{5C408035-4E8D-4ADF-9233-ED281F8B05DA}" dt="2024-09-22T10:19:55.354" v="1784" actId="478"/>
          <ac:grpSpMkLst>
            <pc:docMk/>
            <pc:sldMk cId="1480265116" sldId="266"/>
            <ac:grpSpMk id="21" creationId="{B189401D-9EB8-B47B-0561-515E6F904FC4}"/>
          </ac:grpSpMkLst>
        </pc:grpChg>
        <pc:grpChg chg="add mod">
          <ac:chgData name="Sohag Kabir" userId="e9b0da40-aef8-480a-bb63-d1daacecf555" providerId="ADAL" clId="{5C408035-4E8D-4ADF-9233-ED281F8B05DA}" dt="2024-09-29T11:45:57.587" v="3578" actId="1076"/>
          <ac:grpSpMkLst>
            <pc:docMk/>
            <pc:sldMk cId="1480265116" sldId="266"/>
            <ac:grpSpMk id="22" creationId="{83734901-8D72-C4F9-8A2C-2F0FA82EE86F}"/>
          </ac:grpSpMkLst>
        </pc:grpChg>
        <pc:grpChg chg="add del mod">
          <ac:chgData name="Sohag Kabir" userId="e9b0da40-aef8-480a-bb63-d1daacecf555" providerId="ADAL" clId="{5C408035-4E8D-4ADF-9233-ED281F8B05DA}" dt="2024-09-22T10:20:01.435" v="1787" actId="478"/>
          <ac:grpSpMkLst>
            <pc:docMk/>
            <pc:sldMk cId="1480265116" sldId="266"/>
            <ac:grpSpMk id="22" creationId="{F8A2D9C2-B606-A363-E5CB-512BD6C60608}"/>
          </ac:grpSpMkLst>
        </pc:grpChg>
        <pc:graphicFrameChg chg="add del">
          <ac:chgData name="Sohag Kabir" userId="e9b0da40-aef8-480a-bb63-d1daacecf555" providerId="ADAL" clId="{5C408035-4E8D-4ADF-9233-ED281F8B05DA}" dt="2024-09-21T23:37:23.152" v="1014" actId="478"/>
          <ac:graphicFrameMkLst>
            <pc:docMk/>
            <pc:sldMk cId="1480265116" sldId="266"/>
            <ac:graphicFrameMk id="3" creationId="{20A58AF0-380F-BC9E-E05C-307D5FD8CA66}"/>
          </ac:graphicFrameMkLst>
        </pc:graphicFrameChg>
        <pc:graphicFrameChg chg="add del">
          <ac:chgData name="Sohag Kabir" userId="e9b0da40-aef8-480a-bb63-d1daacecf555" providerId="ADAL" clId="{5C408035-4E8D-4ADF-9233-ED281F8B05DA}" dt="2024-09-22T10:28:02.762" v="1864" actId="478"/>
          <ac:graphicFrameMkLst>
            <pc:docMk/>
            <pc:sldMk cId="1480265116" sldId="266"/>
            <ac:graphicFrameMk id="24" creationId="{51DC9883-8A42-0338-6F19-F7DF7772E983}"/>
          </ac:graphicFrameMkLst>
        </pc:graphicFrameChg>
        <pc:graphicFrameChg chg="add del">
          <ac:chgData name="Sohag Kabir" userId="e9b0da40-aef8-480a-bb63-d1daacecf555" providerId="ADAL" clId="{5C408035-4E8D-4ADF-9233-ED281F8B05DA}" dt="2024-09-22T10:28:58.906" v="1866" actId="478"/>
          <ac:graphicFrameMkLst>
            <pc:docMk/>
            <pc:sldMk cId="1480265116" sldId="266"/>
            <ac:graphicFrameMk id="25" creationId="{5267897D-D281-E71F-A3D3-C60A65D26699}"/>
          </ac:graphicFrameMkLst>
        </pc:graphicFrameChg>
        <pc:graphicFrameChg chg="add del">
          <ac:chgData name="Sohag Kabir" userId="e9b0da40-aef8-480a-bb63-d1daacecf555" providerId="ADAL" clId="{5C408035-4E8D-4ADF-9233-ED281F8B05DA}" dt="2024-09-22T10:29:43.446" v="1870"/>
          <ac:graphicFrameMkLst>
            <pc:docMk/>
            <pc:sldMk cId="1480265116" sldId="266"/>
            <ac:graphicFrameMk id="26" creationId="{3AEC0900-C1FB-632F-42FF-EA15D6564243}"/>
          </ac:graphicFrameMkLst>
        </pc:graphicFrameChg>
        <pc:graphicFrameChg chg="add del">
          <ac:chgData name="Sohag Kabir" userId="e9b0da40-aef8-480a-bb63-d1daacecf555" providerId="ADAL" clId="{5C408035-4E8D-4ADF-9233-ED281F8B05DA}" dt="2024-09-29T11:21:01.013" v="3318" actId="478"/>
          <ac:graphicFrameMkLst>
            <pc:docMk/>
            <pc:sldMk cId="1480265116" sldId="266"/>
            <ac:graphicFrameMk id="27" creationId="{FACBFDC2-D785-7863-1171-77C1310CB2D7}"/>
          </ac:graphicFrameMkLst>
        </pc:graphicFrameChg>
        <pc:picChg chg="add mod modCrop">
          <ac:chgData name="Sohag Kabir" userId="e9b0da40-aef8-480a-bb63-d1daacecf555" providerId="ADAL" clId="{5C408035-4E8D-4ADF-9233-ED281F8B05DA}" dt="2024-09-29T12:50:19.108" v="4340" actId="1038"/>
          <ac:picMkLst>
            <pc:docMk/>
            <pc:sldMk cId="1480265116" sldId="266"/>
            <ac:picMk id="5" creationId="{73C3FC7A-B18C-801D-A078-C8C8D407B711}"/>
          </ac:picMkLst>
        </pc:picChg>
        <pc:picChg chg="add mod">
          <ac:chgData name="Sohag Kabir" userId="e9b0da40-aef8-480a-bb63-d1daacecf555" providerId="ADAL" clId="{5C408035-4E8D-4ADF-9233-ED281F8B05DA}" dt="2024-09-29T11:43:18.693" v="3521" actId="164"/>
          <ac:picMkLst>
            <pc:docMk/>
            <pc:sldMk cId="1480265116" sldId="266"/>
            <ac:picMk id="11" creationId="{3B27D34B-9503-D14D-D19B-81CAE6982FCA}"/>
          </ac:picMkLst>
        </pc:picChg>
        <pc:picChg chg="add del mod">
          <ac:chgData name="Sohag Kabir" userId="e9b0da40-aef8-480a-bb63-d1daacecf555" providerId="ADAL" clId="{5C408035-4E8D-4ADF-9233-ED281F8B05DA}" dt="2024-09-22T10:19:53.717" v="1783" actId="478"/>
          <ac:picMkLst>
            <pc:docMk/>
            <pc:sldMk cId="1480265116" sldId="266"/>
            <ac:picMk id="1026" creationId="{78323CF5-4D28-F066-615D-7D4742318D85}"/>
          </ac:picMkLst>
        </pc:picChg>
      </pc:sldChg>
      <pc:sldChg chg="modSp mod">
        <pc:chgData name="Sohag Kabir" userId="e9b0da40-aef8-480a-bb63-d1daacecf555" providerId="ADAL" clId="{5C408035-4E8D-4ADF-9233-ED281F8B05DA}" dt="2024-09-22T00:25:21.842" v="1561"/>
        <pc:sldMkLst>
          <pc:docMk/>
          <pc:sldMk cId="4136712713" sldId="268"/>
        </pc:sldMkLst>
        <pc:spChg chg="mod">
          <ac:chgData name="Sohag Kabir" userId="e9b0da40-aef8-480a-bb63-d1daacecf555" providerId="ADAL" clId="{5C408035-4E8D-4ADF-9233-ED281F8B05DA}" dt="2024-09-22T00:25:21.842" v="1561"/>
          <ac:spMkLst>
            <pc:docMk/>
            <pc:sldMk cId="4136712713" sldId="268"/>
            <ac:spMk id="13" creationId="{B05BF201-15EA-4712-87E8-E69CA936FC58}"/>
          </ac:spMkLst>
        </pc:spChg>
      </pc:sldChg>
      <pc:sldChg chg="addSp delSp modSp mod">
        <pc:chgData name="Sohag Kabir" userId="e9b0da40-aef8-480a-bb63-d1daacecf555" providerId="ADAL" clId="{5C408035-4E8D-4ADF-9233-ED281F8B05DA}" dt="2024-09-29T15:40:50.529" v="6062" actId="14100"/>
        <pc:sldMkLst>
          <pc:docMk/>
          <pc:sldMk cId="4000026248" sldId="270"/>
        </pc:sldMkLst>
        <pc:spChg chg="mod">
          <ac:chgData name="Sohag Kabir" userId="e9b0da40-aef8-480a-bb63-d1daacecf555" providerId="ADAL" clId="{5C408035-4E8D-4ADF-9233-ED281F8B05DA}" dt="2024-09-29T15:40:07.476" v="6017"/>
          <ac:spMkLst>
            <pc:docMk/>
            <pc:sldMk cId="4000026248" sldId="270"/>
            <ac:spMk id="2" creationId="{34E1E058-61F9-4514-99F0-93DE3829F95E}"/>
          </ac:spMkLst>
        </pc:spChg>
        <pc:spChg chg="add del mod">
          <ac:chgData name="Sohag Kabir" userId="e9b0da40-aef8-480a-bb63-d1daacecf555" providerId="ADAL" clId="{5C408035-4E8D-4ADF-9233-ED281F8B05DA}" dt="2024-09-29T15:37:37.392" v="5980" actId="478"/>
          <ac:spMkLst>
            <pc:docMk/>
            <pc:sldMk cId="4000026248" sldId="270"/>
            <ac:spMk id="3" creationId="{8303B4F4-BA25-03AD-6D24-257F731D8A4D}"/>
          </ac:spMkLst>
        </pc:spChg>
        <pc:spChg chg="add mod">
          <ac:chgData name="Sohag Kabir" userId="e9b0da40-aef8-480a-bb63-d1daacecf555" providerId="ADAL" clId="{5C408035-4E8D-4ADF-9233-ED281F8B05DA}" dt="2024-09-29T15:40:45.810" v="6061" actId="14100"/>
          <ac:spMkLst>
            <pc:docMk/>
            <pc:sldMk cId="4000026248" sldId="270"/>
            <ac:spMk id="7" creationId="{197B47A4-D051-711D-55AF-AF41B40BB843}"/>
          </ac:spMkLst>
        </pc:spChg>
        <pc:spChg chg="mod">
          <ac:chgData name="Sohag Kabir" userId="e9b0da40-aef8-480a-bb63-d1daacecf555" providerId="ADAL" clId="{5C408035-4E8D-4ADF-9233-ED281F8B05DA}" dt="2024-09-22T00:25:12.506" v="1559"/>
          <ac:spMkLst>
            <pc:docMk/>
            <pc:sldMk cId="4000026248" sldId="270"/>
            <ac:spMk id="11" creationId="{81EC2EC8-08AF-4F2E-9595-B1D7A68CEB49}"/>
          </ac:spMkLst>
        </pc:spChg>
        <pc:spChg chg="del mod">
          <ac:chgData name="Sohag Kabir" userId="e9b0da40-aef8-480a-bb63-d1daacecf555" providerId="ADAL" clId="{5C408035-4E8D-4ADF-9233-ED281F8B05DA}" dt="2024-09-29T15:37:35.284" v="5979" actId="478"/>
          <ac:spMkLst>
            <pc:docMk/>
            <pc:sldMk cId="4000026248" sldId="270"/>
            <ac:spMk id="12" creationId="{AE427AB6-2C9B-44F8-B549-F145AA134E2A}"/>
          </ac:spMkLst>
        </pc:spChg>
        <pc:picChg chg="add mod modCrop">
          <ac:chgData name="Sohag Kabir" userId="e9b0da40-aef8-480a-bb63-d1daacecf555" providerId="ADAL" clId="{5C408035-4E8D-4ADF-9233-ED281F8B05DA}" dt="2024-09-29T15:40:50.529" v="6062" actId="14100"/>
          <ac:picMkLst>
            <pc:docMk/>
            <pc:sldMk cId="4000026248" sldId="270"/>
            <ac:picMk id="4" creationId="{00FE4820-F319-70B9-2D36-89DC81BDE069}"/>
          </ac:picMkLst>
        </pc:picChg>
      </pc:sldChg>
      <pc:sldChg chg="addSp delSp modSp mod">
        <pc:chgData name="Sohag Kabir" userId="e9b0da40-aef8-480a-bb63-d1daacecf555" providerId="ADAL" clId="{5C408035-4E8D-4ADF-9233-ED281F8B05DA}" dt="2024-09-29T14:38:59.909" v="5447" actId="20577"/>
        <pc:sldMkLst>
          <pc:docMk/>
          <pc:sldMk cId="4132999612" sldId="271"/>
        </pc:sldMkLst>
        <pc:spChg chg="mod">
          <ac:chgData name="Sohag Kabir" userId="e9b0da40-aef8-480a-bb63-d1daacecf555" providerId="ADAL" clId="{5C408035-4E8D-4ADF-9233-ED281F8B05DA}" dt="2024-09-29T14:38:59.909" v="5447" actId="20577"/>
          <ac:spMkLst>
            <pc:docMk/>
            <pc:sldMk cId="4132999612" sldId="271"/>
            <ac:spMk id="2" creationId="{3530B774-9001-449E-924A-4229028B4A25}"/>
          </ac:spMkLst>
        </pc:spChg>
        <pc:spChg chg="add mod">
          <ac:chgData name="Sohag Kabir" userId="e9b0da40-aef8-480a-bb63-d1daacecf555" providerId="ADAL" clId="{5C408035-4E8D-4ADF-9233-ED281F8B05DA}" dt="2024-09-29T13:21:56.658" v="4709" actId="1076"/>
          <ac:spMkLst>
            <pc:docMk/>
            <pc:sldMk cId="4132999612" sldId="271"/>
            <ac:spMk id="5" creationId="{1122AB5C-9A91-2C91-204A-99B0B4FD7DD3}"/>
          </ac:spMkLst>
        </pc:spChg>
        <pc:spChg chg="del mod">
          <ac:chgData name="Sohag Kabir" userId="e9b0da40-aef8-480a-bb63-d1daacecf555" providerId="ADAL" clId="{5C408035-4E8D-4ADF-9233-ED281F8B05DA}" dt="2024-09-22T10:54:23.420" v="1879" actId="478"/>
          <ac:spMkLst>
            <pc:docMk/>
            <pc:sldMk cId="4132999612" sldId="271"/>
            <ac:spMk id="8" creationId="{00000000-0000-0000-0000-000000000000}"/>
          </ac:spMkLst>
        </pc:spChg>
        <pc:spChg chg="mod">
          <ac:chgData name="Sohag Kabir" userId="e9b0da40-aef8-480a-bb63-d1daacecf555" providerId="ADAL" clId="{5C408035-4E8D-4ADF-9233-ED281F8B05DA}" dt="2024-09-22T00:24:50.193" v="1555"/>
          <ac:spMkLst>
            <pc:docMk/>
            <pc:sldMk cId="4132999612" sldId="271"/>
            <ac:spMk id="9" creationId="{00000000-0000-0000-0000-000000000000}"/>
          </ac:spMkLst>
        </pc:spChg>
        <pc:graphicFrameChg chg="add del">
          <ac:chgData name="Sohag Kabir" userId="e9b0da40-aef8-480a-bb63-d1daacecf555" providerId="ADAL" clId="{5C408035-4E8D-4ADF-9233-ED281F8B05DA}" dt="2024-09-29T13:13:19.087" v="4521" actId="478"/>
          <ac:graphicFrameMkLst>
            <pc:docMk/>
            <pc:sldMk cId="4132999612" sldId="271"/>
            <ac:graphicFrameMk id="3" creationId="{03CE51C8-EFE9-9CA3-3AAB-CF0A53023268}"/>
          </ac:graphicFrameMkLst>
        </pc:graphicFrameChg>
        <pc:picChg chg="add mod">
          <ac:chgData name="Sohag Kabir" userId="e9b0da40-aef8-480a-bb63-d1daacecf555" providerId="ADAL" clId="{5C408035-4E8D-4ADF-9233-ED281F8B05DA}" dt="2024-09-29T13:21:31.274" v="4695" actId="1076"/>
          <ac:picMkLst>
            <pc:docMk/>
            <pc:sldMk cId="4132999612" sldId="271"/>
            <ac:picMk id="4098" creationId="{0F334A9C-70F5-8BC0-D3D4-04B515E3B0D7}"/>
          </ac:picMkLst>
        </pc:picChg>
      </pc:sldChg>
      <pc:sldChg chg="addSp delSp modSp del mod">
        <pc:chgData name="Sohag Kabir" userId="e9b0da40-aef8-480a-bb63-d1daacecf555" providerId="ADAL" clId="{5C408035-4E8D-4ADF-9233-ED281F8B05DA}" dt="2024-09-29T14:32:44.124" v="5280" actId="2696"/>
        <pc:sldMkLst>
          <pc:docMk/>
          <pc:sldMk cId="900894215" sldId="272"/>
        </pc:sldMkLst>
        <pc:spChg chg="mod">
          <ac:chgData name="Sohag Kabir" userId="e9b0da40-aef8-480a-bb63-d1daacecf555" providerId="ADAL" clId="{5C408035-4E8D-4ADF-9233-ED281F8B05DA}" dt="2024-09-22T10:09:12.362" v="1751" actId="14100"/>
          <ac:spMkLst>
            <pc:docMk/>
            <pc:sldMk cId="900894215" sldId="272"/>
            <ac:spMk id="2" creationId="{F2A4DAD3-1E36-4CAD-94D1-E06B348A4ADD}"/>
          </ac:spMkLst>
        </pc:spChg>
        <pc:spChg chg="add del mod">
          <ac:chgData name="Sohag Kabir" userId="e9b0da40-aef8-480a-bb63-d1daacecf555" providerId="ADAL" clId="{5C408035-4E8D-4ADF-9233-ED281F8B05DA}" dt="2024-09-21T23:53:48.146" v="1092" actId="478"/>
          <ac:spMkLst>
            <pc:docMk/>
            <pc:sldMk cId="900894215" sldId="272"/>
            <ac:spMk id="3" creationId="{932085CA-30C0-E3AF-1AC4-4848B11531A5}"/>
          </ac:spMkLst>
        </pc:spChg>
        <pc:spChg chg="del">
          <ac:chgData name="Sohag Kabir" userId="e9b0da40-aef8-480a-bb63-d1daacecf555" providerId="ADAL" clId="{5C408035-4E8D-4ADF-9233-ED281F8B05DA}" dt="2024-09-21T23:53:05.945" v="1087" actId="478"/>
          <ac:spMkLst>
            <pc:docMk/>
            <pc:sldMk cId="900894215" sldId="272"/>
            <ac:spMk id="7" creationId="{00000000-0000-0000-0000-000000000000}"/>
          </ac:spMkLst>
        </pc:spChg>
        <pc:spChg chg="mod">
          <ac:chgData name="Sohag Kabir" userId="e9b0da40-aef8-480a-bb63-d1daacecf555" providerId="ADAL" clId="{5C408035-4E8D-4ADF-9233-ED281F8B05DA}" dt="2024-09-22T00:24:55.852" v="1556"/>
          <ac:spMkLst>
            <pc:docMk/>
            <pc:sldMk cId="900894215" sldId="272"/>
            <ac:spMk id="8" creationId="{00000000-0000-0000-0000-000000000000}"/>
          </ac:spMkLst>
        </pc:spChg>
        <pc:graphicFrameChg chg="add mod">
          <ac:chgData name="Sohag Kabir" userId="e9b0da40-aef8-480a-bb63-d1daacecf555" providerId="ADAL" clId="{5C408035-4E8D-4ADF-9233-ED281F8B05DA}" dt="2024-09-22T10:09:18.798" v="1752" actId="1076"/>
          <ac:graphicFrameMkLst>
            <pc:docMk/>
            <pc:sldMk cId="900894215" sldId="272"/>
            <ac:graphicFrameMk id="4" creationId="{1843E6A9-186A-5772-FB01-D4E1CF8CDB17}"/>
          </ac:graphicFrameMkLst>
        </pc:graphicFrameChg>
      </pc:sldChg>
      <pc:sldChg chg="del">
        <pc:chgData name="Sohag Kabir" userId="e9b0da40-aef8-480a-bb63-d1daacecf555" providerId="ADAL" clId="{5C408035-4E8D-4ADF-9233-ED281F8B05DA}" dt="2024-09-21T23:54:33.863" v="1098" actId="2696"/>
        <pc:sldMkLst>
          <pc:docMk/>
          <pc:sldMk cId="3747650600" sldId="273"/>
        </pc:sldMkLst>
      </pc:sldChg>
      <pc:sldChg chg="addSp delSp modSp add mod ord">
        <pc:chgData name="Sohag Kabir" userId="e9b0da40-aef8-480a-bb63-d1daacecf555" providerId="ADAL" clId="{5C408035-4E8D-4ADF-9233-ED281F8B05DA}" dt="2024-09-29T11:14:32.459" v="3205" actId="14100"/>
        <pc:sldMkLst>
          <pc:docMk/>
          <pc:sldMk cId="249088773" sldId="274"/>
        </pc:sldMkLst>
        <pc:spChg chg="mod">
          <ac:chgData name="Sohag Kabir" userId="e9b0da40-aef8-480a-bb63-d1daacecf555" providerId="ADAL" clId="{5C408035-4E8D-4ADF-9233-ED281F8B05DA}" dt="2024-09-29T11:14:32.459" v="3205" actId="14100"/>
          <ac:spMkLst>
            <pc:docMk/>
            <pc:sldMk cId="249088773" sldId="274"/>
            <ac:spMk id="2" creationId="{3530B774-9001-449E-924A-4229028B4A25}"/>
          </ac:spMkLst>
        </pc:spChg>
        <pc:spChg chg="del mod">
          <ac:chgData name="Sohag Kabir" userId="e9b0da40-aef8-480a-bb63-d1daacecf555" providerId="ADAL" clId="{5C408035-4E8D-4ADF-9233-ED281F8B05DA}" dt="2024-09-29T10:05:17.778" v="2594" actId="478"/>
          <ac:spMkLst>
            <pc:docMk/>
            <pc:sldMk cId="249088773" sldId="274"/>
            <ac:spMk id="8" creationId="{00000000-0000-0000-0000-000000000000}"/>
          </ac:spMkLst>
        </pc:spChg>
        <pc:spChg chg="mod">
          <ac:chgData name="Sohag Kabir" userId="e9b0da40-aef8-480a-bb63-d1daacecf555" providerId="ADAL" clId="{5C408035-4E8D-4ADF-9233-ED281F8B05DA}" dt="2024-09-21T23:17:27.778" v="794"/>
          <ac:spMkLst>
            <pc:docMk/>
            <pc:sldMk cId="249088773" sldId="274"/>
            <ac:spMk id="9" creationId="{00000000-0000-0000-0000-000000000000}"/>
          </ac:spMkLst>
        </pc:spChg>
        <pc:spChg chg="add mod">
          <ac:chgData name="Sohag Kabir" userId="e9b0da40-aef8-480a-bb63-d1daacecf555" providerId="ADAL" clId="{5C408035-4E8D-4ADF-9233-ED281F8B05DA}" dt="2024-09-29T10:46:55.971" v="3152" actId="207"/>
          <ac:spMkLst>
            <pc:docMk/>
            <pc:sldMk cId="249088773" sldId="274"/>
            <ac:spMk id="10" creationId="{F01AF555-705F-603F-56A1-103D80EAB3E4}"/>
          </ac:spMkLst>
        </pc:spChg>
        <pc:spChg chg="add mod">
          <ac:chgData name="Sohag Kabir" userId="e9b0da40-aef8-480a-bb63-d1daacecf555" providerId="ADAL" clId="{5C408035-4E8D-4ADF-9233-ED281F8B05DA}" dt="2024-09-29T10:47:19.392" v="3156" actId="207"/>
          <ac:spMkLst>
            <pc:docMk/>
            <pc:sldMk cId="249088773" sldId="274"/>
            <ac:spMk id="11" creationId="{32B2BED7-1BE1-12DD-1913-9335ACCC25B4}"/>
          </ac:spMkLst>
        </pc:spChg>
        <pc:spChg chg="add mod">
          <ac:chgData name="Sohag Kabir" userId="e9b0da40-aef8-480a-bb63-d1daacecf555" providerId="ADAL" clId="{5C408035-4E8D-4ADF-9233-ED281F8B05DA}" dt="2024-09-29T10:47:06.945" v="3153" actId="207"/>
          <ac:spMkLst>
            <pc:docMk/>
            <pc:sldMk cId="249088773" sldId="274"/>
            <ac:spMk id="12" creationId="{0B5B3220-0D2C-4631-98AF-418D193E3634}"/>
          </ac:spMkLst>
        </pc:spChg>
        <pc:spChg chg="add mod">
          <ac:chgData name="Sohag Kabir" userId="e9b0da40-aef8-480a-bb63-d1daacecf555" providerId="ADAL" clId="{5C408035-4E8D-4ADF-9233-ED281F8B05DA}" dt="2024-09-29T10:47:11.488" v="3154" actId="207"/>
          <ac:spMkLst>
            <pc:docMk/>
            <pc:sldMk cId="249088773" sldId="274"/>
            <ac:spMk id="13" creationId="{B167FC9D-EBEB-8A8A-CE3F-ECBC16D6BF84}"/>
          </ac:spMkLst>
        </pc:spChg>
        <pc:spChg chg="add mod">
          <ac:chgData name="Sohag Kabir" userId="e9b0da40-aef8-480a-bb63-d1daacecf555" providerId="ADAL" clId="{5C408035-4E8D-4ADF-9233-ED281F8B05DA}" dt="2024-09-29T10:47:15.409" v="3155" actId="207"/>
          <ac:spMkLst>
            <pc:docMk/>
            <pc:sldMk cId="249088773" sldId="274"/>
            <ac:spMk id="14" creationId="{348870AF-B229-6C4D-44D0-891DD7006CD2}"/>
          </ac:spMkLst>
        </pc:spChg>
        <pc:spChg chg="add mod">
          <ac:chgData name="Sohag Kabir" userId="e9b0da40-aef8-480a-bb63-d1daacecf555" providerId="ADAL" clId="{5C408035-4E8D-4ADF-9233-ED281F8B05DA}" dt="2024-09-29T10:47:22.441" v="3157" actId="207"/>
          <ac:spMkLst>
            <pc:docMk/>
            <pc:sldMk cId="249088773" sldId="274"/>
            <ac:spMk id="15" creationId="{8191A9AE-2701-E8B5-77F3-FBBD3EE5FD01}"/>
          </ac:spMkLst>
        </pc:spChg>
        <pc:spChg chg="add mod">
          <ac:chgData name="Sohag Kabir" userId="e9b0da40-aef8-480a-bb63-d1daacecf555" providerId="ADAL" clId="{5C408035-4E8D-4ADF-9233-ED281F8B05DA}" dt="2024-09-29T10:47:27.314" v="3158" actId="207"/>
          <ac:spMkLst>
            <pc:docMk/>
            <pc:sldMk cId="249088773" sldId="274"/>
            <ac:spMk id="16" creationId="{409D544D-A684-B956-8862-B8445C2236D3}"/>
          </ac:spMkLst>
        </pc:spChg>
        <pc:spChg chg="add mod">
          <ac:chgData name="Sohag Kabir" userId="e9b0da40-aef8-480a-bb63-d1daacecf555" providerId="ADAL" clId="{5C408035-4E8D-4ADF-9233-ED281F8B05DA}" dt="2024-09-29T10:47:30.515" v="3159" actId="207"/>
          <ac:spMkLst>
            <pc:docMk/>
            <pc:sldMk cId="249088773" sldId="274"/>
            <ac:spMk id="17" creationId="{6E4053E7-D401-67C5-75E2-CC20F98162B8}"/>
          </ac:spMkLst>
        </pc:spChg>
        <pc:grpChg chg="add mod">
          <ac:chgData name="Sohag Kabir" userId="e9b0da40-aef8-480a-bb63-d1daacecf555" providerId="ADAL" clId="{5C408035-4E8D-4ADF-9233-ED281F8B05DA}" dt="2024-09-29T10:46:28.235" v="3151" actId="164"/>
          <ac:grpSpMkLst>
            <pc:docMk/>
            <pc:sldMk cId="249088773" sldId="274"/>
            <ac:grpSpMk id="36" creationId="{BEBC9702-2A01-C721-E8B5-B7EECD7F03AE}"/>
          </ac:grpSpMkLst>
        </pc:grpChg>
        <pc:graphicFrameChg chg="add del mod modGraphic">
          <ac:chgData name="Sohag Kabir" userId="e9b0da40-aef8-480a-bb63-d1daacecf555" providerId="ADAL" clId="{5C408035-4E8D-4ADF-9233-ED281F8B05DA}" dt="2024-09-29T10:11:37.427" v="2634" actId="478"/>
          <ac:graphicFrameMkLst>
            <pc:docMk/>
            <pc:sldMk cId="249088773" sldId="274"/>
            <ac:graphicFrameMk id="7" creationId="{B0EE930E-3C02-0C49-DE7A-BEF76E422687}"/>
          </ac:graphicFrameMkLst>
        </pc:graphicFrameChg>
        <pc:picChg chg="add del">
          <ac:chgData name="Sohag Kabir" userId="e9b0da40-aef8-480a-bb63-d1daacecf555" providerId="ADAL" clId="{5C408035-4E8D-4ADF-9233-ED281F8B05DA}" dt="2024-09-29T10:04:55.402" v="2583" actId="478"/>
          <ac:picMkLst>
            <pc:docMk/>
            <pc:sldMk cId="249088773" sldId="274"/>
            <ac:picMk id="4" creationId="{0C919477-228D-C0A5-9DE7-0BCFDFA0EF48}"/>
          </ac:picMkLst>
        </pc:picChg>
        <pc:picChg chg="add mod modCrop">
          <ac:chgData name="Sohag Kabir" userId="e9b0da40-aef8-480a-bb63-d1daacecf555" providerId="ADAL" clId="{5C408035-4E8D-4ADF-9233-ED281F8B05DA}" dt="2024-09-29T10:46:28.235" v="3151" actId="164"/>
          <ac:picMkLst>
            <pc:docMk/>
            <pc:sldMk cId="249088773" sldId="274"/>
            <ac:picMk id="5" creationId="{B3B89F04-0A20-539D-2669-35C64D749ED3}"/>
          </ac:picMkLst>
        </pc:picChg>
        <pc:cxnChg chg="add del mod">
          <ac:chgData name="Sohag Kabir" userId="e9b0da40-aef8-480a-bb63-d1daacecf555" providerId="ADAL" clId="{5C408035-4E8D-4ADF-9233-ED281F8B05DA}" dt="2024-09-29T10:44:46.514" v="3132" actId="478"/>
          <ac:cxnSpMkLst>
            <pc:docMk/>
            <pc:sldMk cId="249088773" sldId="274"/>
            <ac:cxnSpMk id="19" creationId="{D13FE4A5-66E5-4345-B551-85CBE5654388}"/>
          </ac:cxnSpMkLst>
        </pc:cxnChg>
        <pc:cxnChg chg="add mod">
          <ac:chgData name="Sohag Kabir" userId="e9b0da40-aef8-480a-bb63-d1daacecf555" providerId="ADAL" clId="{5C408035-4E8D-4ADF-9233-ED281F8B05DA}" dt="2024-09-29T10:46:28.235" v="3151" actId="164"/>
          <ac:cxnSpMkLst>
            <pc:docMk/>
            <pc:sldMk cId="249088773" sldId="274"/>
            <ac:cxnSpMk id="21" creationId="{836F80B1-D8B0-B588-29F1-E124BCBFEA7B}"/>
          </ac:cxnSpMkLst>
        </pc:cxnChg>
        <pc:cxnChg chg="add mod">
          <ac:chgData name="Sohag Kabir" userId="e9b0da40-aef8-480a-bb63-d1daacecf555" providerId="ADAL" clId="{5C408035-4E8D-4ADF-9233-ED281F8B05DA}" dt="2024-09-29T10:46:28.235" v="3151" actId="164"/>
          <ac:cxnSpMkLst>
            <pc:docMk/>
            <pc:sldMk cId="249088773" sldId="274"/>
            <ac:cxnSpMk id="23" creationId="{BAB9D8A7-BAE2-14D2-26AA-5D60C2C583F1}"/>
          </ac:cxnSpMkLst>
        </pc:cxnChg>
        <pc:cxnChg chg="add mod">
          <ac:chgData name="Sohag Kabir" userId="e9b0da40-aef8-480a-bb63-d1daacecf555" providerId="ADAL" clId="{5C408035-4E8D-4ADF-9233-ED281F8B05DA}" dt="2024-09-29T10:46:28.235" v="3151" actId="164"/>
          <ac:cxnSpMkLst>
            <pc:docMk/>
            <pc:sldMk cId="249088773" sldId="274"/>
            <ac:cxnSpMk id="25" creationId="{555FD488-9101-BF30-73C5-DC2346552816}"/>
          </ac:cxnSpMkLst>
        </pc:cxnChg>
        <pc:cxnChg chg="add mod">
          <ac:chgData name="Sohag Kabir" userId="e9b0da40-aef8-480a-bb63-d1daacecf555" providerId="ADAL" clId="{5C408035-4E8D-4ADF-9233-ED281F8B05DA}" dt="2024-09-29T10:46:28.235" v="3151" actId="164"/>
          <ac:cxnSpMkLst>
            <pc:docMk/>
            <pc:sldMk cId="249088773" sldId="274"/>
            <ac:cxnSpMk id="27" creationId="{7A87DC21-C6BC-7AE4-5B6B-C039B597DF86}"/>
          </ac:cxnSpMkLst>
        </pc:cxnChg>
        <pc:cxnChg chg="add mod">
          <ac:chgData name="Sohag Kabir" userId="e9b0da40-aef8-480a-bb63-d1daacecf555" providerId="ADAL" clId="{5C408035-4E8D-4ADF-9233-ED281F8B05DA}" dt="2024-09-29T10:46:28.235" v="3151" actId="164"/>
          <ac:cxnSpMkLst>
            <pc:docMk/>
            <pc:sldMk cId="249088773" sldId="274"/>
            <ac:cxnSpMk id="29" creationId="{F0DD0348-E42C-2026-F990-022B9E2F6279}"/>
          </ac:cxnSpMkLst>
        </pc:cxnChg>
        <pc:cxnChg chg="add mod">
          <ac:chgData name="Sohag Kabir" userId="e9b0da40-aef8-480a-bb63-d1daacecf555" providerId="ADAL" clId="{5C408035-4E8D-4ADF-9233-ED281F8B05DA}" dt="2024-09-29T10:46:28.235" v="3151" actId="164"/>
          <ac:cxnSpMkLst>
            <pc:docMk/>
            <pc:sldMk cId="249088773" sldId="274"/>
            <ac:cxnSpMk id="31" creationId="{7C077BDD-FCEA-AF2F-E984-BA3444044752}"/>
          </ac:cxnSpMkLst>
        </pc:cxnChg>
        <pc:cxnChg chg="add mod">
          <ac:chgData name="Sohag Kabir" userId="e9b0da40-aef8-480a-bb63-d1daacecf555" providerId="ADAL" clId="{5C408035-4E8D-4ADF-9233-ED281F8B05DA}" dt="2024-09-29T10:46:28.235" v="3151" actId="164"/>
          <ac:cxnSpMkLst>
            <pc:docMk/>
            <pc:sldMk cId="249088773" sldId="274"/>
            <ac:cxnSpMk id="33" creationId="{F253A55A-A466-85FA-4075-4B574D3D9DDE}"/>
          </ac:cxnSpMkLst>
        </pc:cxnChg>
        <pc:cxnChg chg="add mod">
          <ac:chgData name="Sohag Kabir" userId="e9b0da40-aef8-480a-bb63-d1daacecf555" providerId="ADAL" clId="{5C408035-4E8D-4ADF-9233-ED281F8B05DA}" dt="2024-09-29T10:46:28.235" v="3151" actId="164"/>
          <ac:cxnSpMkLst>
            <pc:docMk/>
            <pc:sldMk cId="249088773" sldId="274"/>
            <ac:cxnSpMk id="35" creationId="{94C74513-F00D-15A8-6843-5A9C444FDB64}"/>
          </ac:cxnSpMkLst>
        </pc:cxnChg>
      </pc:sldChg>
      <pc:sldChg chg="addSp delSp modSp add mod ord modNotesTx">
        <pc:chgData name="Sohag Kabir" userId="e9b0da40-aef8-480a-bb63-d1daacecf555" providerId="ADAL" clId="{5C408035-4E8D-4ADF-9233-ED281F8B05DA}" dt="2024-09-29T16:14:00.618" v="6518" actId="6549"/>
        <pc:sldMkLst>
          <pc:docMk/>
          <pc:sldMk cId="161335234" sldId="275"/>
        </pc:sldMkLst>
        <pc:spChg chg="mod">
          <ac:chgData name="Sohag Kabir" userId="e9b0da40-aef8-480a-bb63-d1daacecf555" providerId="ADAL" clId="{5C408035-4E8D-4ADF-9233-ED281F8B05DA}" dt="2024-09-29T13:15:59.733" v="4552" actId="255"/>
          <ac:spMkLst>
            <pc:docMk/>
            <pc:sldMk cId="161335234" sldId="275"/>
            <ac:spMk id="2" creationId="{F2A4DAD3-1E36-4CAD-94D1-E06B348A4ADD}"/>
          </ac:spMkLst>
        </pc:spChg>
        <pc:spChg chg="add mod">
          <ac:chgData name="Sohag Kabir" userId="e9b0da40-aef8-480a-bb63-d1daacecf555" providerId="ADAL" clId="{5C408035-4E8D-4ADF-9233-ED281F8B05DA}" dt="2024-09-29T13:17:29.059" v="4564" actId="1076"/>
          <ac:spMkLst>
            <pc:docMk/>
            <pc:sldMk cId="161335234" sldId="275"/>
            <ac:spMk id="4" creationId="{7106F082-F875-786D-D0AD-BD7B2E639E96}"/>
          </ac:spMkLst>
        </pc:spChg>
        <pc:spChg chg="add mod">
          <ac:chgData name="Sohag Kabir" userId="e9b0da40-aef8-480a-bb63-d1daacecf555" providerId="ADAL" clId="{5C408035-4E8D-4ADF-9233-ED281F8B05DA}" dt="2024-09-29T13:18:23.219" v="4654" actId="1076"/>
          <ac:spMkLst>
            <pc:docMk/>
            <pc:sldMk cId="161335234" sldId="275"/>
            <ac:spMk id="5" creationId="{789068AB-C816-5EF7-52F0-81426BABE9B4}"/>
          </ac:spMkLst>
        </pc:spChg>
        <pc:spChg chg="mod">
          <ac:chgData name="Sohag Kabir" userId="e9b0da40-aef8-480a-bb63-d1daacecf555" providerId="ADAL" clId="{5C408035-4E8D-4ADF-9233-ED281F8B05DA}" dt="2024-09-22T00:24:44.796" v="1554"/>
          <ac:spMkLst>
            <pc:docMk/>
            <pc:sldMk cId="161335234" sldId="275"/>
            <ac:spMk id="8" creationId="{00000000-0000-0000-0000-000000000000}"/>
          </ac:spMkLst>
        </pc:spChg>
        <pc:spChg chg="del mod">
          <ac:chgData name="Sohag Kabir" userId="e9b0da40-aef8-480a-bb63-d1daacecf555" providerId="ADAL" clId="{5C408035-4E8D-4ADF-9233-ED281F8B05DA}" dt="2024-09-29T13:11:25.018" v="4518" actId="478"/>
          <ac:spMkLst>
            <pc:docMk/>
            <pc:sldMk cId="161335234" sldId="275"/>
            <ac:spMk id="10" creationId="{00000000-0000-0000-0000-000000000000}"/>
          </ac:spMkLst>
        </pc:spChg>
        <pc:picChg chg="add mod">
          <ac:chgData name="Sohag Kabir" userId="e9b0da40-aef8-480a-bb63-d1daacecf555" providerId="ADAL" clId="{5C408035-4E8D-4ADF-9233-ED281F8B05DA}" dt="2024-09-29T13:16:54.394" v="4553" actId="1076"/>
          <ac:picMkLst>
            <pc:docMk/>
            <pc:sldMk cId="161335234" sldId="275"/>
            <ac:picMk id="3" creationId="{C250461A-5E8D-9499-83CE-EB319AF5C8BF}"/>
          </ac:picMkLst>
        </pc:picChg>
      </pc:sldChg>
      <pc:sldChg chg="addSp delSp modSp add mod delAnim modAnim">
        <pc:chgData name="Sohag Kabir" userId="e9b0da40-aef8-480a-bb63-d1daacecf555" providerId="ADAL" clId="{5C408035-4E8D-4ADF-9233-ED281F8B05DA}" dt="2024-09-29T15:36:50.482" v="5978" actId="255"/>
        <pc:sldMkLst>
          <pc:docMk/>
          <pc:sldMk cId="2518863157" sldId="276"/>
        </pc:sldMkLst>
        <pc:spChg chg="mod">
          <ac:chgData name="Sohag Kabir" userId="e9b0da40-aef8-480a-bb63-d1daacecf555" providerId="ADAL" clId="{5C408035-4E8D-4ADF-9233-ED281F8B05DA}" dt="2024-09-29T15:36:50.482" v="5978" actId="255"/>
          <ac:spMkLst>
            <pc:docMk/>
            <pc:sldMk cId="2518863157" sldId="276"/>
            <ac:spMk id="2" creationId="{72ABD1FB-AEB1-45F3-94A9-40E0FDAAAB12}"/>
          </ac:spMkLst>
        </pc:spChg>
        <pc:spChg chg="add del mod">
          <ac:chgData name="Sohag Kabir" userId="e9b0da40-aef8-480a-bb63-d1daacecf555" providerId="ADAL" clId="{5C408035-4E8D-4ADF-9233-ED281F8B05DA}" dt="2024-09-29T15:35:15.438" v="5926" actId="478"/>
          <ac:spMkLst>
            <pc:docMk/>
            <pc:sldMk cId="2518863157" sldId="276"/>
            <ac:spMk id="3" creationId="{3A0B1FAF-7CD5-177C-F2DE-D436C516606C}"/>
          </ac:spMkLst>
        </pc:spChg>
        <pc:spChg chg="mod">
          <ac:chgData name="Sohag Kabir" userId="e9b0da40-aef8-480a-bb63-d1daacecf555" providerId="ADAL" clId="{5C408035-4E8D-4ADF-9233-ED281F8B05DA}" dt="2024-09-22T00:25:07.047" v="1558"/>
          <ac:spMkLst>
            <pc:docMk/>
            <pc:sldMk cId="2518863157" sldId="276"/>
            <ac:spMk id="7" creationId="{2FDE415C-F3CC-4D2E-B0F5-4EADDCEE714F}"/>
          </ac:spMkLst>
        </pc:spChg>
        <pc:spChg chg="del mod">
          <ac:chgData name="Sohag Kabir" userId="e9b0da40-aef8-480a-bb63-d1daacecf555" providerId="ADAL" clId="{5C408035-4E8D-4ADF-9233-ED281F8B05DA}" dt="2024-09-29T15:35:17.562" v="5928" actId="478"/>
          <ac:spMkLst>
            <pc:docMk/>
            <pc:sldMk cId="2518863157" sldId="276"/>
            <ac:spMk id="8" creationId="{00000000-0000-0000-0000-000000000000}"/>
          </ac:spMkLst>
        </pc:spChg>
        <pc:spChg chg="add mod">
          <ac:chgData name="Sohag Kabir" userId="e9b0da40-aef8-480a-bb63-d1daacecf555" providerId="ADAL" clId="{5C408035-4E8D-4ADF-9233-ED281F8B05DA}" dt="2024-09-29T15:36:20.857" v="5976" actId="1076"/>
          <ac:spMkLst>
            <pc:docMk/>
            <pc:sldMk cId="2518863157" sldId="276"/>
            <ac:spMk id="9" creationId="{B830AC48-BB7B-490C-C153-AE4A2BD63F76}"/>
          </ac:spMkLst>
        </pc:spChg>
        <pc:picChg chg="add mod">
          <ac:chgData name="Sohag Kabir" userId="e9b0da40-aef8-480a-bb63-d1daacecf555" providerId="ADAL" clId="{5C408035-4E8D-4ADF-9233-ED281F8B05DA}" dt="2024-09-29T15:36:24.752" v="5977" actId="1076"/>
          <ac:picMkLst>
            <pc:docMk/>
            <pc:sldMk cId="2518863157" sldId="276"/>
            <ac:picMk id="4" creationId="{EA4A4A0C-3543-D852-35E7-AE9DCACBE460}"/>
          </ac:picMkLst>
        </pc:picChg>
        <pc:picChg chg="add del mod">
          <ac:chgData name="Sohag Kabir" userId="e9b0da40-aef8-480a-bb63-d1daacecf555" providerId="ADAL" clId="{5C408035-4E8D-4ADF-9233-ED281F8B05DA}" dt="2024-09-29T15:35:16.032" v="5927" actId="478"/>
          <ac:picMkLst>
            <pc:docMk/>
            <pc:sldMk cId="2518863157" sldId="276"/>
            <ac:picMk id="2050" creationId="{70DFDF15-F3FE-A708-29D8-A3324CD989F6}"/>
          </ac:picMkLst>
        </pc:picChg>
      </pc:sldChg>
      <pc:sldChg chg="addSp delSp modSp add mod modAnim modNotesTx">
        <pc:chgData name="Sohag Kabir" userId="e9b0da40-aef8-480a-bb63-d1daacecf555" providerId="ADAL" clId="{5C408035-4E8D-4ADF-9233-ED281F8B05DA}" dt="2024-09-29T16:14:09.614" v="6519" actId="6549"/>
        <pc:sldMkLst>
          <pc:docMk/>
          <pc:sldMk cId="3470196385" sldId="277"/>
        </pc:sldMkLst>
        <pc:spChg chg="mod">
          <ac:chgData name="Sohag Kabir" userId="e9b0da40-aef8-480a-bb63-d1daacecf555" providerId="ADAL" clId="{5C408035-4E8D-4ADF-9233-ED281F8B05DA}" dt="2024-09-29T13:09:18.404" v="4497" actId="14100"/>
          <ac:spMkLst>
            <pc:docMk/>
            <pc:sldMk cId="3470196385" sldId="277"/>
            <ac:spMk id="2" creationId="{F2A4DAD3-1E36-4CAD-94D1-E06B348A4ADD}"/>
          </ac:spMkLst>
        </pc:spChg>
        <pc:spChg chg="add mod">
          <ac:chgData name="Sohag Kabir" userId="e9b0da40-aef8-480a-bb63-d1daacecf555" providerId="ADAL" clId="{5C408035-4E8D-4ADF-9233-ED281F8B05DA}" dt="2024-09-29T13:10:24.384" v="4517" actId="20577"/>
          <ac:spMkLst>
            <pc:docMk/>
            <pc:sldMk cId="3470196385" sldId="277"/>
            <ac:spMk id="4" creationId="{D452E1F5-E945-1754-3A3E-044E7CF22A2C}"/>
          </ac:spMkLst>
        </pc:spChg>
        <pc:spChg chg="del">
          <ac:chgData name="Sohag Kabir" userId="e9b0da40-aef8-480a-bb63-d1daacecf555" providerId="ADAL" clId="{5C408035-4E8D-4ADF-9233-ED281F8B05DA}" dt="2024-09-29T13:09:22.099" v="4498" actId="478"/>
          <ac:spMkLst>
            <pc:docMk/>
            <pc:sldMk cId="3470196385" sldId="277"/>
            <ac:spMk id="5" creationId="{FDEA4DFA-1268-47F7-FDAA-F6B52258C2DD}"/>
          </ac:spMkLst>
        </pc:spChg>
        <pc:spChg chg="del">
          <ac:chgData name="Sohag Kabir" userId="e9b0da40-aef8-480a-bb63-d1daacecf555" providerId="ADAL" clId="{5C408035-4E8D-4ADF-9233-ED281F8B05DA}" dt="2024-09-29T13:09:24.612" v="4501" actId="478"/>
          <ac:spMkLst>
            <pc:docMk/>
            <pc:sldMk cId="3470196385" sldId="277"/>
            <ac:spMk id="9" creationId="{E67C3D7F-1592-4B51-DE14-8B40F807CCBE}"/>
          </ac:spMkLst>
        </pc:spChg>
        <pc:spChg chg="del">
          <ac:chgData name="Sohag Kabir" userId="e9b0da40-aef8-480a-bb63-d1daacecf555" providerId="ADAL" clId="{5C408035-4E8D-4ADF-9233-ED281F8B05DA}" dt="2024-09-29T13:09:25.645" v="4502" actId="478"/>
          <ac:spMkLst>
            <pc:docMk/>
            <pc:sldMk cId="3470196385" sldId="277"/>
            <ac:spMk id="14" creationId="{20ED7C63-7FE2-E2FF-1786-8F6A3A0C56DD}"/>
          </ac:spMkLst>
        </pc:spChg>
        <pc:spChg chg="del">
          <ac:chgData name="Sohag Kabir" userId="e9b0da40-aef8-480a-bb63-d1daacecf555" providerId="ADAL" clId="{5C408035-4E8D-4ADF-9233-ED281F8B05DA}" dt="2024-09-29T13:09:27.028" v="4504" actId="478"/>
          <ac:spMkLst>
            <pc:docMk/>
            <pc:sldMk cId="3470196385" sldId="277"/>
            <ac:spMk id="15" creationId="{A2041B4F-2E27-694B-227B-8415A108C521}"/>
          </ac:spMkLst>
        </pc:spChg>
        <pc:spChg chg="del">
          <ac:chgData name="Sohag Kabir" userId="e9b0da40-aef8-480a-bb63-d1daacecf555" providerId="ADAL" clId="{5C408035-4E8D-4ADF-9233-ED281F8B05DA}" dt="2024-09-29T13:09:28.211" v="4505" actId="478"/>
          <ac:spMkLst>
            <pc:docMk/>
            <pc:sldMk cId="3470196385" sldId="277"/>
            <ac:spMk id="16" creationId="{9B49B2EE-C37C-49FB-1E06-F921B609926F}"/>
          </ac:spMkLst>
        </pc:spChg>
        <pc:spChg chg="del">
          <ac:chgData name="Sohag Kabir" userId="e9b0da40-aef8-480a-bb63-d1daacecf555" providerId="ADAL" clId="{5C408035-4E8D-4ADF-9233-ED281F8B05DA}" dt="2024-09-29T13:09:29.668" v="4506" actId="478"/>
          <ac:spMkLst>
            <pc:docMk/>
            <pc:sldMk cId="3470196385" sldId="277"/>
            <ac:spMk id="19" creationId="{DE453004-A99B-1063-ADB5-F26EAAD74331}"/>
          </ac:spMkLst>
        </pc:spChg>
        <pc:grpChg chg="del">
          <ac:chgData name="Sohag Kabir" userId="e9b0da40-aef8-480a-bb63-d1daacecf555" providerId="ADAL" clId="{5C408035-4E8D-4ADF-9233-ED281F8B05DA}" dt="2024-09-29T13:09:22.892" v="4499" actId="478"/>
          <ac:grpSpMkLst>
            <pc:docMk/>
            <pc:sldMk cId="3470196385" sldId="277"/>
            <ac:grpSpMk id="21" creationId="{B189401D-9EB8-B47B-0561-515E6F904FC4}"/>
          </ac:grpSpMkLst>
        </pc:grpChg>
        <pc:grpChg chg="del">
          <ac:chgData name="Sohag Kabir" userId="e9b0da40-aef8-480a-bb63-d1daacecf555" providerId="ADAL" clId="{5C408035-4E8D-4ADF-9233-ED281F8B05DA}" dt="2024-09-29T13:09:26.324" v="4503" actId="478"/>
          <ac:grpSpMkLst>
            <pc:docMk/>
            <pc:sldMk cId="3470196385" sldId="277"/>
            <ac:grpSpMk id="22" creationId="{F8A2D9C2-B606-A363-E5CB-512BD6C60608}"/>
          </ac:grpSpMkLst>
        </pc:grpChg>
        <pc:picChg chg="add mod">
          <ac:chgData name="Sohag Kabir" userId="e9b0da40-aef8-480a-bb63-d1daacecf555" providerId="ADAL" clId="{5C408035-4E8D-4ADF-9233-ED281F8B05DA}" dt="2024-09-29T13:10:11.916" v="4515" actId="1076"/>
          <ac:picMkLst>
            <pc:docMk/>
            <pc:sldMk cId="3470196385" sldId="277"/>
            <ac:picMk id="3" creationId="{FCAE56A7-F0B8-E1D5-4CAE-0CD103D15385}"/>
          </ac:picMkLst>
        </pc:picChg>
        <pc:picChg chg="del">
          <ac:chgData name="Sohag Kabir" userId="e9b0da40-aef8-480a-bb63-d1daacecf555" providerId="ADAL" clId="{5C408035-4E8D-4ADF-9233-ED281F8B05DA}" dt="2024-09-29T13:09:23.548" v="4500" actId="478"/>
          <ac:picMkLst>
            <pc:docMk/>
            <pc:sldMk cId="3470196385" sldId="277"/>
            <ac:picMk id="1026" creationId="{78323CF5-4D28-F066-615D-7D4742318D85}"/>
          </ac:picMkLst>
        </pc:picChg>
      </pc:sldChg>
      <pc:sldChg chg="addSp delSp modSp add mod ord modAnim">
        <pc:chgData name="Sohag Kabir" userId="e9b0da40-aef8-480a-bb63-d1daacecf555" providerId="ADAL" clId="{5C408035-4E8D-4ADF-9233-ED281F8B05DA}" dt="2024-09-29T13:30:34.454" v="4782"/>
        <pc:sldMkLst>
          <pc:docMk/>
          <pc:sldMk cId="4215629215" sldId="278"/>
        </pc:sldMkLst>
        <pc:spChg chg="mod">
          <ac:chgData name="Sohag Kabir" userId="e9b0da40-aef8-480a-bb63-d1daacecf555" providerId="ADAL" clId="{5C408035-4E8D-4ADF-9233-ED281F8B05DA}" dt="2024-09-29T13:27:42.489" v="4763" actId="1076"/>
          <ac:spMkLst>
            <pc:docMk/>
            <pc:sldMk cId="4215629215" sldId="278"/>
            <ac:spMk id="2" creationId="{3530B774-9001-449E-924A-4229028B4A25}"/>
          </ac:spMkLst>
        </pc:spChg>
        <pc:spChg chg="add del mod">
          <ac:chgData name="Sohag Kabir" userId="e9b0da40-aef8-480a-bb63-d1daacecf555" providerId="ADAL" clId="{5C408035-4E8D-4ADF-9233-ED281F8B05DA}" dt="2024-09-29T13:23:51.851" v="4713" actId="478"/>
          <ac:spMkLst>
            <pc:docMk/>
            <pc:sldMk cId="4215629215" sldId="278"/>
            <ac:spMk id="3" creationId="{1C1A0CA5-7CB0-439A-3D65-01473DA4C41C}"/>
          </ac:spMkLst>
        </pc:spChg>
        <pc:spChg chg="add del">
          <ac:chgData name="Sohag Kabir" userId="e9b0da40-aef8-480a-bb63-d1daacecf555" providerId="ADAL" clId="{5C408035-4E8D-4ADF-9233-ED281F8B05DA}" dt="2024-09-29T13:23:59.443" v="4715" actId="478"/>
          <ac:spMkLst>
            <pc:docMk/>
            <pc:sldMk cId="4215629215" sldId="278"/>
            <ac:spMk id="4" creationId="{A89ECD60-C318-8056-FA7F-4579E716BE86}"/>
          </ac:spMkLst>
        </pc:spChg>
        <pc:spChg chg="del">
          <ac:chgData name="Sohag Kabir" userId="e9b0da40-aef8-480a-bb63-d1daacecf555" providerId="ADAL" clId="{5C408035-4E8D-4ADF-9233-ED281F8B05DA}" dt="2024-09-29T13:23:44.928" v="4710" actId="478"/>
          <ac:spMkLst>
            <pc:docMk/>
            <pc:sldMk cId="4215629215" sldId="278"/>
            <ac:spMk id="8" creationId="{00000000-0000-0000-0000-000000000000}"/>
          </ac:spMkLst>
        </pc:spChg>
        <pc:spChg chg="add mod">
          <ac:chgData name="Sohag Kabir" userId="e9b0da40-aef8-480a-bb63-d1daacecf555" providerId="ADAL" clId="{5C408035-4E8D-4ADF-9233-ED281F8B05DA}" dt="2024-09-29T13:30:22.961" v="4781" actId="1076"/>
          <ac:spMkLst>
            <pc:docMk/>
            <pc:sldMk cId="4215629215" sldId="278"/>
            <ac:spMk id="11" creationId="{0639A0D8-DF8E-F073-F88E-F470CE7FC43F}"/>
          </ac:spMkLst>
        </pc:spChg>
        <pc:picChg chg="add mod">
          <ac:chgData name="Sohag Kabir" userId="e9b0da40-aef8-480a-bb63-d1daacecf555" providerId="ADAL" clId="{5C408035-4E8D-4ADF-9233-ED281F8B05DA}" dt="2024-09-29T13:28:58.509" v="4767" actId="1076"/>
          <ac:picMkLst>
            <pc:docMk/>
            <pc:sldMk cId="4215629215" sldId="278"/>
            <ac:picMk id="7" creationId="{1621BF61-97A8-3030-5D73-965D1E5EDF60}"/>
          </ac:picMkLst>
        </pc:picChg>
      </pc:sldChg>
      <pc:sldChg chg="addSp delSp modSp add mod modAnim">
        <pc:chgData name="Sohag Kabir" userId="e9b0da40-aef8-480a-bb63-d1daacecf555" providerId="ADAL" clId="{5C408035-4E8D-4ADF-9233-ED281F8B05DA}" dt="2024-09-29T09:32:02.196" v="2561" actId="20577"/>
        <pc:sldMkLst>
          <pc:docMk/>
          <pc:sldMk cId="616367942" sldId="279"/>
        </pc:sldMkLst>
        <pc:spChg chg="mod">
          <ac:chgData name="Sohag Kabir" userId="e9b0da40-aef8-480a-bb63-d1daacecf555" providerId="ADAL" clId="{5C408035-4E8D-4ADF-9233-ED281F8B05DA}" dt="2024-09-28T16:46:40.749" v="2042"/>
          <ac:spMkLst>
            <pc:docMk/>
            <pc:sldMk cId="616367942" sldId="279"/>
            <ac:spMk id="2" creationId="{DE13D453-4D7B-47BF-AED4-27D56C3644AA}"/>
          </ac:spMkLst>
        </pc:spChg>
        <pc:spChg chg="del">
          <ac:chgData name="Sohag Kabir" userId="e9b0da40-aef8-480a-bb63-d1daacecf555" providerId="ADAL" clId="{5C408035-4E8D-4ADF-9233-ED281F8B05DA}" dt="2024-09-28T16:46:54.348" v="2045" actId="478"/>
          <ac:spMkLst>
            <pc:docMk/>
            <pc:sldMk cId="616367942" sldId="279"/>
            <ac:spMk id="8" creationId="{A0985119-32A5-C2F9-D3E3-A5C753C11C2B}"/>
          </ac:spMkLst>
        </pc:spChg>
        <pc:spChg chg="add mod">
          <ac:chgData name="Sohag Kabir" userId="e9b0da40-aef8-480a-bb63-d1daacecf555" providerId="ADAL" clId="{5C408035-4E8D-4ADF-9233-ED281F8B05DA}" dt="2024-09-28T16:59:59.089" v="2090" actId="164"/>
          <ac:spMkLst>
            <pc:docMk/>
            <pc:sldMk cId="616367942" sldId="279"/>
            <ac:spMk id="15" creationId="{DD2C717C-53A5-56E6-60D4-5F3637B6D164}"/>
          </ac:spMkLst>
        </pc:spChg>
        <pc:spChg chg="add mod">
          <ac:chgData name="Sohag Kabir" userId="e9b0da40-aef8-480a-bb63-d1daacecf555" providerId="ADAL" clId="{5C408035-4E8D-4ADF-9233-ED281F8B05DA}" dt="2024-09-29T09:32:02.196" v="2561" actId="20577"/>
          <ac:spMkLst>
            <pc:docMk/>
            <pc:sldMk cId="616367942" sldId="279"/>
            <ac:spMk id="17" creationId="{AE07A529-53E8-8DF5-1062-AD0057D37E2E}"/>
          </ac:spMkLst>
        </pc:spChg>
        <pc:spChg chg="add mod">
          <ac:chgData name="Sohag Kabir" userId="e9b0da40-aef8-480a-bb63-d1daacecf555" providerId="ADAL" clId="{5C408035-4E8D-4ADF-9233-ED281F8B05DA}" dt="2024-09-28T17:23:27.823" v="2160" actId="164"/>
          <ac:spMkLst>
            <pc:docMk/>
            <pc:sldMk cId="616367942" sldId="279"/>
            <ac:spMk id="19" creationId="{1434ED01-BED0-041D-5BB6-DC3CABE67215}"/>
          </ac:spMkLst>
        </pc:spChg>
        <pc:spChg chg="add del mod">
          <ac:chgData name="Sohag Kabir" userId="e9b0da40-aef8-480a-bb63-d1daacecf555" providerId="ADAL" clId="{5C408035-4E8D-4ADF-9233-ED281F8B05DA}" dt="2024-09-28T17:24:32.107" v="2164" actId="11529"/>
          <ac:spMkLst>
            <pc:docMk/>
            <pc:sldMk cId="616367942" sldId="279"/>
            <ac:spMk id="21" creationId="{95592F44-1B75-253E-77C1-307197A4F9D6}"/>
          </ac:spMkLst>
        </pc:spChg>
        <pc:spChg chg="add mod ord">
          <ac:chgData name="Sohag Kabir" userId="e9b0da40-aef8-480a-bb63-d1daacecf555" providerId="ADAL" clId="{5C408035-4E8D-4ADF-9233-ED281F8B05DA}" dt="2024-09-28T17:43:33.495" v="2411" actId="166"/>
          <ac:spMkLst>
            <pc:docMk/>
            <pc:sldMk cId="616367942" sldId="279"/>
            <ac:spMk id="22" creationId="{99AB6468-528C-A815-2057-77E3B2587DAB}"/>
          </ac:spMkLst>
        </pc:spChg>
        <pc:spChg chg="add del">
          <ac:chgData name="Sohag Kabir" userId="e9b0da40-aef8-480a-bb63-d1daacecf555" providerId="ADAL" clId="{5C408035-4E8D-4ADF-9233-ED281F8B05DA}" dt="2024-09-28T17:25:41.700" v="2185" actId="22"/>
          <ac:spMkLst>
            <pc:docMk/>
            <pc:sldMk cId="616367942" sldId="279"/>
            <ac:spMk id="24" creationId="{78C3D0D6-9B4B-4766-4B85-5FB325EB64A0}"/>
          </ac:spMkLst>
        </pc:spChg>
        <pc:spChg chg="add mod">
          <ac:chgData name="Sohag Kabir" userId="e9b0da40-aef8-480a-bb63-d1daacecf555" providerId="ADAL" clId="{5C408035-4E8D-4ADF-9233-ED281F8B05DA}" dt="2024-09-28T17:43:27.661" v="2410" actId="1038"/>
          <ac:spMkLst>
            <pc:docMk/>
            <pc:sldMk cId="616367942" sldId="279"/>
            <ac:spMk id="29" creationId="{3CF2F5F3-5C81-67EA-FE7D-0B1D87282372}"/>
          </ac:spMkLst>
        </pc:spChg>
        <pc:spChg chg="add mod">
          <ac:chgData name="Sohag Kabir" userId="e9b0da40-aef8-480a-bb63-d1daacecf555" providerId="ADAL" clId="{5C408035-4E8D-4ADF-9233-ED281F8B05DA}" dt="2024-09-28T17:43:39.428" v="2428" actId="1037"/>
          <ac:spMkLst>
            <pc:docMk/>
            <pc:sldMk cId="616367942" sldId="279"/>
            <ac:spMk id="31" creationId="{83B548FD-DDFE-7A74-AB64-22EAD0B1ADC5}"/>
          </ac:spMkLst>
        </pc:spChg>
        <pc:grpChg chg="add mod">
          <ac:chgData name="Sohag Kabir" userId="e9b0da40-aef8-480a-bb63-d1daacecf555" providerId="ADAL" clId="{5C408035-4E8D-4ADF-9233-ED281F8B05DA}" dt="2024-09-28T16:59:59.089" v="2090" actId="164"/>
          <ac:grpSpMkLst>
            <pc:docMk/>
            <pc:sldMk cId="616367942" sldId="279"/>
            <ac:grpSpMk id="13" creationId="{916C07AF-54FD-C1FA-45AE-23399FFCC640}"/>
          </ac:grpSpMkLst>
        </pc:grpChg>
        <pc:grpChg chg="add mod">
          <ac:chgData name="Sohag Kabir" userId="e9b0da40-aef8-480a-bb63-d1daacecf555" providerId="ADAL" clId="{5C408035-4E8D-4ADF-9233-ED281F8B05DA}" dt="2024-09-28T17:00:04.453" v="2091" actId="1076"/>
          <ac:grpSpMkLst>
            <pc:docMk/>
            <pc:sldMk cId="616367942" sldId="279"/>
            <ac:grpSpMk id="16" creationId="{DB6FE659-BA02-BE9A-F5AA-73DE71D41BE5}"/>
          </ac:grpSpMkLst>
        </pc:grpChg>
        <pc:grpChg chg="add mod">
          <ac:chgData name="Sohag Kabir" userId="e9b0da40-aef8-480a-bb63-d1daacecf555" providerId="ADAL" clId="{5C408035-4E8D-4ADF-9233-ED281F8B05DA}" dt="2024-09-28T17:23:27.823" v="2160" actId="164"/>
          <ac:grpSpMkLst>
            <pc:docMk/>
            <pc:sldMk cId="616367942" sldId="279"/>
            <ac:grpSpMk id="20" creationId="{5D781849-0FED-DD65-FB9E-2D69A7200C70}"/>
          </ac:grpSpMkLst>
        </pc:grpChg>
        <pc:grpChg chg="add mod">
          <ac:chgData name="Sohag Kabir" userId="e9b0da40-aef8-480a-bb63-d1daacecf555" providerId="ADAL" clId="{5C408035-4E8D-4ADF-9233-ED281F8B05DA}" dt="2024-09-28T17:43:27.661" v="2410" actId="1038"/>
          <ac:grpSpMkLst>
            <pc:docMk/>
            <pc:sldMk cId="616367942" sldId="279"/>
            <ac:grpSpMk id="28" creationId="{5C1C1FB0-FAA6-68B1-3248-BB5004217067}"/>
          </ac:grpSpMkLst>
        </pc:grpChg>
        <pc:grpChg chg="add mod">
          <ac:chgData name="Sohag Kabir" userId="e9b0da40-aef8-480a-bb63-d1daacecf555" providerId="ADAL" clId="{5C408035-4E8D-4ADF-9233-ED281F8B05DA}" dt="2024-09-28T17:43:27.661" v="2410" actId="1038"/>
          <ac:grpSpMkLst>
            <pc:docMk/>
            <pc:sldMk cId="616367942" sldId="279"/>
            <ac:grpSpMk id="30" creationId="{D9EC2A41-88AF-B394-C3A2-D134ECCB53CC}"/>
          </ac:grpSpMkLst>
        </pc:grpChg>
        <pc:picChg chg="add mod">
          <ac:chgData name="Sohag Kabir" userId="e9b0da40-aef8-480a-bb63-d1daacecf555" providerId="ADAL" clId="{5C408035-4E8D-4ADF-9233-ED281F8B05DA}" dt="2024-09-28T16:59:21.898" v="2082" actId="164"/>
          <ac:picMkLst>
            <pc:docMk/>
            <pc:sldMk cId="616367942" sldId="279"/>
            <ac:picMk id="3" creationId="{705A320F-0A9F-BEAA-2E80-27F4CC2578B7}"/>
          </ac:picMkLst>
        </pc:picChg>
        <pc:picChg chg="del">
          <ac:chgData name="Sohag Kabir" userId="e9b0da40-aef8-480a-bb63-d1daacecf555" providerId="ADAL" clId="{5C408035-4E8D-4ADF-9233-ED281F8B05DA}" dt="2024-09-28T16:46:48.292" v="2044" actId="478"/>
          <ac:picMkLst>
            <pc:docMk/>
            <pc:sldMk cId="616367942" sldId="279"/>
            <ac:picMk id="4" creationId="{36020D2A-540F-A16C-2A73-0DED848EEB84}"/>
          </ac:picMkLst>
        </pc:picChg>
        <pc:picChg chg="add del mod">
          <ac:chgData name="Sohag Kabir" userId="e9b0da40-aef8-480a-bb63-d1daacecf555" providerId="ADAL" clId="{5C408035-4E8D-4ADF-9233-ED281F8B05DA}" dt="2024-09-28T16:59:00.388" v="2080" actId="478"/>
          <ac:picMkLst>
            <pc:docMk/>
            <pc:sldMk cId="616367942" sldId="279"/>
            <ac:picMk id="5" creationId="{4E605B6E-2D92-8C19-331C-18460B622030}"/>
          </ac:picMkLst>
        </pc:picChg>
        <pc:picChg chg="add del mod">
          <ac:chgData name="Sohag Kabir" userId="e9b0da40-aef8-480a-bb63-d1daacecf555" providerId="ADAL" clId="{5C408035-4E8D-4ADF-9233-ED281F8B05DA}" dt="2024-09-28T16:56:57.080" v="2056" actId="478"/>
          <ac:picMkLst>
            <pc:docMk/>
            <pc:sldMk cId="616367942" sldId="279"/>
            <ac:picMk id="9" creationId="{FCF38EAA-AA42-91D9-7B5D-3EEC1F0DFADA}"/>
          </ac:picMkLst>
        </pc:picChg>
        <pc:picChg chg="add del mod">
          <ac:chgData name="Sohag Kabir" userId="e9b0da40-aef8-480a-bb63-d1daacecf555" providerId="ADAL" clId="{5C408035-4E8D-4ADF-9233-ED281F8B05DA}" dt="2024-09-28T16:59:01.076" v="2081" actId="478"/>
          <ac:picMkLst>
            <pc:docMk/>
            <pc:sldMk cId="616367942" sldId="279"/>
            <ac:picMk id="10" creationId="{ECC65BF0-3DFE-3794-D6F1-CDF1290A8090}"/>
          </ac:picMkLst>
        </pc:picChg>
        <pc:picChg chg="add mod">
          <ac:chgData name="Sohag Kabir" userId="e9b0da40-aef8-480a-bb63-d1daacecf555" providerId="ADAL" clId="{5C408035-4E8D-4ADF-9233-ED281F8B05DA}" dt="2024-09-28T16:59:21.898" v="2082" actId="164"/>
          <ac:picMkLst>
            <pc:docMk/>
            <pc:sldMk cId="616367942" sldId="279"/>
            <ac:picMk id="11" creationId="{9107CEB9-0F39-0F69-B096-D1D69AA263D1}"/>
          </ac:picMkLst>
        </pc:picChg>
        <pc:picChg chg="add mod">
          <ac:chgData name="Sohag Kabir" userId="e9b0da40-aef8-480a-bb63-d1daacecf555" providerId="ADAL" clId="{5C408035-4E8D-4ADF-9233-ED281F8B05DA}" dt="2024-09-28T16:59:21.898" v="2082" actId="164"/>
          <ac:picMkLst>
            <pc:docMk/>
            <pc:sldMk cId="616367942" sldId="279"/>
            <ac:picMk id="12" creationId="{27587A27-F098-7E80-1433-00741985A50A}"/>
          </ac:picMkLst>
        </pc:picChg>
        <pc:picChg chg="add mod">
          <ac:chgData name="Sohag Kabir" userId="e9b0da40-aef8-480a-bb63-d1daacecf555" providerId="ADAL" clId="{5C408035-4E8D-4ADF-9233-ED281F8B05DA}" dt="2024-09-28T17:23:27.823" v="2160" actId="164"/>
          <ac:picMkLst>
            <pc:docMk/>
            <pc:sldMk cId="616367942" sldId="279"/>
            <ac:picMk id="18" creationId="{9BDB8429-BBB6-86EF-61C3-E87B5DF212AE}"/>
          </ac:picMkLst>
        </pc:picChg>
        <pc:picChg chg="add mod">
          <ac:chgData name="Sohag Kabir" userId="e9b0da40-aef8-480a-bb63-d1daacecf555" providerId="ADAL" clId="{5C408035-4E8D-4ADF-9233-ED281F8B05DA}" dt="2024-09-28T17:43:27.661" v="2410" actId="1038"/>
          <ac:picMkLst>
            <pc:docMk/>
            <pc:sldMk cId="616367942" sldId="279"/>
            <ac:picMk id="25" creationId="{366F0069-0080-971F-06DA-F08AA9E8F483}"/>
          </ac:picMkLst>
        </pc:picChg>
        <pc:picChg chg="add mod modCrop">
          <ac:chgData name="Sohag Kabir" userId="e9b0da40-aef8-480a-bb63-d1daacecf555" providerId="ADAL" clId="{5C408035-4E8D-4ADF-9233-ED281F8B05DA}" dt="2024-09-28T17:43:27.661" v="2410" actId="1038"/>
          <ac:picMkLst>
            <pc:docMk/>
            <pc:sldMk cId="616367942" sldId="279"/>
            <ac:picMk id="26" creationId="{0C7A2ADE-3BE8-283A-0784-C6E363215AC0}"/>
          </ac:picMkLst>
        </pc:picChg>
        <pc:picChg chg="add mod">
          <ac:chgData name="Sohag Kabir" userId="e9b0da40-aef8-480a-bb63-d1daacecf555" providerId="ADAL" clId="{5C408035-4E8D-4ADF-9233-ED281F8B05DA}" dt="2024-09-28T17:43:27.661" v="2410" actId="1038"/>
          <ac:picMkLst>
            <pc:docMk/>
            <pc:sldMk cId="616367942" sldId="279"/>
            <ac:picMk id="27" creationId="{55ADB266-D310-42AF-1E09-609E401CC795}"/>
          </ac:picMkLst>
        </pc:picChg>
        <pc:picChg chg="add del">
          <ac:chgData name="Sohag Kabir" userId="e9b0da40-aef8-480a-bb63-d1daacecf555" providerId="ADAL" clId="{5C408035-4E8D-4ADF-9233-ED281F8B05DA}" dt="2024-09-28T17:37:00.735" v="2335" actId="478"/>
          <ac:picMkLst>
            <pc:docMk/>
            <pc:sldMk cId="616367942" sldId="279"/>
            <ac:picMk id="2050" creationId="{F8DA26DB-E3F8-607D-ADFD-7F2643A2F7D9}"/>
          </ac:picMkLst>
        </pc:picChg>
        <pc:picChg chg="add mod">
          <ac:chgData name="Sohag Kabir" userId="e9b0da40-aef8-480a-bb63-d1daacecf555" providerId="ADAL" clId="{5C408035-4E8D-4ADF-9233-ED281F8B05DA}" dt="2024-09-28T17:43:27.661" v="2410" actId="1038"/>
          <ac:picMkLst>
            <pc:docMk/>
            <pc:sldMk cId="616367942" sldId="279"/>
            <ac:picMk id="2052" creationId="{DE2BFC5F-1296-4799-D19C-BB77567CECB7}"/>
          </ac:picMkLst>
        </pc:picChg>
      </pc:sldChg>
      <pc:sldChg chg="addSp delSp modSp add mod modAnim">
        <pc:chgData name="Sohag Kabir" userId="e9b0da40-aef8-480a-bb63-d1daacecf555" providerId="ADAL" clId="{5C408035-4E8D-4ADF-9233-ED281F8B05DA}" dt="2024-09-28T17:55:30.222" v="2454" actId="2711"/>
        <pc:sldMkLst>
          <pc:docMk/>
          <pc:sldMk cId="641033179" sldId="280"/>
        </pc:sldMkLst>
        <pc:spChg chg="add del">
          <ac:chgData name="Sohag Kabir" userId="e9b0da40-aef8-480a-bb63-d1daacecf555" providerId="ADAL" clId="{5C408035-4E8D-4ADF-9233-ED281F8B05DA}" dt="2024-09-28T17:46:35.598" v="2445" actId="22"/>
          <ac:spMkLst>
            <pc:docMk/>
            <pc:sldMk cId="641033179" sldId="280"/>
            <ac:spMk id="5" creationId="{6EF4F412-9EE2-E9FB-A5D7-097E0E315752}"/>
          </ac:spMkLst>
        </pc:spChg>
        <pc:spChg chg="mod">
          <ac:chgData name="Sohag Kabir" userId="e9b0da40-aef8-480a-bb63-d1daacecf555" providerId="ADAL" clId="{5C408035-4E8D-4ADF-9233-ED281F8B05DA}" dt="2024-09-28T17:46:15.721" v="2443" actId="6549"/>
          <ac:spMkLst>
            <pc:docMk/>
            <pc:sldMk cId="641033179" sldId="280"/>
            <ac:spMk id="8" creationId="{A0985119-32A5-C2F9-D3E3-A5C753C11C2B}"/>
          </ac:spMkLst>
        </pc:spChg>
        <pc:spChg chg="add mod">
          <ac:chgData name="Sohag Kabir" userId="e9b0da40-aef8-480a-bb63-d1daacecf555" providerId="ADAL" clId="{5C408035-4E8D-4ADF-9233-ED281F8B05DA}" dt="2024-09-28T17:55:30.222" v="2454" actId="2711"/>
          <ac:spMkLst>
            <pc:docMk/>
            <pc:sldMk cId="641033179" sldId="280"/>
            <ac:spMk id="9" creationId="{83DBB9E9-BFA8-182A-7B39-9D86B867C339}"/>
          </ac:spMkLst>
        </pc:spChg>
      </pc:sldChg>
      <pc:sldChg chg="addSp delSp modSp add mod addAnim delAnim modAnim">
        <pc:chgData name="Sohag Kabir" userId="e9b0da40-aef8-480a-bb63-d1daacecf555" providerId="ADAL" clId="{5C408035-4E8D-4ADF-9233-ED281F8B05DA}" dt="2024-09-29T09:30:47.580" v="2560" actId="113"/>
        <pc:sldMkLst>
          <pc:docMk/>
          <pc:sldMk cId="1477951119" sldId="281"/>
        </pc:sldMkLst>
        <pc:spChg chg="del">
          <ac:chgData name="Sohag Kabir" userId="e9b0da40-aef8-480a-bb63-d1daacecf555" providerId="ADAL" clId="{5C408035-4E8D-4ADF-9233-ED281F8B05DA}" dt="2024-09-29T09:10:20.237" v="2481" actId="478"/>
          <ac:spMkLst>
            <pc:docMk/>
            <pc:sldMk cId="1477951119" sldId="281"/>
            <ac:spMk id="8" creationId="{A0985119-32A5-C2F9-D3E3-A5C753C11C2B}"/>
          </ac:spMkLst>
        </pc:spChg>
        <pc:spChg chg="mod">
          <ac:chgData name="Sohag Kabir" userId="e9b0da40-aef8-480a-bb63-d1daacecf555" providerId="ADAL" clId="{5C408035-4E8D-4ADF-9233-ED281F8B05DA}" dt="2024-09-29T09:25:42.565" v="2529" actId="20577"/>
          <ac:spMkLst>
            <pc:docMk/>
            <pc:sldMk cId="1477951119" sldId="281"/>
            <ac:spMk id="9" creationId="{83DBB9E9-BFA8-182A-7B39-9D86B867C339}"/>
          </ac:spMkLst>
        </pc:spChg>
        <pc:spChg chg="add del mod">
          <ac:chgData name="Sohag Kabir" userId="e9b0da40-aef8-480a-bb63-d1daacecf555" providerId="ADAL" clId="{5C408035-4E8D-4ADF-9233-ED281F8B05DA}" dt="2024-09-29T09:30:11.755" v="2556" actId="113"/>
          <ac:spMkLst>
            <pc:docMk/>
            <pc:sldMk cId="1477951119" sldId="281"/>
            <ac:spMk id="11" creationId="{688F0361-647D-318E-0CBC-1A54F270F376}"/>
          </ac:spMkLst>
        </pc:spChg>
        <pc:spChg chg="add mod">
          <ac:chgData name="Sohag Kabir" userId="e9b0da40-aef8-480a-bb63-d1daacecf555" providerId="ADAL" clId="{5C408035-4E8D-4ADF-9233-ED281F8B05DA}" dt="2024-09-29T09:30:47.580" v="2560" actId="113"/>
          <ac:spMkLst>
            <pc:docMk/>
            <pc:sldMk cId="1477951119" sldId="281"/>
            <ac:spMk id="12" creationId="{10F1B2D9-9696-056B-9B1C-F7645B049421}"/>
          </ac:spMkLst>
        </pc:spChg>
        <pc:picChg chg="add mod modCrop">
          <ac:chgData name="Sohag Kabir" userId="e9b0da40-aef8-480a-bb63-d1daacecf555" providerId="ADAL" clId="{5C408035-4E8D-4ADF-9233-ED281F8B05DA}" dt="2024-09-29T09:14:04.244" v="2513" actId="14100"/>
          <ac:picMkLst>
            <pc:docMk/>
            <pc:sldMk cId="1477951119" sldId="281"/>
            <ac:picMk id="3" creationId="{24EEC880-794D-40E7-B5E5-8A0EDAC074A1}"/>
          </ac:picMkLst>
        </pc:picChg>
        <pc:picChg chg="del">
          <ac:chgData name="Sohag Kabir" userId="e9b0da40-aef8-480a-bb63-d1daacecf555" providerId="ADAL" clId="{5C408035-4E8D-4ADF-9233-ED281F8B05DA}" dt="2024-09-28T18:01:17.112" v="2460" actId="478"/>
          <ac:picMkLst>
            <pc:docMk/>
            <pc:sldMk cId="1477951119" sldId="281"/>
            <ac:picMk id="4" creationId="{36020D2A-540F-A16C-2A73-0DED848EEB84}"/>
          </ac:picMkLst>
        </pc:picChg>
        <pc:picChg chg="add mod">
          <ac:chgData name="Sohag Kabir" userId="e9b0da40-aef8-480a-bb63-d1daacecf555" providerId="ADAL" clId="{5C408035-4E8D-4ADF-9233-ED281F8B05DA}" dt="2024-09-29T09:14:01.013" v="2512" actId="1076"/>
          <ac:picMkLst>
            <pc:docMk/>
            <pc:sldMk cId="1477951119" sldId="281"/>
            <ac:picMk id="5" creationId="{5B003D8C-8732-218C-B62B-44FC9E55136B}"/>
          </ac:picMkLst>
        </pc:picChg>
        <pc:picChg chg="add mod modCrop">
          <ac:chgData name="Sohag Kabir" userId="e9b0da40-aef8-480a-bb63-d1daacecf555" providerId="ADAL" clId="{5C408035-4E8D-4ADF-9233-ED281F8B05DA}" dt="2024-09-29T09:29:00.939" v="2549" actId="1035"/>
          <ac:picMkLst>
            <pc:docMk/>
            <pc:sldMk cId="1477951119" sldId="281"/>
            <ac:picMk id="10" creationId="{D2549343-6F27-7B0D-4142-BDF2D1B7359E}"/>
          </ac:picMkLst>
        </pc:picChg>
        <pc:picChg chg="add del mod">
          <ac:chgData name="Sohag Kabir" userId="e9b0da40-aef8-480a-bb63-d1daacecf555" providerId="ADAL" clId="{5C408035-4E8D-4ADF-9233-ED281F8B05DA}" dt="2024-09-29T09:12:02.259" v="2494" actId="478"/>
          <ac:picMkLst>
            <pc:docMk/>
            <pc:sldMk cId="1477951119" sldId="281"/>
            <ac:picMk id="3074" creationId="{1FB87B1D-8153-1D15-19C7-C6BD622E1D60}"/>
          </ac:picMkLst>
        </pc:picChg>
      </pc:sldChg>
      <pc:sldChg chg="addSp delSp modSp add mod modNotesTx">
        <pc:chgData name="Sohag Kabir" userId="e9b0da40-aef8-480a-bb63-d1daacecf555" providerId="ADAL" clId="{5C408035-4E8D-4ADF-9233-ED281F8B05DA}" dt="2024-09-29T16:14:15.500" v="6520" actId="6549"/>
        <pc:sldMkLst>
          <pc:docMk/>
          <pc:sldMk cId="3529504122" sldId="282"/>
        </pc:sldMkLst>
        <pc:spChg chg="mod">
          <ac:chgData name="Sohag Kabir" userId="e9b0da40-aef8-480a-bb63-d1daacecf555" providerId="ADAL" clId="{5C408035-4E8D-4ADF-9233-ED281F8B05DA}" dt="2024-09-29T12:52:09.538" v="4356" actId="20577"/>
          <ac:spMkLst>
            <pc:docMk/>
            <pc:sldMk cId="3529504122" sldId="282"/>
            <ac:spMk id="4" creationId="{8B3BBD20-CA54-1CCC-FDC5-4B2C938D023F}"/>
          </ac:spMkLst>
        </pc:spChg>
        <pc:spChg chg="add mod">
          <ac:chgData name="Sohag Kabir" userId="e9b0da40-aef8-480a-bb63-d1daacecf555" providerId="ADAL" clId="{5C408035-4E8D-4ADF-9233-ED281F8B05DA}" dt="2024-09-29T13:01:48.357" v="4384" actId="1076"/>
          <ac:spMkLst>
            <pc:docMk/>
            <pc:sldMk cId="3529504122" sldId="282"/>
            <ac:spMk id="5" creationId="{B21EA471-7589-F316-A638-67B20512D77A}"/>
          </ac:spMkLst>
        </pc:spChg>
        <pc:spChg chg="add mod">
          <ac:chgData name="Sohag Kabir" userId="e9b0da40-aef8-480a-bb63-d1daacecf555" providerId="ADAL" clId="{5C408035-4E8D-4ADF-9233-ED281F8B05DA}" dt="2024-09-29T13:08:15.627" v="4492" actId="1076"/>
          <ac:spMkLst>
            <pc:docMk/>
            <pc:sldMk cId="3529504122" sldId="282"/>
            <ac:spMk id="9" creationId="{F6A653AA-6432-4EEC-C31C-7696E4BBB60C}"/>
          </ac:spMkLst>
        </pc:spChg>
        <pc:picChg chg="add del mod modCrop">
          <ac:chgData name="Sohag Kabir" userId="e9b0da40-aef8-480a-bb63-d1daacecf555" providerId="ADAL" clId="{5C408035-4E8D-4ADF-9233-ED281F8B05DA}" dt="2024-09-29T13:07:53.447" v="4486" actId="478"/>
          <ac:picMkLst>
            <pc:docMk/>
            <pc:sldMk cId="3529504122" sldId="282"/>
            <ac:picMk id="2" creationId="{0311DE0D-8AC8-4B5C-C311-A209A33BE416}"/>
          </ac:picMkLst>
        </pc:picChg>
        <pc:picChg chg="add mod">
          <ac:chgData name="Sohag Kabir" userId="e9b0da40-aef8-480a-bb63-d1daacecf555" providerId="ADAL" clId="{5C408035-4E8D-4ADF-9233-ED281F8B05DA}" dt="2024-09-29T13:06:56.483" v="4485" actId="14100"/>
          <ac:picMkLst>
            <pc:docMk/>
            <pc:sldMk cId="3529504122" sldId="282"/>
            <ac:picMk id="7" creationId="{04C5E74B-5404-B290-A41F-8EB75CDCA3DF}"/>
          </ac:picMkLst>
        </pc:picChg>
        <pc:picChg chg="add mod modCrop">
          <ac:chgData name="Sohag Kabir" userId="e9b0da40-aef8-480a-bb63-d1daacecf555" providerId="ADAL" clId="{5C408035-4E8D-4ADF-9233-ED281F8B05DA}" dt="2024-09-29T13:08:11.443" v="4491" actId="1076"/>
          <ac:picMkLst>
            <pc:docMk/>
            <pc:sldMk cId="3529504122" sldId="282"/>
            <ac:picMk id="11" creationId="{86B7DDCD-9F8F-B4F6-3592-78C781FFB8A6}"/>
          </ac:picMkLst>
        </pc:picChg>
      </pc:sldChg>
      <pc:sldChg chg="addSp delSp modSp add mod modNotesTx">
        <pc:chgData name="Sohag Kabir" userId="e9b0da40-aef8-480a-bb63-d1daacecf555" providerId="ADAL" clId="{5C408035-4E8D-4ADF-9233-ED281F8B05DA}" dt="2024-09-29T12:44:28.678" v="4338" actId="20577"/>
        <pc:sldMkLst>
          <pc:docMk/>
          <pc:sldMk cId="3093025796" sldId="283"/>
        </pc:sldMkLst>
        <pc:spChg chg="add mod">
          <ac:chgData name="Sohag Kabir" userId="e9b0da40-aef8-480a-bb63-d1daacecf555" providerId="ADAL" clId="{5C408035-4E8D-4ADF-9233-ED281F8B05DA}" dt="2024-09-29T12:41:51.225" v="4319" actId="164"/>
          <ac:spMkLst>
            <pc:docMk/>
            <pc:sldMk cId="3093025796" sldId="283"/>
            <ac:spMk id="3" creationId="{A1EEA81C-A34D-229D-1362-B8917C46B782}"/>
          </ac:spMkLst>
        </pc:spChg>
        <pc:spChg chg="add mod">
          <ac:chgData name="Sohag Kabir" userId="e9b0da40-aef8-480a-bb63-d1daacecf555" providerId="ADAL" clId="{5C408035-4E8D-4ADF-9233-ED281F8B05DA}" dt="2024-09-29T12:41:51.225" v="4319" actId="164"/>
          <ac:spMkLst>
            <pc:docMk/>
            <pc:sldMk cId="3093025796" sldId="283"/>
            <ac:spMk id="9" creationId="{9234796E-60DC-C07A-60F6-9C0C20E04802}"/>
          </ac:spMkLst>
        </pc:spChg>
        <pc:spChg chg="add mod">
          <ac:chgData name="Sohag Kabir" userId="e9b0da40-aef8-480a-bb63-d1daacecf555" providerId="ADAL" clId="{5C408035-4E8D-4ADF-9233-ED281F8B05DA}" dt="2024-09-29T12:41:51.225" v="4319" actId="164"/>
          <ac:spMkLst>
            <pc:docMk/>
            <pc:sldMk cId="3093025796" sldId="283"/>
            <ac:spMk id="10" creationId="{2ACC6604-E793-F9B0-DA75-A768CA95D505}"/>
          </ac:spMkLst>
        </pc:spChg>
        <pc:spChg chg="add mod">
          <ac:chgData name="Sohag Kabir" userId="e9b0da40-aef8-480a-bb63-d1daacecf555" providerId="ADAL" clId="{5C408035-4E8D-4ADF-9233-ED281F8B05DA}" dt="2024-09-29T12:41:51.225" v="4319" actId="164"/>
          <ac:spMkLst>
            <pc:docMk/>
            <pc:sldMk cId="3093025796" sldId="283"/>
            <ac:spMk id="11" creationId="{EA8BAF25-4386-FDC1-56DA-401898C31070}"/>
          </ac:spMkLst>
        </pc:spChg>
        <pc:spChg chg="add mod">
          <ac:chgData name="Sohag Kabir" userId="e9b0da40-aef8-480a-bb63-d1daacecf555" providerId="ADAL" clId="{5C408035-4E8D-4ADF-9233-ED281F8B05DA}" dt="2024-09-29T12:43:01.207" v="4322" actId="20577"/>
          <ac:spMkLst>
            <pc:docMk/>
            <pc:sldMk cId="3093025796" sldId="283"/>
            <ac:spMk id="12" creationId="{9BE975A7-C639-99A3-0D52-A3CC271C766A}"/>
          </ac:spMkLst>
        </pc:spChg>
        <pc:spChg chg="add mod">
          <ac:chgData name="Sohag Kabir" userId="e9b0da40-aef8-480a-bb63-d1daacecf555" providerId="ADAL" clId="{5C408035-4E8D-4ADF-9233-ED281F8B05DA}" dt="2024-09-29T12:42:30.271" v="4320" actId="1038"/>
          <ac:spMkLst>
            <pc:docMk/>
            <pc:sldMk cId="3093025796" sldId="283"/>
            <ac:spMk id="13" creationId="{582747FA-476D-5BAF-E601-8215BF8D2EA0}"/>
          </ac:spMkLst>
        </pc:spChg>
        <pc:spChg chg="add mod">
          <ac:chgData name="Sohag Kabir" userId="e9b0da40-aef8-480a-bb63-d1daacecf555" providerId="ADAL" clId="{5C408035-4E8D-4ADF-9233-ED281F8B05DA}" dt="2024-09-29T12:44:28.678" v="4338" actId="20577"/>
          <ac:spMkLst>
            <pc:docMk/>
            <pc:sldMk cId="3093025796" sldId="283"/>
            <ac:spMk id="16" creationId="{29E17DA9-BB6B-FDEC-426C-78A739D34D86}"/>
          </ac:spMkLst>
        </pc:spChg>
        <pc:grpChg chg="add mod">
          <ac:chgData name="Sohag Kabir" userId="e9b0da40-aef8-480a-bb63-d1daacecf555" providerId="ADAL" clId="{5C408035-4E8D-4ADF-9233-ED281F8B05DA}" dt="2024-09-29T12:41:51.225" v="4319" actId="164"/>
          <ac:grpSpMkLst>
            <pc:docMk/>
            <pc:sldMk cId="3093025796" sldId="283"/>
            <ac:grpSpMk id="14" creationId="{B855ED10-77C2-AE30-C5EB-71DCC4E2B56D}"/>
          </ac:grpSpMkLst>
        </pc:grpChg>
        <pc:picChg chg="add mod modCrop">
          <ac:chgData name="Sohag Kabir" userId="e9b0da40-aef8-480a-bb63-d1daacecf555" providerId="ADAL" clId="{5C408035-4E8D-4ADF-9233-ED281F8B05DA}" dt="2024-09-29T12:41:51.225" v="4319" actId="164"/>
          <ac:picMkLst>
            <pc:docMk/>
            <pc:sldMk cId="3093025796" sldId="283"/>
            <ac:picMk id="2" creationId="{B64CCF25-8A1D-EFC0-53C2-9BC786B0CFED}"/>
          </ac:picMkLst>
        </pc:picChg>
        <pc:picChg chg="mod modCrop">
          <ac:chgData name="Sohag Kabir" userId="e9b0da40-aef8-480a-bb63-d1daacecf555" providerId="ADAL" clId="{5C408035-4E8D-4ADF-9233-ED281F8B05DA}" dt="2024-09-29T11:50:22.960" v="3591" actId="1076"/>
          <ac:picMkLst>
            <pc:docMk/>
            <pc:sldMk cId="3093025796" sldId="283"/>
            <ac:picMk id="5" creationId="{73C3FC7A-B18C-801D-A078-C8C8D407B711}"/>
          </ac:picMkLst>
        </pc:picChg>
        <pc:picChg chg="add del mod">
          <ac:chgData name="Sohag Kabir" userId="e9b0da40-aef8-480a-bb63-d1daacecf555" providerId="ADAL" clId="{5C408035-4E8D-4ADF-9233-ED281F8B05DA}" dt="2024-09-29T11:53:07.111" v="3613" actId="478"/>
          <ac:picMkLst>
            <pc:docMk/>
            <pc:sldMk cId="3093025796" sldId="283"/>
            <ac:picMk id="7" creationId="{445B1842-9626-644C-9078-191F8B42CE8D}"/>
          </ac:picMkLst>
        </pc:picChg>
      </pc:sldChg>
      <pc:sldChg chg="addSp delSp modSp add mod modNotesTx">
        <pc:chgData name="Sohag Kabir" userId="e9b0da40-aef8-480a-bb63-d1daacecf555" providerId="ADAL" clId="{5C408035-4E8D-4ADF-9233-ED281F8B05DA}" dt="2024-09-29T16:13:41.845" v="6517" actId="6549"/>
        <pc:sldMkLst>
          <pc:docMk/>
          <pc:sldMk cId="3299150616" sldId="284"/>
        </pc:sldMkLst>
        <pc:spChg chg="mod">
          <ac:chgData name="Sohag Kabir" userId="e9b0da40-aef8-480a-bb63-d1daacecf555" providerId="ADAL" clId="{5C408035-4E8D-4ADF-9233-ED281F8B05DA}" dt="2024-09-29T13:31:20.145" v="4783" actId="1076"/>
          <ac:spMkLst>
            <pc:docMk/>
            <pc:sldMk cId="3299150616" sldId="284"/>
            <ac:spMk id="2" creationId="{F2A4DAD3-1E36-4CAD-94D1-E06B348A4ADD}"/>
          </ac:spMkLst>
        </pc:spChg>
        <pc:spChg chg="add mod">
          <ac:chgData name="Sohag Kabir" userId="e9b0da40-aef8-480a-bb63-d1daacecf555" providerId="ADAL" clId="{5C408035-4E8D-4ADF-9233-ED281F8B05DA}" dt="2024-09-29T16:01:57.904" v="6250" actId="1076"/>
          <ac:spMkLst>
            <pc:docMk/>
            <pc:sldMk cId="3299150616" sldId="284"/>
            <ac:spMk id="5" creationId="{BF0C3611-70F3-2E22-840A-5F776D1F5B19}"/>
          </ac:spMkLst>
        </pc:spChg>
        <pc:picChg chg="del">
          <ac:chgData name="Sohag Kabir" userId="e9b0da40-aef8-480a-bb63-d1daacecf555" providerId="ADAL" clId="{5C408035-4E8D-4ADF-9233-ED281F8B05DA}" dt="2024-09-29T13:14:23.062" v="4527" actId="478"/>
          <ac:picMkLst>
            <pc:docMk/>
            <pc:sldMk cId="3299150616" sldId="284"/>
            <ac:picMk id="3" creationId="{C250461A-5E8D-9499-83CE-EB319AF5C8BF}"/>
          </ac:picMkLst>
        </pc:picChg>
        <pc:picChg chg="add mod">
          <ac:chgData name="Sohag Kabir" userId="e9b0da40-aef8-480a-bb63-d1daacecf555" providerId="ADAL" clId="{5C408035-4E8D-4ADF-9233-ED281F8B05DA}" dt="2024-09-29T16:01:53.286" v="6249" actId="1076"/>
          <ac:picMkLst>
            <pc:docMk/>
            <pc:sldMk cId="3299150616" sldId="284"/>
            <ac:picMk id="5122" creationId="{1E8813DE-9CB3-732A-7ACE-0B813E4CF855}"/>
          </ac:picMkLst>
        </pc:picChg>
      </pc:sldChg>
      <pc:sldChg chg="addSp delSp modSp add mod delAnim">
        <pc:chgData name="Sohag Kabir" userId="e9b0da40-aef8-480a-bb63-d1daacecf555" providerId="ADAL" clId="{5C408035-4E8D-4ADF-9233-ED281F8B05DA}" dt="2024-09-29T13:38:37.208" v="4823" actId="1076"/>
        <pc:sldMkLst>
          <pc:docMk/>
          <pc:sldMk cId="1975243977" sldId="285"/>
        </pc:sldMkLst>
        <pc:spChg chg="mod">
          <ac:chgData name="Sohag Kabir" userId="e9b0da40-aef8-480a-bb63-d1daacecf555" providerId="ADAL" clId="{5C408035-4E8D-4ADF-9233-ED281F8B05DA}" dt="2024-09-29T13:38:37.208" v="4823" actId="1076"/>
          <ac:spMkLst>
            <pc:docMk/>
            <pc:sldMk cId="1975243977" sldId="285"/>
            <ac:spMk id="2" creationId="{3530B774-9001-449E-924A-4229028B4A25}"/>
          </ac:spMkLst>
        </pc:spChg>
        <pc:spChg chg="del">
          <ac:chgData name="Sohag Kabir" userId="e9b0da40-aef8-480a-bb63-d1daacecf555" providerId="ADAL" clId="{5C408035-4E8D-4ADF-9233-ED281F8B05DA}" dt="2024-09-29T13:37:36.832" v="4792" actId="478"/>
          <ac:spMkLst>
            <pc:docMk/>
            <pc:sldMk cId="1975243977" sldId="285"/>
            <ac:spMk id="11" creationId="{0639A0D8-DF8E-F073-F88E-F470CE7FC43F}"/>
          </ac:spMkLst>
        </pc:spChg>
        <pc:picChg chg="add mod">
          <ac:chgData name="Sohag Kabir" userId="e9b0da40-aef8-480a-bb63-d1daacecf555" providerId="ADAL" clId="{5C408035-4E8D-4ADF-9233-ED281F8B05DA}" dt="2024-09-29T13:37:49.074" v="4796" actId="14100"/>
          <ac:picMkLst>
            <pc:docMk/>
            <pc:sldMk cId="1975243977" sldId="285"/>
            <ac:picMk id="4" creationId="{B53C8335-D99D-2ABA-E2E9-3E03DAEC5BD0}"/>
          </ac:picMkLst>
        </pc:picChg>
        <pc:picChg chg="del mod">
          <ac:chgData name="Sohag Kabir" userId="e9b0da40-aef8-480a-bb63-d1daacecf555" providerId="ADAL" clId="{5C408035-4E8D-4ADF-9233-ED281F8B05DA}" dt="2024-09-29T13:37:31.205" v="4789" actId="478"/>
          <ac:picMkLst>
            <pc:docMk/>
            <pc:sldMk cId="1975243977" sldId="285"/>
            <ac:picMk id="7" creationId="{1621BF61-97A8-3030-5D73-965D1E5EDF60}"/>
          </ac:picMkLst>
        </pc:picChg>
      </pc:sldChg>
      <pc:sldChg chg="addSp delSp modSp add mod modAnim">
        <pc:chgData name="Sohag Kabir" userId="e9b0da40-aef8-480a-bb63-d1daacecf555" providerId="ADAL" clId="{5C408035-4E8D-4ADF-9233-ED281F8B05DA}" dt="2024-09-29T14:04:02.656" v="4923"/>
        <pc:sldMkLst>
          <pc:docMk/>
          <pc:sldMk cId="3773334495" sldId="286"/>
        </pc:sldMkLst>
        <pc:spChg chg="mod">
          <ac:chgData name="Sohag Kabir" userId="e9b0da40-aef8-480a-bb63-d1daacecf555" providerId="ADAL" clId="{5C408035-4E8D-4ADF-9233-ED281F8B05DA}" dt="2024-09-29T13:40:08.353" v="4834" actId="20577"/>
          <ac:spMkLst>
            <pc:docMk/>
            <pc:sldMk cId="3773334495" sldId="286"/>
            <ac:spMk id="2" creationId="{3530B774-9001-449E-924A-4229028B4A25}"/>
          </ac:spMkLst>
        </pc:spChg>
        <pc:spChg chg="add mod">
          <ac:chgData name="Sohag Kabir" userId="e9b0da40-aef8-480a-bb63-d1daacecf555" providerId="ADAL" clId="{5C408035-4E8D-4ADF-9233-ED281F8B05DA}" dt="2024-09-29T14:00:02.248" v="4879" actId="207"/>
          <ac:spMkLst>
            <pc:docMk/>
            <pc:sldMk cId="3773334495" sldId="286"/>
            <ac:spMk id="8" creationId="{E35EC071-C966-E332-4718-283705579624}"/>
          </ac:spMkLst>
        </pc:spChg>
        <pc:spChg chg="add mod">
          <ac:chgData name="Sohag Kabir" userId="e9b0da40-aef8-480a-bb63-d1daacecf555" providerId="ADAL" clId="{5C408035-4E8D-4ADF-9233-ED281F8B05DA}" dt="2024-09-29T14:00:31.993" v="4891" actId="1076"/>
          <ac:spMkLst>
            <pc:docMk/>
            <pc:sldMk cId="3773334495" sldId="286"/>
            <ac:spMk id="10" creationId="{551B4B65-3B5D-95FF-52D2-0DEC92D83398}"/>
          </ac:spMkLst>
        </pc:spChg>
        <pc:spChg chg="add mod">
          <ac:chgData name="Sohag Kabir" userId="e9b0da40-aef8-480a-bb63-d1daacecf555" providerId="ADAL" clId="{5C408035-4E8D-4ADF-9233-ED281F8B05DA}" dt="2024-09-29T14:02:12.399" v="4906" actId="207"/>
          <ac:spMkLst>
            <pc:docMk/>
            <pc:sldMk cId="3773334495" sldId="286"/>
            <ac:spMk id="11" creationId="{B2F183C6-15C4-96D6-792D-A97E8A689834}"/>
          </ac:spMkLst>
        </pc:spChg>
        <pc:spChg chg="add mod">
          <ac:chgData name="Sohag Kabir" userId="e9b0da40-aef8-480a-bb63-d1daacecf555" providerId="ADAL" clId="{5C408035-4E8D-4ADF-9233-ED281F8B05DA}" dt="2024-09-29T14:02:34.222" v="4916" actId="20577"/>
          <ac:spMkLst>
            <pc:docMk/>
            <pc:sldMk cId="3773334495" sldId="286"/>
            <ac:spMk id="12" creationId="{FBBE4DF1-D9B1-2F86-B9EA-BD8339185123}"/>
          </ac:spMkLst>
        </pc:spChg>
        <pc:picChg chg="add del">
          <ac:chgData name="Sohag Kabir" userId="e9b0da40-aef8-480a-bb63-d1daacecf555" providerId="ADAL" clId="{5C408035-4E8D-4ADF-9233-ED281F8B05DA}" dt="2024-09-29T13:46:30.105" v="4838" actId="478"/>
          <ac:picMkLst>
            <pc:docMk/>
            <pc:sldMk cId="3773334495" sldId="286"/>
            <ac:picMk id="3" creationId="{425B25E2-1D38-FD7A-079B-D052722550B0}"/>
          </ac:picMkLst>
        </pc:picChg>
        <pc:picChg chg="del">
          <ac:chgData name="Sohag Kabir" userId="e9b0da40-aef8-480a-bb63-d1daacecf555" providerId="ADAL" clId="{5C408035-4E8D-4ADF-9233-ED281F8B05DA}" dt="2024-09-29T13:40:11.249" v="4835" actId="478"/>
          <ac:picMkLst>
            <pc:docMk/>
            <pc:sldMk cId="3773334495" sldId="286"/>
            <ac:picMk id="4" creationId="{B53C8335-D99D-2ABA-E2E9-3E03DAEC5BD0}"/>
          </ac:picMkLst>
        </pc:picChg>
        <pc:picChg chg="add mod ord">
          <ac:chgData name="Sohag Kabir" userId="e9b0da40-aef8-480a-bb63-d1daacecf555" providerId="ADAL" clId="{5C408035-4E8D-4ADF-9233-ED281F8B05DA}" dt="2024-09-29T13:58:33.472" v="4868" actId="1076"/>
          <ac:picMkLst>
            <pc:docMk/>
            <pc:sldMk cId="3773334495" sldId="286"/>
            <ac:picMk id="7" creationId="{DBBF9B16-239E-F8B4-6F79-08AB28BB795D}"/>
          </ac:picMkLst>
        </pc:picChg>
        <pc:picChg chg="add mod">
          <ac:chgData name="Sohag Kabir" userId="e9b0da40-aef8-480a-bb63-d1daacecf555" providerId="ADAL" clId="{5C408035-4E8D-4ADF-9233-ED281F8B05DA}" dt="2024-09-29T13:58:59.118" v="4874" actId="1076"/>
          <ac:picMkLst>
            <pc:docMk/>
            <pc:sldMk cId="3773334495" sldId="286"/>
            <ac:picMk id="7170" creationId="{E93CFFFF-FA19-E0C2-E84B-ECC667F6D9F4}"/>
          </ac:picMkLst>
        </pc:picChg>
        <pc:picChg chg="add mod">
          <ac:chgData name="Sohag Kabir" userId="e9b0da40-aef8-480a-bb63-d1daacecf555" providerId="ADAL" clId="{5C408035-4E8D-4ADF-9233-ED281F8B05DA}" dt="2024-09-29T14:01:45.551" v="4904" actId="1076"/>
          <ac:picMkLst>
            <pc:docMk/>
            <pc:sldMk cId="3773334495" sldId="286"/>
            <ac:picMk id="7172" creationId="{3E4823F5-3527-6A3E-9670-B5742DB19173}"/>
          </ac:picMkLst>
        </pc:picChg>
      </pc:sldChg>
      <pc:sldChg chg="addSp delSp modSp add mod modAnim">
        <pc:chgData name="Sohag Kabir" userId="e9b0da40-aef8-480a-bb63-d1daacecf555" providerId="ADAL" clId="{5C408035-4E8D-4ADF-9233-ED281F8B05DA}" dt="2024-09-29T14:19:32.142" v="5172" actId="1076"/>
        <pc:sldMkLst>
          <pc:docMk/>
          <pc:sldMk cId="743092061" sldId="287"/>
        </pc:sldMkLst>
        <pc:spChg chg="mod">
          <ac:chgData name="Sohag Kabir" userId="e9b0da40-aef8-480a-bb63-d1daacecf555" providerId="ADAL" clId="{5C408035-4E8D-4ADF-9233-ED281F8B05DA}" dt="2024-09-29T14:07:57.277" v="4936" actId="20577"/>
          <ac:spMkLst>
            <pc:docMk/>
            <pc:sldMk cId="743092061" sldId="287"/>
            <ac:spMk id="2" creationId="{3530B774-9001-449E-924A-4229028B4A25}"/>
          </ac:spMkLst>
        </pc:spChg>
        <pc:spChg chg="add mod">
          <ac:chgData name="Sohag Kabir" userId="e9b0da40-aef8-480a-bb63-d1daacecf555" providerId="ADAL" clId="{5C408035-4E8D-4ADF-9233-ED281F8B05DA}" dt="2024-09-29T14:19:29.182" v="5171" actId="164"/>
          <ac:spMkLst>
            <pc:docMk/>
            <pc:sldMk cId="743092061" sldId="287"/>
            <ac:spMk id="5" creationId="{581E50EB-C67D-811D-E154-973C8ACF9CDE}"/>
          </ac:spMkLst>
        </pc:spChg>
        <pc:spChg chg="del">
          <ac:chgData name="Sohag Kabir" userId="e9b0da40-aef8-480a-bb63-d1daacecf555" providerId="ADAL" clId="{5C408035-4E8D-4ADF-9233-ED281F8B05DA}" dt="2024-09-29T14:08:03.784" v="4937" actId="478"/>
          <ac:spMkLst>
            <pc:docMk/>
            <pc:sldMk cId="743092061" sldId="287"/>
            <ac:spMk id="8" creationId="{E35EC071-C966-E332-4718-283705579624}"/>
          </ac:spMkLst>
        </pc:spChg>
        <pc:spChg chg="del">
          <ac:chgData name="Sohag Kabir" userId="e9b0da40-aef8-480a-bb63-d1daacecf555" providerId="ADAL" clId="{5C408035-4E8D-4ADF-9233-ED281F8B05DA}" dt="2024-09-29T14:08:03.784" v="4937" actId="478"/>
          <ac:spMkLst>
            <pc:docMk/>
            <pc:sldMk cId="743092061" sldId="287"/>
            <ac:spMk id="10" creationId="{551B4B65-3B5D-95FF-52D2-0DEC92D83398}"/>
          </ac:spMkLst>
        </pc:spChg>
        <pc:spChg chg="del">
          <ac:chgData name="Sohag Kabir" userId="e9b0da40-aef8-480a-bb63-d1daacecf555" providerId="ADAL" clId="{5C408035-4E8D-4ADF-9233-ED281F8B05DA}" dt="2024-09-29T14:08:03.784" v="4937" actId="478"/>
          <ac:spMkLst>
            <pc:docMk/>
            <pc:sldMk cId="743092061" sldId="287"/>
            <ac:spMk id="11" creationId="{B2F183C6-15C4-96D6-792D-A97E8A689834}"/>
          </ac:spMkLst>
        </pc:spChg>
        <pc:spChg chg="del">
          <ac:chgData name="Sohag Kabir" userId="e9b0da40-aef8-480a-bb63-d1daacecf555" providerId="ADAL" clId="{5C408035-4E8D-4ADF-9233-ED281F8B05DA}" dt="2024-09-29T14:08:03.784" v="4937" actId="478"/>
          <ac:spMkLst>
            <pc:docMk/>
            <pc:sldMk cId="743092061" sldId="287"/>
            <ac:spMk id="12" creationId="{FBBE4DF1-D9B1-2F86-B9EA-BD8339185123}"/>
          </ac:spMkLst>
        </pc:spChg>
        <pc:spChg chg="add mod">
          <ac:chgData name="Sohag Kabir" userId="e9b0da40-aef8-480a-bb63-d1daacecf555" providerId="ADAL" clId="{5C408035-4E8D-4ADF-9233-ED281F8B05DA}" dt="2024-09-29T14:19:29.182" v="5171" actId="164"/>
          <ac:spMkLst>
            <pc:docMk/>
            <pc:sldMk cId="743092061" sldId="287"/>
            <ac:spMk id="13" creationId="{3BC5430B-9D2A-30E7-AE8E-717603ABA668}"/>
          </ac:spMkLst>
        </pc:spChg>
        <pc:spChg chg="add mod">
          <ac:chgData name="Sohag Kabir" userId="e9b0da40-aef8-480a-bb63-d1daacecf555" providerId="ADAL" clId="{5C408035-4E8D-4ADF-9233-ED281F8B05DA}" dt="2024-09-29T14:19:29.182" v="5171" actId="164"/>
          <ac:spMkLst>
            <pc:docMk/>
            <pc:sldMk cId="743092061" sldId="287"/>
            <ac:spMk id="14" creationId="{F39CCDD2-98B6-C96D-D678-64E5755B0400}"/>
          </ac:spMkLst>
        </pc:spChg>
        <pc:spChg chg="add mod">
          <ac:chgData name="Sohag Kabir" userId="e9b0da40-aef8-480a-bb63-d1daacecf555" providerId="ADAL" clId="{5C408035-4E8D-4ADF-9233-ED281F8B05DA}" dt="2024-09-29T14:19:29.182" v="5171" actId="164"/>
          <ac:spMkLst>
            <pc:docMk/>
            <pc:sldMk cId="743092061" sldId="287"/>
            <ac:spMk id="15" creationId="{99608443-22BA-6359-FEDC-9DE8E131CA0E}"/>
          </ac:spMkLst>
        </pc:spChg>
        <pc:spChg chg="add mod">
          <ac:chgData name="Sohag Kabir" userId="e9b0da40-aef8-480a-bb63-d1daacecf555" providerId="ADAL" clId="{5C408035-4E8D-4ADF-9233-ED281F8B05DA}" dt="2024-09-29T14:19:29.182" v="5171" actId="164"/>
          <ac:spMkLst>
            <pc:docMk/>
            <pc:sldMk cId="743092061" sldId="287"/>
            <ac:spMk id="16" creationId="{F74F1E07-14DD-FF2B-A8AC-6AC9B0408208}"/>
          </ac:spMkLst>
        </pc:spChg>
        <pc:grpChg chg="add mod">
          <ac:chgData name="Sohag Kabir" userId="e9b0da40-aef8-480a-bb63-d1daacecf555" providerId="ADAL" clId="{5C408035-4E8D-4ADF-9233-ED281F8B05DA}" dt="2024-09-29T14:19:32.142" v="5172" actId="1076"/>
          <ac:grpSpMkLst>
            <pc:docMk/>
            <pc:sldMk cId="743092061" sldId="287"/>
            <ac:grpSpMk id="17" creationId="{AA4492BF-3EDA-8414-A6A2-1DA7F5D59905}"/>
          </ac:grpSpMkLst>
        </pc:grpChg>
        <pc:picChg chg="add mod">
          <ac:chgData name="Sohag Kabir" userId="e9b0da40-aef8-480a-bb63-d1daacecf555" providerId="ADAL" clId="{5C408035-4E8D-4ADF-9233-ED281F8B05DA}" dt="2024-09-29T14:19:29.182" v="5171" actId="164"/>
          <ac:picMkLst>
            <pc:docMk/>
            <pc:sldMk cId="743092061" sldId="287"/>
            <ac:picMk id="4" creationId="{94A74028-75B7-26B9-9AC0-B3CF84701F37}"/>
          </ac:picMkLst>
        </pc:picChg>
        <pc:picChg chg="del">
          <ac:chgData name="Sohag Kabir" userId="e9b0da40-aef8-480a-bb63-d1daacecf555" providerId="ADAL" clId="{5C408035-4E8D-4ADF-9233-ED281F8B05DA}" dt="2024-09-29T14:08:03.784" v="4937" actId="478"/>
          <ac:picMkLst>
            <pc:docMk/>
            <pc:sldMk cId="743092061" sldId="287"/>
            <ac:picMk id="7" creationId="{DBBF9B16-239E-F8B4-6F79-08AB28BB795D}"/>
          </ac:picMkLst>
        </pc:picChg>
        <pc:picChg chg="del">
          <ac:chgData name="Sohag Kabir" userId="e9b0da40-aef8-480a-bb63-d1daacecf555" providerId="ADAL" clId="{5C408035-4E8D-4ADF-9233-ED281F8B05DA}" dt="2024-09-29T14:08:03.784" v="4937" actId="478"/>
          <ac:picMkLst>
            <pc:docMk/>
            <pc:sldMk cId="743092061" sldId="287"/>
            <ac:picMk id="7170" creationId="{E93CFFFF-FA19-E0C2-E84B-ECC667F6D9F4}"/>
          </ac:picMkLst>
        </pc:picChg>
        <pc:picChg chg="del">
          <ac:chgData name="Sohag Kabir" userId="e9b0da40-aef8-480a-bb63-d1daacecf555" providerId="ADAL" clId="{5C408035-4E8D-4ADF-9233-ED281F8B05DA}" dt="2024-09-29T14:08:03.784" v="4937" actId="478"/>
          <ac:picMkLst>
            <pc:docMk/>
            <pc:sldMk cId="743092061" sldId="287"/>
            <ac:picMk id="7172" creationId="{3E4823F5-3527-6A3E-9670-B5742DB19173}"/>
          </ac:picMkLst>
        </pc:picChg>
      </pc:sldChg>
      <pc:sldChg chg="addSp delSp modSp add mod">
        <pc:chgData name="Sohag Kabir" userId="e9b0da40-aef8-480a-bb63-d1daacecf555" providerId="ADAL" clId="{5C408035-4E8D-4ADF-9233-ED281F8B05DA}" dt="2024-09-29T14:35:40.278" v="5373" actId="1076"/>
        <pc:sldMkLst>
          <pc:docMk/>
          <pc:sldMk cId="2923510616" sldId="288"/>
        </pc:sldMkLst>
        <pc:spChg chg="mod">
          <ac:chgData name="Sohag Kabir" userId="e9b0da40-aef8-480a-bb63-d1daacecf555" providerId="ADAL" clId="{5C408035-4E8D-4ADF-9233-ED281F8B05DA}" dt="2024-09-29T14:20:28.988" v="5180" actId="20577"/>
          <ac:spMkLst>
            <pc:docMk/>
            <pc:sldMk cId="2923510616" sldId="288"/>
            <ac:spMk id="2" creationId="{3530B774-9001-449E-924A-4229028B4A25}"/>
          </ac:spMkLst>
        </pc:spChg>
        <pc:spChg chg="add mod">
          <ac:chgData name="Sohag Kabir" userId="e9b0da40-aef8-480a-bb63-d1daacecf555" providerId="ADAL" clId="{5C408035-4E8D-4ADF-9233-ED281F8B05DA}" dt="2024-09-29T14:35:37.767" v="5372" actId="1076"/>
          <ac:spMkLst>
            <pc:docMk/>
            <pc:sldMk cId="2923510616" sldId="288"/>
            <ac:spMk id="8" creationId="{2B0D840B-9B65-7E2C-33CD-24D76D514367}"/>
          </ac:spMkLst>
        </pc:spChg>
        <pc:spChg chg="add mod">
          <ac:chgData name="Sohag Kabir" userId="e9b0da40-aef8-480a-bb63-d1daacecf555" providerId="ADAL" clId="{5C408035-4E8D-4ADF-9233-ED281F8B05DA}" dt="2024-09-29T14:35:40.278" v="5373" actId="1076"/>
          <ac:spMkLst>
            <pc:docMk/>
            <pc:sldMk cId="2923510616" sldId="288"/>
            <ac:spMk id="11" creationId="{5057F6A5-A8EC-6675-1714-C6C8E5DA4C93}"/>
          </ac:spMkLst>
        </pc:spChg>
        <pc:grpChg chg="del">
          <ac:chgData name="Sohag Kabir" userId="e9b0da40-aef8-480a-bb63-d1daacecf555" providerId="ADAL" clId="{5C408035-4E8D-4ADF-9233-ED281F8B05DA}" dt="2024-09-29T14:21:01.216" v="5181" actId="478"/>
          <ac:grpSpMkLst>
            <pc:docMk/>
            <pc:sldMk cId="2923510616" sldId="288"/>
            <ac:grpSpMk id="17" creationId="{AA4492BF-3EDA-8414-A6A2-1DA7F5D59905}"/>
          </ac:grpSpMkLst>
        </pc:grpChg>
        <pc:picChg chg="add mod">
          <ac:chgData name="Sohag Kabir" userId="e9b0da40-aef8-480a-bb63-d1daacecf555" providerId="ADAL" clId="{5C408035-4E8D-4ADF-9233-ED281F8B05DA}" dt="2024-09-29T14:35:33.427" v="5371" actId="1036"/>
          <ac:picMkLst>
            <pc:docMk/>
            <pc:sldMk cId="2923510616" sldId="288"/>
            <ac:picMk id="3" creationId="{0374E846-C8F7-0A86-3AC9-32B5CF51F31D}"/>
          </ac:picMkLst>
        </pc:picChg>
      </pc:sldChg>
      <pc:sldChg chg="addSp delSp modSp add mod">
        <pc:chgData name="Sohag Kabir" userId="e9b0da40-aef8-480a-bb63-d1daacecf555" providerId="ADAL" clId="{5C408035-4E8D-4ADF-9233-ED281F8B05DA}" dt="2024-09-29T14:35:50.460" v="5375" actId="14100"/>
        <pc:sldMkLst>
          <pc:docMk/>
          <pc:sldMk cId="2324322734" sldId="289"/>
        </pc:sldMkLst>
        <pc:spChg chg="add mod">
          <ac:chgData name="Sohag Kabir" userId="e9b0da40-aef8-480a-bb63-d1daacecf555" providerId="ADAL" clId="{5C408035-4E8D-4ADF-9233-ED281F8B05DA}" dt="2024-09-29T14:35:47.989" v="5374" actId="1076"/>
          <ac:spMkLst>
            <pc:docMk/>
            <pc:sldMk cId="2324322734" sldId="289"/>
            <ac:spMk id="4" creationId="{FFEB585D-0ACB-F755-5850-D2245569DE9E}"/>
          </ac:spMkLst>
        </pc:spChg>
        <pc:spChg chg="del">
          <ac:chgData name="Sohag Kabir" userId="e9b0da40-aef8-480a-bb63-d1daacecf555" providerId="ADAL" clId="{5C408035-4E8D-4ADF-9233-ED281F8B05DA}" dt="2024-09-29T14:34:08.719" v="5289" actId="478"/>
          <ac:spMkLst>
            <pc:docMk/>
            <pc:sldMk cId="2324322734" sldId="289"/>
            <ac:spMk id="8" creationId="{2B0D840B-9B65-7E2C-33CD-24D76D514367}"/>
          </ac:spMkLst>
        </pc:spChg>
        <pc:spChg chg="del">
          <ac:chgData name="Sohag Kabir" userId="e9b0da40-aef8-480a-bb63-d1daacecf555" providerId="ADAL" clId="{5C408035-4E8D-4ADF-9233-ED281F8B05DA}" dt="2024-09-29T14:35:05.534" v="5361" actId="478"/>
          <ac:spMkLst>
            <pc:docMk/>
            <pc:sldMk cId="2324322734" sldId="289"/>
            <ac:spMk id="11" creationId="{5057F6A5-A8EC-6675-1714-C6C8E5DA4C93}"/>
          </ac:spMkLst>
        </pc:spChg>
        <pc:picChg chg="del">
          <ac:chgData name="Sohag Kabir" userId="e9b0da40-aef8-480a-bb63-d1daacecf555" providerId="ADAL" clId="{5C408035-4E8D-4ADF-9233-ED281F8B05DA}" dt="2024-09-29T14:33:11.665" v="5282" actId="478"/>
          <ac:picMkLst>
            <pc:docMk/>
            <pc:sldMk cId="2324322734" sldId="289"/>
            <ac:picMk id="3" creationId="{0374E846-C8F7-0A86-3AC9-32B5CF51F31D}"/>
          </ac:picMkLst>
        </pc:picChg>
        <pc:picChg chg="add mod">
          <ac:chgData name="Sohag Kabir" userId="e9b0da40-aef8-480a-bb63-d1daacecf555" providerId="ADAL" clId="{5C408035-4E8D-4ADF-9233-ED281F8B05DA}" dt="2024-09-29T14:35:50.460" v="5375" actId="14100"/>
          <ac:picMkLst>
            <pc:docMk/>
            <pc:sldMk cId="2324322734" sldId="289"/>
            <ac:picMk id="8194" creationId="{4D9F4C76-9993-6E16-2E0D-1FE4790C2298}"/>
          </ac:picMkLst>
        </pc:picChg>
      </pc:sldChg>
      <pc:sldChg chg="addSp delSp modSp add mod">
        <pc:chgData name="Sohag Kabir" userId="e9b0da40-aef8-480a-bb63-d1daacecf555" providerId="ADAL" clId="{5C408035-4E8D-4ADF-9233-ED281F8B05DA}" dt="2024-09-29T14:38:28.599" v="5412" actId="20577"/>
        <pc:sldMkLst>
          <pc:docMk/>
          <pc:sldMk cId="2997775987" sldId="290"/>
        </pc:sldMkLst>
        <pc:spChg chg="mod">
          <ac:chgData name="Sohag Kabir" userId="e9b0da40-aef8-480a-bb63-d1daacecf555" providerId="ADAL" clId="{5C408035-4E8D-4ADF-9233-ED281F8B05DA}" dt="2024-09-29T14:38:28.599" v="5412" actId="20577"/>
          <ac:spMkLst>
            <pc:docMk/>
            <pc:sldMk cId="2997775987" sldId="290"/>
            <ac:spMk id="4" creationId="{FFEB585D-0ACB-F755-5850-D2245569DE9E}"/>
          </ac:spMkLst>
        </pc:spChg>
        <pc:picChg chg="del">
          <ac:chgData name="Sohag Kabir" userId="e9b0da40-aef8-480a-bb63-d1daacecf555" providerId="ADAL" clId="{5C408035-4E8D-4ADF-9233-ED281F8B05DA}" dt="2024-09-29T14:37:24.830" v="5377" actId="478"/>
          <ac:picMkLst>
            <pc:docMk/>
            <pc:sldMk cId="2997775987" sldId="290"/>
            <ac:picMk id="8194" creationId="{4D9F4C76-9993-6E16-2E0D-1FE4790C2298}"/>
          </ac:picMkLst>
        </pc:picChg>
        <pc:picChg chg="add mod">
          <ac:chgData name="Sohag Kabir" userId="e9b0da40-aef8-480a-bb63-d1daacecf555" providerId="ADAL" clId="{5C408035-4E8D-4ADF-9233-ED281F8B05DA}" dt="2024-09-29T14:37:46.364" v="5383" actId="14100"/>
          <ac:picMkLst>
            <pc:docMk/>
            <pc:sldMk cId="2997775987" sldId="290"/>
            <ac:picMk id="9218" creationId="{5C1872CF-9818-DAB5-63FE-00B4AB31DD04}"/>
          </ac:picMkLst>
        </pc:picChg>
      </pc:sldChg>
      <pc:sldChg chg="addSp delSp modSp add mod delAnim modAnim">
        <pc:chgData name="Sohag Kabir" userId="e9b0da40-aef8-480a-bb63-d1daacecf555" providerId="ADAL" clId="{5C408035-4E8D-4ADF-9233-ED281F8B05DA}" dt="2024-09-29T16:04:31.310" v="6252" actId="1076"/>
        <pc:sldMkLst>
          <pc:docMk/>
          <pc:sldMk cId="522993105" sldId="291"/>
        </pc:sldMkLst>
        <pc:spChg chg="mod">
          <ac:chgData name="Sohag Kabir" userId="e9b0da40-aef8-480a-bb63-d1daacecf555" providerId="ADAL" clId="{5C408035-4E8D-4ADF-9233-ED281F8B05DA}" dt="2024-09-29T16:04:31.310" v="6252" actId="1076"/>
          <ac:spMkLst>
            <pc:docMk/>
            <pc:sldMk cId="522993105" sldId="291"/>
            <ac:spMk id="2" creationId="{3530B774-9001-449E-924A-4229028B4A25}"/>
          </ac:spMkLst>
        </pc:spChg>
        <pc:spChg chg="add del mod">
          <ac:chgData name="Sohag Kabir" userId="e9b0da40-aef8-480a-bb63-d1daacecf555" providerId="ADAL" clId="{5C408035-4E8D-4ADF-9233-ED281F8B05DA}" dt="2024-09-29T15:02:48.691" v="5601" actId="478"/>
          <ac:spMkLst>
            <pc:docMk/>
            <pc:sldMk cId="522993105" sldId="291"/>
            <ac:spMk id="3" creationId="{6007BCB6-5AC8-46A7-EC4F-B4EBFDE04269}"/>
          </ac:spMkLst>
        </pc:spChg>
        <pc:spChg chg="add del mod">
          <ac:chgData name="Sohag Kabir" userId="e9b0da40-aef8-480a-bb63-d1daacecf555" providerId="ADAL" clId="{5C408035-4E8D-4ADF-9233-ED281F8B05DA}" dt="2024-09-29T15:02:49.619" v="5602" actId="478"/>
          <ac:spMkLst>
            <pc:docMk/>
            <pc:sldMk cId="522993105" sldId="291"/>
            <ac:spMk id="4" creationId="{FA6964CA-8119-F5F4-7A61-B92F64F7556C}"/>
          </ac:spMkLst>
        </pc:spChg>
        <pc:spChg chg="del">
          <ac:chgData name="Sohag Kabir" userId="e9b0da40-aef8-480a-bb63-d1daacecf555" providerId="ADAL" clId="{5C408035-4E8D-4ADF-9233-ED281F8B05DA}" dt="2024-09-29T14:53:00.857" v="5525" actId="478"/>
          <ac:spMkLst>
            <pc:docMk/>
            <pc:sldMk cId="522993105" sldId="291"/>
            <ac:spMk id="5" creationId="{1122AB5C-9A91-2C91-204A-99B0B4FD7DD3}"/>
          </ac:spMkLst>
        </pc:spChg>
        <pc:spChg chg="add mod">
          <ac:chgData name="Sohag Kabir" userId="e9b0da40-aef8-480a-bb63-d1daacecf555" providerId="ADAL" clId="{5C408035-4E8D-4ADF-9233-ED281F8B05DA}" dt="2024-09-29T14:52:21.492" v="5517" actId="164"/>
          <ac:spMkLst>
            <pc:docMk/>
            <pc:sldMk cId="522993105" sldId="291"/>
            <ac:spMk id="11" creationId="{CD437044-CF5E-E46F-46E8-E61DBF35352E}"/>
          </ac:spMkLst>
        </pc:spChg>
        <pc:spChg chg="del mod">
          <ac:chgData name="Sohag Kabir" userId="e9b0da40-aef8-480a-bb63-d1daacecf555" providerId="ADAL" clId="{5C408035-4E8D-4ADF-9233-ED281F8B05DA}" dt="2024-09-29T15:02:54.077" v="5605" actId="478"/>
          <ac:spMkLst>
            <pc:docMk/>
            <pc:sldMk cId="522993105" sldId="291"/>
            <ac:spMk id="15" creationId="{C252F85D-9BF2-49BA-7DB0-8C3583E78D78}"/>
          </ac:spMkLst>
        </pc:spChg>
        <pc:spChg chg="mod">
          <ac:chgData name="Sohag Kabir" userId="e9b0da40-aef8-480a-bb63-d1daacecf555" providerId="ADAL" clId="{5C408035-4E8D-4ADF-9233-ED281F8B05DA}" dt="2024-09-29T14:52:56.413" v="5523"/>
          <ac:spMkLst>
            <pc:docMk/>
            <pc:sldMk cId="522993105" sldId="291"/>
            <ac:spMk id="16" creationId="{DB16D489-E0AB-C10D-9917-05911EE875F1}"/>
          </ac:spMkLst>
        </pc:spChg>
        <pc:spChg chg="add del mod">
          <ac:chgData name="Sohag Kabir" userId="e9b0da40-aef8-480a-bb63-d1daacecf555" providerId="ADAL" clId="{5C408035-4E8D-4ADF-9233-ED281F8B05DA}" dt="2024-09-29T15:02:51.290" v="5603" actId="478"/>
          <ac:spMkLst>
            <pc:docMk/>
            <pc:sldMk cId="522993105" sldId="291"/>
            <ac:spMk id="18" creationId="{772E9DB5-63FA-29D6-174C-7FC88CF570CB}"/>
          </ac:spMkLst>
        </pc:spChg>
        <pc:spChg chg="add mod">
          <ac:chgData name="Sohag Kabir" userId="e9b0da40-aef8-480a-bb63-d1daacecf555" providerId="ADAL" clId="{5C408035-4E8D-4ADF-9233-ED281F8B05DA}" dt="2024-09-29T15:04:11.169" v="5619" actId="14100"/>
          <ac:spMkLst>
            <pc:docMk/>
            <pc:sldMk cId="522993105" sldId="291"/>
            <ac:spMk id="19" creationId="{3B7D1C6C-C843-3ED4-D843-85FCA0527A96}"/>
          </ac:spMkLst>
        </pc:spChg>
        <pc:grpChg chg="add del mod">
          <ac:chgData name="Sohag Kabir" userId="e9b0da40-aef8-480a-bb63-d1daacecf555" providerId="ADAL" clId="{5C408035-4E8D-4ADF-9233-ED281F8B05DA}" dt="2024-09-29T15:02:52.703" v="5604" actId="478"/>
          <ac:grpSpMkLst>
            <pc:docMk/>
            <pc:sldMk cId="522993105" sldId="291"/>
            <ac:grpSpMk id="12" creationId="{477302C1-25AA-2D19-FD52-A3A033F2B33B}"/>
          </ac:grpSpMkLst>
        </pc:grpChg>
        <pc:grpChg chg="add del mod">
          <ac:chgData name="Sohag Kabir" userId="e9b0da40-aef8-480a-bb63-d1daacecf555" providerId="ADAL" clId="{5C408035-4E8D-4ADF-9233-ED281F8B05DA}" dt="2024-09-29T15:02:55.896" v="5606" actId="478"/>
          <ac:grpSpMkLst>
            <pc:docMk/>
            <pc:sldMk cId="522993105" sldId="291"/>
            <ac:grpSpMk id="13" creationId="{7221A722-C945-EA50-62BB-753B706BD052}"/>
          </ac:grpSpMkLst>
        </pc:grpChg>
        <pc:picChg chg="add mod">
          <ac:chgData name="Sohag Kabir" userId="e9b0da40-aef8-480a-bb63-d1daacecf555" providerId="ADAL" clId="{5C408035-4E8D-4ADF-9233-ED281F8B05DA}" dt="2024-09-29T14:52:21.492" v="5517" actId="164"/>
          <ac:picMkLst>
            <pc:docMk/>
            <pc:sldMk cId="522993105" sldId="291"/>
            <ac:picMk id="7" creationId="{D233E6B3-F815-85B9-F2FF-5D78E3F0E3C4}"/>
          </ac:picMkLst>
        </pc:picChg>
        <pc:picChg chg="add mod">
          <ac:chgData name="Sohag Kabir" userId="e9b0da40-aef8-480a-bb63-d1daacecf555" providerId="ADAL" clId="{5C408035-4E8D-4ADF-9233-ED281F8B05DA}" dt="2024-09-29T14:52:21.492" v="5517" actId="164"/>
          <ac:picMkLst>
            <pc:docMk/>
            <pc:sldMk cId="522993105" sldId="291"/>
            <ac:picMk id="8" creationId="{E068717B-789A-241F-CC69-D38225CB0834}"/>
          </ac:picMkLst>
        </pc:picChg>
        <pc:picChg chg="add mod">
          <ac:chgData name="Sohag Kabir" userId="e9b0da40-aef8-480a-bb63-d1daacecf555" providerId="ADAL" clId="{5C408035-4E8D-4ADF-9233-ED281F8B05DA}" dt="2024-09-29T14:52:21.492" v="5517" actId="164"/>
          <ac:picMkLst>
            <pc:docMk/>
            <pc:sldMk cId="522993105" sldId="291"/>
            <ac:picMk id="10" creationId="{7A8D5195-E3E3-1206-F95C-303993F5905D}"/>
          </ac:picMkLst>
        </pc:picChg>
        <pc:picChg chg="mod">
          <ac:chgData name="Sohag Kabir" userId="e9b0da40-aef8-480a-bb63-d1daacecf555" providerId="ADAL" clId="{5C408035-4E8D-4ADF-9233-ED281F8B05DA}" dt="2024-09-29T14:52:56.413" v="5523"/>
          <ac:picMkLst>
            <pc:docMk/>
            <pc:sldMk cId="522993105" sldId="291"/>
            <ac:picMk id="14" creationId="{E2000D08-AEEB-11D0-2D49-8016EDC7EED5}"/>
          </ac:picMkLst>
        </pc:picChg>
        <pc:picChg chg="mod">
          <ac:chgData name="Sohag Kabir" userId="e9b0da40-aef8-480a-bb63-d1daacecf555" providerId="ADAL" clId="{5C408035-4E8D-4ADF-9233-ED281F8B05DA}" dt="2024-09-29T14:52:56.413" v="5523"/>
          <ac:picMkLst>
            <pc:docMk/>
            <pc:sldMk cId="522993105" sldId="291"/>
            <ac:picMk id="17" creationId="{E825ED0A-E1ED-CCF4-ED9B-F2B3EEE1B5B2}"/>
          </ac:picMkLst>
        </pc:picChg>
        <pc:picChg chg="del">
          <ac:chgData name="Sohag Kabir" userId="e9b0da40-aef8-480a-bb63-d1daacecf555" providerId="ADAL" clId="{5C408035-4E8D-4ADF-9233-ED281F8B05DA}" dt="2024-09-29T14:50:06.535" v="5457" actId="478"/>
          <ac:picMkLst>
            <pc:docMk/>
            <pc:sldMk cId="522993105" sldId="291"/>
            <ac:picMk id="4098" creationId="{0F334A9C-70F5-8BC0-D3D4-04B515E3B0D7}"/>
          </ac:picMkLst>
        </pc:picChg>
      </pc:sldChg>
      <pc:sldChg chg="addSp delSp modSp add mod delAnim">
        <pc:chgData name="Sohag Kabir" userId="e9b0da40-aef8-480a-bb63-d1daacecf555" providerId="ADAL" clId="{5C408035-4E8D-4ADF-9233-ED281F8B05DA}" dt="2024-09-29T14:58:32.739" v="5550" actId="1076"/>
        <pc:sldMkLst>
          <pc:docMk/>
          <pc:sldMk cId="1047879687" sldId="292"/>
        </pc:sldMkLst>
        <pc:spChg chg="mod">
          <ac:chgData name="Sohag Kabir" userId="e9b0da40-aef8-480a-bb63-d1daacecf555" providerId="ADAL" clId="{5C408035-4E8D-4ADF-9233-ED281F8B05DA}" dt="2024-09-29T14:56:10.522" v="5533"/>
          <ac:spMkLst>
            <pc:docMk/>
            <pc:sldMk cId="1047879687" sldId="292"/>
            <ac:spMk id="2" creationId="{3530B774-9001-449E-924A-4229028B4A25}"/>
          </ac:spMkLst>
        </pc:spChg>
        <pc:spChg chg="del">
          <ac:chgData name="Sohag Kabir" userId="e9b0da40-aef8-480a-bb63-d1daacecf555" providerId="ADAL" clId="{5C408035-4E8D-4ADF-9233-ED281F8B05DA}" dt="2024-09-29T14:56:16.563" v="5534" actId="478"/>
          <ac:spMkLst>
            <pc:docMk/>
            <pc:sldMk cId="1047879687" sldId="292"/>
            <ac:spMk id="3" creationId="{6007BCB6-5AC8-46A7-EC4F-B4EBFDE04269}"/>
          </ac:spMkLst>
        </pc:spChg>
        <pc:spChg chg="del">
          <ac:chgData name="Sohag Kabir" userId="e9b0da40-aef8-480a-bb63-d1daacecf555" providerId="ADAL" clId="{5C408035-4E8D-4ADF-9233-ED281F8B05DA}" dt="2024-09-29T14:56:17.501" v="5535" actId="478"/>
          <ac:spMkLst>
            <pc:docMk/>
            <pc:sldMk cId="1047879687" sldId="292"/>
            <ac:spMk id="4" creationId="{FA6964CA-8119-F5F4-7A61-B92F64F7556C}"/>
          </ac:spMkLst>
        </pc:spChg>
        <pc:spChg chg="add del mod">
          <ac:chgData name="Sohag Kabir" userId="e9b0da40-aef8-480a-bb63-d1daacecf555" providerId="ADAL" clId="{5C408035-4E8D-4ADF-9233-ED281F8B05DA}" dt="2024-09-29T14:56:18.331" v="5536" actId="478"/>
          <ac:spMkLst>
            <pc:docMk/>
            <pc:sldMk cId="1047879687" sldId="292"/>
            <ac:spMk id="5" creationId="{E7A74DB1-83C5-165E-2A3D-1EE9D4C11AF5}"/>
          </ac:spMkLst>
        </pc:spChg>
        <pc:spChg chg="add mod">
          <ac:chgData name="Sohag Kabir" userId="e9b0da40-aef8-480a-bb63-d1daacecf555" providerId="ADAL" clId="{5C408035-4E8D-4ADF-9233-ED281F8B05DA}" dt="2024-09-29T14:56:36.374" v="5540" actId="1076"/>
          <ac:spMkLst>
            <pc:docMk/>
            <pc:sldMk cId="1047879687" sldId="292"/>
            <ac:spMk id="19" creationId="{95969E00-A64A-AF8F-0A9D-1734E97E07C0}"/>
          </ac:spMkLst>
        </pc:spChg>
        <pc:spChg chg="add mod">
          <ac:chgData name="Sohag Kabir" userId="e9b0da40-aef8-480a-bb63-d1daacecf555" providerId="ADAL" clId="{5C408035-4E8D-4ADF-9233-ED281F8B05DA}" dt="2024-09-29T14:56:51.083" v="5544" actId="1076"/>
          <ac:spMkLst>
            <pc:docMk/>
            <pc:sldMk cId="1047879687" sldId="292"/>
            <ac:spMk id="20" creationId="{105EB897-1727-921F-8184-6DBCA69A58DA}"/>
          </ac:spMkLst>
        </pc:spChg>
        <pc:spChg chg="add mod">
          <ac:chgData name="Sohag Kabir" userId="e9b0da40-aef8-480a-bb63-d1daacecf555" providerId="ADAL" clId="{5C408035-4E8D-4ADF-9233-ED281F8B05DA}" dt="2024-09-29T14:56:36.374" v="5540" actId="1076"/>
          <ac:spMkLst>
            <pc:docMk/>
            <pc:sldMk cId="1047879687" sldId="292"/>
            <ac:spMk id="21" creationId="{5309E542-6098-BE82-27DA-58FFEA69D3EC}"/>
          </ac:spMkLst>
        </pc:spChg>
        <pc:spChg chg="add mod">
          <ac:chgData name="Sohag Kabir" userId="e9b0da40-aef8-480a-bb63-d1daacecf555" providerId="ADAL" clId="{5C408035-4E8D-4ADF-9233-ED281F8B05DA}" dt="2024-09-29T14:56:36.374" v="5540" actId="1076"/>
          <ac:spMkLst>
            <pc:docMk/>
            <pc:sldMk cId="1047879687" sldId="292"/>
            <ac:spMk id="22" creationId="{75BAD1AA-6EA4-B7DE-E091-1113A6BDB9E8}"/>
          </ac:spMkLst>
        </pc:spChg>
        <pc:spChg chg="add mod">
          <ac:chgData name="Sohag Kabir" userId="e9b0da40-aef8-480a-bb63-d1daacecf555" providerId="ADAL" clId="{5C408035-4E8D-4ADF-9233-ED281F8B05DA}" dt="2024-09-29T14:58:32.739" v="5550" actId="1076"/>
          <ac:spMkLst>
            <pc:docMk/>
            <pc:sldMk cId="1047879687" sldId="292"/>
            <ac:spMk id="23" creationId="{F2E0E622-9C7E-1878-BD98-EB84E04F35FE}"/>
          </ac:spMkLst>
        </pc:spChg>
        <pc:spChg chg="add mod">
          <ac:chgData name="Sohag Kabir" userId="e9b0da40-aef8-480a-bb63-d1daacecf555" providerId="ADAL" clId="{5C408035-4E8D-4ADF-9233-ED281F8B05DA}" dt="2024-09-29T14:58:20.134" v="5548" actId="255"/>
          <ac:spMkLst>
            <pc:docMk/>
            <pc:sldMk cId="1047879687" sldId="292"/>
            <ac:spMk id="24" creationId="{0F86E47D-A1F2-0A0E-96F7-525F4AF980FD}"/>
          </ac:spMkLst>
        </pc:spChg>
        <pc:spChg chg="add mod">
          <ac:chgData name="Sohag Kabir" userId="e9b0da40-aef8-480a-bb63-d1daacecf555" providerId="ADAL" clId="{5C408035-4E8D-4ADF-9233-ED281F8B05DA}" dt="2024-09-29T14:56:36.374" v="5540" actId="1076"/>
          <ac:spMkLst>
            <pc:docMk/>
            <pc:sldMk cId="1047879687" sldId="292"/>
            <ac:spMk id="25" creationId="{90EF1146-8580-046D-7E40-FEEF393DADC0}"/>
          </ac:spMkLst>
        </pc:spChg>
        <pc:spChg chg="add mod">
          <ac:chgData name="Sohag Kabir" userId="e9b0da40-aef8-480a-bb63-d1daacecf555" providerId="ADAL" clId="{5C408035-4E8D-4ADF-9233-ED281F8B05DA}" dt="2024-09-29T14:56:36.374" v="5540" actId="1076"/>
          <ac:spMkLst>
            <pc:docMk/>
            <pc:sldMk cId="1047879687" sldId="292"/>
            <ac:spMk id="26" creationId="{5A290B06-FFEB-83B1-EC1D-C8746D077EE8}"/>
          </ac:spMkLst>
        </pc:spChg>
        <pc:spChg chg="add mod">
          <ac:chgData name="Sohag Kabir" userId="e9b0da40-aef8-480a-bb63-d1daacecf555" providerId="ADAL" clId="{5C408035-4E8D-4ADF-9233-ED281F8B05DA}" dt="2024-09-29T14:56:36.374" v="5540" actId="1076"/>
          <ac:spMkLst>
            <pc:docMk/>
            <pc:sldMk cId="1047879687" sldId="292"/>
            <ac:spMk id="27" creationId="{BFA43B29-C229-9DBD-60F5-482C66B85C91}"/>
          </ac:spMkLst>
        </pc:spChg>
        <pc:spChg chg="add mod">
          <ac:chgData name="Sohag Kabir" userId="e9b0da40-aef8-480a-bb63-d1daacecf555" providerId="ADAL" clId="{5C408035-4E8D-4ADF-9233-ED281F8B05DA}" dt="2024-09-29T14:56:36.374" v="5540" actId="1076"/>
          <ac:spMkLst>
            <pc:docMk/>
            <pc:sldMk cId="1047879687" sldId="292"/>
            <ac:spMk id="28" creationId="{9BD8F0F6-872D-481A-FD60-03859CB716C3}"/>
          </ac:spMkLst>
        </pc:spChg>
        <pc:spChg chg="add mod">
          <ac:chgData name="Sohag Kabir" userId="e9b0da40-aef8-480a-bb63-d1daacecf555" providerId="ADAL" clId="{5C408035-4E8D-4ADF-9233-ED281F8B05DA}" dt="2024-09-29T14:57:49.877" v="5547" actId="1076"/>
          <ac:spMkLst>
            <pc:docMk/>
            <pc:sldMk cId="1047879687" sldId="292"/>
            <ac:spMk id="29" creationId="{489D4741-52E4-0659-3E11-3F4B12C7841C}"/>
          </ac:spMkLst>
        </pc:spChg>
        <pc:spChg chg="add mod">
          <ac:chgData name="Sohag Kabir" userId="e9b0da40-aef8-480a-bb63-d1daacecf555" providerId="ADAL" clId="{5C408035-4E8D-4ADF-9233-ED281F8B05DA}" dt="2024-09-29T14:56:36.374" v="5540" actId="1076"/>
          <ac:spMkLst>
            <pc:docMk/>
            <pc:sldMk cId="1047879687" sldId="292"/>
            <ac:spMk id="30" creationId="{862265E4-57D0-BADB-E5D7-3392E42F47FC}"/>
          </ac:spMkLst>
        </pc:spChg>
        <pc:spChg chg="add mod">
          <ac:chgData name="Sohag Kabir" userId="e9b0da40-aef8-480a-bb63-d1daacecf555" providerId="ADAL" clId="{5C408035-4E8D-4ADF-9233-ED281F8B05DA}" dt="2024-09-29T14:56:36.374" v="5540" actId="1076"/>
          <ac:spMkLst>
            <pc:docMk/>
            <pc:sldMk cId="1047879687" sldId="292"/>
            <ac:spMk id="31" creationId="{A661ED7D-7AF9-5CA7-9150-56E3357357C9}"/>
          </ac:spMkLst>
        </pc:spChg>
        <pc:grpChg chg="del">
          <ac:chgData name="Sohag Kabir" userId="e9b0da40-aef8-480a-bb63-d1daacecf555" providerId="ADAL" clId="{5C408035-4E8D-4ADF-9233-ED281F8B05DA}" dt="2024-09-29T14:56:20.013" v="5537" actId="478"/>
          <ac:grpSpMkLst>
            <pc:docMk/>
            <pc:sldMk cId="1047879687" sldId="292"/>
            <ac:grpSpMk id="12" creationId="{477302C1-25AA-2D19-FD52-A3A033F2B33B}"/>
          </ac:grpSpMkLst>
        </pc:grpChg>
        <pc:grpChg chg="del">
          <ac:chgData name="Sohag Kabir" userId="e9b0da40-aef8-480a-bb63-d1daacecf555" providerId="ADAL" clId="{5C408035-4E8D-4ADF-9233-ED281F8B05DA}" dt="2024-09-29T14:56:20.968" v="5538" actId="478"/>
          <ac:grpSpMkLst>
            <pc:docMk/>
            <pc:sldMk cId="1047879687" sldId="292"/>
            <ac:grpSpMk id="13" creationId="{7221A722-C945-EA50-62BB-753B706BD052}"/>
          </ac:grpSpMkLst>
        </pc:grpChg>
        <pc:picChg chg="add mod">
          <ac:chgData name="Sohag Kabir" userId="e9b0da40-aef8-480a-bb63-d1daacecf555" providerId="ADAL" clId="{5C408035-4E8D-4ADF-9233-ED281F8B05DA}" dt="2024-09-29T14:56:36.374" v="5540" actId="1076"/>
          <ac:picMkLst>
            <pc:docMk/>
            <pc:sldMk cId="1047879687" sldId="292"/>
            <ac:picMk id="18" creationId="{87A702FC-A5BB-8C5A-625F-32EEAD93036C}"/>
          </ac:picMkLst>
        </pc:picChg>
      </pc:sldChg>
      <pc:sldChg chg="addSp delSp modSp add mod modAnim">
        <pc:chgData name="Sohag Kabir" userId="e9b0da40-aef8-480a-bb63-d1daacecf555" providerId="ADAL" clId="{5C408035-4E8D-4ADF-9233-ED281F8B05DA}" dt="2024-09-29T15:01:06.835" v="5576" actId="6549"/>
        <pc:sldMkLst>
          <pc:docMk/>
          <pc:sldMk cId="84711293" sldId="293"/>
        </pc:sldMkLst>
        <pc:spChg chg="mod">
          <ac:chgData name="Sohag Kabir" userId="e9b0da40-aef8-480a-bb63-d1daacecf555" providerId="ADAL" clId="{5C408035-4E8D-4ADF-9233-ED281F8B05DA}" dt="2024-09-29T14:59:26.620" v="5564" actId="20577"/>
          <ac:spMkLst>
            <pc:docMk/>
            <pc:sldMk cId="84711293" sldId="293"/>
            <ac:spMk id="2" creationId="{3530B774-9001-449E-924A-4229028B4A25}"/>
          </ac:spMkLst>
        </pc:spChg>
        <pc:spChg chg="add mod">
          <ac:chgData name="Sohag Kabir" userId="e9b0da40-aef8-480a-bb63-d1daacecf555" providerId="ADAL" clId="{5C408035-4E8D-4ADF-9233-ED281F8B05DA}" dt="2024-09-29T15:01:06.835" v="5576" actId="6549"/>
          <ac:spMkLst>
            <pc:docMk/>
            <pc:sldMk cId="84711293" sldId="293"/>
            <ac:spMk id="3" creationId="{5AD763B0-382C-B09A-DBAC-645AD8C725A8}"/>
          </ac:spMkLst>
        </pc:spChg>
        <pc:spChg chg="mod">
          <ac:chgData name="Sohag Kabir" userId="e9b0da40-aef8-480a-bb63-d1daacecf555" providerId="ADAL" clId="{5C408035-4E8D-4ADF-9233-ED281F8B05DA}" dt="2024-09-29T15:00:04.942" v="5570" actId="1076"/>
          <ac:spMkLst>
            <pc:docMk/>
            <pc:sldMk cId="84711293" sldId="293"/>
            <ac:spMk id="7" creationId="{158FFB24-2458-D20B-8EF8-0EBE3162D027}"/>
          </ac:spMkLst>
        </pc:spChg>
        <pc:spChg chg="mod">
          <ac:chgData name="Sohag Kabir" userId="e9b0da40-aef8-480a-bb63-d1daacecf555" providerId="ADAL" clId="{5C408035-4E8D-4ADF-9233-ED281F8B05DA}" dt="2024-09-29T15:00:04.942" v="5570" actId="1076"/>
          <ac:spMkLst>
            <pc:docMk/>
            <pc:sldMk cId="84711293" sldId="293"/>
            <ac:spMk id="15" creationId="{2CFA8AA9-7FCF-9F9B-00CF-6744DD48683A}"/>
          </ac:spMkLst>
        </pc:spChg>
        <pc:spChg chg="del">
          <ac:chgData name="Sohag Kabir" userId="e9b0da40-aef8-480a-bb63-d1daacecf555" providerId="ADAL" clId="{5C408035-4E8D-4ADF-9233-ED281F8B05DA}" dt="2024-09-29T14:59:31.484" v="5565" actId="478"/>
          <ac:spMkLst>
            <pc:docMk/>
            <pc:sldMk cId="84711293" sldId="293"/>
            <ac:spMk id="19" creationId="{95969E00-A64A-AF8F-0A9D-1734E97E07C0}"/>
          </ac:spMkLst>
        </pc:spChg>
        <pc:spChg chg="del">
          <ac:chgData name="Sohag Kabir" userId="e9b0da40-aef8-480a-bb63-d1daacecf555" providerId="ADAL" clId="{5C408035-4E8D-4ADF-9233-ED281F8B05DA}" dt="2024-09-29T14:59:34.061" v="5566" actId="478"/>
          <ac:spMkLst>
            <pc:docMk/>
            <pc:sldMk cId="84711293" sldId="293"/>
            <ac:spMk id="20" creationId="{105EB897-1727-921F-8184-6DBCA69A58DA}"/>
          </ac:spMkLst>
        </pc:spChg>
        <pc:spChg chg="del">
          <ac:chgData name="Sohag Kabir" userId="e9b0da40-aef8-480a-bb63-d1daacecf555" providerId="ADAL" clId="{5C408035-4E8D-4ADF-9233-ED281F8B05DA}" dt="2024-09-29T14:59:31.484" v="5565" actId="478"/>
          <ac:spMkLst>
            <pc:docMk/>
            <pc:sldMk cId="84711293" sldId="293"/>
            <ac:spMk id="21" creationId="{5309E542-6098-BE82-27DA-58FFEA69D3EC}"/>
          </ac:spMkLst>
        </pc:spChg>
        <pc:spChg chg="del">
          <ac:chgData name="Sohag Kabir" userId="e9b0da40-aef8-480a-bb63-d1daacecf555" providerId="ADAL" clId="{5C408035-4E8D-4ADF-9233-ED281F8B05DA}" dt="2024-09-29T14:59:31.484" v="5565" actId="478"/>
          <ac:spMkLst>
            <pc:docMk/>
            <pc:sldMk cId="84711293" sldId="293"/>
            <ac:spMk id="22" creationId="{75BAD1AA-6EA4-B7DE-E091-1113A6BDB9E8}"/>
          </ac:spMkLst>
        </pc:spChg>
        <pc:spChg chg="del">
          <ac:chgData name="Sohag Kabir" userId="e9b0da40-aef8-480a-bb63-d1daacecf555" providerId="ADAL" clId="{5C408035-4E8D-4ADF-9233-ED281F8B05DA}" dt="2024-09-29T14:59:31.484" v="5565" actId="478"/>
          <ac:spMkLst>
            <pc:docMk/>
            <pc:sldMk cId="84711293" sldId="293"/>
            <ac:spMk id="23" creationId="{F2E0E622-9C7E-1878-BD98-EB84E04F35FE}"/>
          </ac:spMkLst>
        </pc:spChg>
        <pc:spChg chg="del">
          <ac:chgData name="Sohag Kabir" userId="e9b0da40-aef8-480a-bb63-d1daacecf555" providerId="ADAL" clId="{5C408035-4E8D-4ADF-9233-ED281F8B05DA}" dt="2024-09-29T14:59:31.484" v="5565" actId="478"/>
          <ac:spMkLst>
            <pc:docMk/>
            <pc:sldMk cId="84711293" sldId="293"/>
            <ac:spMk id="24" creationId="{0F86E47D-A1F2-0A0E-96F7-525F4AF980FD}"/>
          </ac:spMkLst>
        </pc:spChg>
        <pc:spChg chg="del">
          <ac:chgData name="Sohag Kabir" userId="e9b0da40-aef8-480a-bb63-d1daacecf555" providerId="ADAL" clId="{5C408035-4E8D-4ADF-9233-ED281F8B05DA}" dt="2024-09-29T14:59:34.765" v="5567" actId="478"/>
          <ac:spMkLst>
            <pc:docMk/>
            <pc:sldMk cId="84711293" sldId="293"/>
            <ac:spMk id="25" creationId="{90EF1146-8580-046D-7E40-FEEF393DADC0}"/>
          </ac:spMkLst>
        </pc:spChg>
        <pc:spChg chg="del">
          <ac:chgData name="Sohag Kabir" userId="e9b0da40-aef8-480a-bb63-d1daacecf555" providerId="ADAL" clId="{5C408035-4E8D-4ADF-9233-ED281F8B05DA}" dt="2024-09-29T14:59:31.484" v="5565" actId="478"/>
          <ac:spMkLst>
            <pc:docMk/>
            <pc:sldMk cId="84711293" sldId="293"/>
            <ac:spMk id="26" creationId="{5A290B06-FFEB-83B1-EC1D-C8746D077EE8}"/>
          </ac:spMkLst>
        </pc:spChg>
        <pc:spChg chg="del">
          <ac:chgData name="Sohag Kabir" userId="e9b0da40-aef8-480a-bb63-d1daacecf555" providerId="ADAL" clId="{5C408035-4E8D-4ADF-9233-ED281F8B05DA}" dt="2024-09-29T14:59:31.484" v="5565" actId="478"/>
          <ac:spMkLst>
            <pc:docMk/>
            <pc:sldMk cId="84711293" sldId="293"/>
            <ac:spMk id="27" creationId="{BFA43B29-C229-9DBD-60F5-482C66B85C91}"/>
          </ac:spMkLst>
        </pc:spChg>
        <pc:spChg chg="del">
          <ac:chgData name="Sohag Kabir" userId="e9b0da40-aef8-480a-bb63-d1daacecf555" providerId="ADAL" clId="{5C408035-4E8D-4ADF-9233-ED281F8B05DA}" dt="2024-09-29T14:59:31.484" v="5565" actId="478"/>
          <ac:spMkLst>
            <pc:docMk/>
            <pc:sldMk cId="84711293" sldId="293"/>
            <ac:spMk id="28" creationId="{9BD8F0F6-872D-481A-FD60-03859CB716C3}"/>
          </ac:spMkLst>
        </pc:spChg>
        <pc:spChg chg="del">
          <ac:chgData name="Sohag Kabir" userId="e9b0da40-aef8-480a-bb63-d1daacecf555" providerId="ADAL" clId="{5C408035-4E8D-4ADF-9233-ED281F8B05DA}" dt="2024-09-29T14:59:31.484" v="5565" actId="478"/>
          <ac:spMkLst>
            <pc:docMk/>
            <pc:sldMk cId="84711293" sldId="293"/>
            <ac:spMk id="29" creationId="{489D4741-52E4-0659-3E11-3F4B12C7841C}"/>
          </ac:spMkLst>
        </pc:spChg>
        <pc:spChg chg="del">
          <ac:chgData name="Sohag Kabir" userId="e9b0da40-aef8-480a-bb63-d1daacecf555" providerId="ADAL" clId="{5C408035-4E8D-4ADF-9233-ED281F8B05DA}" dt="2024-09-29T14:59:31.484" v="5565" actId="478"/>
          <ac:spMkLst>
            <pc:docMk/>
            <pc:sldMk cId="84711293" sldId="293"/>
            <ac:spMk id="30" creationId="{862265E4-57D0-BADB-E5D7-3392E42F47FC}"/>
          </ac:spMkLst>
        </pc:spChg>
        <pc:spChg chg="del">
          <ac:chgData name="Sohag Kabir" userId="e9b0da40-aef8-480a-bb63-d1daacecf555" providerId="ADAL" clId="{5C408035-4E8D-4ADF-9233-ED281F8B05DA}" dt="2024-09-29T14:59:31.484" v="5565" actId="478"/>
          <ac:spMkLst>
            <pc:docMk/>
            <pc:sldMk cId="84711293" sldId="293"/>
            <ac:spMk id="31" creationId="{A661ED7D-7AF9-5CA7-9150-56E3357357C9}"/>
          </ac:spMkLst>
        </pc:spChg>
        <pc:spChg chg="mod">
          <ac:chgData name="Sohag Kabir" userId="e9b0da40-aef8-480a-bb63-d1daacecf555" providerId="ADAL" clId="{5C408035-4E8D-4ADF-9233-ED281F8B05DA}" dt="2024-09-29T15:00:04.942" v="5570" actId="1076"/>
          <ac:spMkLst>
            <pc:docMk/>
            <pc:sldMk cId="84711293" sldId="293"/>
            <ac:spMk id="33" creationId="{643B4E82-B4BF-A757-08F6-E9011E684A32}"/>
          </ac:spMkLst>
        </pc:spChg>
        <pc:spChg chg="mod">
          <ac:chgData name="Sohag Kabir" userId="e9b0da40-aef8-480a-bb63-d1daacecf555" providerId="ADAL" clId="{5C408035-4E8D-4ADF-9233-ED281F8B05DA}" dt="2024-09-29T15:00:04.942" v="5570" actId="1076"/>
          <ac:spMkLst>
            <pc:docMk/>
            <pc:sldMk cId="84711293" sldId="293"/>
            <ac:spMk id="37" creationId="{75F67917-E938-039D-F841-4ADAEE00E2F1}"/>
          </ac:spMkLst>
        </pc:spChg>
        <pc:grpChg chg="add mod">
          <ac:chgData name="Sohag Kabir" userId="e9b0da40-aef8-480a-bb63-d1daacecf555" providerId="ADAL" clId="{5C408035-4E8D-4ADF-9233-ED281F8B05DA}" dt="2024-09-29T15:00:04.942" v="5570" actId="1076"/>
          <ac:grpSpMkLst>
            <pc:docMk/>
            <pc:sldMk cId="84711293" sldId="293"/>
            <ac:grpSpMk id="4" creationId="{726476A4-C1C1-5A5D-1F34-055DEC950046}"/>
          </ac:grpSpMkLst>
        </pc:grpChg>
        <pc:grpChg chg="add mod">
          <ac:chgData name="Sohag Kabir" userId="e9b0da40-aef8-480a-bb63-d1daacecf555" providerId="ADAL" clId="{5C408035-4E8D-4ADF-9233-ED281F8B05DA}" dt="2024-09-29T15:00:04.942" v="5570" actId="1076"/>
          <ac:grpSpMkLst>
            <pc:docMk/>
            <pc:sldMk cId="84711293" sldId="293"/>
            <ac:grpSpMk id="8" creationId="{AB396CF0-19E1-B39C-D6F6-CD92EE5086E8}"/>
          </ac:grpSpMkLst>
        </pc:grpChg>
        <pc:grpChg chg="add mod">
          <ac:chgData name="Sohag Kabir" userId="e9b0da40-aef8-480a-bb63-d1daacecf555" providerId="ADAL" clId="{5C408035-4E8D-4ADF-9233-ED281F8B05DA}" dt="2024-09-29T15:00:04.942" v="5570" actId="1076"/>
          <ac:grpSpMkLst>
            <pc:docMk/>
            <pc:sldMk cId="84711293" sldId="293"/>
            <ac:grpSpMk id="16" creationId="{DEDA8D69-3EA9-F680-F97C-C8CE3B819211}"/>
          </ac:grpSpMkLst>
        </pc:grpChg>
        <pc:grpChg chg="add mod">
          <ac:chgData name="Sohag Kabir" userId="e9b0da40-aef8-480a-bb63-d1daacecf555" providerId="ADAL" clId="{5C408035-4E8D-4ADF-9233-ED281F8B05DA}" dt="2024-09-29T15:00:04.942" v="5570" actId="1076"/>
          <ac:grpSpMkLst>
            <pc:docMk/>
            <pc:sldMk cId="84711293" sldId="293"/>
            <ac:grpSpMk id="34" creationId="{03A68F76-CE87-F034-0A7B-CC5384D98268}"/>
          </ac:grpSpMkLst>
        </pc:grpChg>
        <pc:picChg chg="mod">
          <ac:chgData name="Sohag Kabir" userId="e9b0da40-aef8-480a-bb63-d1daacecf555" providerId="ADAL" clId="{5C408035-4E8D-4ADF-9233-ED281F8B05DA}" dt="2024-09-29T15:00:04.942" v="5570" actId="1076"/>
          <ac:picMkLst>
            <pc:docMk/>
            <pc:sldMk cId="84711293" sldId="293"/>
            <ac:picMk id="5" creationId="{4BAEACAA-43F0-95D9-084D-987F1A7202FD}"/>
          </ac:picMkLst>
        </pc:picChg>
        <pc:picChg chg="mod">
          <ac:chgData name="Sohag Kabir" userId="e9b0da40-aef8-480a-bb63-d1daacecf555" providerId="ADAL" clId="{5C408035-4E8D-4ADF-9233-ED281F8B05DA}" dt="2024-09-29T15:00:04.942" v="5570" actId="1076"/>
          <ac:picMkLst>
            <pc:docMk/>
            <pc:sldMk cId="84711293" sldId="293"/>
            <ac:picMk id="10" creationId="{50B951F7-82C7-475A-065F-ACF364420C74}"/>
          </ac:picMkLst>
        </pc:picChg>
        <pc:picChg chg="mod">
          <ac:chgData name="Sohag Kabir" userId="e9b0da40-aef8-480a-bb63-d1daacecf555" providerId="ADAL" clId="{5C408035-4E8D-4ADF-9233-ED281F8B05DA}" dt="2024-09-29T15:00:04.942" v="5570" actId="1076"/>
          <ac:picMkLst>
            <pc:docMk/>
            <pc:sldMk cId="84711293" sldId="293"/>
            <ac:picMk id="11" creationId="{C81CAB8C-7923-ACD6-AC8C-FA1E3B1CBCB6}"/>
          </ac:picMkLst>
        </pc:picChg>
        <pc:picChg chg="mod">
          <ac:chgData name="Sohag Kabir" userId="e9b0da40-aef8-480a-bb63-d1daacecf555" providerId="ADAL" clId="{5C408035-4E8D-4ADF-9233-ED281F8B05DA}" dt="2024-09-29T15:00:04.942" v="5570" actId="1076"/>
          <ac:picMkLst>
            <pc:docMk/>
            <pc:sldMk cId="84711293" sldId="293"/>
            <ac:picMk id="12" creationId="{6D23BADF-C0C0-5CBD-7447-B14315CA9984}"/>
          </ac:picMkLst>
        </pc:picChg>
        <pc:picChg chg="mod">
          <ac:chgData name="Sohag Kabir" userId="e9b0da40-aef8-480a-bb63-d1daacecf555" providerId="ADAL" clId="{5C408035-4E8D-4ADF-9233-ED281F8B05DA}" dt="2024-09-29T15:00:04.942" v="5570" actId="1076"/>
          <ac:picMkLst>
            <pc:docMk/>
            <pc:sldMk cId="84711293" sldId="293"/>
            <ac:picMk id="13" creationId="{B4B022C3-0080-4D81-C0C2-D1E975E1F267}"/>
          </ac:picMkLst>
        </pc:picChg>
        <pc:picChg chg="mod">
          <ac:chgData name="Sohag Kabir" userId="e9b0da40-aef8-480a-bb63-d1daacecf555" providerId="ADAL" clId="{5C408035-4E8D-4ADF-9233-ED281F8B05DA}" dt="2024-09-29T15:00:04.942" v="5570" actId="1076"/>
          <ac:picMkLst>
            <pc:docMk/>
            <pc:sldMk cId="84711293" sldId="293"/>
            <ac:picMk id="14" creationId="{9421A423-8815-A3A9-7D9E-AE2BB842000B}"/>
          </ac:picMkLst>
        </pc:picChg>
        <pc:picChg chg="mod">
          <ac:chgData name="Sohag Kabir" userId="e9b0da40-aef8-480a-bb63-d1daacecf555" providerId="ADAL" clId="{5C408035-4E8D-4ADF-9233-ED281F8B05DA}" dt="2024-09-29T15:00:04.942" v="5570" actId="1076"/>
          <ac:picMkLst>
            <pc:docMk/>
            <pc:sldMk cId="84711293" sldId="293"/>
            <ac:picMk id="17" creationId="{B77D6497-3E0D-33FE-2BC5-F19DCA637DFB}"/>
          </ac:picMkLst>
        </pc:picChg>
        <pc:picChg chg="del">
          <ac:chgData name="Sohag Kabir" userId="e9b0da40-aef8-480a-bb63-d1daacecf555" providerId="ADAL" clId="{5C408035-4E8D-4ADF-9233-ED281F8B05DA}" dt="2024-09-29T14:59:31.484" v="5565" actId="478"/>
          <ac:picMkLst>
            <pc:docMk/>
            <pc:sldMk cId="84711293" sldId="293"/>
            <ac:picMk id="18" creationId="{87A702FC-A5BB-8C5A-625F-32EEAD93036C}"/>
          </ac:picMkLst>
        </pc:picChg>
        <pc:picChg chg="mod">
          <ac:chgData name="Sohag Kabir" userId="e9b0da40-aef8-480a-bb63-d1daacecf555" providerId="ADAL" clId="{5C408035-4E8D-4ADF-9233-ED281F8B05DA}" dt="2024-09-29T15:00:04.942" v="5570" actId="1076"/>
          <ac:picMkLst>
            <pc:docMk/>
            <pc:sldMk cId="84711293" sldId="293"/>
            <ac:picMk id="32" creationId="{BC1BC54A-3BFC-F109-C945-E9B851285053}"/>
          </ac:picMkLst>
        </pc:picChg>
        <pc:picChg chg="mod">
          <ac:chgData name="Sohag Kabir" userId="e9b0da40-aef8-480a-bb63-d1daacecf555" providerId="ADAL" clId="{5C408035-4E8D-4ADF-9233-ED281F8B05DA}" dt="2024-09-29T15:00:04.942" v="5570" actId="1076"/>
          <ac:picMkLst>
            <pc:docMk/>
            <pc:sldMk cId="84711293" sldId="293"/>
            <ac:picMk id="35" creationId="{4C94D145-8423-073F-785D-3290DFDDA004}"/>
          </ac:picMkLst>
        </pc:picChg>
        <pc:picChg chg="mod">
          <ac:chgData name="Sohag Kabir" userId="e9b0da40-aef8-480a-bb63-d1daacecf555" providerId="ADAL" clId="{5C408035-4E8D-4ADF-9233-ED281F8B05DA}" dt="2024-09-29T15:00:04.942" v="5570" actId="1076"/>
          <ac:picMkLst>
            <pc:docMk/>
            <pc:sldMk cId="84711293" sldId="293"/>
            <ac:picMk id="36" creationId="{6A1A9FE9-B20B-2536-885B-66E2172D336A}"/>
          </ac:picMkLst>
        </pc:picChg>
      </pc:sldChg>
      <pc:sldChg chg="add">
        <pc:chgData name="Sohag Kabir" userId="e9b0da40-aef8-480a-bb63-d1daacecf555" providerId="ADAL" clId="{5C408035-4E8D-4ADF-9233-ED281F8B05DA}" dt="2024-09-29T15:02:32.823" v="5577" actId="2890"/>
        <pc:sldMkLst>
          <pc:docMk/>
          <pc:sldMk cId="1163318038" sldId="294"/>
        </pc:sldMkLst>
      </pc:sldChg>
      <pc:sldChg chg="addSp delSp modSp add mod">
        <pc:chgData name="Sohag Kabir" userId="e9b0da40-aef8-480a-bb63-d1daacecf555" providerId="ADAL" clId="{5C408035-4E8D-4ADF-9233-ED281F8B05DA}" dt="2024-09-29T15:30:48.793" v="5925" actId="14100"/>
        <pc:sldMkLst>
          <pc:docMk/>
          <pc:sldMk cId="1736692387" sldId="295"/>
        </pc:sldMkLst>
        <pc:spChg chg="add mod">
          <ac:chgData name="Sohag Kabir" userId="e9b0da40-aef8-480a-bb63-d1daacecf555" providerId="ADAL" clId="{5C408035-4E8D-4ADF-9233-ED281F8B05DA}" dt="2024-09-29T15:29:50.387" v="5912" actId="1076"/>
          <ac:spMkLst>
            <pc:docMk/>
            <pc:sldMk cId="1736692387" sldId="295"/>
            <ac:spMk id="2" creationId="{456C8F10-CBAC-0B98-5821-80029868C74E}"/>
          </ac:spMkLst>
        </pc:spChg>
        <pc:spChg chg="add mod">
          <ac:chgData name="Sohag Kabir" userId="e9b0da40-aef8-480a-bb63-d1daacecf555" providerId="ADAL" clId="{5C408035-4E8D-4ADF-9233-ED281F8B05DA}" dt="2024-09-29T15:29:44.253" v="5911" actId="1076"/>
          <ac:spMkLst>
            <pc:docMk/>
            <pc:sldMk cId="1736692387" sldId="295"/>
            <ac:spMk id="3" creationId="{A89813B8-61B1-DF41-274B-672AEA75BAFF}"/>
          </ac:spMkLst>
        </pc:spChg>
        <pc:spChg chg="add mod">
          <ac:chgData name="Sohag Kabir" userId="e9b0da40-aef8-480a-bb63-d1daacecf555" providerId="ADAL" clId="{5C408035-4E8D-4ADF-9233-ED281F8B05DA}" dt="2024-09-29T15:30:48.793" v="5925" actId="14100"/>
          <ac:spMkLst>
            <pc:docMk/>
            <pc:sldMk cId="1736692387" sldId="295"/>
            <ac:spMk id="4" creationId="{DC704C09-8B8A-D2C6-4E39-71CC6CC468CF}"/>
          </ac:spMkLst>
        </pc:spChg>
        <pc:spChg chg="mod">
          <ac:chgData name="Sohag Kabir" userId="e9b0da40-aef8-480a-bb63-d1daacecf555" providerId="ADAL" clId="{5C408035-4E8D-4ADF-9233-ED281F8B05DA}" dt="2024-09-29T15:29:20.041" v="5906"/>
          <ac:spMkLst>
            <pc:docMk/>
            <pc:sldMk cId="1736692387" sldId="295"/>
            <ac:spMk id="11" creationId="{1E09ABB6-8E37-DDEE-2E26-FFB134E4425E}"/>
          </ac:spMkLst>
        </pc:spChg>
        <pc:grpChg chg="del">
          <ac:chgData name="Sohag Kabir" userId="e9b0da40-aef8-480a-bb63-d1daacecf555" providerId="ADAL" clId="{5C408035-4E8D-4ADF-9233-ED281F8B05DA}" dt="2024-09-29T15:29:22.161" v="5907" actId="478"/>
          <ac:grpSpMkLst>
            <pc:docMk/>
            <pc:sldMk cId="1736692387" sldId="295"/>
            <ac:grpSpMk id="25" creationId="{9DBEE125-E72A-BBF0-BEA4-D3C1869D8055}"/>
          </ac:grpSpMkLst>
        </pc:grpChg>
      </pc:sldChg>
      <pc:sldChg chg="addSp delSp modSp add mod">
        <pc:chgData name="Sohag Kabir" userId="e9b0da40-aef8-480a-bb63-d1daacecf555" providerId="ADAL" clId="{5C408035-4E8D-4ADF-9233-ED281F8B05DA}" dt="2024-09-29T15:56:35.486" v="6247"/>
        <pc:sldMkLst>
          <pc:docMk/>
          <pc:sldMk cId="1404130163" sldId="296"/>
        </pc:sldMkLst>
        <pc:spChg chg="del mod">
          <ac:chgData name="Sohag Kabir" userId="e9b0da40-aef8-480a-bb63-d1daacecf555" providerId="ADAL" clId="{5C408035-4E8D-4ADF-9233-ED281F8B05DA}" dt="2024-09-29T15:56:31.096" v="6245" actId="478"/>
          <ac:spMkLst>
            <pc:docMk/>
            <pc:sldMk cId="1404130163" sldId="296"/>
            <ac:spMk id="2" creationId="{81C438A6-3010-496D-B29E-036E43E273F3}"/>
          </ac:spMkLst>
        </pc:spChg>
        <pc:spChg chg="add mod">
          <ac:chgData name="Sohag Kabir" userId="e9b0da40-aef8-480a-bb63-d1daacecf555" providerId="ADAL" clId="{5C408035-4E8D-4ADF-9233-ED281F8B05DA}" dt="2024-09-29T15:54:43.841" v="6219" actId="1076"/>
          <ac:spMkLst>
            <pc:docMk/>
            <pc:sldMk cId="1404130163" sldId="296"/>
            <ac:spMk id="3" creationId="{020CD03C-6F1E-4B8F-BF88-0798D4F51799}"/>
          </ac:spMkLst>
        </pc:spChg>
        <pc:spChg chg="add del mod">
          <ac:chgData name="Sohag Kabir" userId="e9b0da40-aef8-480a-bb63-d1daacecf555" providerId="ADAL" clId="{5C408035-4E8D-4ADF-9233-ED281F8B05DA}" dt="2024-09-29T15:56:34.659" v="6246" actId="478"/>
          <ac:spMkLst>
            <pc:docMk/>
            <pc:sldMk cId="1404130163" sldId="296"/>
            <ac:spMk id="4" creationId="{04FEFFE6-5238-9CDC-5500-D80FA57E1433}"/>
          </ac:spMkLst>
        </pc:spChg>
        <pc:spChg chg="add mod">
          <ac:chgData name="Sohag Kabir" userId="e9b0da40-aef8-480a-bb63-d1daacecf555" providerId="ADAL" clId="{5C408035-4E8D-4ADF-9233-ED281F8B05DA}" dt="2024-09-29T15:56:35.486" v="6247"/>
          <ac:spMkLst>
            <pc:docMk/>
            <pc:sldMk cId="1404130163" sldId="296"/>
            <ac:spMk id="7" creationId="{DCE5161E-542E-6534-B338-4A3F0B2C625E}"/>
          </ac:spMkLst>
        </pc:spChg>
        <pc:picChg chg="mod">
          <ac:chgData name="Sohag Kabir" userId="e9b0da40-aef8-480a-bb63-d1daacecf555" providerId="ADAL" clId="{5C408035-4E8D-4ADF-9233-ED281F8B05DA}" dt="2024-09-29T15:54:38.504" v="6218" actId="1076"/>
          <ac:picMkLst>
            <pc:docMk/>
            <pc:sldMk cId="1404130163" sldId="296"/>
            <ac:picMk id="5" creationId="{AAB077CA-4110-FD6A-FF45-A5D814E51265}"/>
          </ac:picMkLst>
        </pc:picChg>
      </pc:sldChg>
      <pc:sldChg chg="addSp delSp modSp add mod modNotesTx">
        <pc:chgData name="Sohag Kabir" userId="e9b0da40-aef8-480a-bb63-d1daacecf555" providerId="ADAL" clId="{5C408035-4E8D-4ADF-9233-ED281F8B05DA}" dt="2024-09-29T15:56:24.007" v="6244" actId="1076"/>
        <pc:sldMkLst>
          <pc:docMk/>
          <pc:sldMk cId="3364632169" sldId="297"/>
        </pc:sldMkLst>
        <pc:spChg chg="del">
          <ac:chgData name="Sohag Kabir" userId="e9b0da40-aef8-480a-bb63-d1daacecf555" providerId="ADAL" clId="{5C408035-4E8D-4ADF-9233-ED281F8B05DA}" dt="2024-09-29T15:56:16.560" v="6241" actId="478"/>
          <ac:spMkLst>
            <pc:docMk/>
            <pc:sldMk cId="3364632169" sldId="297"/>
            <ac:spMk id="2" creationId="{81C438A6-3010-496D-B29E-036E43E273F3}"/>
          </ac:spMkLst>
        </pc:spChg>
        <pc:spChg chg="add mod">
          <ac:chgData name="Sohag Kabir" userId="e9b0da40-aef8-480a-bb63-d1daacecf555" providerId="ADAL" clId="{5C408035-4E8D-4ADF-9233-ED281F8B05DA}" dt="2024-09-29T15:54:20.904" v="6216" actId="1076"/>
          <ac:spMkLst>
            <pc:docMk/>
            <pc:sldMk cId="3364632169" sldId="297"/>
            <ac:spMk id="5" creationId="{C93BE22E-4E56-E034-ED3F-E5B168D08942}"/>
          </ac:spMkLst>
        </pc:spChg>
        <pc:spChg chg="add mod">
          <ac:chgData name="Sohag Kabir" userId="e9b0da40-aef8-480a-bb63-d1daacecf555" providerId="ADAL" clId="{5C408035-4E8D-4ADF-9233-ED281F8B05DA}" dt="2024-09-29T15:54:15.328" v="6214" actId="1076"/>
          <ac:spMkLst>
            <pc:docMk/>
            <pc:sldMk cId="3364632169" sldId="297"/>
            <ac:spMk id="9" creationId="{1B4C65DF-1DC0-9A65-3B08-C53EB46881A5}"/>
          </ac:spMkLst>
        </pc:spChg>
        <pc:spChg chg="add del mod">
          <ac:chgData name="Sohag Kabir" userId="e9b0da40-aef8-480a-bb63-d1daacecf555" providerId="ADAL" clId="{5C408035-4E8D-4ADF-9233-ED281F8B05DA}" dt="2024-09-29T15:56:19.920" v="6242" actId="478"/>
          <ac:spMkLst>
            <pc:docMk/>
            <pc:sldMk cId="3364632169" sldId="297"/>
            <ac:spMk id="10" creationId="{EA3EEA8E-F675-3ECF-DF71-E818425D00F4}"/>
          </ac:spMkLst>
        </pc:spChg>
        <pc:spChg chg="add mod">
          <ac:chgData name="Sohag Kabir" userId="e9b0da40-aef8-480a-bb63-d1daacecf555" providerId="ADAL" clId="{5C408035-4E8D-4ADF-9233-ED281F8B05DA}" dt="2024-09-29T15:56:24.007" v="6244" actId="1076"/>
          <ac:spMkLst>
            <pc:docMk/>
            <pc:sldMk cId="3364632169" sldId="297"/>
            <ac:spMk id="11" creationId="{7D3F601D-F56D-0B39-A8F8-0B9434D5B7E5}"/>
          </ac:spMkLst>
        </pc:spChg>
        <pc:picChg chg="add del mod">
          <ac:chgData name="Sohag Kabir" userId="e9b0da40-aef8-480a-bb63-d1daacecf555" providerId="ADAL" clId="{5C408035-4E8D-4ADF-9233-ED281F8B05DA}" dt="2024-09-29T15:53:15.928" v="6150" actId="478"/>
          <ac:picMkLst>
            <pc:docMk/>
            <pc:sldMk cId="3364632169" sldId="297"/>
            <ac:picMk id="4" creationId="{C7356183-D4F7-F85F-737E-C1B7BE42CE27}"/>
          </ac:picMkLst>
        </pc:picChg>
        <pc:picChg chg="add mod">
          <ac:chgData name="Sohag Kabir" userId="e9b0da40-aef8-480a-bb63-d1daacecf555" providerId="ADAL" clId="{5C408035-4E8D-4ADF-9233-ED281F8B05DA}" dt="2024-09-29T15:54:17.705" v="6215" actId="1076"/>
          <ac:picMkLst>
            <pc:docMk/>
            <pc:sldMk cId="3364632169" sldId="297"/>
            <ac:picMk id="8" creationId="{195ABAA2-D5C1-2CED-587D-D5D4C0D4D3A7}"/>
          </ac:picMkLst>
        </pc:picChg>
        <pc:picChg chg="del">
          <ac:chgData name="Sohag Kabir" userId="e9b0da40-aef8-480a-bb63-d1daacecf555" providerId="ADAL" clId="{5C408035-4E8D-4ADF-9233-ED281F8B05DA}" dt="2024-09-29T15:50:21.409" v="6102" actId="478"/>
          <ac:picMkLst>
            <pc:docMk/>
            <pc:sldMk cId="3364632169" sldId="297"/>
            <ac:picMk id="11266" creationId="{B555FE88-D3E2-586D-98D7-0E6AB7E5E2B5}"/>
          </ac:picMkLst>
        </pc:picChg>
      </pc:sldChg>
      <pc:sldChg chg="delSp modSp add mod ord">
        <pc:chgData name="Sohag Kabir" userId="e9b0da40-aef8-480a-bb63-d1daacecf555" providerId="ADAL" clId="{5C408035-4E8D-4ADF-9233-ED281F8B05DA}" dt="2024-09-29T16:12:23.730" v="6516" actId="20577"/>
        <pc:sldMkLst>
          <pc:docMk/>
          <pc:sldMk cId="683997717" sldId="298"/>
        </pc:sldMkLst>
        <pc:spChg chg="mod">
          <ac:chgData name="Sohag Kabir" userId="e9b0da40-aef8-480a-bb63-d1daacecf555" providerId="ADAL" clId="{5C408035-4E8D-4ADF-9233-ED281F8B05DA}" dt="2024-09-29T16:12:23.730" v="6516" actId="20577"/>
          <ac:spMkLst>
            <pc:docMk/>
            <pc:sldMk cId="683997717" sldId="298"/>
            <ac:spMk id="3" creationId="{020CD03C-6F1E-4B8F-BF88-0798D4F51799}"/>
          </ac:spMkLst>
        </pc:spChg>
        <pc:spChg chg="mod">
          <ac:chgData name="Sohag Kabir" userId="e9b0da40-aef8-480a-bb63-d1daacecf555" providerId="ADAL" clId="{5C408035-4E8D-4ADF-9233-ED281F8B05DA}" dt="2024-09-29T16:07:38.560" v="6316" actId="14100"/>
          <ac:spMkLst>
            <pc:docMk/>
            <pc:sldMk cId="683997717" sldId="298"/>
            <ac:spMk id="7" creationId="{DCE5161E-542E-6534-B338-4A3F0B2C625E}"/>
          </ac:spMkLst>
        </pc:spChg>
        <pc:picChg chg="del">
          <ac:chgData name="Sohag Kabir" userId="e9b0da40-aef8-480a-bb63-d1daacecf555" providerId="ADAL" clId="{5C408035-4E8D-4ADF-9233-ED281F8B05DA}" dt="2024-09-29T16:07:02.060" v="6256" actId="478"/>
          <ac:picMkLst>
            <pc:docMk/>
            <pc:sldMk cId="683997717" sldId="298"/>
            <ac:picMk id="5" creationId="{AAB077CA-4110-FD6A-FF45-A5D814E5126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653C1E-0E84-40BB-B19E-17C151AF1D49}" type="doc">
      <dgm:prSet loTypeId="urn:microsoft.com/office/officeart/2005/8/layout/vList5" loCatId="list" qsTypeId="urn:microsoft.com/office/officeart/2005/8/quickstyle/simple2" qsCatId="simple" csTypeId="urn:microsoft.com/office/officeart/2005/8/colors/colorful1#14" csCatId="colorful" phldr="1"/>
      <dgm:spPr/>
      <dgm:t>
        <a:bodyPr/>
        <a:lstStyle/>
        <a:p>
          <a:endParaRPr lang="en-US"/>
        </a:p>
      </dgm:t>
    </dgm:pt>
    <dgm:pt modelId="{241DBB5E-FD98-4109-B341-9479D0307BB7}">
      <dgm:prSet phldrT="[Text]" custT="1"/>
      <dgm:spPr>
        <a:xfrm>
          <a:off x="0" y="10453"/>
          <a:ext cx="3100490" cy="1078833"/>
        </a:xfrm>
        <a:prstGeom prst="roundRect">
          <a:avLst/>
        </a:prstGeom>
        <a:solidFill>
          <a:srgbClr val="54A021">
            <a:hueOff val="0"/>
            <a:satOff val="0"/>
            <a:lumOff val="0"/>
            <a:alphaOff val="0"/>
          </a:srgbClr>
        </a:solidFill>
        <a:ln w="25400" cap="rnd" cmpd="sng" algn="ctr">
          <a:solidFill>
            <a:sysClr val="window" lastClr="FFFFFF">
              <a:hueOff val="0"/>
              <a:satOff val="0"/>
              <a:lumOff val="0"/>
              <a:alphaOff val="0"/>
            </a:sysClr>
          </a:solidFill>
          <a:prstDash val="solid"/>
        </a:ln>
        <a:effectLst/>
      </dgm:spPr>
      <dgm:t>
        <a:bodyPr/>
        <a:lstStyle/>
        <a:p>
          <a:pPr>
            <a:buNone/>
          </a:pPr>
          <a:r>
            <a:rPr lang="en-US" sz="2200" b="1" dirty="0">
              <a:solidFill>
                <a:sysClr val="window" lastClr="FFFFFF"/>
              </a:solidFill>
              <a:latin typeface="Helvetica" panose="020B0604020202020204" pitchFamily="34" charset="0"/>
              <a:ea typeface="+mn-ea"/>
              <a:cs typeface="Helvetica" panose="020B0604020202020204" pitchFamily="34" charset="0"/>
            </a:rPr>
            <a:t>use  </a:t>
          </a:r>
          <a:r>
            <a:rPr lang="en-US" sz="2200" b="1" i="1" dirty="0">
              <a:solidFill>
                <a:sysClr val="window" lastClr="FFFFFF"/>
              </a:solidFill>
              <a:latin typeface="Helvetica" panose="020B0604020202020204" pitchFamily="34" charset="0"/>
              <a:ea typeface="+mn-ea"/>
              <a:cs typeface="Helvetica" panose="020B0604020202020204" pitchFamily="34" charset="0"/>
            </a:rPr>
            <a:t>&lt;database name&gt;</a:t>
          </a:r>
          <a:endParaRPr lang="en-US" sz="2200" i="1" dirty="0">
            <a:solidFill>
              <a:sysClr val="window" lastClr="FFFFFF"/>
            </a:solidFill>
            <a:latin typeface="Helvetica" panose="020B0604020202020204" pitchFamily="34" charset="0"/>
            <a:ea typeface="+mn-ea"/>
            <a:cs typeface="Helvetica" panose="020B0604020202020204" pitchFamily="34" charset="0"/>
          </a:endParaRPr>
        </a:p>
      </dgm:t>
    </dgm:pt>
    <dgm:pt modelId="{95DD06A4-35EF-4350-9BD7-3FF7642C1CEB}" type="parTrans" cxnId="{B7795310-E36D-4B5F-BFB4-FCB88F5ED5F0}">
      <dgm:prSet/>
      <dgm:spPr/>
      <dgm:t>
        <a:bodyPr/>
        <a:lstStyle/>
        <a:p>
          <a:endParaRPr lang="en-US" sz="2000"/>
        </a:p>
      </dgm:t>
    </dgm:pt>
    <dgm:pt modelId="{F83DC376-67CB-41C2-A09A-4099FD1B78BF}" type="sibTrans" cxnId="{B7795310-E36D-4B5F-BFB4-FCB88F5ED5F0}">
      <dgm:prSet/>
      <dgm:spPr/>
      <dgm:t>
        <a:bodyPr/>
        <a:lstStyle/>
        <a:p>
          <a:endParaRPr lang="en-US" sz="2000"/>
        </a:p>
      </dgm:t>
    </dgm:pt>
    <dgm:pt modelId="{6181418E-71F3-47AC-AC67-313E83F09C92}">
      <dgm:prSet phldrT="[Text]" custT="1"/>
      <dgm:spPr>
        <a:xfrm rot="5400000">
          <a:off x="5349956" y="-2246955"/>
          <a:ext cx="1094720" cy="5593651"/>
        </a:xfrm>
        <a:prstGeom prst="round2SameRect">
          <a:avLst/>
        </a:prstGeom>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gm:spPr>
      <dgm:t>
        <a:bodyPr/>
        <a:lstStyle/>
        <a:p>
          <a:pPr>
            <a:buChar char="•"/>
          </a:pPr>
          <a:r>
            <a:rPr lang="en-US" sz="20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switched to the database provided with the command</a:t>
          </a:r>
        </a:p>
      </dgm:t>
    </dgm:pt>
    <dgm:pt modelId="{C2C2688E-07A6-41B5-8DA5-E596946C6E02}" type="parTrans" cxnId="{1DC456CD-E640-4A7E-AFAE-76083707B621}">
      <dgm:prSet/>
      <dgm:spPr/>
      <dgm:t>
        <a:bodyPr/>
        <a:lstStyle/>
        <a:p>
          <a:endParaRPr lang="en-US" sz="2000"/>
        </a:p>
      </dgm:t>
    </dgm:pt>
    <dgm:pt modelId="{565686BE-C510-42C4-A89A-9C6C9386D480}" type="sibTrans" cxnId="{1DC456CD-E640-4A7E-AFAE-76083707B621}">
      <dgm:prSet/>
      <dgm:spPr/>
      <dgm:t>
        <a:bodyPr/>
        <a:lstStyle/>
        <a:p>
          <a:endParaRPr lang="en-US" sz="2000"/>
        </a:p>
      </dgm:t>
    </dgm:pt>
    <dgm:pt modelId="{87181D42-F074-4753-927A-CF723156F238}">
      <dgm:prSet phldrT="[Text]" custT="1"/>
      <dgm:spPr>
        <a:xfrm>
          <a:off x="0" y="1165649"/>
          <a:ext cx="3146428" cy="1368400"/>
        </a:xfrm>
        <a:prstGeom prst="roundRect">
          <a:avLst/>
        </a:prstGeom>
        <a:solidFill>
          <a:srgbClr val="E6B91E">
            <a:hueOff val="0"/>
            <a:satOff val="0"/>
            <a:lumOff val="0"/>
            <a:alphaOff val="0"/>
          </a:srgbClr>
        </a:solidFill>
        <a:ln w="25400" cap="rnd" cmpd="sng" algn="ctr">
          <a:solidFill>
            <a:sysClr val="window" lastClr="FFFFFF">
              <a:hueOff val="0"/>
              <a:satOff val="0"/>
              <a:lumOff val="0"/>
              <a:alphaOff val="0"/>
            </a:sysClr>
          </a:solidFill>
          <a:prstDash val="solid"/>
        </a:ln>
        <a:effectLst/>
      </dgm:spPr>
      <dgm:t>
        <a:bodyPr/>
        <a:lstStyle/>
        <a:p>
          <a:pPr>
            <a:buNone/>
          </a:pPr>
          <a:r>
            <a:rPr lang="en-US" sz="2200" b="1" dirty="0" err="1">
              <a:solidFill>
                <a:sysClr val="window" lastClr="FFFFFF"/>
              </a:solidFill>
              <a:latin typeface="Helvetica" panose="020B0604020202020204" pitchFamily="34" charset="0"/>
              <a:ea typeface="+mn-ea"/>
              <a:cs typeface="Helvetica" panose="020B0604020202020204" pitchFamily="34" charset="0"/>
            </a:rPr>
            <a:t>db</a:t>
          </a:r>
          <a:endParaRPr lang="en-US" sz="2200" dirty="0">
            <a:solidFill>
              <a:sysClr val="window" lastClr="FFFFFF"/>
            </a:solidFill>
            <a:latin typeface="Helvetica" panose="020B0604020202020204" pitchFamily="34" charset="0"/>
            <a:ea typeface="+mn-ea"/>
            <a:cs typeface="Helvetica" panose="020B0604020202020204" pitchFamily="34" charset="0"/>
          </a:endParaRPr>
        </a:p>
      </dgm:t>
    </dgm:pt>
    <dgm:pt modelId="{7524179A-D083-4DDF-8C68-96E238B98E01}" type="parTrans" cxnId="{438446A5-640A-43E8-B18A-CEC0D90F3D0C}">
      <dgm:prSet/>
      <dgm:spPr/>
      <dgm:t>
        <a:bodyPr/>
        <a:lstStyle/>
        <a:p>
          <a:endParaRPr lang="en-US" sz="2000"/>
        </a:p>
      </dgm:t>
    </dgm:pt>
    <dgm:pt modelId="{A273F84A-0B5D-4B5A-8AC5-E0229BCC947B}" type="sibTrans" cxnId="{438446A5-640A-43E8-B18A-CEC0D90F3D0C}">
      <dgm:prSet/>
      <dgm:spPr/>
      <dgm:t>
        <a:bodyPr/>
        <a:lstStyle/>
        <a:p>
          <a:endParaRPr lang="en-US" sz="2000"/>
        </a:p>
      </dgm:t>
    </dgm:pt>
    <dgm:pt modelId="{E24A43AD-746B-4A4D-94CD-B5EDD4337E11}">
      <dgm:prSet phldrT="[Text]" custT="1"/>
      <dgm:spPr>
        <a:xfrm rot="5400000">
          <a:off x="5300903" y="-953325"/>
          <a:ext cx="1094720" cy="5593651"/>
        </a:xfrm>
        <a:prstGeom prst="round2SameRect">
          <a:avLst/>
        </a:prstGeom>
        <a:solidFill>
          <a:srgbClr val="E6B91E">
            <a:tint val="40000"/>
            <a:alpha val="90000"/>
            <a:hueOff val="0"/>
            <a:satOff val="0"/>
            <a:lumOff val="0"/>
            <a:alphaOff val="0"/>
          </a:srgbClr>
        </a:solidFill>
        <a:ln w="19050" cap="rnd" cmpd="sng" algn="ctr">
          <a:solidFill>
            <a:srgbClr val="E6B91E">
              <a:tint val="40000"/>
              <a:alpha val="90000"/>
              <a:hueOff val="0"/>
              <a:satOff val="0"/>
              <a:lumOff val="0"/>
              <a:alphaOff val="0"/>
            </a:srgbClr>
          </a:solidFill>
          <a:prstDash val="solid"/>
        </a:ln>
        <a:effectLst/>
      </dgm:spPr>
      <dgm:t>
        <a:bodyPr/>
        <a:lstStyle/>
        <a:p>
          <a:pPr>
            <a:buChar char="•"/>
          </a:pPr>
          <a:r>
            <a:rPr lang="en-US" sz="2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To check currently selected database, use the command </a:t>
          </a:r>
          <a:r>
            <a:rPr lang="en-US" sz="2200" b="1"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db</a:t>
          </a:r>
          <a:endParaRPr lang="en-US" sz="2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endParaRPr>
        </a:p>
      </dgm:t>
    </dgm:pt>
    <dgm:pt modelId="{B3CCDDA9-9932-4124-8517-4EDDDF5C4460}" type="parTrans" cxnId="{5B168CCF-3819-4B81-B31A-EBCFB1E2FCE3}">
      <dgm:prSet/>
      <dgm:spPr/>
      <dgm:t>
        <a:bodyPr/>
        <a:lstStyle/>
        <a:p>
          <a:endParaRPr lang="en-US" sz="2000"/>
        </a:p>
      </dgm:t>
    </dgm:pt>
    <dgm:pt modelId="{919C7DD9-124E-4274-B63B-0E351CC94D8F}" type="sibTrans" cxnId="{5B168CCF-3819-4B81-B31A-EBCFB1E2FCE3}">
      <dgm:prSet/>
      <dgm:spPr/>
      <dgm:t>
        <a:bodyPr/>
        <a:lstStyle/>
        <a:p>
          <a:endParaRPr lang="en-US" sz="2000"/>
        </a:p>
      </dgm:t>
    </dgm:pt>
    <dgm:pt modelId="{9D63F33A-A191-46B7-8FBD-16D1FC232D43}">
      <dgm:prSet phldrT="[Text]" custT="1"/>
      <dgm:spPr>
        <a:xfrm>
          <a:off x="0" y="2602469"/>
          <a:ext cx="3146428" cy="1368400"/>
        </a:xfrm>
        <a:prstGeom prst="roundRect">
          <a:avLst/>
        </a:prstGeom>
        <a:solidFill>
          <a:srgbClr val="E76618">
            <a:hueOff val="0"/>
            <a:satOff val="0"/>
            <a:lumOff val="0"/>
            <a:alphaOff val="0"/>
          </a:srgbClr>
        </a:solidFill>
        <a:ln w="25400" cap="rnd" cmpd="sng" algn="ctr">
          <a:solidFill>
            <a:sysClr val="window" lastClr="FFFFFF">
              <a:hueOff val="0"/>
              <a:satOff val="0"/>
              <a:lumOff val="0"/>
              <a:alphaOff val="0"/>
            </a:sysClr>
          </a:solidFill>
          <a:prstDash val="solid"/>
        </a:ln>
        <a:effectLst/>
      </dgm:spPr>
      <dgm:t>
        <a:bodyPr/>
        <a:lstStyle/>
        <a:p>
          <a:pPr>
            <a:buNone/>
          </a:pPr>
          <a:r>
            <a:rPr lang="en-US" sz="2200" b="1" dirty="0">
              <a:solidFill>
                <a:sysClr val="window" lastClr="FFFFFF"/>
              </a:solidFill>
              <a:latin typeface="Helvetica" panose="020B0604020202020204" pitchFamily="34" charset="0"/>
              <a:ea typeface="+mn-ea"/>
              <a:cs typeface="Helvetica" panose="020B0604020202020204" pitchFamily="34" charset="0"/>
            </a:rPr>
            <a:t>show </a:t>
          </a:r>
          <a:r>
            <a:rPr lang="en-US" sz="2200" b="1" dirty="0" err="1">
              <a:solidFill>
                <a:sysClr val="window" lastClr="FFFFFF"/>
              </a:solidFill>
              <a:latin typeface="Helvetica" panose="020B0604020202020204" pitchFamily="34" charset="0"/>
              <a:ea typeface="+mn-ea"/>
              <a:cs typeface="Helvetica" panose="020B0604020202020204" pitchFamily="34" charset="0"/>
            </a:rPr>
            <a:t>dbs</a:t>
          </a:r>
          <a:endParaRPr lang="en-US" sz="2200" b="1" dirty="0">
            <a:solidFill>
              <a:sysClr val="window" lastClr="FFFFFF"/>
            </a:solidFill>
            <a:latin typeface="Helvetica" panose="020B0604020202020204" pitchFamily="34" charset="0"/>
            <a:ea typeface="+mn-ea"/>
            <a:cs typeface="Helvetica" panose="020B0604020202020204" pitchFamily="34" charset="0"/>
          </a:endParaRPr>
        </a:p>
      </dgm:t>
    </dgm:pt>
    <dgm:pt modelId="{26A2F72E-92B9-4954-9220-00BBE381AA5B}" type="parTrans" cxnId="{23625563-566A-43F7-B2E7-8F88A36B67DD}">
      <dgm:prSet/>
      <dgm:spPr/>
      <dgm:t>
        <a:bodyPr/>
        <a:lstStyle/>
        <a:p>
          <a:endParaRPr lang="en-US" sz="2000"/>
        </a:p>
      </dgm:t>
    </dgm:pt>
    <dgm:pt modelId="{D9DAD3EE-8A87-4215-A1C5-B92DC242D5B6}" type="sibTrans" cxnId="{23625563-566A-43F7-B2E7-8F88A36B67DD}">
      <dgm:prSet/>
      <dgm:spPr/>
      <dgm:t>
        <a:bodyPr/>
        <a:lstStyle/>
        <a:p>
          <a:endParaRPr lang="en-US" sz="2000"/>
        </a:p>
      </dgm:t>
    </dgm:pt>
    <dgm:pt modelId="{66CAFFD0-ED40-432C-AB47-86DDD9D9E375}">
      <dgm:prSet phldrT="[Text]" custT="1"/>
      <dgm:spPr>
        <a:xfrm rot="5400000">
          <a:off x="5372925" y="486834"/>
          <a:ext cx="1094720" cy="5593651"/>
        </a:xfrm>
        <a:prstGeom prst="round2SameRect">
          <a:avLst/>
        </a:prstGeom>
        <a:solidFill>
          <a:srgbClr val="E76618">
            <a:tint val="40000"/>
            <a:alpha val="90000"/>
            <a:hueOff val="0"/>
            <a:satOff val="0"/>
            <a:lumOff val="0"/>
            <a:alphaOff val="0"/>
          </a:srgbClr>
        </a:solidFill>
        <a:ln w="19050" cap="rnd" cmpd="sng" algn="ctr">
          <a:solidFill>
            <a:srgbClr val="E76618">
              <a:tint val="40000"/>
              <a:alpha val="90000"/>
              <a:hueOff val="0"/>
              <a:satOff val="0"/>
              <a:lumOff val="0"/>
              <a:alphaOff val="0"/>
            </a:srgbClr>
          </a:solidFill>
          <a:prstDash val="solid"/>
        </a:ln>
        <a:effectLst/>
      </dgm:spPr>
      <dgm:t>
        <a:bodyPr/>
        <a:lstStyle/>
        <a:p>
          <a:pPr>
            <a:buChar char="•"/>
          </a:pPr>
          <a:r>
            <a:rPr lang="en-US" sz="2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Displays the list of databases</a:t>
          </a:r>
        </a:p>
      </dgm:t>
    </dgm:pt>
    <dgm:pt modelId="{320A3996-CA05-4930-90E1-D058C247AC25}" type="parTrans" cxnId="{90A3BB76-EA69-4229-AE17-80008E7D0308}">
      <dgm:prSet/>
      <dgm:spPr/>
      <dgm:t>
        <a:bodyPr/>
        <a:lstStyle/>
        <a:p>
          <a:endParaRPr lang="en-US" sz="2000"/>
        </a:p>
      </dgm:t>
    </dgm:pt>
    <dgm:pt modelId="{A058DC5D-4EDB-4F5B-B216-E3A6BC541278}" type="sibTrans" cxnId="{90A3BB76-EA69-4229-AE17-80008E7D0308}">
      <dgm:prSet/>
      <dgm:spPr/>
      <dgm:t>
        <a:bodyPr/>
        <a:lstStyle/>
        <a:p>
          <a:endParaRPr lang="en-US" sz="2000"/>
        </a:p>
      </dgm:t>
    </dgm:pt>
    <dgm:pt modelId="{DAF56EF5-5651-4E55-B4B0-9453D568ACFD}">
      <dgm:prSet phldrT="[Text]" custT="1"/>
      <dgm:spPr>
        <a:xfrm>
          <a:off x="0" y="4039290"/>
          <a:ext cx="3146428" cy="1368400"/>
        </a:xfrm>
        <a:prstGeom prst="roundRect">
          <a:avLst/>
        </a:prstGeom>
        <a:solidFill>
          <a:srgbClr val="C42F1A">
            <a:hueOff val="0"/>
            <a:satOff val="0"/>
            <a:lumOff val="0"/>
            <a:alphaOff val="0"/>
          </a:srgbClr>
        </a:solidFill>
        <a:ln w="25400" cap="rnd" cmpd="sng" algn="ctr">
          <a:solidFill>
            <a:sysClr val="window" lastClr="FFFFFF">
              <a:hueOff val="0"/>
              <a:satOff val="0"/>
              <a:lumOff val="0"/>
              <a:alphaOff val="0"/>
            </a:sysClr>
          </a:solidFill>
          <a:prstDash val="solid"/>
        </a:ln>
        <a:effectLst/>
      </dgm:spPr>
      <dgm:t>
        <a:bodyPr/>
        <a:lstStyle/>
        <a:p>
          <a:pPr>
            <a:buNone/>
          </a:pPr>
          <a:r>
            <a:rPr lang="en-US" sz="2200" b="1" dirty="0" err="1">
              <a:solidFill>
                <a:sysClr val="window" lastClr="FFFFFF"/>
              </a:solidFill>
              <a:latin typeface="Helvetica" panose="020B0604020202020204" pitchFamily="34" charset="0"/>
              <a:ea typeface="+mn-ea"/>
              <a:cs typeface="Helvetica" panose="020B0604020202020204" pitchFamily="34" charset="0"/>
            </a:rPr>
            <a:t>db.dropDatabase</a:t>
          </a:r>
          <a:r>
            <a:rPr lang="en-US" sz="2200" b="1" dirty="0">
              <a:solidFill>
                <a:sysClr val="window" lastClr="FFFFFF"/>
              </a:solidFill>
              <a:latin typeface="Helvetica" panose="020B0604020202020204" pitchFamily="34" charset="0"/>
              <a:ea typeface="+mn-ea"/>
              <a:cs typeface="Helvetica" panose="020B0604020202020204" pitchFamily="34" charset="0"/>
            </a:rPr>
            <a:t>()</a:t>
          </a:r>
        </a:p>
      </dgm:t>
    </dgm:pt>
    <dgm:pt modelId="{E2F98FDD-4703-4103-BA11-8E9DE0756782}" type="parTrans" cxnId="{11C2F28F-1391-46D4-A1CD-F60E29D8A775}">
      <dgm:prSet/>
      <dgm:spPr/>
      <dgm:t>
        <a:bodyPr/>
        <a:lstStyle/>
        <a:p>
          <a:endParaRPr lang="en-US" sz="2000"/>
        </a:p>
      </dgm:t>
    </dgm:pt>
    <dgm:pt modelId="{44A4251A-4298-4CFE-8B89-C4314FAB5002}" type="sibTrans" cxnId="{11C2F28F-1391-46D4-A1CD-F60E29D8A775}">
      <dgm:prSet/>
      <dgm:spPr/>
      <dgm:t>
        <a:bodyPr/>
        <a:lstStyle/>
        <a:p>
          <a:endParaRPr lang="en-US" sz="2000"/>
        </a:p>
      </dgm:t>
    </dgm:pt>
    <dgm:pt modelId="{6B2B3962-B86C-42C1-90C1-48E059716BE5}">
      <dgm:prSet phldrT="[Text]" custT="1"/>
      <dgm:spPr>
        <a:xfrm rot="5400000">
          <a:off x="5395894" y="1926664"/>
          <a:ext cx="1094720" cy="5593651"/>
        </a:xfrm>
        <a:prstGeom prst="round2SameRect">
          <a:avLst/>
        </a:prstGeom>
        <a:solidFill>
          <a:srgbClr val="C42F1A">
            <a:tint val="40000"/>
            <a:alpha val="90000"/>
            <a:hueOff val="0"/>
            <a:satOff val="0"/>
            <a:lumOff val="0"/>
            <a:alphaOff val="0"/>
          </a:srgbClr>
        </a:solidFill>
        <a:ln w="19050" cap="rnd" cmpd="sng" algn="ctr">
          <a:solidFill>
            <a:srgbClr val="C42F1A">
              <a:tint val="40000"/>
              <a:alpha val="90000"/>
              <a:hueOff val="0"/>
              <a:satOff val="0"/>
              <a:lumOff val="0"/>
              <a:alphaOff val="0"/>
            </a:srgbClr>
          </a:solidFill>
          <a:prstDash val="solid"/>
        </a:ln>
        <a:effectLst/>
      </dgm:spPr>
      <dgm:t>
        <a:bodyPr/>
        <a:lstStyle/>
        <a:p>
          <a:pPr>
            <a:buChar char="•"/>
          </a:pPr>
          <a:r>
            <a:rPr lang="en-US" sz="2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To Drop the database</a:t>
          </a:r>
        </a:p>
      </dgm:t>
    </dgm:pt>
    <dgm:pt modelId="{AB12802E-5C98-46D9-8D29-8B9CF5D4856A}" type="parTrans" cxnId="{82F786E2-12E6-4592-ABBC-2C99B68B1837}">
      <dgm:prSet/>
      <dgm:spPr/>
      <dgm:t>
        <a:bodyPr/>
        <a:lstStyle/>
        <a:p>
          <a:endParaRPr lang="en-US" sz="2000"/>
        </a:p>
      </dgm:t>
    </dgm:pt>
    <dgm:pt modelId="{D641E336-D2EC-4B1D-A18B-8F6A510BDE23}" type="sibTrans" cxnId="{82F786E2-12E6-4592-ABBC-2C99B68B1837}">
      <dgm:prSet/>
      <dgm:spPr/>
      <dgm:t>
        <a:bodyPr/>
        <a:lstStyle/>
        <a:p>
          <a:endParaRPr lang="en-US" sz="2000"/>
        </a:p>
      </dgm:t>
    </dgm:pt>
    <dgm:pt modelId="{F0A87C24-78CE-40F5-A104-62FF507187A4}">
      <dgm:prSet phldrT="[Text]" custT="1"/>
      <dgm:spPr>
        <a:xfrm rot="5400000">
          <a:off x="5349956" y="-2246955"/>
          <a:ext cx="1094720" cy="5593651"/>
        </a:xfrm>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gm:spPr>
      <dgm:t>
        <a:bodyPr/>
        <a:lstStyle/>
        <a:p>
          <a:pPr>
            <a:buChar char="•"/>
          </a:pPr>
          <a:r>
            <a:rPr lang="en-GB" sz="20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If the database does not exist, it will be created</a:t>
          </a:r>
          <a:endParaRPr lang="en-US" sz="20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endParaRPr>
        </a:p>
      </dgm:t>
    </dgm:pt>
    <dgm:pt modelId="{AC8C2DD7-7374-42D8-8077-66FEA4349716}" type="parTrans" cxnId="{DC20DA0A-E18A-4CAA-B5C2-E0E2AF3897F2}">
      <dgm:prSet/>
      <dgm:spPr/>
      <dgm:t>
        <a:bodyPr/>
        <a:lstStyle/>
        <a:p>
          <a:endParaRPr lang="en-GB"/>
        </a:p>
      </dgm:t>
    </dgm:pt>
    <dgm:pt modelId="{776AA484-F32F-4F38-81E4-32E3C65B9141}" type="sibTrans" cxnId="{DC20DA0A-E18A-4CAA-B5C2-E0E2AF3897F2}">
      <dgm:prSet/>
      <dgm:spPr/>
      <dgm:t>
        <a:bodyPr/>
        <a:lstStyle/>
        <a:p>
          <a:endParaRPr lang="en-GB"/>
        </a:p>
      </dgm:t>
    </dgm:pt>
    <dgm:pt modelId="{20B6156C-2F6D-45D3-8B82-2B37AFCEAAB1}" type="pres">
      <dgm:prSet presAssocID="{44653C1E-0E84-40BB-B19E-17C151AF1D49}" presName="Name0" presStyleCnt="0">
        <dgm:presLayoutVars>
          <dgm:dir/>
          <dgm:animLvl val="lvl"/>
          <dgm:resizeHandles val="exact"/>
        </dgm:presLayoutVars>
      </dgm:prSet>
      <dgm:spPr/>
    </dgm:pt>
    <dgm:pt modelId="{F2D09CE8-9991-467C-9B74-A0E1B04B4C92}" type="pres">
      <dgm:prSet presAssocID="{241DBB5E-FD98-4109-B341-9479D0307BB7}" presName="linNode" presStyleCnt="0"/>
      <dgm:spPr/>
    </dgm:pt>
    <dgm:pt modelId="{6ABD9B6B-5009-4B51-95AB-1EA279127B16}" type="pres">
      <dgm:prSet presAssocID="{241DBB5E-FD98-4109-B341-9479D0307BB7}" presName="parentText" presStyleLbl="node1" presStyleIdx="0" presStyleCnt="4" custScaleX="98540" custScaleY="96630">
        <dgm:presLayoutVars>
          <dgm:chMax val="1"/>
          <dgm:bulletEnabled val="1"/>
        </dgm:presLayoutVars>
      </dgm:prSet>
      <dgm:spPr/>
    </dgm:pt>
    <dgm:pt modelId="{BCE7387D-5342-44FF-9DBD-C5CFB1A5F857}" type="pres">
      <dgm:prSet presAssocID="{241DBB5E-FD98-4109-B341-9479D0307BB7}" presName="descendantText" presStyleLbl="alignAccFollowNode1" presStyleIdx="0" presStyleCnt="4" custScaleY="120823">
        <dgm:presLayoutVars>
          <dgm:bulletEnabled val="1"/>
        </dgm:presLayoutVars>
      </dgm:prSet>
      <dgm:spPr>
        <a:prstGeom prst="round2SameRect">
          <a:avLst/>
        </a:prstGeom>
      </dgm:spPr>
    </dgm:pt>
    <dgm:pt modelId="{F0E2A4F7-7877-4009-9092-E7455B3A6B6B}" type="pres">
      <dgm:prSet presAssocID="{F83DC376-67CB-41C2-A09A-4099FD1B78BF}" presName="sp" presStyleCnt="0"/>
      <dgm:spPr/>
    </dgm:pt>
    <dgm:pt modelId="{E79AD62A-156A-4565-8F26-C9163F0FF57A}" type="pres">
      <dgm:prSet presAssocID="{87181D42-F074-4753-927A-CF723156F238}" presName="linNode" presStyleCnt="0"/>
      <dgm:spPr/>
    </dgm:pt>
    <dgm:pt modelId="{395885B5-4486-43BF-8090-33B403D2F926}" type="pres">
      <dgm:prSet presAssocID="{87181D42-F074-4753-927A-CF723156F238}" presName="parentText" presStyleLbl="node1" presStyleIdx="1" presStyleCnt="4">
        <dgm:presLayoutVars>
          <dgm:chMax val="1"/>
          <dgm:bulletEnabled val="1"/>
        </dgm:presLayoutVars>
      </dgm:prSet>
      <dgm:spPr/>
    </dgm:pt>
    <dgm:pt modelId="{ED91C02E-090B-457A-9E05-F5DB35624CF4}" type="pres">
      <dgm:prSet presAssocID="{87181D42-F074-4753-927A-CF723156F238}" presName="descendantText" presStyleLbl="alignAccFollowNode1" presStyleIdx="1" presStyleCnt="4" custLinFactNeighborX="-3019" custLinFactNeighborY="-580">
        <dgm:presLayoutVars>
          <dgm:bulletEnabled val="1"/>
        </dgm:presLayoutVars>
      </dgm:prSet>
      <dgm:spPr/>
    </dgm:pt>
    <dgm:pt modelId="{4EB54F10-25A8-4B25-B5A4-0990B46FB3B0}" type="pres">
      <dgm:prSet presAssocID="{A273F84A-0B5D-4B5A-8AC5-E0229BCC947B}" presName="sp" presStyleCnt="0"/>
      <dgm:spPr/>
    </dgm:pt>
    <dgm:pt modelId="{8D3AE940-AB43-4B29-88B1-788D01A131FA}" type="pres">
      <dgm:prSet presAssocID="{9D63F33A-A191-46B7-8FBD-16D1FC232D43}" presName="linNode" presStyleCnt="0"/>
      <dgm:spPr/>
    </dgm:pt>
    <dgm:pt modelId="{65102AD1-9D44-4B8B-9094-72AA37B5D749}" type="pres">
      <dgm:prSet presAssocID="{9D63F33A-A191-46B7-8FBD-16D1FC232D43}" presName="parentText" presStyleLbl="node1" presStyleIdx="2" presStyleCnt="4">
        <dgm:presLayoutVars>
          <dgm:chMax val="1"/>
          <dgm:bulletEnabled val="1"/>
        </dgm:presLayoutVars>
      </dgm:prSet>
      <dgm:spPr/>
    </dgm:pt>
    <dgm:pt modelId="{32349C11-73B9-4EF9-B331-3C1F12E434CA}" type="pres">
      <dgm:prSet presAssocID="{9D63F33A-A191-46B7-8FBD-16D1FC232D43}" presName="descendantText" presStyleLbl="alignAccFollowNode1" presStyleIdx="2" presStyleCnt="4" custLinFactNeighborX="-730" custLinFactNeighborY="-275">
        <dgm:presLayoutVars>
          <dgm:bulletEnabled val="1"/>
        </dgm:presLayoutVars>
      </dgm:prSet>
      <dgm:spPr/>
    </dgm:pt>
    <dgm:pt modelId="{121D160B-539D-448A-AACF-D496B304C099}" type="pres">
      <dgm:prSet presAssocID="{D9DAD3EE-8A87-4215-A1C5-B92DC242D5B6}" presName="sp" presStyleCnt="0"/>
      <dgm:spPr/>
    </dgm:pt>
    <dgm:pt modelId="{C186ED9F-1E49-463D-8CCC-1A49054DC31E}" type="pres">
      <dgm:prSet presAssocID="{DAF56EF5-5651-4E55-B4B0-9453D568ACFD}" presName="linNode" presStyleCnt="0"/>
      <dgm:spPr/>
    </dgm:pt>
    <dgm:pt modelId="{86580436-E5D1-434E-B06A-16E58F7B26C7}" type="pres">
      <dgm:prSet presAssocID="{DAF56EF5-5651-4E55-B4B0-9453D568ACFD}" presName="parentText" presStyleLbl="node1" presStyleIdx="3" presStyleCnt="4">
        <dgm:presLayoutVars>
          <dgm:chMax val="1"/>
          <dgm:bulletEnabled val="1"/>
        </dgm:presLayoutVars>
      </dgm:prSet>
      <dgm:spPr/>
    </dgm:pt>
    <dgm:pt modelId="{4904AB38-5116-47F4-A9AC-0C8765D7E3AF}" type="pres">
      <dgm:prSet presAssocID="{DAF56EF5-5651-4E55-B4B0-9453D568ACFD}" presName="descendantText" presStyleLbl="alignAccFollowNode1" presStyleIdx="3" presStyleCnt="4">
        <dgm:presLayoutVars>
          <dgm:bulletEnabled val="1"/>
        </dgm:presLayoutVars>
      </dgm:prSet>
      <dgm:spPr/>
    </dgm:pt>
  </dgm:ptLst>
  <dgm:cxnLst>
    <dgm:cxn modelId="{DC20DA0A-E18A-4CAA-B5C2-E0E2AF3897F2}" srcId="{241DBB5E-FD98-4109-B341-9479D0307BB7}" destId="{F0A87C24-78CE-40F5-A104-62FF507187A4}" srcOrd="1" destOrd="0" parTransId="{AC8C2DD7-7374-42D8-8077-66FEA4349716}" sibTransId="{776AA484-F32F-4F38-81E4-32E3C65B9141}"/>
    <dgm:cxn modelId="{B7795310-E36D-4B5F-BFB4-FCB88F5ED5F0}" srcId="{44653C1E-0E84-40BB-B19E-17C151AF1D49}" destId="{241DBB5E-FD98-4109-B341-9479D0307BB7}" srcOrd="0" destOrd="0" parTransId="{95DD06A4-35EF-4350-9BD7-3FF7642C1CEB}" sibTransId="{F83DC376-67CB-41C2-A09A-4099FD1B78BF}"/>
    <dgm:cxn modelId="{4B33D115-9AE9-4002-BB41-5E8B2DFAE42D}" type="presOf" srcId="{6B2B3962-B86C-42C1-90C1-48E059716BE5}" destId="{4904AB38-5116-47F4-A9AC-0C8765D7E3AF}" srcOrd="0" destOrd="0" presId="urn:microsoft.com/office/officeart/2005/8/layout/vList5"/>
    <dgm:cxn modelId="{D50FF51F-6627-4CD8-BC67-00B0AD350ABE}" type="presOf" srcId="{9D63F33A-A191-46B7-8FBD-16D1FC232D43}" destId="{65102AD1-9D44-4B8B-9094-72AA37B5D749}" srcOrd="0" destOrd="0" presId="urn:microsoft.com/office/officeart/2005/8/layout/vList5"/>
    <dgm:cxn modelId="{2F31312C-A741-4C3D-AA57-FC09BC51D475}" type="presOf" srcId="{66CAFFD0-ED40-432C-AB47-86DDD9D9E375}" destId="{32349C11-73B9-4EF9-B331-3C1F12E434CA}" srcOrd="0" destOrd="0" presId="urn:microsoft.com/office/officeart/2005/8/layout/vList5"/>
    <dgm:cxn modelId="{B42EA460-5D6E-4D3E-80C1-6B00B6DCB6D8}" type="presOf" srcId="{87181D42-F074-4753-927A-CF723156F238}" destId="{395885B5-4486-43BF-8090-33B403D2F926}" srcOrd="0" destOrd="0" presId="urn:microsoft.com/office/officeart/2005/8/layout/vList5"/>
    <dgm:cxn modelId="{23625563-566A-43F7-B2E7-8F88A36B67DD}" srcId="{44653C1E-0E84-40BB-B19E-17C151AF1D49}" destId="{9D63F33A-A191-46B7-8FBD-16D1FC232D43}" srcOrd="2" destOrd="0" parTransId="{26A2F72E-92B9-4954-9220-00BBE381AA5B}" sibTransId="{D9DAD3EE-8A87-4215-A1C5-B92DC242D5B6}"/>
    <dgm:cxn modelId="{8B2D9A4B-22FF-4BF2-9B2D-A3BA9D2393D7}" type="presOf" srcId="{6181418E-71F3-47AC-AC67-313E83F09C92}" destId="{BCE7387D-5342-44FF-9DBD-C5CFB1A5F857}" srcOrd="0" destOrd="0" presId="urn:microsoft.com/office/officeart/2005/8/layout/vList5"/>
    <dgm:cxn modelId="{90A3BB76-EA69-4229-AE17-80008E7D0308}" srcId="{9D63F33A-A191-46B7-8FBD-16D1FC232D43}" destId="{66CAFFD0-ED40-432C-AB47-86DDD9D9E375}" srcOrd="0" destOrd="0" parTransId="{320A3996-CA05-4930-90E1-D058C247AC25}" sibTransId="{A058DC5D-4EDB-4F5B-B216-E3A6BC541278}"/>
    <dgm:cxn modelId="{11C2F28F-1391-46D4-A1CD-F60E29D8A775}" srcId="{44653C1E-0E84-40BB-B19E-17C151AF1D49}" destId="{DAF56EF5-5651-4E55-B4B0-9453D568ACFD}" srcOrd="3" destOrd="0" parTransId="{E2F98FDD-4703-4103-BA11-8E9DE0756782}" sibTransId="{44A4251A-4298-4CFE-8B89-C4314FAB5002}"/>
    <dgm:cxn modelId="{DFBEE494-867A-4F51-81FF-33A720BD4D6B}" type="presOf" srcId="{E24A43AD-746B-4A4D-94CD-B5EDD4337E11}" destId="{ED91C02E-090B-457A-9E05-F5DB35624CF4}" srcOrd="0" destOrd="0" presId="urn:microsoft.com/office/officeart/2005/8/layout/vList5"/>
    <dgm:cxn modelId="{F0ECEDA0-4DEC-423E-A51D-5D102983271B}" type="presOf" srcId="{F0A87C24-78CE-40F5-A104-62FF507187A4}" destId="{BCE7387D-5342-44FF-9DBD-C5CFB1A5F857}" srcOrd="0" destOrd="1" presId="urn:microsoft.com/office/officeart/2005/8/layout/vList5"/>
    <dgm:cxn modelId="{438446A5-640A-43E8-B18A-CEC0D90F3D0C}" srcId="{44653C1E-0E84-40BB-B19E-17C151AF1D49}" destId="{87181D42-F074-4753-927A-CF723156F238}" srcOrd="1" destOrd="0" parTransId="{7524179A-D083-4DDF-8C68-96E238B98E01}" sibTransId="{A273F84A-0B5D-4B5A-8AC5-E0229BCC947B}"/>
    <dgm:cxn modelId="{6D40DCAD-1D76-436B-88D8-2087052063DB}" type="presOf" srcId="{DAF56EF5-5651-4E55-B4B0-9453D568ACFD}" destId="{86580436-E5D1-434E-B06A-16E58F7B26C7}" srcOrd="0" destOrd="0" presId="urn:microsoft.com/office/officeart/2005/8/layout/vList5"/>
    <dgm:cxn modelId="{1DC456CD-E640-4A7E-AFAE-76083707B621}" srcId="{241DBB5E-FD98-4109-B341-9479D0307BB7}" destId="{6181418E-71F3-47AC-AC67-313E83F09C92}" srcOrd="0" destOrd="0" parTransId="{C2C2688E-07A6-41B5-8DA5-E596946C6E02}" sibTransId="{565686BE-C510-42C4-A89A-9C6C9386D480}"/>
    <dgm:cxn modelId="{5B168CCF-3819-4B81-B31A-EBCFB1E2FCE3}" srcId="{87181D42-F074-4753-927A-CF723156F238}" destId="{E24A43AD-746B-4A4D-94CD-B5EDD4337E11}" srcOrd="0" destOrd="0" parTransId="{B3CCDDA9-9932-4124-8517-4EDDDF5C4460}" sibTransId="{919C7DD9-124E-4274-B63B-0E351CC94D8F}"/>
    <dgm:cxn modelId="{A6A08BDE-070B-4D62-856A-7EBEBFEC441E}" type="presOf" srcId="{44653C1E-0E84-40BB-B19E-17C151AF1D49}" destId="{20B6156C-2F6D-45D3-8B82-2B37AFCEAAB1}" srcOrd="0" destOrd="0" presId="urn:microsoft.com/office/officeart/2005/8/layout/vList5"/>
    <dgm:cxn modelId="{82F786E2-12E6-4592-ABBC-2C99B68B1837}" srcId="{DAF56EF5-5651-4E55-B4B0-9453D568ACFD}" destId="{6B2B3962-B86C-42C1-90C1-48E059716BE5}" srcOrd="0" destOrd="0" parTransId="{AB12802E-5C98-46D9-8D29-8B9CF5D4856A}" sibTransId="{D641E336-D2EC-4B1D-A18B-8F6A510BDE23}"/>
    <dgm:cxn modelId="{12F109FF-6A5F-466D-9CEE-25F9E231B07C}" type="presOf" srcId="{241DBB5E-FD98-4109-B341-9479D0307BB7}" destId="{6ABD9B6B-5009-4B51-95AB-1EA279127B16}" srcOrd="0" destOrd="0" presId="urn:microsoft.com/office/officeart/2005/8/layout/vList5"/>
    <dgm:cxn modelId="{F951BB25-C561-4D95-8AC3-1655474CC19E}" type="presParOf" srcId="{20B6156C-2F6D-45D3-8B82-2B37AFCEAAB1}" destId="{F2D09CE8-9991-467C-9B74-A0E1B04B4C92}" srcOrd="0" destOrd="0" presId="urn:microsoft.com/office/officeart/2005/8/layout/vList5"/>
    <dgm:cxn modelId="{B4C1AA6C-4459-45A8-868A-F4C3C363D92C}" type="presParOf" srcId="{F2D09CE8-9991-467C-9B74-A0E1B04B4C92}" destId="{6ABD9B6B-5009-4B51-95AB-1EA279127B16}" srcOrd="0" destOrd="0" presId="urn:microsoft.com/office/officeart/2005/8/layout/vList5"/>
    <dgm:cxn modelId="{ACE64C0C-505D-4239-BF28-45CA6248C00D}" type="presParOf" srcId="{F2D09CE8-9991-467C-9B74-A0E1B04B4C92}" destId="{BCE7387D-5342-44FF-9DBD-C5CFB1A5F857}" srcOrd="1" destOrd="0" presId="urn:microsoft.com/office/officeart/2005/8/layout/vList5"/>
    <dgm:cxn modelId="{FD9B76CF-1276-41AF-B65A-2B101F44355A}" type="presParOf" srcId="{20B6156C-2F6D-45D3-8B82-2B37AFCEAAB1}" destId="{F0E2A4F7-7877-4009-9092-E7455B3A6B6B}" srcOrd="1" destOrd="0" presId="urn:microsoft.com/office/officeart/2005/8/layout/vList5"/>
    <dgm:cxn modelId="{17A92C7A-E786-4F09-8460-139328677840}" type="presParOf" srcId="{20B6156C-2F6D-45D3-8B82-2B37AFCEAAB1}" destId="{E79AD62A-156A-4565-8F26-C9163F0FF57A}" srcOrd="2" destOrd="0" presId="urn:microsoft.com/office/officeart/2005/8/layout/vList5"/>
    <dgm:cxn modelId="{6322D1DB-BE97-4DEA-869E-89D3BB3FF1C3}" type="presParOf" srcId="{E79AD62A-156A-4565-8F26-C9163F0FF57A}" destId="{395885B5-4486-43BF-8090-33B403D2F926}" srcOrd="0" destOrd="0" presId="urn:microsoft.com/office/officeart/2005/8/layout/vList5"/>
    <dgm:cxn modelId="{FABCBE44-7334-4FE8-907E-EBB2B88FE688}" type="presParOf" srcId="{E79AD62A-156A-4565-8F26-C9163F0FF57A}" destId="{ED91C02E-090B-457A-9E05-F5DB35624CF4}" srcOrd="1" destOrd="0" presId="urn:microsoft.com/office/officeart/2005/8/layout/vList5"/>
    <dgm:cxn modelId="{A538D2B2-DD38-4EBB-A950-D2D89BC8C76C}" type="presParOf" srcId="{20B6156C-2F6D-45D3-8B82-2B37AFCEAAB1}" destId="{4EB54F10-25A8-4B25-B5A4-0990B46FB3B0}" srcOrd="3" destOrd="0" presId="urn:microsoft.com/office/officeart/2005/8/layout/vList5"/>
    <dgm:cxn modelId="{93A776CC-CCD7-440E-80A0-27EA2D506577}" type="presParOf" srcId="{20B6156C-2F6D-45D3-8B82-2B37AFCEAAB1}" destId="{8D3AE940-AB43-4B29-88B1-788D01A131FA}" srcOrd="4" destOrd="0" presId="urn:microsoft.com/office/officeart/2005/8/layout/vList5"/>
    <dgm:cxn modelId="{67EB1526-3B7C-4A30-930F-72179E6DEE81}" type="presParOf" srcId="{8D3AE940-AB43-4B29-88B1-788D01A131FA}" destId="{65102AD1-9D44-4B8B-9094-72AA37B5D749}" srcOrd="0" destOrd="0" presId="urn:microsoft.com/office/officeart/2005/8/layout/vList5"/>
    <dgm:cxn modelId="{D14A53E1-994F-4899-825A-DB6DF21BD9AC}" type="presParOf" srcId="{8D3AE940-AB43-4B29-88B1-788D01A131FA}" destId="{32349C11-73B9-4EF9-B331-3C1F12E434CA}" srcOrd="1" destOrd="0" presId="urn:microsoft.com/office/officeart/2005/8/layout/vList5"/>
    <dgm:cxn modelId="{6185AC07-54AC-460A-ABBE-AE361A8FA2B0}" type="presParOf" srcId="{20B6156C-2F6D-45D3-8B82-2B37AFCEAAB1}" destId="{121D160B-539D-448A-AACF-D496B304C099}" srcOrd="5" destOrd="0" presId="urn:microsoft.com/office/officeart/2005/8/layout/vList5"/>
    <dgm:cxn modelId="{0740E3B4-D625-4A37-9D5B-88192E2A6B4A}" type="presParOf" srcId="{20B6156C-2F6D-45D3-8B82-2B37AFCEAAB1}" destId="{C186ED9F-1E49-463D-8CCC-1A49054DC31E}" srcOrd="6" destOrd="0" presId="urn:microsoft.com/office/officeart/2005/8/layout/vList5"/>
    <dgm:cxn modelId="{26BD1124-8ED7-4939-9824-C5EA98E4759C}" type="presParOf" srcId="{C186ED9F-1E49-463D-8CCC-1A49054DC31E}" destId="{86580436-E5D1-434E-B06A-16E58F7B26C7}" srcOrd="0" destOrd="0" presId="urn:microsoft.com/office/officeart/2005/8/layout/vList5"/>
    <dgm:cxn modelId="{441AA311-054A-47D8-A6C4-6A5BD72AE7B3}" type="presParOf" srcId="{C186ED9F-1E49-463D-8CCC-1A49054DC31E}" destId="{4904AB38-5116-47F4-A9AC-0C8765D7E3A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7387D-5342-44FF-9DBD-C5CFB1A5F857}">
      <dsp:nvSpPr>
        <dsp:cNvPr id="0" name=""/>
        <dsp:cNvSpPr/>
      </dsp:nvSpPr>
      <dsp:spPr>
        <a:xfrm rot="5400000">
          <a:off x="5147757" y="-2139292"/>
          <a:ext cx="1139756" cy="5423223"/>
        </a:xfrm>
        <a:prstGeom prst="round2SameRect">
          <a:avLst/>
        </a:prstGeom>
        <a:solidFill>
          <a:srgbClr val="54A021">
            <a:tint val="40000"/>
            <a:alpha val="90000"/>
            <a:hueOff val="0"/>
            <a:satOff val="0"/>
            <a:lumOff val="0"/>
            <a:alphaOff val="0"/>
          </a:srgbClr>
        </a:solidFill>
        <a:ln w="19050" cap="rnd" cmpd="sng" algn="ctr">
          <a:solidFill>
            <a:srgbClr val="54A021">
              <a:tint val="40000"/>
              <a:alpha val="9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switched to the database provided with the command</a:t>
          </a:r>
        </a:p>
        <a:p>
          <a:pPr marL="228600" lvl="1" indent="-228600" algn="l" defTabSz="889000">
            <a:lnSpc>
              <a:spcPct val="90000"/>
            </a:lnSpc>
            <a:spcBef>
              <a:spcPct val="0"/>
            </a:spcBef>
            <a:spcAft>
              <a:spcPct val="15000"/>
            </a:spcAft>
            <a:buChar char="•"/>
          </a:pPr>
          <a:r>
            <a:rPr lang="en-GB" sz="2000" kern="1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If the database does not exist, it will be created</a:t>
          </a:r>
          <a:endParaRPr lang="en-US" sz="2000" kern="1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endParaRPr>
        </a:p>
      </dsp:txBody>
      <dsp:txXfrm rot="-5400000">
        <a:off x="3006024" y="58079"/>
        <a:ext cx="5367585" cy="1028480"/>
      </dsp:txXfrm>
    </dsp:sp>
    <dsp:sp modelId="{6ABD9B6B-5009-4B51-95AB-1EA279127B16}">
      <dsp:nvSpPr>
        <dsp:cNvPr id="0" name=""/>
        <dsp:cNvSpPr/>
      </dsp:nvSpPr>
      <dsp:spPr>
        <a:xfrm>
          <a:off x="0" y="2608"/>
          <a:ext cx="3006024" cy="1139421"/>
        </a:xfrm>
        <a:prstGeom prst="roundRect">
          <a:avLst/>
        </a:prstGeom>
        <a:solidFill>
          <a:srgbClr val="54A021">
            <a:hueOff val="0"/>
            <a:satOff val="0"/>
            <a:lumOff val="0"/>
            <a:alphaOff val="0"/>
          </a:srgbClr>
        </a:solidFill>
        <a:ln w="25400" cap="rnd"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ysClr val="window" lastClr="FFFFFF"/>
              </a:solidFill>
              <a:latin typeface="Helvetica" panose="020B0604020202020204" pitchFamily="34" charset="0"/>
              <a:ea typeface="+mn-ea"/>
              <a:cs typeface="Helvetica" panose="020B0604020202020204" pitchFamily="34" charset="0"/>
            </a:rPr>
            <a:t>use  </a:t>
          </a:r>
          <a:r>
            <a:rPr lang="en-US" sz="2200" b="1" i="1" kern="1200" dirty="0">
              <a:solidFill>
                <a:sysClr val="window" lastClr="FFFFFF"/>
              </a:solidFill>
              <a:latin typeface="Helvetica" panose="020B0604020202020204" pitchFamily="34" charset="0"/>
              <a:ea typeface="+mn-ea"/>
              <a:cs typeface="Helvetica" panose="020B0604020202020204" pitchFamily="34" charset="0"/>
            </a:rPr>
            <a:t>&lt;database name&gt;</a:t>
          </a:r>
          <a:endParaRPr lang="en-US" sz="2200" i="1" kern="1200" dirty="0">
            <a:solidFill>
              <a:sysClr val="window" lastClr="FFFFFF"/>
            </a:solidFill>
            <a:latin typeface="Helvetica" panose="020B0604020202020204" pitchFamily="34" charset="0"/>
            <a:ea typeface="+mn-ea"/>
            <a:cs typeface="Helvetica" panose="020B0604020202020204" pitchFamily="34" charset="0"/>
          </a:endParaRPr>
        </a:p>
      </dsp:txBody>
      <dsp:txXfrm>
        <a:off x="55622" y="58230"/>
        <a:ext cx="2894780" cy="1028177"/>
      </dsp:txXfrm>
    </dsp:sp>
    <dsp:sp modelId="{ED91C02E-090B-457A-9E05-F5DB35624CF4}">
      <dsp:nvSpPr>
        <dsp:cNvPr id="0" name=""/>
        <dsp:cNvSpPr/>
      </dsp:nvSpPr>
      <dsp:spPr>
        <a:xfrm rot="5400000">
          <a:off x="5198414" y="-926347"/>
          <a:ext cx="943327" cy="5423223"/>
        </a:xfrm>
        <a:prstGeom prst="round2SameRect">
          <a:avLst/>
        </a:prstGeom>
        <a:solidFill>
          <a:srgbClr val="E6B91E">
            <a:tint val="40000"/>
            <a:alpha val="90000"/>
            <a:hueOff val="0"/>
            <a:satOff val="0"/>
            <a:lumOff val="0"/>
            <a:alphaOff val="0"/>
          </a:srgbClr>
        </a:solidFill>
        <a:ln w="19050" cap="rnd" cmpd="sng" algn="ctr">
          <a:solidFill>
            <a:srgbClr val="E6B91E">
              <a:tint val="40000"/>
              <a:alpha val="9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To check currently selected database, use the command </a:t>
          </a:r>
          <a:r>
            <a:rPr lang="en-US" sz="2200" b="1" kern="1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db</a:t>
          </a:r>
          <a:endParaRPr lang="en-US" sz="2200" kern="1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endParaRPr>
        </a:p>
      </dsp:txBody>
      <dsp:txXfrm rot="-5400000">
        <a:off x="2958467" y="1359649"/>
        <a:ext cx="5377174" cy="851229"/>
      </dsp:txXfrm>
    </dsp:sp>
    <dsp:sp modelId="{395885B5-4486-43BF-8090-33B403D2F926}">
      <dsp:nvSpPr>
        <dsp:cNvPr id="0" name=""/>
        <dsp:cNvSpPr/>
      </dsp:nvSpPr>
      <dsp:spPr>
        <a:xfrm>
          <a:off x="0" y="1201155"/>
          <a:ext cx="3050562" cy="1179159"/>
        </a:xfrm>
        <a:prstGeom prst="roundRect">
          <a:avLst/>
        </a:prstGeom>
        <a:solidFill>
          <a:srgbClr val="E6B91E">
            <a:hueOff val="0"/>
            <a:satOff val="0"/>
            <a:lumOff val="0"/>
            <a:alphaOff val="0"/>
          </a:srgbClr>
        </a:solidFill>
        <a:ln w="25400" cap="rnd"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dirty="0" err="1">
              <a:solidFill>
                <a:sysClr val="window" lastClr="FFFFFF"/>
              </a:solidFill>
              <a:latin typeface="Helvetica" panose="020B0604020202020204" pitchFamily="34" charset="0"/>
              <a:ea typeface="+mn-ea"/>
              <a:cs typeface="Helvetica" panose="020B0604020202020204" pitchFamily="34" charset="0"/>
            </a:rPr>
            <a:t>db</a:t>
          </a:r>
          <a:endParaRPr lang="en-US" sz="2200" kern="1200" dirty="0">
            <a:solidFill>
              <a:sysClr val="window" lastClr="FFFFFF"/>
            </a:solidFill>
            <a:latin typeface="Helvetica" panose="020B0604020202020204" pitchFamily="34" charset="0"/>
            <a:ea typeface="+mn-ea"/>
            <a:cs typeface="Helvetica" panose="020B0604020202020204" pitchFamily="34" charset="0"/>
          </a:endParaRPr>
        </a:p>
      </dsp:txBody>
      <dsp:txXfrm>
        <a:off x="57562" y="1258717"/>
        <a:ext cx="2935438" cy="1064035"/>
      </dsp:txXfrm>
    </dsp:sp>
    <dsp:sp modelId="{32349C11-73B9-4EF9-B331-3C1F12E434CA}">
      <dsp:nvSpPr>
        <dsp:cNvPr id="0" name=""/>
        <dsp:cNvSpPr/>
      </dsp:nvSpPr>
      <dsp:spPr>
        <a:xfrm rot="5400000">
          <a:off x="5268241" y="314647"/>
          <a:ext cx="943327" cy="5423223"/>
        </a:xfrm>
        <a:prstGeom prst="round2SameRect">
          <a:avLst/>
        </a:prstGeom>
        <a:solidFill>
          <a:srgbClr val="E76618">
            <a:tint val="40000"/>
            <a:alpha val="90000"/>
            <a:hueOff val="0"/>
            <a:satOff val="0"/>
            <a:lumOff val="0"/>
            <a:alphaOff val="0"/>
          </a:srgbClr>
        </a:solidFill>
        <a:ln w="19050" cap="rnd" cmpd="sng" algn="ctr">
          <a:solidFill>
            <a:srgbClr val="E76618">
              <a:tint val="40000"/>
              <a:alpha val="9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Displays the list of databases</a:t>
          </a:r>
        </a:p>
      </dsp:txBody>
      <dsp:txXfrm rot="-5400000">
        <a:off x="3028294" y="2600644"/>
        <a:ext cx="5377174" cy="851229"/>
      </dsp:txXfrm>
    </dsp:sp>
    <dsp:sp modelId="{65102AD1-9D44-4B8B-9094-72AA37B5D749}">
      <dsp:nvSpPr>
        <dsp:cNvPr id="0" name=""/>
        <dsp:cNvSpPr/>
      </dsp:nvSpPr>
      <dsp:spPr>
        <a:xfrm>
          <a:off x="0" y="2439273"/>
          <a:ext cx="3050562" cy="1179159"/>
        </a:xfrm>
        <a:prstGeom prst="roundRect">
          <a:avLst/>
        </a:prstGeom>
        <a:solidFill>
          <a:srgbClr val="E76618">
            <a:hueOff val="0"/>
            <a:satOff val="0"/>
            <a:lumOff val="0"/>
            <a:alphaOff val="0"/>
          </a:srgbClr>
        </a:solidFill>
        <a:ln w="25400" cap="rnd"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ysClr val="window" lastClr="FFFFFF"/>
              </a:solidFill>
              <a:latin typeface="Helvetica" panose="020B0604020202020204" pitchFamily="34" charset="0"/>
              <a:ea typeface="+mn-ea"/>
              <a:cs typeface="Helvetica" panose="020B0604020202020204" pitchFamily="34" charset="0"/>
            </a:rPr>
            <a:t>show </a:t>
          </a:r>
          <a:r>
            <a:rPr lang="en-US" sz="2200" b="1" kern="1200" dirty="0" err="1">
              <a:solidFill>
                <a:sysClr val="window" lastClr="FFFFFF"/>
              </a:solidFill>
              <a:latin typeface="Helvetica" panose="020B0604020202020204" pitchFamily="34" charset="0"/>
              <a:ea typeface="+mn-ea"/>
              <a:cs typeface="Helvetica" panose="020B0604020202020204" pitchFamily="34" charset="0"/>
            </a:rPr>
            <a:t>dbs</a:t>
          </a:r>
          <a:endParaRPr lang="en-US" sz="2200" b="1" kern="1200" dirty="0">
            <a:solidFill>
              <a:sysClr val="window" lastClr="FFFFFF"/>
            </a:solidFill>
            <a:latin typeface="Helvetica" panose="020B0604020202020204" pitchFamily="34" charset="0"/>
            <a:ea typeface="+mn-ea"/>
            <a:cs typeface="Helvetica" panose="020B0604020202020204" pitchFamily="34" charset="0"/>
          </a:endParaRPr>
        </a:p>
      </dsp:txBody>
      <dsp:txXfrm>
        <a:off x="57562" y="2496835"/>
        <a:ext cx="2935438" cy="1064035"/>
      </dsp:txXfrm>
    </dsp:sp>
    <dsp:sp modelId="{4904AB38-5116-47F4-A9AC-0C8765D7E3AF}">
      <dsp:nvSpPr>
        <dsp:cNvPr id="0" name=""/>
        <dsp:cNvSpPr/>
      </dsp:nvSpPr>
      <dsp:spPr>
        <a:xfrm rot="5400000">
          <a:off x="5290510" y="1555359"/>
          <a:ext cx="943327" cy="5423223"/>
        </a:xfrm>
        <a:prstGeom prst="round2SameRect">
          <a:avLst/>
        </a:prstGeom>
        <a:solidFill>
          <a:srgbClr val="C42F1A">
            <a:tint val="40000"/>
            <a:alpha val="90000"/>
            <a:hueOff val="0"/>
            <a:satOff val="0"/>
            <a:lumOff val="0"/>
            <a:alphaOff val="0"/>
          </a:srgbClr>
        </a:solidFill>
        <a:ln w="19050" cap="rnd" cmpd="sng" algn="ctr">
          <a:solidFill>
            <a:srgbClr val="C42F1A">
              <a:tint val="40000"/>
              <a:alpha val="9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solidFill>
                <a:sysClr val="windowText" lastClr="000000">
                  <a:hueOff val="0"/>
                  <a:satOff val="0"/>
                  <a:lumOff val="0"/>
                  <a:alphaOff val="0"/>
                </a:sysClr>
              </a:solidFill>
              <a:latin typeface="Helvetica" panose="020B0604020202020204" pitchFamily="34" charset="0"/>
              <a:ea typeface="+mn-ea"/>
              <a:cs typeface="Helvetica" panose="020B0604020202020204" pitchFamily="34" charset="0"/>
            </a:rPr>
            <a:t>To Drop the database</a:t>
          </a:r>
        </a:p>
      </dsp:txBody>
      <dsp:txXfrm rot="-5400000">
        <a:off x="3050563" y="3841356"/>
        <a:ext cx="5377174" cy="851229"/>
      </dsp:txXfrm>
    </dsp:sp>
    <dsp:sp modelId="{86580436-E5D1-434E-B06A-16E58F7B26C7}">
      <dsp:nvSpPr>
        <dsp:cNvPr id="0" name=""/>
        <dsp:cNvSpPr/>
      </dsp:nvSpPr>
      <dsp:spPr>
        <a:xfrm>
          <a:off x="0" y="3677391"/>
          <a:ext cx="3050562" cy="1179159"/>
        </a:xfrm>
        <a:prstGeom prst="roundRect">
          <a:avLst/>
        </a:prstGeom>
        <a:solidFill>
          <a:srgbClr val="C42F1A">
            <a:hueOff val="0"/>
            <a:satOff val="0"/>
            <a:lumOff val="0"/>
            <a:alphaOff val="0"/>
          </a:srgbClr>
        </a:solidFill>
        <a:ln w="25400" cap="rnd"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dirty="0" err="1">
              <a:solidFill>
                <a:sysClr val="window" lastClr="FFFFFF"/>
              </a:solidFill>
              <a:latin typeface="Helvetica" panose="020B0604020202020204" pitchFamily="34" charset="0"/>
              <a:ea typeface="+mn-ea"/>
              <a:cs typeface="Helvetica" panose="020B0604020202020204" pitchFamily="34" charset="0"/>
            </a:rPr>
            <a:t>db.dropDatabase</a:t>
          </a:r>
          <a:r>
            <a:rPr lang="en-US" sz="2200" b="1" kern="1200" dirty="0">
              <a:solidFill>
                <a:sysClr val="window" lastClr="FFFFFF"/>
              </a:solidFill>
              <a:latin typeface="Helvetica" panose="020B0604020202020204" pitchFamily="34" charset="0"/>
              <a:ea typeface="+mn-ea"/>
              <a:cs typeface="Helvetica" panose="020B0604020202020204" pitchFamily="34" charset="0"/>
            </a:rPr>
            <a:t>()</a:t>
          </a:r>
        </a:p>
      </dsp:txBody>
      <dsp:txXfrm>
        <a:off x="57562" y="3734953"/>
        <a:ext cx="2935438" cy="106403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7E6BECCB-7C71-7345-A5A2-F60CB0E20467}" type="datetimeFigureOut">
              <a:rPr lang="en-GB"/>
              <a:pPr>
                <a:defRPr/>
              </a:pPr>
              <a:t>17/10/2024</a:t>
            </a:fld>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7BADAF51-FF12-CA43-900E-043F7389A440}" type="slidenum">
              <a:rPr lang="en-GB"/>
              <a:pPr>
                <a:defRPr/>
              </a:pPr>
              <a:t>‹#›</a:t>
            </a:fld>
            <a:endParaRPr lang="en-GB" dirty="0"/>
          </a:p>
        </p:txBody>
      </p:sp>
    </p:spTree>
    <p:extLst>
      <p:ext uri="{BB962C8B-B14F-4D97-AF65-F5344CB8AC3E}">
        <p14:creationId xmlns:p14="http://schemas.microsoft.com/office/powerpoint/2010/main" val="16802543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84DA0FA5-5D29-7B45-8F3A-96EA1D15B80A}" type="datetimeFigureOut">
              <a:rPr lang="en-GB"/>
              <a:pPr>
                <a:defRPr/>
              </a:pPr>
              <a:t>17/10/2024</a:t>
            </a:fld>
            <a:endParaRPr lang="en-GB" dirty="0"/>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5A687475-B03E-7245-9DAE-B0A12B4FC5E5}" type="slidenum">
              <a:rPr lang="en-GB"/>
              <a:pPr>
                <a:defRPr/>
              </a:pPr>
              <a:t>‹#›</a:t>
            </a:fld>
            <a:endParaRPr lang="en-GB" dirty="0"/>
          </a:p>
        </p:txBody>
      </p:sp>
    </p:spTree>
    <p:extLst>
      <p:ext uri="{BB962C8B-B14F-4D97-AF65-F5344CB8AC3E}">
        <p14:creationId xmlns:p14="http://schemas.microsoft.com/office/powerpoint/2010/main" val="374115642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3</a:t>
            </a:fld>
            <a:endParaRPr lang="en-GB" dirty="0"/>
          </a:p>
        </p:txBody>
      </p:sp>
    </p:spTree>
    <p:extLst>
      <p:ext uri="{BB962C8B-B14F-4D97-AF65-F5344CB8AC3E}">
        <p14:creationId xmlns:p14="http://schemas.microsoft.com/office/powerpoint/2010/main" val="1872081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8</a:t>
            </a:fld>
            <a:endParaRPr lang="en-GB" dirty="0"/>
          </a:p>
        </p:txBody>
      </p:sp>
    </p:spTree>
    <p:extLst>
      <p:ext uri="{BB962C8B-B14F-4D97-AF65-F5344CB8AC3E}">
        <p14:creationId xmlns:p14="http://schemas.microsoft.com/office/powerpoint/2010/main" val="4081439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With referencing, you often need to perform multiple queries to retrieve related data. For example, if you store customer information in a separate collection, fetching an order and its associated customer requires a second query to fetch the customer.</a:t>
            </a:r>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9</a:t>
            </a:fld>
            <a:endParaRPr lang="en-GB" dirty="0"/>
          </a:p>
        </p:txBody>
      </p:sp>
    </p:spTree>
    <p:extLst>
      <p:ext uri="{BB962C8B-B14F-4D97-AF65-F5344CB8AC3E}">
        <p14:creationId xmlns:p14="http://schemas.microsoft.com/office/powerpoint/2010/main" val="4194179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16</a:t>
            </a:fld>
            <a:endParaRPr lang="en-GB" dirty="0"/>
          </a:p>
        </p:txBody>
      </p:sp>
    </p:spTree>
    <p:extLst>
      <p:ext uri="{BB962C8B-B14F-4D97-AF65-F5344CB8AC3E}">
        <p14:creationId xmlns:p14="http://schemas.microsoft.com/office/powerpoint/2010/main" val="2102571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older versions of MongoDB, remove() method was used for delete operation. While remove() may still work in older versions of MongoDB, it's recommended to use the newer methods for better clarity and control over the deletion process.</a:t>
            </a:r>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27</a:t>
            </a:fld>
            <a:endParaRPr lang="en-GB" dirty="0"/>
          </a:p>
        </p:txBody>
      </p:sp>
    </p:spTree>
    <p:extLst>
      <p:ext uri="{BB962C8B-B14F-4D97-AF65-F5344CB8AC3E}">
        <p14:creationId xmlns:p14="http://schemas.microsoft.com/office/powerpoint/2010/main" val="5828984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1916839"/>
            <a:ext cx="8420100" cy="1470025"/>
          </a:xfrm>
        </p:spPr>
        <p:txBody>
          <a:bodyPr/>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3672607"/>
            <a:ext cx="6934200" cy="1752600"/>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6" name="Date Placeholder 3"/>
          <p:cNvSpPr>
            <a:spLocks noGrp="1"/>
          </p:cNvSpPr>
          <p:nvPr>
            <p:ph type="dt" sz="half" idx="10"/>
          </p:nvPr>
        </p:nvSpPr>
        <p:spPr/>
        <p:txBody>
          <a:bodyPr/>
          <a:lstStyle>
            <a:lvl1pPr>
              <a:defRPr/>
            </a:lvl1pPr>
          </a:lstStyle>
          <a:p>
            <a:pPr>
              <a:defRPr/>
            </a:pPr>
            <a:fld id="{267FACD6-29D2-2848-BEDC-606464A5B308}" type="datetime3">
              <a:rPr lang="en-GB"/>
              <a:pPr>
                <a:defRPr/>
              </a:pPr>
              <a:t>17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5DF220EC-324F-0142-ADB7-E82420EFE078}" type="slidenum">
              <a:rPr lang="en-GB"/>
              <a:pPr>
                <a:defRPr/>
              </a:pPr>
              <a:t>‹#›</a:t>
            </a:fld>
            <a:endParaRPr lang="en-GB" dirty="0"/>
          </a:p>
        </p:txBody>
      </p:sp>
      <p:cxnSp>
        <p:nvCxnSpPr>
          <p:cNvPr id="9" name="Straight Connector 8"/>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40515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929928"/>
            <a:ext cx="8485605" cy="780762"/>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8485605" cy="446566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25308693-8D1A-A44C-AE67-942CA08B9687}" type="datetime3">
              <a:rPr lang="en-GB"/>
              <a:pPr>
                <a:defRPr/>
              </a:pPr>
              <a:t>17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09B5ADBA-EE88-1840-8B71-40682D165005}"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8899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128162"/>
            <a:ext cx="8485605" cy="780558"/>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908720"/>
            <a:ext cx="8485605" cy="532859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E2BECACE-57B6-4046-9252-D954F3001C09}" type="datetime3">
              <a:rPr lang="en-GB"/>
              <a:pPr>
                <a:defRPr/>
              </a:pPr>
              <a:t>17 October,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7" name="Slide Number Placeholder 5"/>
          <p:cNvSpPr>
            <a:spLocks noGrp="1"/>
          </p:cNvSpPr>
          <p:nvPr>
            <p:ph type="sldNum" sz="quarter" idx="12"/>
          </p:nvPr>
        </p:nvSpPr>
        <p:spPr/>
        <p:txBody>
          <a:bodyPr/>
          <a:lstStyle>
            <a:lvl1pPr>
              <a:defRPr/>
            </a:lvl1pPr>
          </a:lstStyle>
          <a:p>
            <a:pPr>
              <a:defRPr/>
            </a:pPr>
            <a:fld id="{B3C9BB69-B244-A945-B2FE-1757326D277F}"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679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ln w="12700" cap="rnd">
            <a:solidFill>
              <a:srgbClr val="87A529"/>
            </a:solidFill>
          </a:ln>
        </p:spPr>
        <p:txBody>
          <a:bodyPr lIns="108000" tIns="108000" rIns="108000" bIns="108000"/>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97E11F15-D298-9040-B765-C154DF8EF6B8}" type="datetime3">
              <a:rPr lang="en-GB"/>
              <a:pPr>
                <a:defRPr/>
              </a:pPr>
              <a:t>17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D23D3873-FA79-C04C-A812-5E517E0A367F}"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03394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solidFill>
            <a:schemeClr val="accent1"/>
          </a:solidFill>
          <a:ln>
            <a:solidFill>
              <a:srgbClr val="87A529"/>
            </a:solidFill>
          </a:ln>
        </p:spPr>
        <p:txBody>
          <a:bodyPr lIns="108000" tIns="108000" rIns="108000" bIns="108000">
            <a:normAutofit/>
          </a:bodyPr>
          <a:lstStyle>
            <a:lvl1pPr algn="ctr">
              <a:defRPr>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5AF61B09-456C-8F49-B98C-600891BD3AA1}" type="datetime3">
              <a:rPr lang="en-GB"/>
              <a:pPr>
                <a:defRPr/>
              </a:pPr>
              <a:t>17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C78CB21A-4DBE-8640-A1B9-E10FD6211ABF}"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47593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4521999"/>
            <a:ext cx="8420100" cy="864096"/>
          </a:xfrm>
        </p:spPr>
        <p:txBody>
          <a:bodyPr/>
          <a:lstStyle>
            <a:lvl1pPr algn="ctr">
              <a:defRPr sz="3600">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39323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8" name="Picture Placeholder 7"/>
          <p:cNvSpPr>
            <a:spLocks noGrp="1"/>
          </p:cNvSpPr>
          <p:nvPr>
            <p:ph type="pic" sz="quarter" idx="13"/>
          </p:nvPr>
        </p:nvSpPr>
        <p:spPr>
          <a:xfrm>
            <a:off x="2460636" y="1196400"/>
            <a:ext cx="4984728" cy="3240712"/>
          </a:xfrm>
        </p:spPr>
        <p:txBody>
          <a:bodyPr rtlCol="0">
            <a:normAutofit/>
          </a:bodyPr>
          <a:lstStyle/>
          <a:p>
            <a:pPr lvl="0"/>
            <a:r>
              <a:rPr lang="en-US" noProof="0" dirty="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367115C0-7569-1944-9CC4-CD69F8B1B381}" type="datetime3">
              <a:rPr lang="en-GB"/>
              <a:pPr>
                <a:defRPr/>
              </a:pPr>
              <a:t>17 October,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COS7039-B: Internet of Things</a:t>
            </a:r>
          </a:p>
        </p:txBody>
      </p:sp>
      <p:sp>
        <p:nvSpPr>
          <p:cNvPr id="10" name="Slide Number Placeholder 5"/>
          <p:cNvSpPr>
            <a:spLocks noGrp="1"/>
          </p:cNvSpPr>
          <p:nvPr>
            <p:ph type="sldNum" sz="quarter" idx="16"/>
          </p:nvPr>
        </p:nvSpPr>
        <p:spPr/>
        <p:txBody>
          <a:bodyPr/>
          <a:lstStyle>
            <a:lvl1pPr>
              <a:defRPr/>
            </a:lvl1pPr>
          </a:lstStyle>
          <a:p>
            <a:pPr>
              <a:defRPr/>
            </a:pPr>
            <a:fld id="{D3C9A484-57CE-FE4F-B6B9-41CA4D3D1411}" type="slidenum">
              <a:rPr lang="en-GB"/>
              <a:pPr>
                <a:defRPr/>
              </a:pPr>
              <a:t>‹#›</a:t>
            </a:fld>
            <a:endParaRPr lang="en-GB" dirty="0"/>
          </a:p>
        </p:txBody>
      </p:sp>
      <p:cxnSp>
        <p:nvCxnSpPr>
          <p:cNvPr id="11" name="Straight Connector 10"/>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84825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cxnSp>
        <p:nvCxnSpPr>
          <p:cNvPr id="5" name="Straight Connector 4"/>
          <p:cNvCxnSpPr>
            <a:stCxn id="8" idx="3"/>
          </p:cNvCxnSpPr>
          <p:nvPr userDrawn="1"/>
        </p:nvCxnSpPr>
        <p:spPr>
          <a:xfrm>
            <a:off x="4627563" y="3176588"/>
            <a:ext cx="649287" cy="0"/>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5276312" y="1917112"/>
            <a:ext cx="2520000" cy="2520000"/>
          </a:xfrm>
          <a:noFill/>
          <a:ln w="12700">
            <a:solidFill>
              <a:srgbClr val="87A529"/>
            </a:solidFill>
            <a:prstDash val="solid"/>
          </a:ln>
        </p:spPr>
        <p:txBody>
          <a:bodyPr lIns="108000" tIns="108000" rIns="108000" bIns="108000"/>
          <a:lstStyle>
            <a:lvl1pPr algn="ctr">
              <a:defRPr sz="3600">
                <a:solidFill>
                  <a:srgbClr val="87A529"/>
                </a:solidFill>
              </a:defRPr>
            </a:lvl1pPr>
          </a:lstStyle>
          <a:p>
            <a:r>
              <a:rPr lang="en-US"/>
              <a:t>Click to edit Master title style</a:t>
            </a:r>
            <a:endParaRPr lang="en-GB" dirty="0"/>
          </a:p>
        </p:txBody>
      </p:sp>
      <p:sp>
        <p:nvSpPr>
          <p:cNvPr id="8" name="Picture Placeholder 7"/>
          <p:cNvSpPr>
            <a:spLocks noGrp="1"/>
          </p:cNvSpPr>
          <p:nvPr>
            <p:ph type="pic" sz="quarter" idx="13"/>
          </p:nvPr>
        </p:nvSpPr>
        <p:spPr>
          <a:xfrm>
            <a:off x="2107960" y="1917112"/>
            <a:ext cx="2520000" cy="2520000"/>
          </a:xfrm>
        </p:spPr>
        <p:txBody>
          <a:bodyPr rtlCol="0">
            <a:normAutofit/>
          </a:bodyPr>
          <a:lstStyle/>
          <a:p>
            <a:pPr lvl="0"/>
            <a:r>
              <a:rPr lang="en-US" noProof="0" dirty="0"/>
              <a:t>Click icon to add picture</a:t>
            </a:r>
            <a:endParaRPr lang="en-GB" noProof="0" dirty="0"/>
          </a:p>
        </p:txBody>
      </p:sp>
      <p:sp>
        <p:nvSpPr>
          <p:cNvPr id="3" name="Subtitle 2"/>
          <p:cNvSpPr>
            <a:spLocks noGrp="1"/>
          </p:cNvSpPr>
          <p:nvPr>
            <p:ph type="subTitle" idx="1"/>
          </p:nvPr>
        </p:nvSpPr>
        <p:spPr>
          <a:xfrm>
            <a:off x="1485900" y="4869160"/>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9" name="Date Placeholder 3"/>
          <p:cNvSpPr>
            <a:spLocks noGrp="1"/>
          </p:cNvSpPr>
          <p:nvPr>
            <p:ph type="dt" sz="half" idx="14"/>
          </p:nvPr>
        </p:nvSpPr>
        <p:spPr/>
        <p:txBody>
          <a:bodyPr/>
          <a:lstStyle>
            <a:lvl1pPr>
              <a:defRPr/>
            </a:lvl1pPr>
          </a:lstStyle>
          <a:p>
            <a:pPr>
              <a:defRPr/>
            </a:pPr>
            <a:fld id="{FE4AC31E-B512-CA45-9F01-FED17CFC0DEF}" type="datetime3">
              <a:rPr lang="en-GB"/>
              <a:pPr>
                <a:defRPr/>
              </a:pPr>
              <a:t>17 October, 2024</a:t>
            </a:fld>
            <a:endParaRPr lang="en-GB" dirty="0"/>
          </a:p>
        </p:txBody>
      </p:sp>
      <p:sp>
        <p:nvSpPr>
          <p:cNvPr id="10" name="Footer Placeholder 4"/>
          <p:cNvSpPr>
            <a:spLocks noGrp="1"/>
          </p:cNvSpPr>
          <p:nvPr>
            <p:ph type="ftr" sz="quarter" idx="15"/>
          </p:nvPr>
        </p:nvSpPr>
        <p:spPr/>
        <p:txBody>
          <a:bodyPr/>
          <a:lstStyle>
            <a:lvl1pPr>
              <a:defRPr/>
            </a:lvl1pPr>
          </a:lstStyle>
          <a:p>
            <a:pPr>
              <a:defRPr/>
            </a:pPr>
            <a:r>
              <a:rPr lang="en-GB" dirty="0"/>
              <a:t>COS7039-B: Internet of Things</a:t>
            </a:r>
          </a:p>
        </p:txBody>
      </p:sp>
      <p:sp>
        <p:nvSpPr>
          <p:cNvPr id="11" name="Slide Number Placeholder 5"/>
          <p:cNvSpPr>
            <a:spLocks noGrp="1"/>
          </p:cNvSpPr>
          <p:nvPr>
            <p:ph type="sldNum" sz="quarter" idx="16"/>
          </p:nvPr>
        </p:nvSpPr>
        <p:spPr/>
        <p:txBody>
          <a:bodyPr/>
          <a:lstStyle>
            <a:lvl1pPr>
              <a:defRPr/>
            </a:lvl1pPr>
          </a:lstStyle>
          <a:p>
            <a:pPr>
              <a:defRPr/>
            </a:pPr>
            <a:fld id="{9E53BAAD-3567-5449-BA34-98DF5D76DACB}" type="slidenum">
              <a:rPr lang="en-GB"/>
              <a:pPr>
                <a:defRPr/>
              </a:pPr>
              <a:t>‹#›</a:t>
            </a:fld>
            <a:endParaRPr lang="en-GB" dirty="0"/>
          </a:p>
        </p:txBody>
      </p:sp>
      <p:cxnSp>
        <p:nvCxnSpPr>
          <p:cNvPr id="12" name="Straight Connector 11"/>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0689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cxnSp>
        <p:nvCxnSpPr>
          <p:cNvPr id="4" name="Straight Connector 3"/>
          <p:cNvCxnSpPr/>
          <p:nvPr userDrawn="1"/>
        </p:nvCxnSpPr>
        <p:spPr>
          <a:xfrm flipH="1">
            <a:off x="4632325" y="3425825"/>
            <a:ext cx="476250" cy="0"/>
          </a:xfrm>
          <a:prstGeom prst="line">
            <a:avLst/>
          </a:prstGeom>
          <a:ln w="12700" cmpd="sng">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111789" y="2166556"/>
            <a:ext cx="2520000" cy="2520000"/>
          </a:xfrm>
          <a:solidFill>
            <a:schemeClr val="accent1"/>
          </a:solidFill>
          <a:ln>
            <a:solidFill>
              <a:srgbClr val="87A529"/>
            </a:solidFill>
          </a:ln>
        </p:spPr>
        <p:txBody>
          <a:bodyPr lIns="108000" tIns="108000" rIns="108000" bIns="108000">
            <a:normAutofit/>
          </a:bodyPr>
          <a:lstStyle>
            <a:lvl1pPr algn="ctr">
              <a:defRPr sz="2400">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5109056" y="2166556"/>
            <a:ext cx="2520000" cy="2520000"/>
          </a:xfrm>
          <a:ln w="12700">
            <a:solidFill>
              <a:srgbClr val="87A529"/>
            </a:solidFill>
          </a:ln>
        </p:spPr>
        <p:txBody>
          <a:bodyPr lIns="108000" tIns="108000" rIns="108000" bIns="108000"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14354681-AB38-6444-98D5-BBD5BA84816D}" type="datetime3">
              <a:rPr lang="en-GB"/>
              <a:pPr>
                <a:defRPr/>
              </a:pPr>
              <a:t>17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A3D8D661-7855-F14B-8AA6-252FA0A881E6}"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23508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42950" y="2852936"/>
            <a:ext cx="8420100" cy="1362075"/>
          </a:xfrm>
        </p:spPr>
        <p:txBody>
          <a:bodyPr/>
          <a:lstStyle>
            <a:lvl1pPr algn="l">
              <a:defRPr sz="4000" b="1" cap="none"/>
            </a:lvl1pPr>
          </a:lstStyle>
          <a:p>
            <a:r>
              <a:rPr lang="en-US"/>
              <a:t>Click to edit Master title style</a:t>
            </a:r>
            <a:endParaRPr lang="en-GB" dirty="0"/>
          </a:p>
        </p:txBody>
      </p:sp>
      <p:sp>
        <p:nvSpPr>
          <p:cNvPr id="3" name="Text Placeholder 2"/>
          <p:cNvSpPr>
            <a:spLocks noGrp="1"/>
          </p:cNvSpPr>
          <p:nvPr>
            <p:ph type="body" idx="1"/>
          </p:nvPr>
        </p:nvSpPr>
        <p:spPr>
          <a:xfrm>
            <a:off x="742950" y="4509120"/>
            <a:ext cx="8420100" cy="1080120"/>
          </a:xfrm>
        </p:spPr>
        <p:txBody>
          <a:bodyPr anchor="ct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5D4E611A-1751-7C46-931A-ECAE714F5E92}" type="datetime3">
              <a:rPr lang="en-GB"/>
              <a:pPr>
                <a:defRPr/>
              </a:pPr>
              <a:t>17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E399D912-52B9-434D-9B28-D10416F3580E}"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485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34120"/>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1771650"/>
            <a:ext cx="5054084"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no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5BB38C7B-9D24-A64A-B21C-8A266EADA6F8}" type="datetime3">
              <a:rPr lang="en-GB"/>
              <a:pPr>
                <a:defRPr/>
              </a:pPr>
              <a:t>17 October,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FF6AD0DC-C5F3-194F-9E56-4AE1F77D0414}"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895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881" y="3645024"/>
            <a:ext cx="2407" cy="2664296"/>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25525" y="116632"/>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908720"/>
            <a:ext cx="5054084"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1632074"/>
            <a:ext cx="2011362" cy="2012950"/>
          </a:xfrm>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Date Placeholder 3"/>
          <p:cNvSpPr>
            <a:spLocks noGrp="1"/>
          </p:cNvSpPr>
          <p:nvPr>
            <p:ph type="dt" sz="half" idx="14"/>
          </p:nvPr>
        </p:nvSpPr>
        <p:spPr/>
        <p:txBody>
          <a:bodyPr/>
          <a:lstStyle>
            <a:lvl1pPr>
              <a:defRPr/>
            </a:lvl1pPr>
          </a:lstStyle>
          <a:p>
            <a:pPr>
              <a:defRPr/>
            </a:pPr>
            <a:fld id="{D05BDD8D-5686-D04B-9A44-99E54E4E89FB}" type="datetime3">
              <a:rPr lang="en-GB"/>
              <a:pPr>
                <a:defRPr/>
              </a:pPr>
              <a:t>17 October,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B6E623B7-B941-3444-8A02-04DF95FFF5B6}"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25144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BC3222AF-7D3D-C74A-84D1-040B0E9C47C9}" type="datetime3">
              <a:rPr lang="en-GB"/>
              <a:pPr>
                <a:defRPr/>
              </a:pPr>
              <a:t>17 October,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96947520-5547-EB48-9E3D-CF85C605AB64}"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642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881" y="3501008"/>
            <a:ext cx="2407" cy="2808312"/>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25525" y="116632"/>
            <a:ext cx="8485605" cy="760125"/>
          </a:xfrm>
        </p:spPr>
        <p:txBody>
          <a:bodyPr/>
          <a:lstStyle>
            <a:lvl1pPr>
              <a:defRPr>
                <a:solidFill>
                  <a:srgbClr val="87A529"/>
                </a:solidFill>
              </a:defRPr>
            </a:lvl1pPr>
          </a:lstStyle>
          <a:p>
            <a:r>
              <a:rPr lang="en-US"/>
              <a:t>Click to edit Master title style</a:t>
            </a:r>
            <a:endParaRPr lang="en-GB" dirty="0"/>
          </a:p>
        </p:txBody>
      </p:sp>
      <p:sp>
        <p:nvSpPr>
          <p:cNvPr id="3" name="Content Placeholder 2"/>
          <p:cNvSpPr>
            <a:spLocks noGrp="1"/>
          </p:cNvSpPr>
          <p:nvPr>
            <p:ph idx="1"/>
          </p:nvPr>
        </p:nvSpPr>
        <p:spPr>
          <a:xfrm>
            <a:off x="1025525" y="908720"/>
            <a:ext cx="5079603"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1488058"/>
            <a:ext cx="2011362" cy="2012950"/>
          </a:xfrm>
          <a:solidFill>
            <a:schemeClr val="accent1"/>
          </a:solidFill>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Date Placeholder 3"/>
          <p:cNvSpPr>
            <a:spLocks noGrp="1"/>
          </p:cNvSpPr>
          <p:nvPr>
            <p:ph type="dt" sz="half" idx="14"/>
          </p:nvPr>
        </p:nvSpPr>
        <p:spPr/>
        <p:txBody>
          <a:bodyPr/>
          <a:lstStyle>
            <a:lvl1pPr>
              <a:defRPr/>
            </a:lvl1pPr>
          </a:lstStyle>
          <a:p>
            <a:pPr>
              <a:defRPr/>
            </a:pPr>
            <a:fld id="{6BA65434-6B3F-194B-9261-F2C835AEE536}" type="datetime3">
              <a:rPr lang="en-GB"/>
              <a:pPr>
                <a:defRPr/>
              </a:pPr>
              <a:t>17 October,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1F0152CE-70D9-BC47-8F81-41904687DE4B}"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6244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dirty="0"/>
              <a:t>Click icon to add picture</a:t>
            </a:r>
            <a:endParaRPr lang="en-GB" noProof="0" dirty="0"/>
          </a:p>
        </p:txBody>
      </p:sp>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8"/>
          </p:nvPr>
        </p:nvSpPr>
        <p:spPr/>
        <p:txBody>
          <a:bodyPr/>
          <a:lstStyle>
            <a:lvl1pPr>
              <a:defRPr/>
            </a:lvl1pPr>
          </a:lstStyle>
          <a:p>
            <a:pPr>
              <a:defRPr/>
            </a:pPr>
            <a:fld id="{8901AA5D-4117-DC42-8767-9087B666EFBF}" type="datetime3">
              <a:rPr lang="en-GB"/>
              <a:pPr>
                <a:defRPr/>
              </a:pPr>
              <a:t>17 October, 2024</a:t>
            </a:fld>
            <a:endParaRPr lang="en-GB" dirty="0"/>
          </a:p>
        </p:txBody>
      </p:sp>
      <p:sp>
        <p:nvSpPr>
          <p:cNvPr id="9" name="Footer Placeholder 4"/>
          <p:cNvSpPr>
            <a:spLocks noGrp="1"/>
          </p:cNvSpPr>
          <p:nvPr>
            <p:ph type="ftr" sz="quarter" idx="19"/>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20"/>
          </p:nvPr>
        </p:nvSpPr>
        <p:spPr/>
        <p:txBody>
          <a:bodyPr/>
          <a:lstStyle>
            <a:lvl1pPr>
              <a:defRPr/>
            </a:lvl1pPr>
          </a:lstStyle>
          <a:p>
            <a:pPr>
              <a:defRPr/>
            </a:pPr>
            <a:fld id="{D15EF3D2-1C91-1E4C-9342-2EE3F832DBD2}"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95629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cxnSp>
        <p:nvCxnSpPr>
          <p:cNvPr id="5" name="Straight Connector 4"/>
          <p:cNvCxnSpPr>
            <a:stCxn id="12" idx="2"/>
          </p:cNvCxnSpPr>
          <p:nvPr userDrawn="1"/>
        </p:nvCxnSpPr>
        <p:spPr>
          <a:xfrm>
            <a:off x="7761288" y="3501008"/>
            <a:ext cx="0" cy="2841055"/>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12" name="Picture Placeholder 13"/>
          <p:cNvSpPr>
            <a:spLocks noGrp="1"/>
          </p:cNvSpPr>
          <p:nvPr>
            <p:ph type="pic" sz="quarter" idx="17"/>
          </p:nvPr>
        </p:nvSpPr>
        <p:spPr>
          <a:xfrm>
            <a:off x="6753225" y="1484883"/>
            <a:ext cx="2016125" cy="2016125"/>
          </a:xfrm>
        </p:spPr>
        <p:txBody>
          <a:bodyPr/>
          <a:lstStyle>
            <a:lvl1pPr marL="0" indent="0">
              <a:buNone/>
              <a:defRPr/>
            </a:lvl1pPr>
          </a:lstStyle>
          <a:p>
            <a:pPr lvl="0"/>
            <a:r>
              <a:rPr lang="en-US" noProof="0" dirty="0"/>
              <a:t>Click icon to add picture</a:t>
            </a:r>
            <a:endParaRPr lang="en-GB" noProof="0" dirty="0"/>
          </a:p>
        </p:txBody>
      </p:sp>
      <p:sp>
        <p:nvSpPr>
          <p:cNvPr id="2" name="Title 1"/>
          <p:cNvSpPr>
            <a:spLocks noGrp="1"/>
          </p:cNvSpPr>
          <p:nvPr>
            <p:ph type="title"/>
          </p:nvPr>
        </p:nvSpPr>
        <p:spPr>
          <a:xfrm>
            <a:off x="1025525" y="116632"/>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908720"/>
            <a:ext cx="5079603"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8"/>
          </p:nvPr>
        </p:nvSpPr>
        <p:spPr/>
        <p:txBody>
          <a:bodyPr/>
          <a:lstStyle>
            <a:lvl1pPr>
              <a:defRPr/>
            </a:lvl1pPr>
          </a:lstStyle>
          <a:p>
            <a:pPr>
              <a:defRPr/>
            </a:pPr>
            <a:fld id="{768B0775-884F-014D-97CD-CFAC1EB97F57}" type="datetime3">
              <a:rPr lang="en-GB"/>
              <a:pPr>
                <a:defRPr/>
              </a:pPr>
              <a:t>17 October, 2024</a:t>
            </a:fld>
            <a:endParaRPr lang="en-GB" dirty="0"/>
          </a:p>
        </p:txBody>
      </p:sp>
      <p:sp>
        <p:nvSpPr>
          <p:cNvPr id="8" name="Footer Placeholder 4"/>
          <p:cNvSpPr>
            <a:spLocks noGrp="1"/>
          </p:cNvSpPr>
          <p:nvPr>
            <p:ph type="ftr" sz="quarter" idx="19"/>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20"/>
          </p:nvPr>
        </p:nvSpPr>
        <p:spPr/>
        <p:txBody>
          <a:bodyPr/>
          <a:lstStyle>
            <a:lvl1pPr>
              <a:defRPr/>
            </a:lvl1pPr>
          </a:lstStyle>
          <a:p>
            <a:pPr>
              <a:defRPr/>
            </a:pPr>
            <a:fld id="{5B9B0EC1-6015-9E4C-92A4-40AB233061DD}"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7707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771650"/>
            <a:ext cx="4048894"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0"/>
          </p:nvPr>
        </p:nvSpPr>
        <p:spPr/>
        <p:txBody>
          <a:bodyPr/>
          <a:lstStyle>
            <a:lvl1pPr>
              <a:defRPr/>
            </a:lvl1pPr>
          </a:lstStyle>
          <a:p>
            <a:pPr>
              <a:defRPr/>
            </a:pPr>
            <a:fld id="{09FF82E0-DCC6-3B4D-916D-E7EAED9E6A79}" type="datetime3">
              <a:rPr lang="en-GB"/>
              <a:pPr>
                <a:defRPr/>
              </a:pPr>
              <a:t>17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3E7D37F0-DF90-F846-ABA0-1302F2399DB8}"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2955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32163" y="116632"/>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908720"/>
            <a:ext cx="4062928" cy="521744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908720"/>
            <a:ext cx="4048894" cy="521744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F3200D4E-A622-FB43-952A-26ECAC58E771}" type="datetime3">
              <a:rPr lang="en-GB"/>
              <a:pPr>
                <a:defRPr/>
              </a:pPr>
              <a:t>17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6F91E6BE-8E52-F942-8389-771123B341CD}"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01277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icture Placeholder 10"/>
          <p:cNvSpPr>
            <a:spLocks noGrp="1"/>
          </p:cNvSpPr>
          <p:nvPr>
            <p:ph type="pic" sz="quarter" idx="13"/>
          </p:nvPr>
        </p:nvSpPr>
        <p:spPr>
          <a:xfrm>
            <a:off x="5457825" y="1773238"/>
            <a:ext cx="4049713" cy="4351337"/>
          </a:xfrm>
        </p:spPr>
        <p:txBody>
          <a:bodyPr/>
          <a:lstStyle>
            <a:lvl1pPr marL="0" indent="0">
              <a:buNone/>
              <a:defRPr/>
            </a:lvl1pPr>
          </a:lstStyle>
          <a:p>
            <a:pPr lvl="0"/>
            <a:r>
              <a:rPr lang="en-US" noProof="0" dirty="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88CC629B-A50C-0445-8E68-BBB0859FBECE}" type="datetime3">
              <a:rPr lang="en-GB"/>
              <a:pPr>
                <a:defRPr/>
              </a:pPr>
              <a:t>17 October,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F6FDD14F-4A84-994F-A228-E50DC0AAE8D5}"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900635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32163" y="116632"/>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906500"/>
            <a:ext cx="4062928" cy="521966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10"/>
          <p:cNvSpPr>
            <a:spLocks noGrp="1"/>
          </p:cNvSpPr>
          <p:nvPr>
            <p:ph type="pic" sz="quarter" idx="13"/>
          </p:nvPr>
        </p:nvSpPr>
        <p:spPr>
          <a:xfrm>
            <a:off x="5457825" y="908720"/>
            <a:ext cx="4049713" cy="5215855"/>
          </a:xfrm>
        </p:spPr>
        <p:txBody>
          <a:bodyPr/>
          <a:lstStyle>
            <a:lvl1pPr marL="0" indent="0">
              <a:buNone/>
              <a:defRPr/>
            </a:lvl1pPr>
          </a:lstStyle>
          <a:p>
            <a:pPr lvl="0"/>
            <a:r>
              <a:rPr lang="en-US" noProof="0" dirty="0"/>
              <a:t>Click icon to add picture</a:t>
            </a:r>
            <a:endParaRPr lang="en-GB" noProof="0" dirty="0"/>
          </a:p>
        </p:txBody>
      </p:sp>
      <p:sp>
        <p:nvSpPr>
          <p:cNvPr id="6" name="Date Placeholder 3"/>
          <p:cNvSpPr>
            <a:spLocks noGrp="1"/>
          </p:cNvSpPr>
          <p:nvPr>
            <p:ph type="dt" sz="half" idx="14"/>
          </p:nvPr>
        </p:nvSpPr>
        <p:spPr/>
        <p:txBody>
          <a:bodyPr/>
          <a:lstStyle>
            <a:lvl1pPr>
              <a:defRPr/>
            </a:lvl1pPr>
          </a:lstStyle>
          <a:p>
            <a:pPr>
              <a:defRPr/>
            </a:pPr>
            <a:fld id="{68BDDE37-ACB5-264B-A188-F2EB6964BDAC}" type="datetime3">
              <a:rPr lang="en-GB"/>
              <a:pPr>
                <a:defRPr/>
              </a:pPr>
              <a:t>17 October, 2024</a:t>
            </a:fld>
            <a:endParaRPr lang="en-GB" dirty="0"/>
          </a:p>
        </p:txBody>
      </p:sp>
      <p:sp>
        <p:nvSpPr>
          <p:cNvPr id="7"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6"/>
          </p:nvPr>
        </p:nvSpPr>
        <p:spPr/>
        <p:txBody>
          <a:bodyPr/>
          <a:lstStyle>
            <a:lvl1pPr>
              <a:defRPr/>
            </a:lvl1pPr>
          </a:lstStyle>
          <a:p>
            <a:pPr>
              <a:defRPr/>
            </a:pPr>
            <a:fld id="{31A35E10-CC8D-DC4B-A7C1-FEE34BC3F389}"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50040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8"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1772816"/>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2492896"/>
            <a:ext cx="4068137"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772816"/>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2492896"/>
            <a:ext cx="4071620"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Date Placeholder 3"/>
          <p:cNvSpPr>
            <a:spLocks noGrp="1"/>
          </p:cNvSpPr>
          <p:nvPr>
            <p:ph type="dt" sz="half" idx="10"/>
          </p:nvPr>
        </p:nvSpPr>
        <p:spPr/>
        <p:txBody>
          <a:bodyPr/>
          <a:lstStyle>
            <a:lvl1pPr>
              <a:defRPr/>
            </a:lvl1pPr>
          </a:lstStyle>
          <a:p>
            <a:pPr>
              <a:defRPr/>
            </a:pPr>
            <a:fld id="{FFA7C654-22A4-454E-BBEB-982D2A07AAE4}" type="datetime3">
              <a:rPr lang="en-GB"/>
              <a:pPr>
                <a:defRPr/>
              </a:pPr>
              <a:t>17 October, 2024</a:t>
            </a:fld>
            <a:endParaRPr lang="en-GB" dirty="0"/>
          </a:p>
        </p:txBody>
      </p:sp>
      <p:sp>
        <p:nvSpPr>
          <p:cNvPr id="10"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2"/>
          </p:nvPr>
        </p:nvSpPr>
        <p:spPr/>
        <p:txBody>
          <a:bodyPr/>
          <a:lstStyle>
            <a:lvl1pPr>
              <a:defRPr/>
            </a:lvl1pPr>
          </a:lstStyle>
          <a:p>
            <a:pPr>
              <a:defRPr/>
            </a:pPr>
            <a:fld id="{9DB72E79-2DCC-0D4E-B1D4-E609E386D39A}"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16644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31875" y="116632"/>
            <a:ext cx="8485188" cy="766763"/>
          </a:xfrm>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908720"/>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1556792"/>
            <a:ext cx="4068137" cy="468052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908720"/>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1556792"/>
            <a:ext cx="4071620" cy="468052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0"/>
          </p:nvPr>
        </p:nvSpPr>
        <p:spPr/>
        <p:txBody>
          <a:bodyPr/>
          <a:lstStyle>
            <a:lvl1pPr>
              <a:defRPr/>
            </a:lvl1pPr>
          </a:lstStyle>
          <a:p>
            <a:pPr>
              <a:defRPr/>
            </a:pPr>
            <a:fld id="{0FF7C771-7AA4-7249-BE21-F659D49D5547}" type="datetime3">
              <a:rPr lang="en-GB"/>
              <a:pPr>
                <a:defRPr/>
              </a:pPr>
              <a:t>17 October, 2024</a:t>
            </a:fld>
            <a:endParaRPr lang="en-GB" dirty="0"/>
          </a:p>
        </p:txBody>
      </p:sp>
      <p:sp>
        <p:nvSpPr>
          <p:cNvPr id="9"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12"/>
          </p:nvPr>
        </p:nvSpPr>
        <p:spPr/>
        <p:txBody>
          <a:bodyPr/>
          <a:lstStyle>
            <a:lvl1pPr>
              <a:defRPr/>
            </a:lvl1pPr>
          </a:lstStyle>
          <a:p>
            <a:pPr>
              <a:defRPr/>
            </a:pPr>
            <a:fld id="{CC000ACD-C46A-6247-B9ED-0226EB75D5E9}"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891643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4"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F63E51F6-1146-2643-8637-F0364099E70E}" type="datetime3">
              <a:rPr lang="en-GB"/>
              <a:pPr>
                <a:defRPr/>
              </a:pPr>
              <a:t>17 October,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7" name="Slide Number Placeholder 5"/>
          <p:cNvSpPr>
            <a:spLocks noGrp="1"/>
          </p:cNvSpPr>
          <p:nvPr>
            <p:ph type="sldNum" sz="quarter" idx="12"/>
          </p:nvPr>
        </p:nvSpPr>
        <p:spPr/>
        <p:txBody>
          <a:bodyPr/>
          <a:lstStyle>
            <a:lvl1pPr>
              <a:defRPr/>
            </a:lvl1pPr>
          </a:lstStyle>
          <a:p>
            <a:pPr>
              <a:defRPr/>
            </a:pPr>
            <a:fld id="{2BFC2E58-1523-3A4B-9193-0DF71EE8C9A1}"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610220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31875" y="116632"/>
            <a:ext cx="8485188" cy="766763"/>
          </a:xfrm>
        </p:spPr>
        <p:txBody>
          <a:bodyPr/>
          <a:lstStyle/>
          <a:p>
            <a:r>
              <a:rPr lang="en-US"/>
              <a:t>Click to edit Master title style</a:t>
            </a:r>
            <a:endParaRPr lang="en-GB"/>
          </a:p>
        </p:txBody>
      </p:sp>
      <p:sp>
        <p:nvSpPr>
          <p:cNvPr id="4" name="Date Placeholder 3"/>
          <p:cNvSpPr>
            <a:spLocks noGrp="1"/>
          </p:cNvSpPr>
          <p:nvPr>
            <p:ph type="dt" sz="half" idx="10"/>
          </p:nvPr>
        </p:nvSpPr>
        <p:spPr/>
        <p:txBody>
          <a:bodyPr/>
          <a:lstStyle>
            <a:lvl1pPr>
              <a:defRPr/>
            </a:lvl1pPr>
          </a:lstStyle>
          <a:p>
            <a:pPr>
              <a:defRPr/>
            </a:pPr>
            <a:fld id="{8230D911-13CE-8A4E-9B37-78B9A3F143CE}" type="datetime3">
              <a:rPr lang="en-GB"/>
              <a:pPr>
                <a:defRPr/>
              </a:pPr>
              <a:t>17 October, 2024</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6" name="Slide Number Placeholder 5"/>
          <p:cNvSpPr>
            <a:spLocks noGrp="1"/>
          </p:cNvSpPr>
          <p:nvPr>
            <p:ph type="sldNum" sz="quarter" idx="12"/>
          </p:nvPr>
        </p:nvSpPr>
        <p:spPr/>
        <p:txBody>
          <a:bodyPr/>
          <a:lstStyle>
            <a:lvl1pPr>
              <a:defRPr/>
            </a:lvl1pPr>
          </a:lstStyle>
          <a:p>
            <a:pPr>
              <a:defRPr/>
            </a:pPr>
            <a:fld id="{28EA1744-0495-9844-9FE7-EF4F3CF89F62}" type="slidenum">
              <a:rPr lang="en-GB"/>
              <a:pPr>
                <a:defRPr/>
              </a:pPr>
              <a:t>‹#›</a:t>
            </a:fld>
            <a:endParaRPr lang="en-GB" dirty="0"/>
          </a:p>
        </p:txBody>
      </p:sp>
      <p:cxnSp>
        <p:nvCxnSpPr>
          <p:cNvPr id="7" name="Straight Connector 6"/>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480416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p:cNvSpPr>
            <a:spLocks noGrp="1"/>
          </p:cNvSpPr>
          <p:nvPr>
            <p:ph type="dt" sz="half" idx="10"/>
          </p:nvPr>
        </p:nvSpPr>
        <p:spPr/>
        <p:txBody>
          <a:bodyPr/>
          <a:lstStyle>
            <a:lvl1pPr>
              <a:defRPr/>
            </a:lvl1pPr>
          </a:lstStyle>
          <a:p>
            <a:pPr>
              <a:defRPr/>
            </a:pPr>
            <a:fld id="{486B0A47-A6D7-F048-BBE1-76A29F845552}" type="datetime3">
              <a:rPr lang="en-GB"/>
              <a:pPr>
                <a:defRPr/>
              </a:pPr>
              <a:t>17 October, 2024</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6" name="Slide Number Placeholder 5"/>
          <p:cNvSpPr>
            <a:spLocks noGrp="1"/>
          </p:cNvSpPr>
          <p:nvPr>
            <p:ph type="sldNum" sz="quarter" idx="12"/>
          </p:nvPr>
        </p:nvSpPr>
        <p:spPr/>
        <p:txBody>
          <a:bodyPr/>
          <a:lstStyle>
            <a:lvl1pPr>
              <a:defRPr/>
            </a:lvl1pPr>
          </a:lstStyle>
          <a:p>
            <a:pPr>
              <a:defRPr/>
            </a:pPr>
            <a:fld id="{89329CAE-05A9-A044-A232-BEF85D6E0CA0}" type="slidenum">
              <a:rPr lang="en-GB"/>
              <a:pPr>
                <a:defRPr/>
              </a:pPr>
              <a:t>‹#›</a:t>
            </a:fld>
            <a:endParaRPr lang="en-GB" dirty="0"/>
          </a:p>
        </p:txBody>
      </p:sp>
      <p:cxnSp>
        <p:nvCxnSpPr>
          <p:cNvPr id="7" name="Straight Connector 6"/>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781971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1A0285F4-DE21-D544-A997-1A21370EF487}" type="datetime3">
              <a:rPr lang="en-GB"/>
              <a:pPr>
                <a:defRPr/>
              </a:pPr>
              <a:t>17 October, 2024</a:t>
            </a:fld>
            <a:endParaRPr lang="en-GB" dirty="0"/>
          </a:p>
        </p:txBody>
      </p:sp>
      <p:sp>
        <p:nvSpPr>
          <p:cNvPr id="4"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5" name="Slide Number Placeholder 5"/>
          <p:cNvSpPr>
            <a:spLocks noGrp="1"/>
          </p:cNvSpPr>
          <p:nvPr>
            <p:ph type="sldNum" sz="quarter" idx="12"/>
          </p:nvPr>
        </p:nvSpPr>
        <p:spPr/>
        <p:txBody>
          <a:bodyPr/>
          <a:lstStyle>
            <a:lvl1pPr>
              <a:defRPr/>
            </a:lvl1pPr>
          </a:lstStyle>
          <a:p>
            <a:pPr>
              <a:defRPr/>
            </a:pPr>
            <a:fld id="{D7B5FA83-759A-E348-80E3-349341B9784D}" type="slidenum">
              <a:rPr lang="en-GB"/>
              <a:pPr>
                <a:defRPr/>
              </a:pPr>
              <a:t>‹#›</a:t>
            </a:fld>
            <a:endParaRPr lang="en-GB" dirty="0"/>
          </a:p>
        </p:txBody>
      </p:sp>
      <p:cxnSp>
        <p:nvCxnSpPr>
          <p:cNvPr id="6" name="Straight Connector 5"/>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070865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515AB53B-45ED-0145-B634-24D485CAACE7}" type="datetime3">
              <a:rPr lang="en-GB"/>
              <a:pPr>
                <a:defRPr/>
              </a:pPr>
              <a:t>17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6084D758-78BF-D04C-BDFD-E5D3C88FFDC0}"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93865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601F75FD-D4AF-6445-ACEA-8336DA6D0CF5}" type="datetime3">
              <a:rPr lang="en-GB"/>
              <a:pPr>
                <a:defRPr/>
              </a:pPr>
              <a:t>17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33E1F40C-CBC7-5D4A-A593-3BD62A44736A}"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88304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GB" noProof="0" dirty="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C38236A3-D940-2C4B-AFE7-807CF8BA8BEE}" type="datetime3">
              <a:rPr lang="en-GB"/>
              <a:pPr>
                <a:defRPr/>
              </a:pPr>
              <a:t>17 October,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CC56EF15-4B8E-7547-B7CE-9D6FB34334C0}"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964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GB" noProof="0" dirty="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77FF755A-FDCA-3844-BE8E-8CAB7C08EFED}" type="datetime3">
              <a:rPr lang="en-GB"/>
              <a:pPr>
                <a:defRPr/>
              </a:pPr>
              <a:t>17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404AD4AB-3AC8-B247-9C7B-63DF4AE6D3CA}"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0394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3"/>
          <p:cNvSpPr>
            <a:spLocks noGrp="1"/>
          </p:cNvSpPr>
          <p:nvPr>
            <p:ph type="dt" sz="half" idx="10"/>
          </p:nvPr>
        </p:nvSpPr>
        <p:spPr/>
        <p:txBody>
          <a:bodyPr/>
          <a:lstStyle>
            <a:lvl1pPr>
              <a:defRPr/>
            </a:lvl1pPr>
          </a:lstStyle>
          <a:p>
            <a:pPr>
              <a:defRPr/>
            </a:pPr>
            <a:fld id="{9DAE49EC-F0C7-1F46-A221-26A63CC849FC}" type="datetime3">
              <a:rPr lang="en-GB"/>
              <a:pPr>
                <a:defRPr/>
              </a:pPr>
              <a:t>17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767F552B-A5B4-6548-94A2-F6D4B627905B}"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96601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31875" y="141957"/>
            <a:ext cx="8485188" cy="766763"/>
          </a:xfr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1031875" y="908720"/>
            <a:ext cx="8485188" cy="532856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975ACA5E-C129-E442-B6E9-3376EC454D86}" type="datetime3">
              <a:rPr lang="en-GB"/>
              <a:pPr>
                <a:defRPr/>
              </a:pPr>
              <a:t>17 October,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40FC993A-0960-8E40-BC9F-05F4340AAE6B}"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189847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DF3EB9A7-46BC-384A-982D-247DA68BE2B0}" type="datetime3">
              <a:rPr lang="en-GB"/>
              <a:pPr>
                <a:defRPr/>
              </a:pPr>
              <a:t>17 October,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CB1E092F-0198-C34E-A916-A08E4979440E}"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566982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99FE08B1-7053-494B-9C2C-D1FDCF6FB947}" type="datetime3">
              <a:rPr lang="en-GB"/>
              <a:pPr>
                <a:defRPr/>
              </a:pPr>
              <a:t>17 October,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13A71B31-AFE1-394E-9AC0-851A462B721C}"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258335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33788" y="2492375"/>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7"/>
          <p:cNvSpPr>
            <a:spLocks noGrp="1"/>
          </p:cNvSpPr>
          <p:nvPr>
            <p:ph sz="quarter" idx="13"/>
          </p:nvPr>
        </p:nvSpPr>
        <p:spPr>
          <a:xfrm>
            <a:off x="1025951" y="5013176"/>
            <a:ext cx="7709488" cy="576263"/>
          </a:xfrm>
        </p:spPr>
        <p:txBody>
          <a:bodyPr/>
          <a:lstStyle>
            <a:lvl1pPr marL="0" indent="0">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Click to edit Master text styles</a:t>
            </a:r>
          </a:p>
        </p:txBody>
      </p:sp>
      <p:sp>
        <p:nvSpPr>
          <p:cNvPr id="8" name="Text Placeholder 11"/>
          <p:cNvSpPr>
            <a:spLocks noGrp="1"/>
          </p:cNvSpPr>
          <p:nvPr>
            <p:ph type="body" sz="quarter" idx="14"/>
          </p:nvPr>
        </p:nvSpPr>
        <p:spPr>
          <a:xfrm>
            <a:off x="4305300" y="3429000"/>
            <a:ext cx="1943100" cy="504825"/>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Date Placeholder 3"/>
          <p:cNvSpPr>
            <a:spLocks noGrp="1"/>
          </p:cNvSpPr>
          <p:nvPr>
            <p:ph type="dt" sz="half" idx="15"/>
          </p:nvPr>
        </p:nvSpPr>
        <p:spPr/>
        <p:txBody>
          <a:bodyPr/>
          <a:lstStyle>
            <a:lvl1pPr>
              <a:defRPr/>
            </a:lvl1pPr>
          </a:lstStyle>
          <a:p>
            <a:pPr>
              <a:defRPr/>
            </a:pPr>
            <a:fld id="{8F883713-ED5A-B046-A406-EF29CD277822}" type="datetime3">
              <a:rPr lang="en-GB"/>
              <a:pPr>
                <a:defRPr/>
              </a:pPr>
              <a:t>17 October, 2024</a:t>
            </a:fld>
            <a:endParaRPr lang="en-GB" dirty="0"/>
          </a:p>
        </p:txBody>
      </p:sp>
      <p:sp>
        <p:nvSpPr>
          <p:cNvPr id="9" name="Footer Placeholder 4"/>
          <p:cNvSpPr>
            <a:spLocks noGrp="1"/>
          </p:cNvSpPr>
          <p:nvPr>
            <p:ph type="ftr" sz="quarter" idx="16"/>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17"/>
          </p:nvPr>
        </p:nvSpPr>
        <p:spPr/>
        <p:txBody>
          <a:bodyPr/>
          <a:lstStyle>
            <a:lvl1pPr>
              <a:defRPr/>
            </a:lvl1pPr>
          </a:lstStyle>
          <a:p>
            <a:pPr>
              <a:defRPr/>
            </a:pPr>
            <a:fld id="{03DA79B0-DC01-8341-A6E5-FE1D9E2297F6}"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37166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31875" y="933450"/>
            <a:ext cx="8485188"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ctr" anchorCtr="0" compatLnSpc="1">
            <a:prstTxWarp prst="textNoShape">
              <a:avLst/>
            </a:prstTxWarp>
          </a:bodyPr>
          <a:lstStyle/>
          <a:p>
            <a:pPr lvl="0"/>
            <a:r>
              <a:rPr lang="en-US"/>
              <a:t>Click to edit Master title style</a:t>
            </a:r>
            <a:endParaRPr lang="en-GB"/>
          </a:p>
        </p:txBody>
      </p:sp>
      <p:sp>
        <p:nvSpPr>
          <p:cNvPr id="1027" name="Text Placeholder 2"/>
          <p:cNvSpPr>
            <a:spLocks noGrp="1"/>
          </p:cNvSpPr>
          <p:nvPr>
            <p:ph type="body" idx="1"/>
          </p:nvPr>
        </p:nvSpPr>
        <p:spPr bwMode="auto">
          <a:xfrm>
            <a:off x="1031875" y="1773238"/>
            <a:ext cx="8485188"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Rectangle 9"/>
          <p:cNvSpPr/>
          <p:nvPr/>
        </p:nvSpPr>
        <p:spPr bwMode="auto">
          <a:xfrm>
            <a:off x="387350" y="6340475"/>
            <a:ext cx="496888" cy="358775"/>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fontAlgn="auto">
              <a:spcBef>
                <a:spcPts val="0"/>
              </a:spcBef>
              <a:spcAft>
                <a:spcPts val="0"/>
              </a:spcAft>
              <a:defRPr/>
            </a:pPr>
            <a:endParaRPr lang="en-GB" sz="1050" b="1" dirty="0">
              <a:solidFill>
                <a:schemeClr val="bg1"/>
              </a:solidFill>
              <a:latin typeface="Lucida Sans" panose="020B0602030504020204" pitchFamily="34" charset="0"/>
              <a:cs typeface="Lucida Sans"/>
            </a:endParaRPr>
          </a:p>
        </p:txBody>
      </p:sp>
      <p:sp>
        <p:nvSpPr>
          <p:cNvPr id="8" name="Rectangle 7"/>
          <p:cNvSpPr/>
          <p:nvPr/>
        </p:nvSpPr>
        <p:spPr bwMode="auto">
          <a:xfrm>
            <a:off x="2864768" y="6340475"/>
            <a:ext cx="6652294" cy="358775"/>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050" dirty="0">
              <a:latin typeface="Lucida Sans" panose="020B0602030504020204" pitchFamily="34" charset="0"/>
              <a:cs typeface="Lucida Sans"/>
            </a:endParaRPr>
          </a:p>
        </p:txBody>
      </p:sp>
      <p:sp>
        <p:nvSpPr>
          <p:cNvPr id="9" name="Rectangle 8"/>
          <p:cNvSpPr/>
          <p:nvPr/>
        </p:nvSpPr>
        <p:spPr bwMode="auto">
          <a:xfrm>
            <a:off x="904874" y="6340475"/>
            <a:ext cx="1959893" cy="3587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fontAlgn="auto">
              <a:spcBef>
                <a:spcPts val="0"/>
              </a:spcBef>
              <a:spcAft>
                <a:spcPts val="0"/>
              </a:spcAft>
              <a:defRPr/>
            </a:pPr>
            <a:endParaRPr lang="en-GB" sz="1050" b="1" dirty="0">
              <a:latin typeface="Lucida Sans" panose="020B0602030504020204" pitchFamily="34" charset="0"/>
              <a:cs typeface="Lucida Sans"/>
            </a:endParaRPr>
          </a:p>
        </p:txBody>
      </p:sp>
      <p:sp>
        <p:nvSpPr>
          <p:cNvPr id="4" name="Date Placeholder 3"/>
          <p:cNvSpPr>
            <a:spLocks noGrp="1"/>
          </p:cNvSpPr>
          <p:nvPr>
            <p:ph type="dt" sz="half" idx="2"/>
          </p:nvPr>
        </p:nvSpPr>
        <p:spPr>
          <a:xfrm>
            <a:off x="904874" y="6337300"/>
            <a:ext cx="1959893" cy="365125"/>
          </a:xfrm>
          <a:prstGeom prst="rect">
            <a:avLst/>
          </a:prstGeom>
        </p:spPr>
        <p:txBody>
          <a:bodyPr vert="horz" lIns="0" tIns="0" rIns="9144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4F1F1A1D-5A50-6948-991C-837CA57582C3}" type="datetime3">
              <a:rPr lang="en-GB" smtClean="0"/>
              <a:pPr>
                <a:defRPr/>
              </a:pPr>
              <a:t>17 October, 2024</a:t>
            </a:fld>
            <a:endParaRPr lang="en-GB" dirty="0"/>
          </a:p>
        </p:txBody>
      </p:sp>
      <p:sp>
        <p:nvSpPr>
          <p:cNvPr id="5" name="Footer Placeholder 4"/>
          <p:cNvSpPr>
            <a:spLocks noGrp="1"/>
          </p:cNvSpPr>
          <p:nvPr>
            <p:ph type="ftr" sz="quarter" idx="3"/>
          </p:nvPr>
        </p:nvSpPr>
        <p:spPr>
          <a:xfrm>
            <a:off x="2864768" y="6337300"/>
            <a:ext cx="6645945" cy="365125"/>
          </a:xfrm>
          <a:prstGeom prst="rect">
            <a:avLst/>
          </a:prstGeom>
        </p:spPr>
        <p:txBody>
          <a:bodyPr vert="horz" lIns="108000" tIns="0" rIns="108000" bIns="0" rtlCol="0" anchor="ctr"/>
          <a:lstStyle>
            <a:lvl1pPr algn="ctr" fontAlgn="auto">
              <a:spcBef>
                <a:spcPts val="0"/>
              </a:spcBef>
              <a:spcAft>
                <a:spcPts val="0"/>
              </a:spcAft>
              <a:defRPr sz="1200">
                <a:solidFill>
                  <a:schemeClr val="tx1"/>
                </a:solidFill>
                <a:latin typeface="Georgia" panose="02040502050405020303" pitchFamily="18" charset="0"/>
                <a:ea typeface="+mn-ea"/>
                <a:cs typeface="+mn-cs"/>
              </a:defRPr>
            </a:lvl1pPr>
          </a:lstStyle>
          <a:p>
            <a:pPr>
              <a:defRPr/>
            </a:pPr>
            <a:r>
              <a:rPr lang="en-GB" dirty="0"/>
              <a:t>COS7039-B: Internet of Things</a:t>
            </a:r>
          </a:p>
        </p:txBody>
      </p:sp>
      <p:sp>
        <p:nvSpPr>
          <p:cNvPr id="6" name="Slide Number Placeholder 5"/>
          <p:cNvSpPr>
            <a:spLocks noGrp="1"/>
          </p:cNvSpPr>
          <p:nvPr>
            <p:ph type="sldNum" sz="quarter" idx="4"/>
          </p:nvPr>
        </p:nvSpPr>
        <p:spPr>
          <a:xfrm>
            <a:off x="377825" y="6337300"/>
            <a:ext cx="514350" cy="365125"/>
          </a:xfrm>
          <a:prstGeom prst="rect">
            <a:avLst/>
          </a:prstGeom>
        </p:spPr>
        <p:txBody>
          <a:bodyPr vert="horz" lIns="0" tIns="0" rIns="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4C5149AA-8A9E-5444-AB41-F9FF35F082ED}" type="slidenum">
              <a:rPr lang="en-GB"/>
              <a:pPr>
                <a:defRPr/>
              </a:pPr>
              <a:t>‹#›</a:t>
            </a:fld>
            <a:endParaRPr lang="en-GB" dirty="0"/>
          </a:p>
        </p:txBody>
      </p:sp>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 id="2147484205" r:id="rId17"/>
    <p:sldLayoutId id="2147484206" r:id="rId18"/>
    <p:sldLayoutId id="2147484207" r:id="rId19"/>
    <p:sldLayoutId id="2147484208" r:id="rId20"/>
    <p:sldLayoutId id="2147484209" r:id="rId21"/>
    <p:sldLayoutId id="2147484210" r:id="rId22"/>
    <p:sldLayoutId id="2147484211" r:id="rId23"/>
    <p:sldLayoutId id="2147484212" r:id="rId24"/>
    <p:sldLayoutId id="2147484213" r:id="rId25"/>
    <p:sldLayoutId id="2147484214" r:id="rId26"/>
    <p:sldLayoutId id="2147484215" r:id="rId27"/>
    <p:sldLayoutId id="2147484216" r:id="rId28"/>
    <p:sldLayoutId id="2147484217" r:id="rId29"/>
    <p:sldLayoutId id="2147484218" r:id="rId30"/>
    <p:sldLayoutId id="2147484219" r:id="rId31"/>
    <p:sldLayoutId id="2147484220" r:id="rId32"/>
    <p:sldLayoutId id="2147484221" r:id="rId33"/>
    <p:sldLayoutId id="2147484222" r:id="rId34"/>
  </p:sldLayoutIdLst>
  <p:hf hdr="0"/>
  <p:txStyles>
    <p:titleStyle>
      <a:lvl1pPr algn="l" rtl="0" eaLnBrk="1" fontAlgn="base" hangingPunct="1">
        <a:spcBef>
          <a:spcPct val="0"/>
        </a:spcBef>
        <a:spcAft>
          <a:spcPct val="0"/>
        </a:spcAft>
        <a:defRPr sz="3600" b="1" kern="1200">
          <a:solidFill>
            <a:srgbClr val="87A529"/>
          </a:solidFill>
          <a:latin typeface="Georgia" panose="02040502050405020303" pitchFamily="18" charset="0"/>
          <a:ea typeface="ＭＳ Ｐゴシック" charset="0"/>
          <a:cs typeface="ＭＳ Ｐゴシック" charset="0"/>
        </a:defRPr>
      </a:lvl1pPr>
      <a:lvl2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2pPr>
      <a:lvl3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3pPr>
      <a:lvl4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4pPr>
      <a:lvl5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5pPr>
      <a:lvl6pPr marL="4572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6pPr>
      <a:lvl7pPr marL="9144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7pPr>
      <a:lvl8pPr marL="13716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8pPr>
      <a:lvl9pPr marL="18288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9pPr>
    </p:titleStyle>
    <p:body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auto">
          <a:xfrm>
            <a:off x="5276312" y="1917112"/>
            <a:ext cx="3143788" cy="2520000"/>
          </a:xfrm>
          <a:prstGeom prst="rect">
            <a:avLst/>
          </a:prstGeom>
          <a:noFill/>
          <a:ln w="12700">
            <a:solidFill>
              <a:srgbClr val="87A529"/>
            </a:solidFill>
            <a:prstDash val="soli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wrap="square" anchor="ctr">
            <a:normAutofit/>
          </a:bodyPr>
          <a:lstStyle/>
          <a:p>
            <a:r>
              <a:rPr lang="en-GB" sz="2500" dirty="0">
                <a:latin typeface="Helvetica" panose="020B0604020202020204" pitchFamily="34" charset="0"/>
                <a:ea typeface="Verdana" panose="020B0604030504040204" pitchFamily="34" charset="0"/>
                <a:cs typeface="Helvetica" panose="020B0604020202020204" pitchFamily="34" charset="0"/>
              </a:rPr>
              <a:t>Large Scale Data Driven Applications</a:t>
            </a:r>
          </a:p>
        </p:txBody>
      </p:sp>
      <p:pic>
        <p:nvPicPr>
          <p:cNvPr id="8" name="Picture Placeholder 7" descr="A picture containing sitting, large, ride, white&#10;&#10;Description automatically generated">
            <a:extLst>
              <a:ext uri="{FF2B5EF4-FFF2-40B4-BE49-F238E27FC236}">
                <a16:creationId xmlns:a16="http://schemas.microsoft.com/office/drawing/2014/main" id="{87EED139-1016-44E1-8501-F6FBB1F75440}"/>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6676" r="16676"/>
          <a:stretch>
            <a:fillRect/>
          </a:stretch>
        </p:blipFill>
        <p:spPr>
          <a:xfrm>
            <a:off x="2108200" y="1917700"/>
            <a:ext cx="2519363" cy="2519363"/>
          </a:xfrm>
        </p:spPr>
      </p:pic>
      <p:sp>
        <p:nvSpPr>
          <p:cNvPr id="7" name="Subtitle 6">
            <a:extLst>
              <a:ext uri="{FF2B5EF4-FFF2-40B4-BE49-F238E27FC236}">
                <a16:creationId xmlns:a16="http://schemas.microsoft.com/office/drawing/2014/main" id="{2A7F24C1-BF6E-43D8-A57F-60FFBF172E51}"/>
              </a:ext>
            </a:extLst>
          </p:cNvPr>
          <p:cNvSpPr>
            <a:spLocks noGrp="1"/>
          </p:cNvSpPr>
          <p:nvPr>
            <p:ph type="subTitle" idx="1"/>
          </p:nvPr>
        </p:nvSpPr>
        <p:spPr bwMode="auto">
          <a:xfrm>
            <a:off x="1485900" y="4869160"/>
            <a:ext cx="6934200" cy="628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anchor="ctr">
            <a:normAutofit fontScale="85000" lnSpcReduction="10000"/>
          </a:bodyPr>
          <a:lstStyle/>
          <a:p>
            <a:r>
              <a:rPr lang="en-GB" sz="3200" dirty="0">
                <a:latin typeface="Helvetica" panose="020B0604020202020204" pitchFamily="34" charset="0"/>
                <a:ea typeface="Verdana" panose="020B0604030504040204" pitchFamily="34" charset="0"/>
                <a:cs typeface="Helvetica" panose="020B0604020202020204" pitchFamily="34" charset="0"/>
              </a:rPr>
              <a:t>Understanding the MongoDB Data Model</a:t>
            </a:r>
          </a:p>
        </p:txBody>
      </p:sp>
      <p:sp>
        <p:nvSpPr>
          <p:cNvPr id="5" name="Footer Placeholder 4"/>
          <p:cNvSpPr>
            <a:spLocks noGrp="1"/>
          </p:cNvSpPr>
          <p:nvPr>
            <p:ph type="ftr" sz="quarter" idx="15"/>
          </p:nvPr>
        </p:nvSpPr>
        <p:spPr>
          <a:xfrm>
            <a:off x="2864768" y="6337300"/>
            <a:ext cx="6645945" cy="365125"/>
          </a:xfrm>
          <a:prstGeom prst="rect">
            <a:avLst/>
          </a:prstGeom>
        </p:spPr>
        <p:txBody>
          <a:bodyPr anchor="ctr">
            <a:normAutofit/>
          </a:bodyPr>
          <a:lstStyle/>
          <a:p>
            <a:pPr>
              <a:spcAft>
                <a:spcPts val="600"/>
              </a:spcAft>
              <a:defRPr/>
            </a:pPr>
            <a:r>
              <a:rPr lang="en-GB" dirty="0"/>
              <a:t>COS6009-B: Large Scale Data Driven Applications</a:t>
            </a:r>
          </a:p>
        </p:txBody>
      </p:sp>
      <p:sp>
        <p:nvSpPr>
          <p:cNvPr id="6" name="Slide Number Placeholder 5"/>
          <p:cNvSpPr>
            <a:spLocks noGrp="1"/>
          </p:cNvSpPr>
          <p:nvPr>
            <p:ph type="sldNum" sz="quarter" idx="16"/>
          </p:nvPr>
        </p:nvSpPr>
        <p:spPr>
          <a:xfrm>
            <a:off x="377825" y="6337300"/>
            <a:ext cx="514350" cy="365125"/>
          </a:xfrm>
          <a:prstGeom prst="rect">
            <a:avLst/>
          </a:prstGeom>
        </p:spPr>
        <p:txBody>
          <a:bodyPr anchor="ctr">
            <a:normAutofit/>
          </a:bodyPr>
          <a:lstStyle/>
          <a:p>
            <a:pPr>
              <a:spcAft>
                <a:spcPts val="600"/>
              </a:spcAft>
              <a:defRPr/>
            </a:pPr>
            <a:fld id="{5DF220EC-324F-0142-ADB7-E82420EFE078}" type="slidenum">
              <a:rPr lang="en-GB" smtClean="0"/>
              <a:pPr>
                <a:spcAft>
                  <a:spcPts val="600"/>
                </a:spcAft>
                <a:defRPr/>
              </a:pPr>
              <a:t>1</a:t>
            </a:fld>
            <a:endParaRPr lang="en-GB" dirty="0"/>
          </a:p>
        </p:txBody>
      </p:sp>
    </p:spTree>
    <p:extLst>
      <p:ext uri="{BB962C8B-B14F-4D97-AF65-F5344CB8AC3E}">
        <p14:creationId xmlns:p14="http://schemas.microsoft.com/office/powerpoint/2010/main" val="2795566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44624"/>
            <a:ext cx="5602259" cy="780762"/>
          </a:xfrm>
        </p:spPr>
        <p:txBody>
          <a:bodyPr/>
          <a:lstStyle/>
          <a:p>
            <a:r>
              <a:rPr lang="en-GB" sz="3200" dirty="0"/>
              <a:t>Outline</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a:t>
            </a:fld>
            <a:endParaRPr lang="en-GB" dirty="0"/>
          </a:p>
        </p:txBody>
      </p:sp>
      <p:sp>
        <p:nvSpPr>
          <p:cNvPr id="3" name="Content Placeholder 2">
            <a:extLst>
              <a:ext uri="{FF2B5EF4-FFF2-40B4-BE49-F238E27FC236}">
                <a16:creationId xmlns:a16="http://schemas.microsoft.com/office/drawing/2014/main" id="{2FEE6F10-BAF0-90B1-17AF-10D6EFC928B2}"/>
              </a:ext>
            </a:extLst>
          </p:cNvPr>
          <p:cNvSpPr>
            <a:spLocks noGrp="1"/>
          </p:cNvSpPr>
          <p:nvPr>
            <p:ph idx="1"/>
          </p:nvPr>
        </p:nvSpPr>
        <p:spPr>
          <a:xfrm>
            <a:off x="488504" y="1196752"/>
            <a:ext cx="7310364" cy="2232248"/>
          </a:xfrm>
        </p:spPr>
        <p:txBody>
          <a:bodyPr>
            <a:normAutofit/>
          </a:bodyPr>
          <a:lstStyle/>
          <a:p>
            <a:pPr>
              <a:buFont typeface="Arial" panose="020B0604020202020204" pitchFamily="34" charset="0"/>
              <a:buChar char="•"/>
            </a:pPr>
            <a:r>
              <a:rPr lang="en-US" dirty="0">
                <a:latin typeface="Helvetica" panose="020B0604020202020204" pitchFamily="34" charset="0"/>
                <a:cs typeface="Helvetica" panose="020B0604020202020204" pitchFamily="34" charset="0"/>
              </a:rPr>
              <a:t>MongoDB modelling</a:t>
            </a:r>
          </a:p>
          <a:p>
            <a:r>
              <a:rPr lang="en-US" dirty="0">
                <a:latin typeface="Helvetica" panose="020B0604020202020204" pitchFamily="34" charset="0"/>
                <a:cs typeface="Helvetica" panose="020B0604020202020204" pitchFamily="34" charset="0"/>
              </a:rPr>
              <a:t>Basic Database Operations</a:t>
            </a:r>
          </a:p>
          <a:p>
            <a:r>
              <a:rPr lang="en-US" dirty="0">
                <a:latin typeface="Helvetica" panose="020B0604020202020204" pitchFamily="34" charset="0"/>
                <a:cs typeface="Helvetica" panose="020B0604020202020204" pitchFamily="34" charset="0"/>
              </a:rPr>
              <a:t>Basic CRUD operations</a:t>
            </a:r>
          </a:p>
          <a:p>
            <a:pPr marL="0" indent="0">
              <a:buNone/>
            </a:pP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3410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07016" y="29413"/>
            <a:ext cx="8146383" cy="780762"/>
          </a:xfrm>
        </p:spPr>
        <p:txBody>
          <a:bodyPr/>
          <a:lstStyle/>
          <a:p>
            <a:r>
              <a:rPr lang="en-GB" sz="3200" dirty="0"/>
              <a:t>Collection Modelling</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3</a:t>
            </a:fld>
            <a:endParaRPr lang="en-GB" dirty="0"/>
          </a:p>
        </p:txBody>
      </p:sp>
      <p:sp>
        <p:nvSpPr>
          <p:cNvPr id="4" name="Content Placeholder 2">
            <a:extLst>
              <a:ext uri="{FF2B5EF4-FFF2-40B4-BE49-F238E27FC236}">
                <a16:creationId xmlns:a16="http://schemas.microsoft.com/office/drawing/2014/main" id="{18342D14-1095-3562-195F-09B6C19B269F}"/>
              </a:ext>
            </a:extLst>
          </p:cNvPr>
          <p:cNvSpPr>
            <a:spLocks noGrp="1"/>
          </p:cNvSpPr>
          <p:nvPr>
            <p:ph idx="1"/>
          </p:nvPr>
        </p:nvSpPr>
        <p:spPr>
          <a:xfrm>
            <a:off x="490786" y="1268760"/>
            <a:ext cx="8924428" cy="3678289"/>
          </a:xfrm>
        </p:spPr>
        <p:txBody>
          <a:bodyPr>
            <a:normAutofit/>
          </a:bodyPr>
          <a:lstStyle/>
          <a:p>
            <a:r>
              <a:rPr lang="en-US" dirty="0">
                <a:latin typeface="Helvetica" panose="020B0604020202020204" pitchFamily="34" charset="0"/>
                <a:cs typeface="Helvetica" panose="020B0604020202020204" pitchFamily="34" charset="0"/>
              </a:rPr>
              <a:t>Modelling multiple collections that reference each other</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In Relational DBs </a:t>
            </a:r>
            <a:r>
              <a:rPr lang="en-US" dirty="0">
                <a:latin typeface="Helvetica" panose="020B0604020202020204" pitchFamily="34" charset="0"/>
                <a:cs typeface="Helvetica" panose="020B0604020202020204" pitchFamily="34" charset="0"/>
                <a:sym typeface="Wingdings"/>
              </a:rPr>
              <a:t> FK-PK Relationships</a:t>
            </a:r>
          </a:p>
          <a:p>
            <a:endParaRPr lang="en-US" dirty="0">
              <a:latin typeface="Helvetica" panose="020B0604020202020204" pitchFamily="34" charset="0"/>
              <a:cs typeface="Helvetica" panose="020B0604020202020204" pitchFamily="34" charset="0"/>
              <a:sym typeface="Wingdings"/>
            </a:endParaRPr>
          </a:p>
          <a:p>
            <a:r>
              <a:rPr lang="en-US" dirty="0">
                <a:latin typeface="Helvetica" panose="020B0604020202020204" pitchFamily="34" charset="0"/>
                <a:cs typeface="Helvetica" panose="020B0604020202020204" pitchFamily="34" charset="0"/>
                <a:sym typeface="Wingdings"/>
              </a:rPr>
              <a:t>In </a:t>
            </a:r>
            <a:r>
              <a:rPr lang="en-US" dirty="0" err="1">
                <a:latin typeface="Helvetica" panose="020B0604020202020204" pitchFamily="34" charset="0"/>
                <a:cs typeface="Helvetica" panose="020B0604020202020204" pitchFamily="34" charset="0"/>
                <a:sym typeface="Wingdings"/>
              </a:rPr>
              <a:t>MongoDB</a:t>
            </a:r>
            <a:r>
              <a:rPr lang="en-US" dirty="0">
                <a:latin typeface="Helvetica" panose="020B0604020202020204" pitchFamily="34" charset="0"/>
                <a:cs typeface="Helvetica" panose="020B0604020202020204" pitchFamily="34" charset="0"/>
                <a:sym typeface="Wingdings"/>
              </a:rPr>
              <a:t>, two options</a:t>
            </a:r>
          </a:p>
          <a:p>
            <a:pPr lvl="1"/>
            <a:r>
              <a:rPr lang="en-US" sz="2200" dirty="0">
                <a:latin typeface="Helvetica" panose="020B0604020202020204" pitchFamily="34" charset="0"/>
                <a:cs typeface="Helvetica" panose="020B0604020202020204" pitchFamily="34" charset="0"/>
                <a:sym typeface="Wingdings"/>
              </a:rPr>
              <a:t>Referencing </a:t>
            </a:r>
          </a:p>
          <a:p>
            <a:pPr lvl="1"/>
            <a:r>
              <a:rPr lang="en-US" sz="2200" dirty="0">
                <a:latin typeface="Helvetica" panose="020B0604020202020204" pitchFamily="34" charset="0"/>
                <a:cs typeface="Helvetica" panose="020B0604020202020204" pitchFamily="34" charset="0"/>
                <a:sym typeface="Wingdings"/>
              </a:rPr>
              <a:t>Embedding</a:t>
            </a:r>
            <a:endParaRPr lang="en-US" sz="2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616367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000" dirty="0"/>
              <a:t>FK-PK in Relational DBs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4</a:t>
            </a:fld>
            <a:endParaRPr lang="en-GB" dirty="0"/>
          </a:p>
        </p:txBody>
      </p:sp>
      <p:grpSp>
        <p:nvGrpSpPr>
          <p:cNvPr id="11" name="Group 10">
            <a:extLst>
              <a:ext uri="{FF2B5EF4-FFF2-40B4-BE49-F238E27FC236}">
                <a16:creationId xmlns:a16="http://schemas.microsoft.com/office/drawing/2014/main" id="{649A098E-EB3A-ECA8-F1C3-30E051B4DA65}"/>
              </a:ext>
            </a:extLst>
          </p:cNvPr>
          <p:cNvGrpSpPr/>
          <p:nvPr/>
        </p:nvGrpSpPr>
        <p:grpSpPr>
          <a:xfrm>
            <a:off x="488504" y="827420"/>
            <a:ext cx="4320480" cy="2831545"/>
            <a:chOff x="488504" y="827420"/>
            <a:chExt cx="4320480" cy="2831545"/>
          </a:xfrm>
        </p:grpSpPr>
        <p:sp>
          <p:nvSpPr>
            <p:cNvPr id="5" name="TextBox 4">
              <a:extLst>
                <a:ext uri="{FF2B5EF4-FFF2-40B4-BE49-F238E27FC236}">
                  <a16:creationId xmlns:a16="http://schemas.microsoft.com/office/drawing/2014/main" id="{C6D7735F-F162-0E08-ACA0-0F54188AAA84}"/>
                </a:ext>
              </a:extLst>
            </p:cNvPr>
            <p:cNvSpPr txBox="1"/>
            <p:nvPr/>
          </p:nvSpPr>
          <p:spPr>
            <a:xfrm>
              <a:off x="488504" y="1196752"/>
              <a:ext cx="4320480" cy="2462213"/>
            </a:xfrm>
            <a:prstGeom prst="rect">
              <a:avLst/>
            </a:prstGeom>
            <a:solidFill>
              <a:schemeClr val="accent1">
                <a:lumMod val="20000"/>
                <a:lumOff val="80000"/>
              </a:schemeClr>
            </a:solidFill>
          </p:spPr>
          <p:txBody>
            <a:bodyPr wrap="square" rtlCol="0">
              <a:spAutoFit/>
            </a:bodyPr>
            <a:lstStyle/>
            <a:p>
              <a:r>
                <a:rPr lang="en-GB" sz="2200" dirty="0">
                  <a:latin typeface="Garamond" panose="02020404030301010803" pitchFamily="18" charset="0"/>
                  <a:cs typeface="Gautami" panose="020B0502040204020203" pitchFamily="34" charset="0"/>
                </a:rPr>
                <a:t>CREATE TABLE Students (</a:t>
              </a:r>
            </a:p>
            <a:p>
              <a:r>
                <a:rPr lang="en-GB" sz="2200" dirty="0">
                  <a:latin typeface="Garamond" panose="02020404030301010803" pitchFamily="18" charset="0"/>
                  <a:cs typeface="Gautami" panose="020B0502040204020203" pitchFamily="34" charset="0"/>
                </a:rPr>
                <a:t>	</a:t>
              </a:r>
              <a:r>
                <a:rPr lang="en-GB" sz="2200" dirty="0" err="1">
                  <a:latin typeface="Garamond" panose="02020404030301010803" pitchFamily="18" charset="0"/>
                  <a:cs typeface="Gautami" panose="020B0502040204020203" pitchFamily="34" charset="0"/>
                </a:rPr>
                <a:t>sid</a:t>
              </a:r>
              <a:r>
                <a:rPr lang="en-GB" sz="2200" dirty="0">
                  <a:latin typeface="Garamond" panose="02020404030301010803" pitchFamily="18" charset="0"/>
                  <a:cs typeface="Gautami" panose="020B0502040204020203" pitchFamily="34" charset="0"/>
                </a:rPr>
                <a:t>  CHAR(20),</a:t>
              </a:r>
            </a:p>
            <a:p>
              <a:r>
                <a:rPr lang="en-GB" sz="2200" dirty="0">
                  <a:latin typeface="Garamond" panose="02020404030301010803" pitchFamily="18" charset="0"/>
                  <a:cs typeface="Gautami" panose="020B0502040204020203" pitchFamily="34" charset="0"/>
                </a:rPr>
                <a:t>	name VARCHAR(50),</a:t>
              </a:r>
            </a:p>
            <a:p>
              <a:r>
                <a:rPr lang="en-GB" sz="2200" dirty="0">
                  <a:latin typeface="Garamond" panose="02020404030301010803" pitchFamily="18" charset="0"/>
                  <a:cs typeface="Gautami" panose="020B0502040204020203" pitchFamily="34" charset="0"/>
                </a:rPr>
                <a:t>	login CHAR(10),</a:t>
              </a:r>
            </a:p>
            <a:p>
              <a:r>
                <a:rPr lang="en-GB" sz="2200" dirty="0">
                  <a:latin typeface="Garamond" panose="02020404030301010803" pitchFamily="18" charset="0"/>
                  <a:cs typeface="Gautami" panose="020B0502040204020203" pitchFamily="34" charset="0"/>
                </a:rPr>
                <a:t>	age INT,</a:t>
              </a:r>
            </a:p>
            <a:p>
              <a:r>
                <a:rPr lang="en-GB" sz="2200" dirty="0">
                  <a:latin typeface="Garamond" panose="02020404030301010803" pitchFamily="18" charset="0"/>
                  <a:cs typeface="Gautami" panose="020B0502040204020203" pitchFamily="34" charset="0"/>
                </a:rPr>
                <a:t>	</a:t>
              </a:r>
              <a:r>
                <a:rPr lang="en-GB" sz="2200" dirty="0" err="1">
                  <a:latin typeface="Garamond" panose="02020404030301010803" pitchFamily="18" charset="0"/>
                  <a:cs typeface="Gautami" panose="020B0502040204020203" pitchFamily="34" charset="0"/>
                </a:rPr>
                <a:t>gpa</a:t>
              </a:r>
              <a:r>
                <a:rPr lang="en-GB" sz="2200" dirty="0">
                  <a:latin typeface="Garamond" panose="02020404030301010803" pitchFamily="18" charset="0"/>
                  <a:cs typeface="Gautami" panose="020B0502040204020203" pitchFamily="34" charset="0"/>
                </a:rPr>
                <a:t> REAL</a:t>
              </a:r>
            </a:p>
            <a:p>
              <a:r>
                <a:rPr lang="en-GB" sz="2200" dirty="0">
                  <a:latin typeface="Garamond" panose="02020404030301010803" pitchFamily="18" charset="0"/>
                  <a:cs typeface="Gautami" panose="020B0502040204020203" pitchFamily="34" charset="0"/>
                </a:rPr>
                <a:t>         );</a:t>
              </a:r>
            </a:p>
          </p:txBody>
        </p:sp>
        <p:sp>
          <p:nvSpPr>
            <p:cNvPr id="9" name="TextBox 8">
              <a:extLst>
                <a:ext uri="{FF2B5EF4-FFF2-40B4-BE49-F238E27FC236}">
                  <a16:creationId xmlns:a16="http://schemas.microsoft.com/office/drawing/2014/main" id="{EECC3AFF-5346-301A-D8E1-CDB6FCF8F105}"/>
                </a:ext>
              </a:extLst>
            </p:cNvPr>
            <p:cNvSpPr txBox="1"/>
            <p:nvPr/>
          </p:nvSpPr>
          <p:spPr>
            <a:xfrm>
              <a:off x="2039862" y="827420"/>
              <a:ext cx="1649811" cy="369332"/>
            </a:xfrm>
            <a:prstGeom prst="rect">
              <a:avLst/>
            </a:prstGeom>
            <a:noFill/>
          </p:spPr>
          <p:txBody>
            <a:bodyPr wrap="none" rtlCol="0">
              <a:spAutoFit/>
            </a:bodyPr>
            <a:lstStyle/>
            <a:p>
              <a:r>
                <a:rPr lang="en-GB" dirty="0">
                  <a:latin typeface="Georgia" panose="02040502050405020303" pitchFamily="18" charset="0"/>
                  <a:cs typeface="Lucida Sans Unicode" panose="020B0602030504020204" pitchFamily="34" charset="0"/>
                </a:rPr>
                <a:t>Students table</a:t>
              </a:r>
            </a:p>
          </p:txBody>
        </p:sp>
      </p:grpSp>
      <p:grpSp>
        <p:nvGrpSpPr>
          <p:cNvPr id="12" name="Group 11">
            <a:extLst>
              <a:ext uri="{FF2B5EF4-FFF2-40B4-BE49-F238E27FC236}">
                <a16:creationId xmlns:a16="http://schemas.microsoft.com/office/drawing/2014/main" id="{97022B0A-A8BE-A608-B455-9B6F2B294D85}"/>
              </a:ext>
            </a:extLst>
          </p:cNvPr>
          <p:cNvGrpSpPr/>
          <p:nvPr/>
        </p:nvGrpSpPr>
        <p:grpSpPr>
          <a:xfrm>
            <a:off x="5190233" y="832614"/>
            <a:ext cx="4320480" cy="2487796"/>
            <a:chOff x="5190233" y="832614"/>
            <a:chExt cx="4320480" cy="2487796"/>
          </a:xfrm>
        </p:grpSpPr>
        <p:sp>
          <p:nvSpPr>
            <p:cNvPr id="8" name="TextBox 7">
              <a:extLst>
                <a:ext uri="{FF2B5EF4-FFF2-40B4-BE49-F238E27FC236}">
                  <a16:creationId xmlns:a16="http://schemas.microsoft.com/office/drawing/2014/main" id="{1D014E93-CA55-FCF1-8DA7-D7FC6D0842C7}"/>
                </a:ext>
              </a:extLst>
            </p:cNvPr>
            <p:cNvSpPr txBox="1"/>
            <p:nvPr/>
          </p:nvSpPr>
          <p:spPr>
            <a:xfrm>
              <a:off x="5190233" y="1196752"/>
              <a:ext cx="4320480" cy="2123658"/>
            </a:xfrm>
            <a:prstGeom prst="rect">
              <a:avLst/>
            </a:prstGeom>
            <a:solidFill>
              <a:srgbClr val="FFE79B"/>
            </a:solidFill>
          </p:spPr>
          <p:txBody>
            <a:bodyPr wrap="square" rtlCol="0">
              <a:spAutoFit/>
            </a:bodyPr>
            <a:lstStyle/>
            <a:p>
              <a:r>
                <a:rPr lang="en-GB" sz="2200" dirty="0">
                  <a:latin typeface="Garamond" panose="02020404030301010803" pitchFamily="18" charset="0"/>
                  <a:cs typeface="Gautami" panose="020B0502040204020203" pitchFamily="34" charset="0"/>
                </a:rPr>
                <a:t>CREATE TABLE Courses (</a:t>
              </a:r>
            </a:p>
            <a:p>
              <a:r>
                <a:rPr lang="en-GB" sz="2200" dirty="0">
                  <a:latin typeface="Garamond" panose="02020404030301010803" pitchFamily="18" charset="0"/>
                  <a:cs typeface="Gautami" panose="020B0502040204020203" pitchFamily="34" charset="0"/>
                </a:rPr>
                <a:t>	</a:t>
              </a:r>
              <a:r>
                <a:rPr lang="en-GB" sz="2200" dirty="0" err="1">
                  <a:latin typeface="Garamond" panose="02020404030301010803" pitchFamily="18" charset="0"/>
                  <a:cs typeface="Gautami" panose="020B0502040204020203" pitchFamily="34" charset="0"/>
                </a:rPr>
                <a:t>cid</a:t>
              </a:r>
              <a:r>
                <a:rPr lang="en-GB" sz="2200" dirty="0">
                  <a:latin typeface="Garamond" panose="02020404030301010803" pitchFamily="18" charset="0"/>
                  <a:cs typeface="Gautami" panose="020B0502040204020203" pitchFamily="34" charset="0"/>
                </a:rPr>
                <a:t>  VARCHAR(20),</a:t>
              </a:r>
            </a:p>
            <a:p>
              <a:r>
                <a:rPr lang="en-GB" sz="2200" dirty="0">
                  <a:latin typeface="Garamond" panose="02020404030301010803" pitchFamily="18" charset="0"/>
                  <a:cs typeface="Gautami" panose="020B0502040204020203" pitchFamily="34" charset="0"/>
                </a:rPr>
                <a:t>	</a:t>
              </a:r>
              <a:r>
                <a:rPr lang="en-GB" sz="2200" dirty="0" err="1">
                  <a:latin typeface="Garamond" panose="02020404030301010803" pitchFamily="18" charset="0"/>
                  <a:cs typeface="Gautami" panose="020B0502040204020203" pitchFamily="34" charset="0"/>
                </a:rPr>
                <a:t>cname</a:t>
              </a:r>
              <a:r>
                <a:rPr lang="en-GB" sz="2200" dirty="0">
                  <a:latin typeface="Garamond" panose="02020404030301010803" pitchFamily="18" charset="0"/>
                  <a:cs typeface="Gautami" panose="020B0502040204020203" pitchFamily="34" charset="0"/>
                </a:rPr>
                <a:t> VARCHAR(50),</a:t>
              </a:r>
            </a:p>
            <a:p>
              <a:r>
                <a:rPr lang="en-GB" sz="2200" dirty="0">
                  <a:latin typeface="Garamond" panose="02020404030301010803" pitchFamily="18" charset="0"/>
                  <a:cs typeface="Gautami" panose="020B0502040204020203" pitchFamily="34" charset="0"/>
                </a:rPr>
                <a:t>	</a:t>
              </a:r>
              <a:r>
                <a:rPr lang="en-GB" sz="2200" dirty="0" err="1">
                  <a:latin typeface="Garamond" panose="02020404030301010803" pitchFamily="18" charset="0"/>
                  <a:cs typeface="Gautami" panose="020B0502040204020203" pitchFamily="34" charset="0"/>
                </a:rPr>
                <a:t>maxCredits</a:t>
              </a:r>
              <a:r>
                <a:rPr lang="en-GB" sz="2200" dirty="0">
                  <a:latin typeface="Garamond" panose="02020404030301010803" pitchFamily="18" charset="0"/>
                  <a:cs typeface="Gautami" panose="020B0502040204020203" pitchFamily="34" charset="0"/>
                </a:rPr>
                <a:t> INT,</a:t>
              </a:r>
            </a:p>
            <a:p>
              <a:r>
                <a:rPr lang="en-GB" sz="2200" dirty="0">
                  <a:latin typeface="Garamond" panose="02020404030301010803" pitchFamily="18" charset="0"/>
                  <a:cs typeface="Gautami" panose="020B0502040204020203" pitchFamily="34" charset="0"/>
                </a:rPr>
                <a:t>	</a:t>
              </a:r>
              <a:r>
                <a:rPr lang="en-GB" sz="2200" dirty="0" err="1">
                  <a:latin typeface="Garamond" panose="02020404030301010803" pitchFamily="18" charset="0"/>
                  <a:cs typeface="Gautami" panose="020B0502040204020203" pitchFamily="34" charset="0"/>
                </a:rPr>
                <a:t>graduateFlag</a:t>
              </a:r>
              <a:r>
                <a:rPr lang="en-GB" sz="2200" dirty="0">
                  <a:latin typeface="Garamond" panose="02020404030301010803" pitchFamily="18" charset="0"/>
                  <a:cs typeface="Gautami" panose="020B0502040204020203" pitchFamily="34" charset="0"/>
                </a:rPr>
                <a:t> CHAR(1)</a:t>
              </a:r>
            </a:p>
            <a:p>
              <a:r>
                <a:rPr lang="en-GB" sz="2200" dirty="0">
                  <a:latin typeface="Garamond" panose="02020404030301010803" pitchFamily="18" charset="0"/>
                  <a:cs typeface="Gautami" panose="020B0502040204020203" pitchFamily="34" charset="0"/>
                </a:rPr>
                <a:t>         );</a:t>
              </a:r>
            </a:p>
          </p:txBody>
        </p:sp>
        <p:sp>
          <p:nvSpPr>
            <p:cNvPr id="10" name="TextBox 9">
              <a:extLst>
                <a:ext uri="{FF2B5EF4-FFF2-40B4-BE49-F238E27FC236}">
                  <a16:creationId xmlns:a16="http://schemas.microsoft.com/office/drawing/2014/main" id="{BBEB469A-735C-60BA-89F9-BB1BF499F650}"/>
                </a:ext>
              </a:extLst>
            </p:cNvPr>
            <p:cNvSpPr txBox="1"/>
            <p:nvPr/>
          </p:nvSpPr>
          <p:spPr>
            <a:xfrm>
              <a:off x="6572055" y="832614"/>
              <a:ext cx="1556836" cy="369332"/>
            </a:xfrm>
            <a:prstGeom prst="rect">
              <a:avLst/>
            </a:prstGeom>
            <a:noFill/>
          </p:spPr>
          <p:txBody>
            <a:bodyPr wrap="none" rtlCol="0">
              <a:spAutoFit/>
            </a:bodyPr>
            <a:lstStyle/>
            <a:p>
              <a:r>
                <a:rPr lang="en-GB" dirty="0">
                  <a:latin typeface="Georgia" panose="02040502050405020303" pitchFamily="18" charset="0"/>
                  <a:cs typeface="Lucida Sans Unicode" panose="020B0602030504020204" pitchFamily="34" charset="0"/>
                </a:rPr>
                <a:t>Courses table</a:t>
              </a:r>
            </a:p>
          </p:txBody>
        </p:sp>
      </p:grpSp>
      <p:grpSp>
        <p:nvGrpSpPr>
          <p:cNvPr id="13" name="Group 12">
            <a:extLst>
              <a:ext uri="{FF2B5EF4-FFF2-40B4-BE49-F238E27FC236}">
                <a16:creationId xmlns:a16="http://schemas.microsoft.com/office/drawing/2014/main" id="{5E576F33-AF8A-7E7B-39A8-B6160880B2A9}"/>
              </a:ext>
            </a:extLst>
          </p:cNvPr>
          <p:cNvGrpSpPr/>
          <p:nvPr/>
        </p:nvGrpSpPr>
        <p:grpSpPr>
          <a:xfrm>
            <a:off x="4232920" y="3658965"/>
            <a:ext cx="4320480" cy="2149242"/>
            <a:chOff x="5190233" y="832614"/>
            <a:chExt cx="4320480" cy="2149242"/>
          </a:xfrm>
        </p:grpSpPr>
        <p:sp>
          <p:nvSpPr>
            <p:cNvPr id="14" name="TextBox 13">
              <a:extLst>
                <a:ext uri="{FF2B5EF4-FFF2-40B4-BE49-F238E27FC236}">
                  <a16:creationId xmlns:a16="http://schemas.microsoft.com/office/drawing/2014/main" id="{965DBBB2-A5F0-EAF4-FD18-9CB048B744E4}"/>
                </a:ext>
              </a:extLst>
            </p:cNvPr>
            <p:cNvSpPr txBox="1"/>
            <p:nvPr/>
          </p:nvSpPr>
          <p:spPr>
            <a:xfrm>
              <a:off x="5190233" y="1196752"/>
              <a:ext cx="4320480" cy="1785104"/>
            </a:xfrm>
            <a:prstGeom prst="rect">
              <a:avLst/>
            </a:prstGeom>
            <a:solidFill>
              <a:srgbClr val="D5C3D7"/>
            </a:solidFill>
          </p:spPr>
          <p:txBody>
            <a:bodyPr wrap="square" rtlCol="0">
              <a:spAutoFit/>
            </a:bodyPr>
            <a:lstStyle/>
            <a:p>
              <a:r>
                <a:rPr lang="en-GB" sz="2200" dirty="0">
                  <a:latin typeface="Garamond" panose="02020404030301010803" pitchFamily="18" charset="0"/>
                  <a:cs typeface="Gautami" panose="020B0502040204020203" pitchFamily="34" charset="0"/>
                </a:rPr>
                <a:t>CREATE TABLE Enrolled (</a:t>
              </a:r>
            </a:p>
            <a:p>
              <a:r>
                <a:rPr lang="en-GB" sz="2200" dirty="0">
                  <a:latin typeface="Garamond" panose="02020404030301010803" pitchFamily="18" charset="0"/>
                  <a:cs typeface="Gautami" panose="020B0502040204020203" pitchFamily="34" charset="0"/>
                </a:rPr>
                <a:t>	</a:t>
              </a:r>
              <a:r>
                <a:rPr lang="en-GB" sz="2200" dirty="0" err="1">
                  <a:latin typeface="Garamond" panose="02020404030301010803" pitchFamily="18" charset="0"/>
                  <a:cs typeface="Gautami" panose="020B0502040204020203" pitchFamily="34" charset="0"/>
                </a:rPr>
                <a:t>sid</a:t>
              </a:r>
              <a:r>
                <a:rPr lang="en-GB" sz="2200" dirty="0">
                  <a:latin typeface="Garamond" panose="02020404030301010803" pitchFamily="18" charset="0"/>
                  <a:cs typeface="Gautami" panose="020B0502040204020203" pitchFamily="34" charset="0"/>
                </a:rPr>
                <a:t>  CHAR(20),</a:t>
              </a:r>
            </a:p>
            <a:p>
              <a:r>
                <a:rPr lang="en-GB" sz="2200" dirty="0">
                  <a:latin typeface="Garamond" panose="02020404030301010803" pitchFamily="18" charset="0"/>
                  <a:cs typeface="Gautami" panose="020B0502040204020203" pitchFamily="34" charset="0"/>
                </a:rPr>
                <a:t>	</a:t>
              </a:r>
              <a:r>
                <a:rPr lang="en-GB" sz="2200" dirty="0" err="1">
                  <a:latin typeface="Garamond" panose="02020404030301010803" pitchFamily="18" charset="0"/>
                  <a:cs typeface="Gautami" panose="020B0502040204020203" pitchFamily="34" charset="0"/>
                </a:rPr>
                <a:t>cid</a:t>
              </a:r>
              <a:r>
                <a:rPr lang="en-GB" sz="2200" dirty="0">
                  <a:latin typeface="Garamond" panose="02020404030301010803" pitchFamily="18" charset="0"/>
                  <a:cs typeface="Gautami" panose="020B0502040204020203" pitchFamily="34" charset="0"/>
                </a:rPr>
                <a:t> VARCHAR(20),</a:t>
              </a:r>
            </a:p>
            <a:p>
              <a:r>
                <a:rPr lang="en-GB" sz="2200" dirty="0">
                  <a:latin typeface="Garamond" panose="02020404030301010803" pitchFamily="18" charset="0"/>
                  <a:cs typeface="Gautami" panose="020B0502040204020203" pitchFamily="34" charset="0"/>
                </a:rPr>
                <a:t>	grade CHAR(2)</a:t>
              </a:r>
            </a:p>
            <a:p>
              <a:r>
                <a:rPr lang="en-GB" sz="2200" dirty="0">
                  <a:latin typeface="Garamond" panose="02020404030301010803" pitchFamily="18" charset="0"/>
                  <a:cs typeface="Gautami" panose="020B0502040204020203" pitchFamily="34" charset="0"/>
                </a:rPr>
                <a:t>         );</a:t>
              </a:r>
            </a:p>
          </p:txBody>
        </p:sp>
        <p:sp>
          <p:nvSpPr>
            <p:cNvPr id="15" name="TextBox 14">
              <a:extLst>
                <a:ext uri="{FF2B5EF4-FFF2-40B4-BE49-F238E27FC236}">
                  <a16:creationId xmlns:a16="http://schemas.microsoft.com/office/drawing/2014/main" id="{67F4B352-6F46-53EC-1198-9A27B14270D2}"/>
                </a:ext>
              </a:extLst>
            </p:cNvPr>
            <p:cNvSpPr txBox="1"/>
            <p:nvPr/>
          </p:nvSpPr>
          <p:spPr>
            <a:xfrm>
              <a:off x="6572055" y="832614"/>
              <a:ext cx="1628972" cy="369332"/>
            </a:xfrm>
            <a:prstGeom prst="rect">
              <a:avLst/>
            </a:prstGeom>
            <a:noFill/>
          </p:spPr>
          <p:txBody>
            <a:bodyPr wrap="none" rtlCol="0">
              <a:spAutoFit/>
            </a:bodyPr>
            <a:lstStyle/>
            <a:p>
              <a:r>
                <a:rPr lang="en-GB" dirty="0">
                  <a:latin typeface="Georgia" panose="02040502050405020303" pitchFamily="18" charset="0"/>
                  <a:cs typeface="Lucida Sans Unicode" panose="020B0602030504020204" pitchFamily="34" charset="0"/>
                </a:rPr>
                <a:t>Enrolled table</a:t>
              </a:r>
            </a:p>
          </p:txBody>
        </p:sp>
      </p:grpSp>
      <p:sp>
        <p:nvSpPr>
          <p:cNvPr id="16" name="TextBox 15">
            <a:extLst>
              <a:ext uri="{FF2B5EF4-FFF2-40B4-BE49-F238E27FC236}">
                <a16:creationId xmlns:a16="http://schemas.microsoft.com/office/drawing/2014/main" id="{E739903D-1046-9AFC-C02D-161D48CC60A5}"/>
              </a:ext>
            </a:extLst>
          </p:cNvPr>
          <p:cNvSpPr txBox="1"/>
          <p:nvPr/>
        </p:nvSpPr>
        <p:spPr>
          <a:xfrm>
            <a:off x="377825" y="4513553"/>
            <a:ext cx="3556046" cy="923330"/>
          </a:xfrm>
          <a:prstGeom prst="rect">
            <a:avLst/>
          </a:prstGeom>
          <a:noFill/>
        </p:spPr>
        <p:txBody>
          <a:bodyPr wrap="square" rtlCol="0">
            <a:spAutoFit/>
          </a:bodyPr>
          <a:lstStyle/>
          <a:p>
            <a:r>
              <a:rPr lang="en-US" b="1" dirty="0">
                <a:solidFill>
                  <a:srgbClr val="800000"/>
                </a:solidFill>
                <a:latin typeface="Helvetica" panose="020B0604020202020204" pitchFamily="34" charset="0"/>
                <a:cs typeface="Helvetica" panose="020B0604020202020204" pitchFamily="34" charset="0"/>
              </a:rPr>
              <a:t>Each tuple in “Enrolled” reference a specific student and a specific course</a:t>
            </a:r>
          </a:p>
        </p:txBody>
      </p:sp>
      <p:cxnSp>
        <p:nvCxnSpPr>
          <p:cNvPr id="18" name="Straight Arrow Connector 17">
            <a:extLst>
              <a:ext uri="{FF2B5EF4-FFF2-40B4-BE49-F238E27FC236}">
                <a16:creationId xmlns:a16="http://schemas.microsoft.com/office/drawing/2014/main" id="{8D1B62B7-69F7-A15D-BC44-DC9CE260D9BC}"/>
              </a:ext>
            </a:extLst>
          </p:cNvPr>
          <p:cNvCxnSpPr>
            <a:cxnSpLocks/>
          </p:cNvCxnSpPr>
          <p:nvPr/>
        </p:nvCxnSpPr>
        <p:spPr>
          <a:xfrm flipH="1" flipV="1">
            <a:off x="1712640" y="1844824"/>
            <a:ext cx="3477593" cy="2691643"/>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A6F69FC7-D81F-83A4-D324-AC187B48625E}"/>
              </a:ext>
            </a:extLst>
          </p:cNvPr>
          <p:cNvCxnSpPr>
            <a:cxnSpLocks/>
          </p:cNvCxnSpPr>
          <p:nvPr/>
        </p:nvCxnSpPr>
        <p:spPr>
          <a:xfrm flipV="1">
            <a:off x="5515738" y="1844824"/>
            <a:ext cx="672002" cy="2952328"/>
          </a:xfrm>
          <a:prstGeom prst="straightConnector1">
            <a:avLst/>
          </a:prstGeom>
          <a:ln w="28575">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CFE8EEFF-21CD-69A0-91AE-D007C3DD231F}"/>
              </a:ext>
            </a:extLst>
          </p:cNvPr>
          <p:cNvSpPr txBox="1"/>
          <p:nvPr/>
        </p:nvSpPr>
        <p:spPr>
          <a:xfrm>
            <a:off x="2886551" y="3658965"/>
            <a:ext cx="1390124" cy="369332"/>
          </a:xfrm>
          <a:prstGeom prst="rect">
            <a:avLst/>
          </a:prstGeom>
          <a:noFill/>
        </p:spPr>
        <p:txBody>
          <a:bodyPr wrap="none" rtlCol="0">
            <a:spAutoFit/>
          </a:bodyPr>
          <a:lstStyle/>
          <a:p>
            <a:r>
              <a:rPr lang="en-GB" dirty="0">
                <a:solidFill>
                  <a:srgbClr val="0000FF"/>
                </a:solidFill>
                <a:latin typeface="Helvetica" panose="020B0604020202020204" pitchFamily="34" charset="0"/>
                <a:cs typeface="Helvetica" panose="020B0604020202020204" pitchFamily="34" charset="0"/>
              </a:rPr>
              <a:t>Foreign key</a:t>
            </a:r>
          </a:p>
        </p:txBody>
      </p:sp>
      <p:sp>
        <p:nvSpPr>
          <p:cNvPr id="25" name="TextBox 24">
            <a:extLst>
              <a:ext uri="{FF2B5EF4-FFF2-40B4-BE49-F238E27FC236}">
                <a16:creationId xmlns:a16="http://schemas.microsoft.com/office/drawing/2014/main" id="{2696368D-2278-4610-6BF2-C035D000FEE2}"/>
              </a:ext>
            </a:extLst>
          </p:cNvPr>
          <p:cNvSpPr txBox="1"/>
          <p:nvPr/>
        </p:nvSpPr>
        <p:spPr>
          <a:xfrm>
            <a:off x="5873927" y="3244334"/>
            <a:ext cx="1390124" cy="369332"/>
          </a:xfrm>
          <a:prstGeom prst="rect">
            <a:avLst/>
          </a:prstGeom>
          <a:noFill/>
        </p:spPr>
        <p:txBody>
          <a:bodyPr wrap="none" rtlCol="0">
            <a:spAutoFit/>
          </a:bodyPr>
          <a:lstStyle/>
          <a:p>
            <a:r>
              <a:rPr lang="en-GB" dirty="0">
                <a:solidFill>
                  <a:srgbClr val="0000FF"/>
                </a:solidFill>
                <a:latin typeface="Helvetica" panose="020B0604020202020204" pitchFamily="34" charset="0"/>
                <a:cs typeface="Helvetica" panose="020B0604020202020204" pitchFamily="34" charset="0"/>
              </a:rPr>
              <a:t>Foreign key</a:t>
            </a:r>
          </a:p>
        </p:txBody>
      </p:sp>
    </p:spTree>
    <p:extLst>
      <p:ext uri="{BB962C8B-B14F-4D97-AF65-F5344CB8AC3E}">
        <p14:creationId xmlns:p14="http://schemas.microsoft.com/office/powerpoint/2010/main" val="408086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000" dirty="0"/>
              <a:t>How to Define FK-PK</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5</a:t>
            </a:fld>
            <a:endParaRPr lang="en-GB" dirty="0"/>
          </a:p>
        </p:txBody>
      </p:sp>
      <p:grpSp>
        <p:nvGrpSpPr>
          <p:cNvPr id="11" name="Group 10">
            <a:extLst>
              <a:ext uri="{FF2B5EF4-FFF2-40B4-BE49-F238E27FC236}">
                <a16:creationId xmlns:a16="http://schemas.microsoft.com/office/drawing/2014/main" id="{649A098E-EB3A-ECA8-F1C3-30E051B4DA65}"/>
              </a:ext>
            </a:extLst>
          </p:cNvPr>
          <p:cNvGrpSpPr/>
          <p:nvPr/>
        </p:nvGrpSpPr>
        <p:grpSpPr>
          <a:xfrm>
            <a:off x="145883" y="812899"/>
            <a:ext cx="4752528" cy="2400657"/>
            <a:chOff x="272480" y="827420"/>
            <a:chExt cx="4752528" cy="2400657"/>
          </a:xfrm>
        </p:grpSpPr>
        <p:sp>
          <p:nvSpPr>
            <p:cNvPr id="5" name="TextBox 4">
              <a:extLst>
                <a:ext uri="{FF2B5EF4-FFF2-40B4-BE49-F238E27FC236}">
                  <a16:creationId xmlns:a16="http://schemas.microsoft.com/office/drawing/2014/main" id="{C6D7735F-F162-0E08-ACA0-0F54188AAA84}"/>
                </a:ext>
              </a:extLst>
            </p:cNvPr>
            <p:cNvSpPr txBox="1"/>
            <p:nvPr/>
          </p:nvSpPr>
          <p:spPr>
            <a:xfrm>
              <a:off x="272480" y="1196752"/>
              <a:ext cx="4752528" cy="2031325"/>
            </a:xfrm>
            <a:prstGeom prst="rect">
              <a:avLst/>
            </a:prstGeom>
            <a:solidFill>
              <a:schemeClr val="accent1">
                <a:lumMod val="20000"/>
                <a:lumOff val="80000"/>
              </a:schemeClr>
            </a:solidFill>
          </p:spPr>
          <p:txBody>
            <a:bodyPr wrap="square" rtlCol="0">
              <a:spAutoFit/>
            </a:bodyPr>
            <a:lstStyle/>
            <a:p>
              <a:r>
                <a:rPr lang="en-GB" dirty="0">
                  <a:latin typeface="Garamond" panose="02020404030301010803" pitchFamily="18" charset="0"/>
                  <a:cs typeface="Gautami" panose="020B0502040204020203" pitchFamily="34" charset="0"/>
                </a:rPr>
                <a:t>CREATE TABLE Students (</a:t>
              </a:r>
            </a:p>
            <a:p>
              <a:r>
                <a:rPr lang="en-GB" dirty="0">
                  <a:latin typeface="Garamond" panose="02020404030301010803" pitchFamily="18" charset="0"/>
                  <a:cs typeface="Gautami" panose="020B0502040204020203" pitchFamily="34" charset="0"/>
                </a:rPr>
                <a:t>	</a:t>
              </a:r>
              <a:r>
                <a:rPr lang="en-GB" dirty="0" err="1">
                  <a:latin typeface="Garamond" panose="02020404030301010803" pitchFamily="18" charset="0"/>
                  <a:cs typeface="Gautami" panose="020B0502040204020203" pitchFamily="34" charset="0"/>
                </a:rPr>
                <a:t>sid</a:t>
              </a:r>
              <a:r>
                <a:rPr lang="en-GB" dirty="0">
                  <a:latin typeface="Garamond" panose="02020404030301010803" pitchFamily="18" charset="0"/>
                  <a:cs typeface="Gautami" panose="020B0502040204020203" pitchFamily="34" charset="0"/>
                </a:rPr>
                <a:t>  CHAR(20) </a:t>
              </a:r>
              <a:r>
                <a:rPr lang="en-GB" dirty="0">
                  <a:solidFill>
                    <a:srgbClr val="FF0000"/>
                  </a:solidFill>
                  <a:latin typeface="Garamond" panose="02020404030301010803" pitchFamily="18" charset="0"/>
                  <a:cs typeface="Gautami" panose="020B0502040204020203" pitchFamily="34" charset="0"/>
                </a:rPr>
                <a:t>PRIMARY KEY</a:t>
              </a:r>
              <a:r>
                <a:rPr lang="en-GB" dirty="0">
                  <a:latin typeface="Garamond" panose="02020404030301010803" pitchFamily="18" charset="0"/>
                  <a:cs typeface="Gautami" panose="020B0502040204020203" pitchFamily="34" charset="0"/>
                </a:rPr>
                <a:t>,</a:t>
              </a:r>
            </a:p>
            <a:p>
              <a:r>
                <a:rPr lang="en-GB" dirty="0">
                  <a:latin typeface="Garamond" panose="02020404030301010803" pitchFamily="18" charset="0"/>
                  <a:cs typeface="Gautami" panose="020B0502040204020203" pitchFamily="34" charset="0"/>
                </a:rPr>
                <a:t>	name VARCHAR(50),</a:t>
              </a:r>
            </a:p>
            <a:p>
              <a:r>
                <a:rPr lang="en-GB" dirty="0">
                  <a:latin typeface="Garamond" panose="02020404030301010803" pitchFamily="18" charset="0"/>
                  <a:cs typeface="Gautami" panose="020B0502040204020203" pitchFamily="34" charset="0"/>
                </a:rPr>
                <a:t>	login CHAR(10),</a:t>
              </a:r>
            </a:p>
            <a:p>
              <a:r>
                <a:rPr lang="en-GB" dirty="0">
                  <a:latin typeface="Garamond" panose="02020404030301010803" pitchFamily="18" charset="0"/>
                  <a:cs typeface="Gautami" panose="020B0502040204020203" pitchFamily="34" charset="0"/>
                </a:rPr>
                <a:t>	age INT,</a:t>
              </a:r>
            </a:p>
            <a:p>
              <a:r>
                <a:rPr lang="en-GB" dirty="0">
                  <a:latin typeface="Garamond" panose="02020404030301010803" pitchFamily="18" charset="0"/>
                  <a:cs typeface="Gautami" panose="020B0502040204020203" pitchFamily="34" charset="0"/>
                </a:rPr>
                <a:t>	</a:t>
              </a:r>
              <a:r>
                <a:rPr lang="en-GB" dirty="0" err="1">
                  <a:latin typeface="Garamond" panose="02020404030301010803" pitchFamily="18" charset="0"/>
                  <a:cs typeface="Gautami" panose="020B0502040204020203" pitchFamily="34" charset="0"/>
                </a:rPr>
                <a:t>gpa</a:t>
              </a:r>
              <a:r>
                <a:rPr lang="en-GB" dirty="0">
                  <a:latin typeface="Garamond" panose="02020404030301010803" pitchFamily="18" charset="0"/>
                  <a:cs typeface="Gautami" panose="020B0502040204020203" pitchFamily="34" charset="0"/>
                </a:rPr>
                <a:t> REAL</a:t>
              </a:r>
            </a:p>
            <a:p>
              <a:r>
                <a:rPr lang="en-GB" dirty="0">
                  <a:latin typeface="Garamond" panose="02020404030301010803" pitchFamily="18" charset="0"/>
                  <a:cs typeface="Gautami" panose="020B0502040204020203" pitchFamily="34" charset="0"/>
                </a:rPr>
                <a:t>         );</a:t>
              </a:r>
            </a:p>
          </p:txBody>
        </p:sp>
        <p:sp>
          <p:nvSpPr>
            <p:cNvPr id="9" name="TextBox 8">
              <a:extLst>
                <a:ext uri="{FF2B5EF4-FFF2-40B4-BE49-F238E27FC236}">
                  <a16:creationId xmlns:a16="http://schemas.microsoft.com/office/drawing/2014/main" id="{EECC3AFF-5346-301A-D8E1-CDB6FCF8F105}"/>
                </a:ext>
              </a:extLst>
            </p:cNvPr>
            <p:cNvSpPr txBox="1"/>
            <p:nvPr/>
          </p:nvSpPr>
          <p:spPr>
            <a:xfrm>
              <a:off x="2039862" y="827420"/>
              <a:ext cx="1649811" cy="369332"/>
            </a:xfrm>
            <a:prstGeom prst="rect">
              <a:avLst/>
            </a:prstGeom>
            <a:noFill/>
          </p:spPr>
          <p:txBody>
            <a:bodyPr wrap="none" rtlCol="0">
              <a:spAutoFit/>
            </a:bodyPr>
            <a:lstStyle/>
            <a:p>
              <a:r>
                <a:rPr lang="en-GB" dirty="0">
                  <a:latin typeface="Georgia" panose="02040502050405020303" pitchFamily="18" charset="0"/>
                  <a:cs typeface="Lucida Sans Unicode" panose="020B0602030504020204" pitchFamily="34" charset="0"/>
                </a:rPr>
                <a:t>Students table</a:t>
              </a:r>
            </a:p>
          </p:txBody>
        </p:sp>
      </p:grpSp>
      <p:grpSp>
        <p:nvGrpSpPr>
          <p:cNvPr id="12" name="Group 11">
            <a:extLst>
              <a:ext uri="{FF2B5EF4-FFF2-40B4-BE49-F238E27FC236}">
                <a16:creationId xmlns:a16="http://schemas.microsoft.com/office/drawing/2014/main" id="{97022B0A-A8BE-A608-B455-9B6F2B294D85}"/>
              </a:ext>
            </a:extLst>
          </p:cNvPr>
          <p:cNvGrpSpPr/>
          <p:nvPr/>
        </p:nvGrpSpPr>
        <p:grpSpPr>
          <a:xfrm>
            <a:off x="5169024" y="832614"/>
            <a:ext cx="4608511" cy="2118464"/>
            <a:chOff x="5169024" y="832614"/>
            <a:chExt cx="4608511" cy="2118464"/>
          </a:xfrm>
        </p:grpSpPr>
        <p:sp>
          <p:nvSpPr>
            <p:cNvPr id="8" name="TextBox 7">
              <a:extLst>
                <a:ext uri="{FF2B5EF4-FFF2-40B4-BE49-F238E27FC236}">
                  <a16:creationId xmlns:a16="http://schemas.microsoft.com/office/drawing/2014/main" id="{1D014E93-CA55-FCF1-8DA7-D7FC6D0842C7}"/>
                </a:ext>
              </a:extLst>
            </p:cNvPr>
            <p:cNvSpPr txBox="1"/>
            <p:nvPr/>
          </p:nvSpPr>
          <p:spPr>
            <a:xfrm>
              <a:off x="5169024" y="1196752"/>
              <a:ext cx="4608511" cy="1754326"/>
            </a:xfrm>
            <a:prstGeom prst="rect">
              <a:avLst/>
            </a:prstGeom>
            <a:solidFill>
              <a:srgbClr val="FFE79B"/>
            </a:solidFill>
          </p:spPr>
          <p:txBody>
            <a:bodyPr wrap="square" rtlCol="0">
              <a:spAutoFit/>
            </a:bodyPr>
            <a:lstStyle/>
            <a:p>
              <a:r>
                <a:rPr lang="en-GB" dirty="0">
                  <a:latin typeface="Garamond" panose="02020404030301010803" pitchFamily="18" charset="0"/>
                  <a:cs typeface="Gautami" panose="020B0502040204020203" pitchFamily="34" charset="0"/>
                </a:rPr>
                <a:t>CREATE TABLE Courses (</a:t>
              </a:r>
            </a:p>
            <a:p>
              <a:r>
                <a:rPr lang="en-GB" dirty="0">
                  <a:latin typeface="Garamond" panose="02020404030301010803" pitchFamily="18" charset="0"/>
                  <a:cs typeface="Gautami" panose="020B0502040204020203" pitchFamily="34" charset="0"/>
                </a:rPr>
                <a:t>	</a:t>
              </a:r>
              <a:r>
                <a:rPr lang="en-GB" dirty="0" err="1">
                  <a:latin typeface="Garamond" panose="02020404030301010803" pitchFamily="18" charset="0"/>
                  <a:cs typeface="Gautami" panose="020B0502040204020203" pitchFamily="34" charset="0"/>
                </a:rPr>
                <a:t>cid</a:t>
              </a:r>
              <a:r>
                <a:rPr lang="en-GB" dirty="0">
                  <a:latin typeface="Garamond" panose="02020404030301010803" pitchFamily="18" charset="0"/>
                  <a:cs typeface="Gautami" panose="020B0502040204020203" pitchFamily="34" charset="0"/>
                </a:rPr>
                <a:t>  VARCHAR(20) </a:t>
              </a:r>
              <a:r>
                <a:rPr lang="en-GB" dirty="0">
                  <a:solidFill>
                    <a:srgbClr val="FF0000"/>
                  </a:solidFill>
                  <a:latin typeface="Garamond" panose="02020404030301010803" pitchFamily="18" charset="0"/>
                  <a:cs typeface="Gautami" panose="020B0502040204020203" pitchFamily="34" charset="0"/>
                </a:rPr>
                <a:t>PRIMARY KEY</a:t>
              </a:r>
              <a:r>
                <a:rPr lang="en-GB" dirty="0">
                  <a:latin typeface="Garamond" panose="02020404030301010803" pitchFamily="18" charset="0"/>
                  <a:cs typeface="Gautami" panose="020B0502040204020203" pitchFamily="34" charset="0"/>
                </a:rPr>
                <a:t>,</a:t>
              </a:r>
            </a:p>
            <a:p>
              <a:r>
                <a:rPr lang="en-GB" dirty="0">
                  <a:latin typeface="Garamond" panose="02020404030301010803" pitchFamily="18" charset="0"/>
                  <a:cs typeface="Gautami" panose="020B0502040204020203" pitchFamily="34" charset="0"/>
                </a:rPr>
                <a:t>	</a:t>
              </a:r>
              <a:r>
                <a:rPr lang="en-GB" dirty="0" err="1">
                  <a:latin typeface="Garamond" panose="02020404030301010803" pitchFamily="18" charset="0"/>
                  <a:cs typeface="Gautami" panose="020B0502040204020203" pitchFamily="34" charset="0"/>
                </a:rPr>
                <a:t>cname</a:t>
              </a:r>
              <a:r>
                <a:rPr lang="en-GB" dirty="0">
                  <a:latin typeface="Garamond" panose="02020404030301010803" pitchFamily="18" charset="0"/>
                  <a:cs typeface="Gautami" panose="020B0502040204020203" pitchFamily="34" charset="0"/>
                </a:rPr>
                <a:t> VARCHAR(50),</a:t>
              </a:r>
            </a:p>
            <a:p>
              <a:r>
                <a:rPr lang="en-GB" dirty="0">
                  <a:latin typeface="Garamond" panose="02020404030301010803" pitchFamily="18" charset="0"/>
                  <a:cs typeface="Gautami" panose="020B0502040204020203" pitchFamily="34" charset="0"/>
                </a:rPr>
                <a:t>	</a:t>
              </a:r>
              <a:r>
                <a:rPr lang="en-GB" dirty="0" err="1">
                  <a:latin typeface="Garamond" panose="02020404030301010803" pitchFamily="18" charset="0"/>
                  <a:cs typeface="Gautami" panose="020B0502040204020203" pitchFamily="34" charset="0"/>
                </a:rPr>
                <a:t>maxCredits</a:t>
              </a:r>
              <a:r>
                <a:rPr lang="en-GB" dirty="0">
                  <a:latin typeface="Garamond" panose="02020404030301010803" pitchFamily="18" charset="0"/>
                  <a:cs typeface="Gautami" panose="020B0502040204020203" pitchFamily="34" charset="0"/>
                </a:rPr>
                <a:t> INT,</a:t>
              </a:r>
            </a:p>
            <a:p>
              <a:r>
                <a:rPr lang="en-GB" dirty="0">
                  <a:latin typeface="Garamond" panose="02020404030301010803" pitchFamily="18" charset="0"/>
                  <a:cs typeface="Gautami" panose="020B0502040204020203" pitchFamily="34" charset="0"/>
                </a:rPr>
                <a:t>	</a:t>
              </a:r>
              <a:r>
                <a:rPr lang="en-GB" dirty="0" err="1">
                  <a:latin typeface="Garamond" panose="02020404030301010803" pitchFamily="18" charset="0"/>
                  <a:cs typeface="Gautami" panose="020B0502040204020203" pitchFamily="34" charset="0"/>
                </a:rPr>
                <a:t>graduateFlag</a:t>
              </a:r>
              <a:r>
                <a:rPr lang="en-GB" dirty="0">
                  <a:latin typeface="Garamond" panose="02020404030301010803" pitchFamily="18" charset="0"/>
                  <a:cs typeface="Gautami" panose="020B0502040204020203" pitchFamily="34" charset="0"/>
                </a:rPr>
                <a:t> CHAR(1)</a:t>
              </a:r>
            </a:p>
            <a:p>
              <a:r>
                <a:rPr lang="en-GB" dirty="0">
                  <a:latin typeface="Garamond" panose="02020404030301010803" pitchFamily="18" charset="0"/>
                  <a:cs typeface="Gautami" panose="020B0502040204020203" pitchFamily="34" charset="0"/>
                </a:rPr>
                <a:t>         );</a:t>
              </a:r>
            </a:p>
          </p:txBody>
        </p:sp>
        <p:sp>
          <p:nvSpPr>
            <p:cNvPr id="10" name="TextBox 9">
              <a:extLst>
                <a:ext uri="{FF2B5EF4-FFF2-40B4-BE49-F238E27FC236}">
                  <a16:creationId xmlns:a16="http://schemas.microsoft.com/office/drawing/2014/main" id="{BBEB469A-735C-60BA-89F9-BB1BF499F650}"/>
                </a:ext>
              </a:extLst>
            </p:cNvPr>
            <p:cNvSpPr txBox="1"/>
            <p:nvPr/>
          </p:nvSpPr>
          <p:spPr>
            <a:xfrm>
              <a:off x="6572055" y="832614"/>
              <a:ext cx="1556836" cy="369332"/>
            </a:xfrm>
            <a:prstGeom prst="rect">
              <a:avLst/>
            </a:prstGeom>
            <a:noFill/>
          </p:spPr>
          <p:txBody>
            <a:bodyPr wrap="none" rtlCol="0">
              <a:spAutoFit/>
            </a:bodyPr>
            <a:lstStyle/>
            <a:p>
              <a:r>
                <a:rPr lang="en-GB" dirty="0">
                  <a:latin typeface="Georgia" panose="02040502050405020303" pitchFamily="18" charset="0"/>
                  <a:cs typeface="Lucida Sans Unicode" panose="020B0602030504020204" pitchFamily="34" charset="0"/>
                </a:rPr>
                <a:t>Courses table</a:t>
              </a:r>
            </a:p>
          </p:txBody>
        </p:sp>
      </p:grpSp>
      <p:grpSp>
        <p:nvGrpSpPr>
          <p:cNvPr id="13" name="Group 12">
            <a:extLst>
              <a:ext uri="{FF2B5EF4-FFF2-40B4-BE49-F238E27FC236}">
                <a16:creationId xmlns:a16="http://schemas.microsoft.com/office/drawing/2014/main" id="{5E576F33-AF8A-7E7B-39A8-B6160880B2A9}"/>
              </a:ext>
            </a:extLst>
          </p:cNvPr>
          <p:cNvGrpSpPr/>
          <p:nvPr/>
        </p:nvGrpSpPr>
        <p:grpSpPr>
          <a:xfrm>
            <a:off x="596516" y="3493356"/>
            <a:ext cx="8712968" cy="2083597"/>
            <a:chOff x="5190233" y="867481"/>
            <a:chExt cx="8712968" cy="2083597"/>
          </a:xfrm>
        </p:grpSpPr>
        <p:sp>
          <p:nvSpPr>
            <p:cNvPr id="14" name="TextBox 13">
              <a:extLst>
                <a:ext uri="{FF2B5EF4-FFF2-40B4-BE49-F238E27FC236}">
                  <a16:creationId xmlns:a16="http://schemas.microsoft.com/office/drawing/2014/main" id="{965DBBB2-A5F0-EAF4-FD18-9CB048B744E4}"/>
                </a:ext>
              </a:extLst>
            </p:cNvPr>
            <p:cNvSpPr txBox="1"/>
            <p:nvPr/>
          </p:nvSpPr>
          <p:spPr>
            <a:xfrm>
              <a:off x="5190233" y="1196752"/>
              <a:ext cx="8712968" cy="1754326"/>
            </a:xfrm>
            <a:prstGeom prst="rect">
              <a:avLst/>
            </a:prstGeom>
            <a:solidFill>
              <a:srgbClr val="D5C3D7"/>
            </a:solidFill>
          </p:spPr>
          <p:txBody>
            <a:bodyPr wrap="square" rtlCol="0">
              <a:spAutoFit/>
            </a:bodyPr>
            <a:lstStyle/>
            <a:p>
              <a:r>
                <a:rPr lang="en-GB" dirty="0">
                  <a:latin typeface="Garamond" panose="02020404030301010803" pitchFamily="18" charset="0"/>
                  <a:cs typeface="Gautami" panose="020B0502040204020203" pitchFamily="34" charset="0"/>
                </a:rPr>
                <a:t>CREATE TABLE Enrolled (</a:t>
              </a:r>
            </a:p>
            <a:p>
              <a:r>
                <a:rPr lang="en-GB" dirty="0">
                  <a:latin typeface="Garamond" panose="02020404030301010803" pitchFamily="18" charset="0"/>
                  <a:cs typeface="Gautami" panose="020B0502040204020203" pitchFamily="34" charset="0"/>
                </a:rPr>
                <a:t>	</a:t>
              </a:r>
              <a:r>
                <a:rPr lang="en-GB" dirty="0" err="1">
                  <a:latin typeface="Garamond" panose="02020404030301010803" pitchFamily="18" charset="0"/>
                  <a:cs typeface="Gautami" panose="020B0502040204020203" pitchFamily="34" charset="0"/>
                </a:rPr>
                <a:t>sid</a:t>
              </a:r>
              <a:r>
                <a:rPr lang="en-GB" dirty="0">
                  <a:latin typeface="Garamond" panose="02020404030301010803" pitchFamily="18" charset="0"/>
                  <a:cs typeface="Gautami" panose="020B0502040204020203" pitchFamily="34" charset="0"/>
                </a:rPr>
                <a:t>  CHAR(20) </a:t>
              </a:r>
              <a:r>
                <a:rPr lang="en-GB" dirty="0">
                  <a:solidFill>
                    <a:srgbClr val="FF0000"/>
                  </a:solidFill>
                  <a:latin typeface="Garamond" panose="02020404030301010803" pitchFamily="18" charset="0"/>
                  <a:cs typeface="Gautami" panose="020B0502040204020203" pitchFamily="34" charset="0"/>
                </a:rPr>
                <a:t>FOREIGN KEY REFERENCES Students(</a:t>
              </a:r>
              <a:r>
                <a:rPr lang="en-GB" dirty="0" err="1">
                  <a:solidFill>
                    <a:srgbClr val="FF0000"/>
                  </a:solidFill>
                  <a:latin typeface="Garamond" panose="02020404030301010803" pitchFamily="18" charset="0"/>
                  <a:cs typeface="Gautami" panose="020B0502040204020203" pitchFamily="34" charset="0"/>
                </a:rPr>
                <a:t>sid</a:t>
              </a:r>
              <a:r>
                <a:rPr lang="en-GB" dirty="0">
                  <a:solidFill>
                    <a:srgbClr val="FF0000"/>
                  </a:solidFill>
                  <a:latin typeface="Garamond" panose="02020404030301010803" pitchFamily="18" charset="0"/>
                  <a:cs typeface="Gautami" panose="020B0502040204020203" pitchFamily="34" charset="0"/>
                </a:rPr>
                <a:t>),</a:t>
              </a:r>
            </a:p>
            <a:p>
              <a:r>
                <a:rPr lang="en-GB" dirty="0">
                  <a:latin typeface="Garamond" panose="02020404030301010803" pitchFamily="18" charset="0"/>
                  <a:cs typeface="Gautami" panose="020B0502040204020203" pitchFamily="34" charset="0"/>
                </a:rPr>
                <a:t>	X VARCHAR(20),</a:t>
              </a:r>
            </a:p>
            <a:p>
              <a:r>
                <a:rPr lang="en-GB" dirty="0">
                  <a:latin typeface="Garamond" panose="02020404030301010803" pitchFamily="18" charset="0"/>
                  <a:cs typeface="Gautami" panose="020B0502040204020203" pitchFamily="34" charset="0"/>
                </a:rPr>
                <a:t>	grade CHAR(2),</a:t>
              </a:r>
            </a:p>
            <a:p>
              <a:r>
                <a:rPr lang="en-GB" dirty="0">
                  <a:latin typeface="Garamond" panose="02020404030301010803" pitchFamily="18" charset="0"/>
                  <a:cs typeface="Gautami" panose="020B0502040204020203" pitchFamily="34" charset="0"/>
                </a:rPr>
                <a:t>	</a:t>
              </a:r>
              <a:r>
                <a:rPr lang="en-GB" dirty="0">
                  <a:solidFill>
                    <a:srgbClr val="FF0000"/>
                  </a:solidFill>
                  <a:latin typeface="Garamond" panose="02020404030301010803" pitchFamily="18" charset="0"/>
                  <a:cs typeface="Gautami" panose="020B0502040204020203" pitchFamily="34" charset="0"/>
                </a:rPr>
                <a:t>CONSTRAINT </a:t>
              </a:r>
              <a:r>
                <a:rPr lang="en-GB" dirty="0" err="1">
                  <a:solidFill>
                    <a:srgbClr val="FF0000"/>
                  </a:solidFill>
                  <a:latin typeface="Garamond" panose="02020404030301010803" pitchFamily="18" charset="0"/>
                  <a:cs typeface="Gautami" panose="020B0502040204020203" pitchFamily="34" charset="0"/>
                </a:rPr>
                <a:t>FK_cid</a:t>
              </a:r>
              <a:r>
                <a:rPr lang="en-GB" dirty="0">
                  <a:solidFill>
                    <a:srgbClr val="FF0000"/>
                  </a:solidFill>
                  <a:latin typeface="Garamond" panose="02020404030301010803" pitchFamily="18" charset="0"/>
                  <a:cs typeface="Gautami" panose="020B0502040204020203" pitchFamily="34" charset="0"/>
                </a:rPr>
                <a:t> FOREIGN KEY (X) REFERENCES Courses(</a:t>
              </a:r>
              <a:r>
                <a:rPr lang="en-GB" dirty="0" err="1">
                  <a:solidFill>
                    <a:srgbClr val="FF0000"/>
                  </a:solidFill>
                  <a:latin typeface="Garamond" panose="02020404030301010803" pitchFamily="18" charset="0"/>
                  <a:cs typeface="Gautami" panose="020B0502040204020203" pitchFamily="34" charset="0"/>
                </a:rPr>
                <a:t>cid</a:t>
              </a:r>
              <a:r>
                <a:rPr lang="en-GB" dirty="0">
                  <a:solidFill>
                    <a:srgbClr val="FF0000"/>
                  </a:solidFill>
                  <a:latin typeface="Garamond" panose="02020404030301010803" pitchFamily="18" charset="0"/>
                  <a:cs typeface="Gautami" panose="020B0502040204020203" pitchFamily="34" charset="0"/>
                </a:rPr>
                <a:t>)</a:t>
              </a:r>
            </a:p>
            <a:p>
              <a:r>
                <a:rPr lang="en-GB" dirty="0">
                  <a:latin typeface="Garamond" panose="02020404030301010803" pitchFamily="18" charset="0"/>
                  <a:cs typeface="Gautami" panose="020B0502040204020203" pitchFamily="34" charset="0"/>
                </a:rPr>
                <a:t>         );</a:t>
              </a:r>
            </a:p>
          </p:txBody>
        </p:sp>
        <p:sp>
          <p:nvSpPr>
            <p:cNvPr id="15" name="TextBox 14">
              <a:extLst>
                <a:ext uri="{FF2B5EF4-FFF2-40B4-BE49-F238E27FC236}">
                  <a16:creationId xmlns:a16="http://schemas.microsoft.com/office/drawing/2014/main" id="{67F4B352-6F46-53EC-1198-9A27B14270D2}"/>
                </a:ext>
              </a:extLst>
            </p:cNvPr>
            <p:cNvSpPr txBox="1"/>
            <p:nvPr/>
          </p:nvSpPr>
          <p:spPr>
            <a:xfrm>
              <a:off x="8732231" y="867481"/>
              <a:ext cx="1628972" cy="369332"/>
            </a:xfrm>
            <a:prstGeom prst="rect">
              <a:avLst/>
            </a:prstGeom>
            <a:noFill/>
          </p:spPr>
          <p:txBody>
            <a:bodyPr wrap="none" rtlCol="0">
              <a:spAutoFit/>
            </a:bodyPr>
            <a:lstStyle/>
            <a:p>
              <a:r>
                <a:rPr lang="en-GB" dirty="0">
                  <a:latin typeface="Georgia" panose="02040502050405020303" pitchFamily="18" charset="0"/>
                  <a:cs typeface="Lucida Sans Unicode" panose="020B0602030504020204" pitchFamily="34" charset="0"/>
                </a:rPr>
                <a:t>Enrolled table</a:t>
              </a:r>
            </a:p>
          </p:txBody>
        </p:sp>
      </p:grpSp>
      <p:sp>
        <p:nvSpPr>
          <p:cNvPr id="3" name="TextBox 2">
            <a:extLst>
              <a:ext uri="{FF2B5EF4-FFF2-40B4-BE49-F238E27FC236}">
                <a16:creationId xmlns:a16="http://schemas.microsoft.com/office/drawing/2014/main" id="{E9248166-F999-9870-66D2-392C53ACB838}"/>
              </a:ext>
            </a:extLst>
          </p:cNvPr>
          <p:cNvSpPr txBox="1"/>
          <p:nvPr/>
        </p:nvSpPr>
        <p:spPr>
          <a:xfrm>
            <a:off x="7452734" y="4111056"/>
            <a:ext cx="2440563" cy="830997"/>
          </a:xfrm>
          <a:prstGeom prst="rect">
            <a:avLst/>
          </a:prstGeom>
          <a:noFill/>
        </p:spPr>
        <p:txBody>
          <a:bodyPr wrap="square" rtlCol="0">
            <a:spAutoFit/>
          </a:bodyPr>
          <a:lstStyle/>
          <a:p>
            <a:r>
              <a:rPr lang="en-GB" sz="1600" dirty="0">
                <a:latin typeface="Helvetica" panose="020B0604020202020204" pitchFamily="34" charset="0"/>
                <a:cs typeface="Helvetica" panose="020B0604020202020204" pitchFamily="34" charset="0"/>
              </a:rPr>
              <a:t>Two ways to define the FK constraint while creating a table </a:t>
            </a:r>
          </a:p>
        </p:txBody>
      </p:sp>
      <p:cxnSp>
        <p:nvCxnSpPr>
          <p:cNvPr id="17" name="Straight Arrow Connector 16">
            <a:extLst>
              <a:ext uri="{FF2B5EF4-FFF2-40B4-BE49-F238E27FC236}">
                <a16:creationId xmlns:a16="http://schemas.microsoft.com/office/drawing/2014/main" id="{97E01A49-DEDA-9952-DE51-18A91ADE2220}"/>
              </a:ext>
            </a:extLst>
          </p:cNvPr>
          <p:cNvCxnSpPr>
            <a:cxnSpLocks/>
          </p:cNvCxnSpPr>
          <p:nvPr/>
        </p:nvCxnSpPr>
        <p:spPr>
          <a:xfrm flipH="1" flipV="1">
            <a:off x="6609184" y="4445267"/>
            <a:ext cx="918619" cy="110963"/>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6695B81C-CC16-E59A-537F-731402629CD9}"/>
              </a:ext>
            </a:extLst>
          </p:cNvPr>
          <p:cNvCxnSpPr>
            <a:cxnSpLocks/>
          </p:cNvCxnSpPr>
          <p:nvPr/>
        </p:nvCxnSpPr>
        <p:spPr>
          <a:xfrm flipH="1">
            <a:off x="6572055" y="4687214"/>
            <a:ext cx="955748" cy="26773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521441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4721" y="0"/>
            <a:ext cx="6984776" cy="780762"/>
          </a:xfrm>
        </p:spPr>
        <p:txBody>
          <a:bodyPr/>
          <a:lstStyle/>
          <a:p>
            <a:r>
              <a:rPr lang="en-GB" sz="3200" dirty="0"/>
              <a:t>FK-PK in Relational DBs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6</a:t>
            </a:fld>
            <a:endParaRPr lang="en-GB" dirty="0"/>
          </a:p>
        </p:txBody>
      </p:sp>
      <p:sp>
        <p:nvSpPr>
          <p:cNvPr id="3" name="Title 1">
            <a:extLst>
              <a:ext uri="{FF2B5EF4-FFF2-40B4-BE49-F238E27FC236}">
                <a16:creationId xmlns:a16="http://schemas.microsoft.com/office/drawing/2014/main" id="{4FCCE64C-6148-12B2-86BB-477DAF83C6EE}"/>
              </a:ext>
            </a:extLst>
          </p:cNvPr>
          <p:cNvSpPr txBox="1">
            <a:spLocks/>
          </p:cNvSpPr>
          <p:nvPr/>
        </p:nvSpPr>
        <p:spPr>
          <a:xfrm>
            <a:off x="323528" y="1124744"/>
            <a:ext cx="7345362" cy="1522859"/>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800" kern="1200">
                <a:solidFill>
                  <a:schemeClr val="tx1">
                    <a:lumMod val="75000"/>
                    <a:lumOff val="25000"/>
                  </a:schemeClr>
                </a:solidFill>
                <a:latin typeface="+mj-lt"/>
                <a:ea typeface="+mj-ea"/>
                <a:cs typeface="+mj-cs"/>
              </a:defRPr>
            </a:lvl1pPr>
          </a:lstStyle>
          <a:p>
            <a:pPr algn="l">
              <a:lnSpc>
                <a:spcPct val="120000"/>
              </a:lnSpc>
            </a:pPr>
            <a:r>
              <a:rPr lang="en-US" sz="2800" b="1" dirty="0">
                <a:solidFill>
                  <a:srgbClr val="800000"/>
                </a:solidFill>
                <a:latin typeface="Helvetica" panose="020B0604020202020204" pitchFamily="34" charset="0"/>
                <a:cs typeface="Helvetica" panose="020B0604020202020204" pitchFamily="34" charset="0"/>
              </a:rPr>
              <a:t>It comes with an enforcement mechanism</a:t>
            </a:r>
          </a:p>
          <a:p>
            <a:pPr marL="457200" indent="-457200" algn="l">
              <a:lnSpc>
                <a:spcPct val="120000"/>
              </a:lnSpc>
              <a:buFont typeface="Arial"/>
              <a:buChar char="•"/>
            </a:pPr>
            <a:endParaRPr lang="en-US" sz="2800" dirty="0">
              <a:latin typeface="Helvetica" panose="020B0604020202020204" pitchFamily="34" charset="0"/>
              <a:cs typeface="Helvetica" panose="020B0604020202020204" pitchFamily="34" charset="0"/>
            </a:endParaRPr>
          </a:p>
          <a:p>
            <a:pPr marL="457200" indent="-457200" algn="l">
              <a:lnSpc>
                <a:spcPct val="120000"/>
              </a:lnSpc>
              <a:buFont typeface="Arial"/>
              <a:buChar char="•"/>
            </a:pPr>
            <a:r>
              <a:rPr lang="en-US" sz="2800" dirty="0">
                <a:solidFill>
                  <a:schemeClr val="tx1"/>
                </a:solidFill>
                <a:latin typeface="Helvetica" panose="020B0604020202020204" pitchFamily="34" charset="0"/>
                <a:cs typeface="Helvetica" panose="020B0604020202020204" pitchFamily="34" charset="0"/>
              </a:rPr>
              <a:t>Cannot insert a FK for a non-existing PK </a:t>
            </a:r>
          </a:p>
          <a:p>
            <a:pPr marL="457200" indent="-457200" algn="l">
              <a:lnSpc>
                <a:spcPct val="120000"/>
              </a:lnSpc>
              <a:buFont typeface="Arial"/>
              <a:buChar char="•"/>
            </a:pPr>
            <a:r>
              <a:rPr lang="en-US" sz="2800" dirty="0">
                <a:solidFill>
                  <a:schemeClr val="tx1"/>
                </a:solidFill>
                <a:latin typeface="Helvetica" panose="020B0604020202020204" pitchFamily="34" charset="0"/>
                <a:cs typeface="Helvetica" panose="020B0604020202020204" pitchFamily="34" charset="0"/>
              </a:rPr>
              <a:t>You cannot delete a PK that has a FK</a:t>
            </a:r>
          </a:p>
        </p:txBody>
      </p:sp>
      <p:graphicFrame>
        <p:nvGraphicFramePr>
          <p:cNvPr id="4" name="Table 7">
            <a:extLst>
              <a:ext uri="{FF2B5EF4-FFF2-40B4-BE49-F238E27FC236}">
                <a16:creationId xmlns:a16="http://schemas.microsoft.com/office/drawing/2014/main" id="{2ADEF6E5-8666-59ED-356F-7DA41B502DFB}"/>
              </a:ext>
            </a:extLst>
          </p:cNvPr>
          <p:cNvGraphicFramePr>
            <a:graphicFrameLocks noGrp="1"/>
          </p:cNvGraphicFramePr>
          <p:nvPr>
            <p:extLst>
              <p:ext uri="{D42A27DB-BD31-4B8C-83A1-F6EECF244321}">
                <p14:modId xmlns:p14="http://schemas.microsoft.com/office/powerpoint/2010/main" val="4220684363"/>
              </p:ext>
            </p:extLst>
          </p:nvPr>
        </p:nvGraphicFramePr>
        <p:xfrm>
          <a:off x="488504" y="3645024"/>
          <a:ext cx="3384376" cy="1849120"/>
        </p:xfrm>
        <a:graphic>
          <a:graphicData uri="http://schemas.openxmlformats.org/drawingml/2006/table">
            <a:tbl>
              <a:tblPr firstRow="1" bandRow="1">
                <a:tableStyleId>{5C22544A-7EE6-4342-B048-85BDC9FD1C3A}</a:tableStyleId>
              </a:tblPr>
              <a:tblGrid>
                <a:gridCol w="1009777">
                  <a:extLst>
                    <a:ext uri="{9D8B030D-6E8A-4147-A177-3AD203B41FA5}">
                      <a16:colId xmlns:a16="http://schemas.microsoft.com/office/drawing/2014/main" val="2521090952"/>
                    </a:ext>
                  </a:extLst>
                </a:gridCol>
                <a:gridCol w="1474715">
                  <a:extLst>
                    <a:ext uri="{9D8B030D-6E8A-4147-A177-3AD203B41FA5}">
                      <a16:colId xmlns:a16="http://schemas.microsoft.com/office/drawing/2014/main" val="3741061045"/>
                    </a:ext>
                  </a:extLst>
                </a:gridCol>
                <a:gridCol w="899884">
                  <a:extLst>
                    <a:ext uri="{9D8B030D-6E8A-4147-A177-3AD203B41FA5}">
                      <a16:colId xmlns:a16="http://schemas.microsoft.com/office/drawing/2014/main" val="671350958"/>
                    </a:ext>
                  </a:extLst>
                </a:gridCol>
              </a:tblGrid>
              <a:tr h="298832">
                <a:tc>
                  <a:txBody>
                    <a:bodyPr/>
                    <a:lstStyle/>
                    <a:p>
                      <a:pPr algn="ctr"/>
                      <a:r>
                        <a:rPr lang="en-GB" dirty="0" err="1">
                          <a:latin typeface="Helvetica" panose="020B0604020202020204" pitchFamily="34" charset="0"/>
                          <a:cs typeface="Helvetica" panose="020B0604020202020204" pitchFamily="34" charset="0"/>
                        </a:rPr>
                        <a:t>sid</a:t>
                      </a:r>
                      <a:endParaRPr lang="en-GB" dirty="0">
                        <a:latin typeface="Helvetica" panose="020B0604020202020204" pitchFamily="34" charset="0"/>
                        <a:cs typeface="Helvetica" panose="020B0604020202020204" pitchFamily="34" charset="0"/>
                      </a:endParaRPr>
                    </a:p>
                  </a:txBody>
                  <a:tcPr/>
                </a:tc>
                <a:tc>
                  <a:txBody>
                    <a:bodyPr/>
                    <a:lstStyle/>
                    <a:p>
                      <a:pPr algn="ctr"/>
                      <a:r>
                        <a:rPr lang="en-GB" dirty="0" err="1">
                          <a:latin typeface="Helvetica" panose="020B0604020202020204" pitchFamily="34" charset="0"/>
                          <a:cs typeface="Helvetica" panose="020B0604020202020204" pitchFamily="34" charset="0"/>
                        </a:rPr>
                        <a:t>cid</a:t>
                      </a:r>
                      <a:endParaRPr lang="en-GB" dirty="0">
                        <a:latin typeface="Helvetica" panose="020B0604020202020204" pitchFamily="34" charset="0"/>
                        <a:cs typeface="Helvetica" panose="020B0604020202020204" pitchFamily="34" charset="0"/>
                      </a:endParaRPr>
                    </a:p>
                  </a:txBody>
                  <a:tcPr/>
                </a:tc>
                <a:tc>
                  <a:txBody>
                    <a:bodyPr/>
                    <a:lstStyle/>
                    <a:p>
                      <a:r>
                        <a:rPr lang="en-GB" dirty="0">
                          <a:latin typeface="Helvetica" panose="020B0604020202020204" pitchFamily="34" charset="0"/>
                          <a:cs typeface="Helvetica" panose="020B0604020202020204" pitchFamily="34" charset="0"/>
                        </a:rPr>
                        <a:t>grade</a:t>
                      </a:r>
                    </a:p>
                  </a:txBody>
                  <a:tcPr/>
                </a:tc>
                <a:extLst>
                  <a:ext uri="{0D108BD9-81ED-4DB2-BD59-A6C34878D82A}">
                    <a16:rowId xmlns:a16="http://schemas.microsoft.com/office/drawing/2014/main" val="2508691503"/>
                  </a:ext>
                </a:extLst>
              </a:tr>
              <a:tr h="370840">
                <a:tc>
                  <a:txBody>
                    <a:bodyPr/>
                    <a:lstStyle/>
                    <a:p>
                      <a:r>
                        <a:rPr lang="en-GB" dirty="0">
                          <a:latin typeface="Helvetica" panose="020B0604020202020204" pitchFamily="34" charset="0"/>
                          <a:cs typeface="Helvetica" panose="020B0604020202020204" pitchFamily="34" charset="0"/>
                        </a:rPr>
                        <a:t>53666</a:t>
                      </a:r>
                    </a:p>
                  </a:txBody>
                  <a:tcPr/>
                </a:tc>
                <a:tc>
                  <a:txBody>
                    <a:bodyPr/>
                    <a:lstStyle/>
                    <a:p>
                      <a:pPr algn="l"/>
                      <a:r>
                        <a:rPr lang="en-GB" dirty="0">
                          <a:latin typeface="Helvetica" panose="020B0604020202020204" pitchFamily="34" charset="0"/>
                          <a:cs typeface="Helvetica" panose="020B0604020202020204" pitchFamily="34" charset="0"/>
                        </a:rPr>
                        <a:t>CS101</a:t>
                      </a:r>
                    </a:p>
                  </a:txBody>
                  <a:tcPr/>
                </a:tc>
                <a:tc>
                  <a:txBody>
                    <a:bodyPr/>
                    <a:lstStyle/>
                    <a:p>
                      <a:r>
                        <a:rPr lang="en-GB" dirty="0">
                          <a:latin typeface="Helvetica" panose="020B0604020202020204" pitchFamily="34" charset="0"/>
                          <a:cs typeface="Helvetica" panose="020B0604020202020204" pitchFamily="34" charset="0"/>
                        </a:rPr>
                        <a:t>C</a:t>
                      </a:r>
                    </a:p>
                  </a:txBody>
                  <a:tcPr/>
                </a:tc>
                <a:extLst>
                  <a:ext uri="{0D108BD9-81ED-4DB2-BD59-A6C34878D82A}">
                    <a16:rowId xmlns:a16="http://schemas.microsoft.com/office/drawing/2014/main" val="3791147316"/>
                  </a:ext>
                </a:extLst>
              </a:tr>
              <a:tr h="370840">
                <a:tc>
                  <a:txBody>
                    <a:bodyPr/>
                    <a:lstStyle/>
                    <a:p>
                      <a:r>
                        <a:rPr lang="en-GB" dirty="0">
                          <a:latin typeface="Helvetica" panose="020B0604020202020204" pitchFamily="34" charset="0"/>
                          <a:cs typeface="Helvetica" panose="020B0604020202020204" pitchFamily="34" charset="0"/>
                        </a:rPr>
                        <a:t>53666</a:t>
                      </a:r>
                    </a:p>
                  </a:txBody>
                  <a:tcPr/>
                </a:tc>
                <a:tc>
                  <a:txBody>
                    <a:bodyPr/>
                    <a:lstStyle/>
                    <a:p>
                      <a:pPr algn="l"/>
                      <a:r>
                        <a:rPr lang="en-GB" dirty="0">
                          <a:latin typeface="Helvetica" panose="020B0604020202020204" pitchFamily="34" charset="0"/>
                          <a:cs typeface="Helvetica" panose="020B0604020202020204" pitchFamily="34" charset="0"/>
                        </a:rPr>
                        <a:t>ENG123</a:t>
                      </a:r>
                    </a:p>
                  </a:txBody>
                  <a:tcPr/>
                </a:tc>
                <a:tc>
                  <a:txBody>
                    <a:bodyPr/>
                    <a:lstStyle/>
                    <a:p>
                      <a:r>
                        <a:rPr lang="en-GB" dirty="0">
                          <a:latin typeface="Helvetica" panose="020B0604020202020204" pitchFamily="34" charset="0"/>
                          <a:cs typeface="Helvetica" panose="020B0604020202020204" pitchFamily="34" charset="0"/>
                        </a:rPr>
                        <a:t>B</a:t>
                      </a:r>
                    </a:p>
                  </a:txBody>
                  <a:tcPr/>
                </a:tc>
                <a:extLst>
                  <a:ext uri="{0D108BD9-81ED-4DB2-BD59-A6C34878D82A}">
                    <a16:rowId xmlns:a16="http://schemas.microsoft.com/office/drawing/2014/main" val="1233520421"/>
                  </a:ext>
                </a:extLst>
              </a:tr>
              <a:tr h="370840">
                <a:tc>
                  <a:txBody>
                    <a:bodyPr/>
                    <a:lstStyle/>
                    <a:p>
                      <a:r>
                        <a:rPr lang="en-GB" dirty="0">
                          <a:latin typeface="Helvetica" panose="020B0604020202020204" pitchFamily="34" charset="0"/>
                          <a:cs typeface="Helvetica" panose="020B0604020202020204" pitchFamily="34" charset="0"/>
                        </a:rPr>
                        <a:t>53650</a:t>
                      </a:r>
                    </a:p>
                  </a:txBody>
                  <a:tcPr/>
                </a:tc>
                <a:tc>
                  <a:txBody>
                    <a:bodyPr/>
                    <a:lstStyle/>
                    <a:p>
                      <a:pPr algn="l"/>
                      <a:r>
                        <a:rPr lang="en-GB" dirty="0">
                          <a:latin typeface="Helvetica" panose="020B0604020202020204" pitchFamily="34" charset="0"/>
                          <a:cs typeface="Helvetica" panose="020B0604020202020204" pitchFamily="34" charset="0"/>
                        </a:rPr>
                        <a:t>Topology112</a:t>
                      </a:r>
                    </a:p>
                  </a:txBody>
                  <a:tcPr/>
                </a:tc>
                <a:tc>
                  <a:txBody>
                    <a:bodyPr/>
                    <a:lstStyle/>
                    <a:p>
                      <a:r>
                        <a:rPr lang="en-GB" dirty="0">
                          <a:latin typeface="Helvetica" panose="020B0604020202020204" pitchFamily="34" charset="0"/>
                          <a:cs typeface="Helvetica" panose="020B0604020202020204" pitchFamily="34" charset="0"/>
                        </a:rPr>
                        <a:t>A</a:t>
                      </a:r>
                    </a:p>
                  </a:txBody>
                  <a:tcPr/>
                </a:tc>
                <a:extLst>
                  <a:ext uri="{0D108BD9-81ED-4DB2-BD59-A6C34878D82A}">
                    <a16:rowId xmlns:a16="http://schemas.microsoft.com/office/drawing/2014/main" val="4175957546"/>
                  </a:ext>
                </a:extLst>
              </a:tr>
              <a:tr h="370840">
                <a:tc>
                  <a:txBody>
                    <a:bodyPr/>
                    <a:lstStyle/>
                    <a:p>
                      <a:r>
                        <a:rPr lang="en-GB" dirty="0">
                          <a:latin typeface="Helvetica" panose="020B0604020202020204" pitchFamily="34" charset="0"/>
                          <a:cs typeface="Helvetica" panose="020B0604020202020204" pitchFamily="34" charset="0"/>
                        </a:rPr>
                        <a:t>53666</a:t>
                      </a:r>
                    </a:p>
                  </a:txBody>
                  <a:tcPr/>
                </a:tc>
                <a:tc>
                  <a:txBody>
                    <a:bodyPr/>
                    <a:lstStyle/>
                    <a:p>
                      <a:pPr algn="l"/>
                      <a:r>
                        <a:rPr lang="en-GB" dirty="0">
                          <a:latin typeface="Helvetica" panose="020B0604020202020204" pitchFamily="34" charset="0"/>
                          <a:cs typeface="Helvetica" panose="020B0604020202020204" pitchFamily="34" charset="0"/>
                        </a:rPr>
                        <a:t>History105</a:t>
                      </a:r>
                    </a:p>
                  </a:txBody>
                  <a:tcPr/>
                </a:tc>
                <a:tc>
                  <a:txBody>
                    <a:bodyPr/>
                    <a:lstStyle/>
                    <a:p>
                      <a:r>
                        <a:rPr lang="en-GB" dirty="0">
                          <a:latin typeface="Helvetica" panose="020B0604020202020204" pitchFamily="34" charset="0"/>
                          <a:cs typeface="Helvetica" panose="020B0604020202020204" pitchFamily="34" charset="0"/>
                        </a:rPr>
                        <a:t>B</a:t>
                      </a:r>
                    </a:p>
                  </a:txBody>
                  <a:tcPr/>
                </a:tc>
                <a:extLst>
                  <a:ext uri="{0D108BD9-81ED-4DB2-BD59-A6C34878D82A}">
                    <a16:rowId xmlns:a16="http://schemas.microsoft.com/office/drawing/2014/main" val="1566846799"/>
                  </a:ext>
                </a:extLst>
              </a:tr>
            </a:tbl>
          </a:graphicData>
        </a:graphic>
      </p:graphicFrame>
      <p:graphicFrame>
        <p:nvGraphicFramePr>
          <p:cNvPr id="8" name="Table 8">
            <a:extLst>
              <a:ext uri="{FF2B5EF4-FFF2-40B4-BE49-F238E27FC236}">
                <a16:creationId xmlns:a16="http://schemas.microsoft.com/office/drawing/2014/main" id="{C4267432-AE02-5CB5-C52D-8FCCD8ADE670}"/>
              </a:ext>
            </a:extLst>
          </p:cNvPr>
          <p:cNvGraphicFramePr>
            <a:graphicFrameLocks noGrp="1"/>
          </p:cNvGraphicFramePr>
          <p:nvPr>
            <p:extLst>
              <p:ext uri="{D42A27DB-BD31-4B8C-83A1-F6EECF244321}">
                <p14:modId xmlns:p14="http://schemas.microsoft.com/office/powerpoint/2010/main" val="1957799150"/>
              </p:ext>
            </p:extLst>
          </p:nvPr>
        </p:nvGraphicFramePr>
        <p:xfrm>
          <a:off x="4746409" y="3827904"/>
          <a:ext cx="4680519" cy="1483360"/>
        </p:xfrm>
        <a:graphic>
          <a:graphicData uri="http://schemas.openxmlformats.org/drawingml/2006/table">
            <a:tbl>
              <a:tblPr firstRow="1" bandRow="1">
                <a:tableStyleId>{5C22544A-7EE6-4342-B048-85BDC9FD1C3A}</a:tableStyleId>
              </a:tblPr>
              <a:tblGrid>
                <a:gridCol w="908015">
                  <a:extLst>
                    <a:ext uri="{9D8B030D-6E8A-4147-A177-3AD203B41FA5}">
                      <a16:colId xmlns:a16="http://schemas.microsoft.com/office/drawing/2014/main" val="26725425"/>
                    </a:ext>
                  </a:extLst>
                </a:gridCol>
                <a:gridCol w="908015">
                  <a:extLst>
                    <a:ext uri="{9D8B030D-6E8A-4147-A177-3AD203B41FA5}">
                      <a16:colId xmlns:a16="http://schemas.microsoft.com/office/drawing/2014/main" val="403283815"/>
                    </a:ext>
                  </a:extLst>
                </a:gridCol>
                <a:gridCol w="1589028">
                  <a:extLst>
                    <a:ext uri="{9D8B030D-6E8A-4147-A177-3AD203B41FA5}">
                      <a16:colId xmlns:a16="http://schemas.microsoft.com/office/drawing/2014/main" val="3340415861"/>
                    </a:ext>
                  </a:extLst>
                </a:gridCol>
                <a:gridCol w="681012">
                  <a:extLst>
                    <a:ext uri="{9D8B030D-6E8A-4147-A177-3AD203B41FA5}">
                      <a16:colId xmlns:a16="http://schemas.microsoft.com/office/drawing/2014/main" val="3540394510"/>
                    </a:ext>
                  </a:extLst>
                </a:gridCol>
                <a:gridCol w="594449">
                  <a:extLst>
                    <a:ext uri="{9D8B030D-6E8A-4147-A177-3AD203B41FA5}">
                      <a16:colId xmlns:a16="http://schemas.microsoft.com/office/drawing/2014/main" val="1114457015"/>
                    </a:ext>
                  </a:extLst>
                </a:gridCol>
              </a:tblGrid>
              <a:tr h="370840">
                <a:tc>
                  <a:txBody>
                    <a:bodyPr/>
                    <a:lstStyle/>
                    <a:p>
                      <a:pPr algn="ctr"/>
                      <a:r>
                        <a:rPr lang="en-GB" dirty="0" err="1">
                          <a:latin typeface="Helvetica" panose="020B0604020202020204" pitchFamily="34" charset="0"/>
                          <a:cs typeface="Helvetica" panose="020B0604020202020204" pitchFamily="34" charset="0"/>
                        </a:rPr>
                        <a:t>sid</a:t>
                      </a:r>
                      <a:endParaRPr lang="en-GB" dirty="0">
                        <a:latin typeface="Helvetica" panose="020B0604020202020204" pitchFamily="34" charset="0"/>
                        <a:cs typeface="Helvetica" panose="020B0604020202020204" pitchFamily="34" charset="0"/>
                      </a:endParaRPr>
                    </a:p>
                  </a:txBody>
                  <a:tcPr/>
                </a:tc>
                <a:tc>
                  <a:txBody>
                    <a:bodyPr/>
                    <a:lstStyle/>
                    <a:p>
                      <a:r>
                        <a:rPr lang="en-GB" dirty="0">
                          <a:latin typeface="Helvetica" panose="020B0604020202020204" pitchFamily="34" charset="0"/>
                          <a:cs typeface="Helvetica" panose="020B0604020202020204" pitchFamily="34" charset="0"/>
                        </a:rPr>
                        <a:t>name</a:t>
                      </a:r>
                    </a:p>
                  </a:txBody>
                  <a:tcPr/>
                </a:tc>
                <a:tc>
                  <a:txBody>
                    <a:bodyPr/>
                    <a:lstStyle/>
                    <a:p>
                      <a:r>
                        <a:rPr lang="en-GB" dirty="0">
                          <a:latin typeface="Helvetica" panose="020B0604020202020204" pitchFamily="34" charset="0"/>
                          <a:cs typeface="Helvetica" panose="020B0604020202020204" pitchFamily="34" charset="0"/>
                        </a:rPr>
                        <a:t>login</a:t>
                      </a:r>
                    </a:p>
                  </a:txBody>
                  <a:tcPr/>
                </a:tc>
                <a:tc>
                  <a:txBody>
                    <a:bodyPr/>
                    <a:lstStyle/>
                    <a:p>
                      <a:r>
                        <a:rPr lang="en-GB" dirty="0">
                          <a:latin typeface="Helvetica" panose="020B0604020202020204" pitchFamily="34" charset="0"/>
                          <a:cs typeface="Helvetica" panose="020B0604020202020204" pitchFamily="34" charset="0"/>
                        </a:rPr>
                        <a:t>age</a:t>
                      </a:r>
                    </a:p>
                  </a:txBody>
                  <a:tcPr/>
                </a:tc>
                <a:tc>
                  <a:txBody>
                    <a:bodyPr/>
                    <a:lstStyle/>
                    <a:p>
                      <a:r>
                        <a:rPr lang="en-GB" dirty="0" err="1">
                          <a:latin typeface="Helvetica" panose="020B0604020202020204" pitchFamily="34" charset="0"/>
                          <a:cs typeface="Helvetica" panose="020B0604020202020204" pitchFamily="34" charset="0"/>
                        </a:rPr>
                        <a:t>gpa</a:t>
                      </a:r>
                      <a:endParaRPr lang="en-GB" dirty="0">
                        <a:latin typeface="Helvetica" panose="020B0604020202020204" pitchFamily="34" charset="0"/>
                        <a:cs typeface="Helvetica" panose="020B0604020202020204" pitchFamily="34" charset="0"/>
                      </a:endParaRPr>
                    </a:p>
                  </a:txBody>
                  <a:tcPr/>
                </a:tc>
                <a:extLst>
                  <a:ext uri="{0D108BD9-81ED-4DB2-BD59-A6C34878D82A}">
                    <a16:rowId xmlns:a16="http://schemas.microsoft.com/office/drawing/2014/main" val="2864562495"/>
                  </a:ext>
                </a:extLst>
              </a:tr>
              <a:tr h="370840">
                <a:tc>
                  <a:txBody>
                    <a:bodyPr/>
                    <a:lstStyle/>
                    <a:p>
                      <a:r>
                        <a:rPr lang="en-GB" dirty="0">
                          <a:latin typeface="Helvetica" panose="020B0604020202020204" pitchFamily="34" charset="0"/>
                          <a:cs typeface="Helvetica" panose="020B0604020202020204" pitchFamily="34" charset="0"/>
                        </a:rPr>
                        <a:t>53666</a:t>
                      </a:r>
                    </a:p>
                  </a:txBody>
                  <a:tcPr/>
                </a:tc>
                <a:tc>
                  <a:txBody>
                    <a:bodyPr/>
                    <a:lstStyle/>
                    <a:p>
                      <a:r>
                        <a:rPr lang="en-GB" dirty="0">
                          <a:latin typeface="Helvetica" panose="020B0604020202020204" pitchFamily="34" charset="0"/>
                          <a:cs typeface="Helvetica" panose="020B0604020202020204" pitchFamily="34" charset="0"/>
                        </a:rPr>
                        <a:t>Jones</a:t>
                      </a:r>
                    </a:p>
                  </a:txBody>
                  <a:tcPr/>
                </a:tc>
                <a:tc>
                  <a:txBody>
                    <a:bodyPr/>
                    <a:lstStyle/>
                    <a:p>
                      <a:r>
                        <a:rPr lang="en-GB" dirty="0" err="1">
                          <a:latin typeface="Helvetica" panose="020B0604020202020204" pitchFamily="34" charset="0"/>
                          <a:cs typeface="Helvetica" panose="020B0604020202020204" pitchFamily="34" charset="0"/>
                        </a:rPr>
                        <a:t>jones@cs</a:t>
                      </a:r>
                      <a:endParaRPr lang="en-GB" dirty="0">
                        <a:latin typeface="Helvetica" panose="020B0604020202020204" pitchFamily="34" charset="0"/>
                        <a:cs typeface="Helvetica" panose="020B0604020202020204" pitchFamily="34" charset="0"/>
                      </a:endParaRPr>
                    </a:p>
                  </a:txBody>
                  <a:tcPr/>
                </a:tc>
                <a:tc>
                  <a:txBody>
                    <a:bodyPr/>
                    <a:lstStyle/>
                    <a:p>
                      <a:r>
                        <a:rPr lang="en-GB" dirty="0">
                          <a:latin typeface="Helvetica" panose="020B0604020202020204" pitchFamily="34" charset="0"/>
                          <a:cs typeface="Helvetica" panose="020B0604020202020204" pitchFamily="34" charset="0"/>
                        </a:rPr>
                        <a:t>18</a:t>
                      </a:r>
                    </a:p>
                  </a:txBody>
                  <a:tcPr/>
                </a:tc>
                <a:tc>
                  <a:txBody>
                    <a:bodyPr/>
                    <a:lstStyle/>
                    <a:p>
                      <a:r>
                        <a:rPr lang="en-GB" dirty="0">
                          <a:latin typeface="Helvetica" panose="020B0604020202020204" pitchFamily="34" charset="0"/>
                          <a:cs typeface="Helvetica" panose="020B0604020202020204" pitchFamily="34" charset="0"/>
                        </a:rPr>
                        <a:t>3.4</a:t>
                      </a:r>
                    </a:p>
                  </a:txBody>
                  <a:tcPr/>
                </a:tc>
                <a:extLst>
                  <a:ext uri="{0D108BD9-81ED-4DB2-BD59-A6C34878D82A}">
                    <a16:rowId xmlns:a16="http://schemas.microsoft.com/office/drawing/2014/main" val="1546176103"/>
                  </a:ext>
                </a:extLst>
              </a:tr>
              <a:tr h="370840">
                <a:tc>
                  <a:txBody>
                    <a:bodyPr/>
                    <a:lstStyle/>
                    <a:p>
                      <a:r>
                        <a:rPr lang="en-GB" dirty="0">
                          <a:latin typeface="Helvetica" panose="020B0604020202020204" pitchFamily="34" charset="0"/>
                          <a:cs typeface="Helvetica" panose="020B0604020202020204" pitchFamily="34" charset="0"/>
                        </a:rPr>
                        <a:t>53688</a:t>
                      </a:r>
                    </a:p>
                  </a:txBody>
                  <a:tcPr/>
                </a:tc>
                <a:tc>
                  <a:txBody>
                    <a:bodyPr/>
                    <a:lstStyle/>
                    <a:p>
                      <a:r>
                        <a:rPr lang="en-GB" dirty="0">
                          <a:latin typeface="Helvetica" panose="020B0604020202020204" pitchFamily="34" charset="0"/>
                          <a:cs typeface="Helvetica" panose="020B0604020202020204" pitchFamily="34" charset="0"/>
                        </a:rPr>
                        <a:t>Smith</a:t>
                      </a:r>
                    </a:p>
                  </a:txBody>
                  <a:tcPr/>
                </a:tc>
                <a:tc>
                  <a:txBody>
                    <a:bodyPr/>
                    <a:lstStyle/>
                    <a:p>
                      <a:r>
                        <a:rPr lang="en-GB" dirty="0" err="1">
                          <a:latin typeface="Helvetica" panose="020B0604020202020204" pitchFamily="34" charset="0"/>
                          <a:cs typeface="Helvetica" panose="020B0604020202020204" pitchFamily="34" charset="0"/>
                        </a:rPr>
                        <a:t>smith@eecs</a:t>
                      </a:r>
                      <a:endParaRPr lang="en-GB" dirty="0">
                        <a:latin typeface="Helvetica" panose="020B0604020202020204" pitchFamily="34" charset="0"/>
                        <a:cs typeface="Helvetica" panose="020B0604020202020204" pitchFamily="34" charset="0"/>
                      </a:endParaRPr>
                    </a:p>
                  </a:txBody>
                  <a:tcPr/>
                </a:tc>
                <a:tc>
                  <a:txBody>
                    <a:bodyPr/>
                    <a:lstStyle/>
                    <a:p>
                      <a:r>
                        <a:rPr lang="en-GB" dirty="0">
                          <a:latin typeface="Helvetica" panose="020B0604020202020204" pitchFamily="34" charset="0"/>
                          <a:cs typeface="Helvetica" panose="020B0604020202020204" pitchFamily="34" charset="0"/>
                        </a:rPr>
                        <a:t>18</a:t>
                      </a:r>
                    </a:p>
                  </a:txBody>
                  <a:tcPr/>
                </a:tc>
                <a:tc>
                  <a:txBody>
                    <a:bodyPr/>
                    <a:lstStyle/>
                    <a:p>
                      <a:r>
                        <a:rPr lang="en-GB" dirty="0">
                          <a:latin typeface="Helvetica" panose="020B0604020202020204" pitchFamily="34" charset="0"/>
                          <a:cs typeface="Helvetica" panose="020B0604020202020204" pitchFamily="34" charset="0"/>
                        </a:rPr>
                        <a:t>3.2</a:t>
                      </a:r>
                    </a:p>
                  </a:txBody>
                  <a:tcPr/>
                </a:tc>
                <a:extLst>
                  <a:ext uri="{0D108BD9-81ED-4DB2-BD59-A6C34878D82A}">
                    <a16:rowId xmlns:a16="http://schemas.microsoft.com/office/drawing/2014/main" val="2893512626"/>
                  </a:ext>
                </a:extLst>
              </a:tr>
              <a:tr h="370840">
                <a:tc>
                  <a:txBody>
                    <a:bodyPr/>
                    <a:lstStyle/>
                    <a:p>
                      <a:r>
                        <a:rPr lang="en-GB" dirty="0">
                          <a:latin typeface="Helvetica" panose="020B0604020202020204" pitchFamily="34" charset="0"/>
                          <a:cs typeface="Helvetica" panose="020B0604020202020204" pitchFamily="34" charset="0"/>
                        </a:rPr>
                        <a:t>53650</a:t>
                      </a:r>
                    </a:p>
                  </a:txBody>
                  <a:tcPr/>
                </a:tc>
                <a:tc>
                  <a:txBody>
                    <a:bodyPr/>
                    <a:lstStyle/>
                    <a:p>
                      <a:r>
                        <a:rPr lang="en-GB" dirty="0">
                          <a:latin typeface="Helvetica" panose="020B0604020202020204" pitchFamily="34" charset="0"/>
                          <a:cs typeface="Helvetica" panose="020B0604020202020204" pitchFamily="34" charset="0"/>
                        </a:rPr>
                        <a:t>Smith</a:t>
                      </a:r>
                    </a:p>
                  </a:txBody>
                  <a:tcPr/>
                </a:tc>
                <a:tc>
                  <a:txBody>
                    <a:bodyPr/>
                    <a:lstStyle/>
                    <a:p>
                      <a:r>
                        <a:rPr lang="en-GB" dirty="0" err="1">
                          <a:latin typeface="Helvetica" panose="020B0604020202020204" pitchFamily="34" charset="0"/>
                          <a:cs typeface="Helvetica" panose="020B0604020202020204" pitchFamily="34" charset="0"/>
                        </a:rPr>
                        <a:t>smith@math</a:t>
                      </a:r>
                      <a:endParaRPr lang="en-GB" dirty="0">
                        <a:latin typeface="Helvetica" panose="020B0604020202020204" pitchFamily="34" charset="0"/>
                        <a:cs typeface="Helvetica" panose="020B0604020202020204" pitchFamily="34" charset="0"/>
                      </a:endParaRPr>
                    </a:p>
                  </a:txBody>
                  <a:tcPr/>
                </a:tc>
                <a:tc>
                  <a:txBody>
                    <a:bodyPr/>
                    <a:lstStyle/>
                    <a:p>
                      <a:r>
                        <a:rPr lang="en-GB" dirty="0">
                          <a:latin typeface="Helvetica" panose="020B0604020202020204" pitchFamily="34" charset="0"/>
                          <a:cs typeface="Helvetica" panose="020B0604020202020204" pitchFamily="34" charset="0"/>
                        </a:rPr>
                        <a:t>19</a:t>
                      </a:r>
                    </a:p>
                  </a:txBody>
                  <a:tcPr/>
                </a:tc>
                <a:tc>
                  <a:txBody>
                    <a:bodyPr/>
                    <a:lstStyle/>
                    <a:p>
                      <a:r>
                        <a:rPr lang="en-GB" dirty="0">
                          <a:latin typeface="Helvetica" panose="020B0604020202020204" pitchFamily="34" charset="0"/>
                          <a:cs typeface="Helvetica" panose="020B0604020202020204" pitchFamily="34" charset="0"/>
                        </a:rPr>
                        <a:t>3.8</a:t>
                      </a:r>
                    </a:p>
                  </a:txBody>
                  <a:tcPr/>
                </a:tc>
                <a:extLst>
                  <a:ext uri="{0D108BD9-81ED-4DB2-BD59-A6C34878D82A}">
                    <a16:rowId xmlns:a16="http://schemas.microsoft.com/office/drawing/2014/main" val="545138935"/>
                  </a:ext>
                </a:extLst>
              </a:tr>
            </a:tbl>
          </a:graphicData>
        </a:graphic>
      </p:graphicFrame>
      <p:sp>
        <p:nvSpPr>
          <p:cNvPr id="9" name="TextBox 8">
            <a:extLst>
              <a:ext uri="{FF2B5EF4-FFF2-40B4-BE49-F238E27FC236}">
                <a16:creationId xmlns:a16="http://schemas.microsoft.com/office/drawing/2014/main" id="{24BD288A-3A4D-735F-0BAB-87983673A39E}"/>
              </a:ext>
            </a:extLst>
          </p:cNvPr>
          <p:cNvSpPr txBox="1"/>
          <p:nvPr/>
        </p:nvSpPr>
        <p:spPr>
          <a:xfrm>
            <a:off x="664649" y="3244334"/>
            <a:ext cx="3313728" cy="369332"/>
          </a:xfrm>
          <a:prstGeom prst="rect">
            <a:avLst/>
          </a:prstGeom>
          <a:noFill/>
        </p:spPr>
        <p:txBody>
          <a:bodyPr wrap="none" rtlCol="0">
            <a:spAutoFit/>
          </a:bodyPr>
          <a:lstStyle/>
          <a:p>
            <a:r>
              <a:rPr lang="en-GB" dirty="0">
                <a:solidFill>
                  <a:srgbClr val="FF0000"/>
                </a:solidFill>
                <a:latin typeface="Georgia" panose="02040502050405020303" pitchFamily="18" charset="0"/>
                <a:cs typeface="Lucida Sans Unicode" panose="020B0602030504020204" pitchFamily="34" charset="0"/>
              </a:rPr>
              <a:t>Enrolled</a:t>
            </a:r>
            <a:r>
              <a:rPr lang="en-GB" dirty="0">
                <a:latin typeface="Georgia" panose="02040502050405020303" pitchFamily="18" charset="0"/>
                <a:cs typeface="Lucida Sans Unicode" panose="020B0602030504020204" pitchFamily="34" charset="0"/>
              </a:rPr>
              <a:t> (</a:t>
            </a:r>
            <a:r>
              <a:rPr lang="en-GB" dirty="0">
                <a:solidFill>
                  <a:srgbClr val="0000FF"/>
                </a:solidFill>
                <a:latin typeface="Georgia" panose="02040502050405020303" pitchFamily="18" charset="0"/>
                <a:cs typeface="Lucida Sans Unicode" panose="020B0602030504020204" pitchFamily="34" charset="0"/>
              </a:rPr>
              <a:t>referencing relation</a:t>
            </a:r>
            <a:r>
              <a:rPr lang="en-GB" dirty="0">
                <a:latin typeface="Georgia" panose="02040502050405020303" pitchFamily="18" charset="0"/>
                <a:cs typeface="Lucida Sans Unicode" panose="020B0602030504020204" pitchFamily="34" charset="0"/>
              </a:rPr>
              <a:t>)</a:t>
            </a:r>
          </a:p>
        </p:txBody>
      </p:sp>
      <p:sp>
        <p:nvSpPr>
          <p:cNvPr id="10" name="TextBox 9">
            <a:extLst>
              <a:ext uri="{FF2B5EF4-FFF2-40B4-BE49-F238E27FC236}">
                <a16:creationId xmlns:a16="http://schemas.microsoft.com/office/drawing/2014/main" id="{951173FE-3725-C12C-92A4-2628C677E5A8}"/>
              </a:ext>
            </a:extLst>
          </p:cNvPr>
          <p:cNvSpPr txBox="1"/>
          <p:nvPr/>
        </p:nvSpPr>
        <p:spPr>
          <a:xfrm>
            <a:off x="5457055" y="3439246"/>
            <a:ext cx="3259226" cy="369332"/>
          </a:xfrm>
          <a:prstGeom prst="rect">
            <a:avLst/>
          </a:prstGeom>
          <a:noFill/>
        </p:spPr>
        <p:txBody>
          <a:bodyPr wrap="none" rtlCol="0">
            <a:spAutoFit/>
          </a:bodyPr>
          <a:lstStyle/>
          <a:p>
            <a:r>
              <a:rPr lang="en-GB" dirty="0">
                <a:solidFill>
                  <a:srgbClr val="FF0000"/>
                </a:solidFill>
                <a:latin typeface="Georgia" panose="02040502050405020303" pitchFamily="18" charset="0"/>
                <a:cs typeface="Lucida Sans Unicode" panose="020B0602030504020204" pitchFamily="34" charset="0"/>
              </a:rPr>
              <a:t>Students</a:t>
            </a:r>
            <a:r>
              <a:rPr lang="en-GB" dirty="0">
                <a:latin typeface="Georgia" panose="02040502050405020303" pitchFamily="18" charset="0"/>
                <a:cs typeface="Lucida Sans Unicode" panose="020B0602030504020204" pitchFamily="34" charset="0"/>
              </a:rPr>
              <a:t> (</a:t>
            </a:r>
            <a:r>
              <a:rPr lang="en-GB" dirty="0">
                <a:solidFill>
                  <a:srgbClr val="0000FF"/>
                </a:solidFill>
                <a:latin typeface="Georgia" panose="02040502050405020303" pitchFamily="18" charset="0"/>
                <a:cs typeface="Lucida Sans Unicode" panose="020B0602030504020204" pitchFamily="34" charset="0"/>
              </a:rPr>
              <a:t>referenced relation</a:t>
            </a:r>
            <a:r>
              <a:rPr lang="en-GB" dirty="0">
                <a:latin typeface="Georgia" panose="02040502050405020303" pitchFamily="18" charset="0"/>
                <a:cs typeface="Lucida Sans Unicode" panose="020B0602030504020204" pitchFamily="34" charset="0"/>
              </a:rPr>
              <a:t>)</a:t>
            </a:r>
          </a:p>
        </p:txBody>
      </p:sp>
      <p:sp>
        <p:nvSpPr>
          <p:cNvPr id="11" name="Rectangle 10">
            <a:extLst>
              <a:ext uri="{FF2B5EF4-FFF2-40B4-BE49-F238E27FC236}">
                <a16:creationId xmlns:a16="http://schemas.microsoft.com/office/drawing/2014/main" id="{91043737-EF9B-EA7C-FB6E-F60F420CE17E}"/>
              </a:ext>
            </a:extLst>
          </p:cNvPr>
          <p:cNvSpPr/>
          <p:nvPr/>
        </p:nvSpPr>
        <p:spPr>
          <a:xfrm>
            <a:off x="488504" y="3613666"/>
            <a:ext cx="1008112" cy="1880478"/>
          </a:xfrm>
          <a:prstGeom prst="rect">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12" name="Rectangle 11">
            <a:extLst>
              <a:ext uri="{FF2B5EF4-FFF2-40B4-BE49-F238E27FC236}">
                <a16:creationId xmlns:a16="http://schemas.microsoft.com/office/drawing/2014/main" id="{7E0BB723-FBBF-7290-8C97-DAC2191D0EBE}"/>
              </a:ext>
            </a:extLst>
          </p:cNvPr>
          <p:cNvSpPr/>
          <p:nvPr/>
        </p:nvSpPr>
        <p:spPr>
          <a:xfrm>
            <a:off x="4715288" y="3827904"/>
            <a:ext cx="957792" cy="1483360"/>
          </a:xfrm>
          <a:prstGeom prst="rect">
            <a:avLst/>
          </a:prstGeom>
          <a:noFill/>
          <a:ln w="38100">
            <a:solidFill>
              <a:srgbClr val="FF00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cxnSp>
        <p:nvCxnSpPr>
          <p:cNvPr id="14" name="Straight Arrow Connector 13">
            <a:extLst>
              <a:ext uri="{FF2B5EF4-FFF2-40B4-BE49-F238E27FC236}">
                <a16:creationId xmlns:a16="http://schemas.microsoft.com/office/drawing/2014/main" id="{974FCC38-81D8-85EB-2C37-6B254797A5DF}"/>
              </a:ext>
            </a:extLst>
          </p:cNvPr>
          <p:cNvCxnSpPr>
            <a:cxnSpLocks/>
          </p:cNvCxnSpPr>
          <p:nvPr/>
        </p:nvCxnSpPr>
        <p:spPr>
          <a:xfrm>
            <a:off x="3296816" y="4210398"/>
            <a:ext cx="1449593" cy="138931"/>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7A86F193-D069-A18A-7B46-A7FD1EA94472}"/>
              </a:ext>
            </a:extLst>
          </p:cNvPr>
          <p:cNvCxnSpPr>
            <a:cxnSpLocks/>
          </p:cNvCxnSpPr>
          <p:nvPr/>
        </p:nvCxnSpPr>
        <p:spPr>
          <a:xfrm flipV="1">
            <a:off x="3368824" y="4416099"/>
            <a:ext cx="1346464" cy="98106"/>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26A7F4ED-14C4-5784-DB2E-896534EA9921}"/>
              </a:ext>
            </a:extLst>
          </p:cNvPr>
          <p:cNvCxnSpPr>
            <a:cxnSpLocks/>
          </p:cNvCxnSpPr>
          <p:nvPr/>
        </p:nvCxnSpPr>
        <p:spPr>
          <a:xfrm flipV="1">
            <a:off x="3368824" y="4514205"/>
            <a:ext cx="1346464" cy="797059"/>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BEFFAE50-C136-5ACF-46E2-33B868019A82}"/>
              </a:ext>
            </a:extLst>
          </p:cNvPr>
          <p:cNvCxnSpPr>
            <a:cxnSpLocks/>
          </p:cNvCxnSpPr>
          <p:nvPr/>
        </p:nvCxnSpPr>
        <p:spPr>
          <a:xfrm>
            <a:off x="3368824" y="4869160"/>
            <a:ext cx="1346464" cy="234979"/>
          </a:xfrm>
          <a:prstGeom prst="straightConnector1">
            <a:avLst/>
          </a:prstGeom>
          <a:ln w="19050">
            <a:solidFill>
              <a:srgbClr val="FF33CC"/>
            </a:solidFill>
            <a:tailEnd type="triangle"/>
          </a:ln>
        </p:spPr>
        <p:style>
          <a:lnRef idx="1">
            <a:schemeClr val="accent2"/>
          </a:lnRef>
          <a:fillRef idx="0">
            <a:schemeClr val="accent2"/>
          </a:fillRef>
          <a:effectRef idx="0">
            <a:schemeClr val="accent2"/>
          </a:effectRef>
          <a:fontRef idx="minor">
            <a:schemeClr val="tx1"/>
          </a:fontRef>
        </p:style>
      </p:cxnSp>
      <p:sp>
        <p:nvSpPr>
          <p:cNvPr id="27" name="TextBox 26">
            <a:extLst>
              <a:ext uri="{FF2B5EF4-FFF2-40B4-BE49-F238E27FC236}">
                <a16:creationId xmlns:a16="http://schemas.microsoft.com/office/drawing/2014/main" id="{304A0D9E-5353-F45E-7CC9-047CD3A25E70}"/>
              </a:ext>
            </a:extLst>
          </p:cNvPr>
          <p:cNvSpPr txBox="1"/>
          <p:nvPr/>
        </p:nvSpPr>
        <p:spPr>
          <a:xfrm>
            <a:off x="4558127" y="5378034"/>
            <a:ext cx="1422184" cy="369332"/>
          </a:xfrm>
          <a:prstGeom prst="rect">
            <a:avLst/>
          </a:prstGeom>
          <a:noFill/>
        </p:spPr>
        <p:txBody>
          <a:bodyPr wrap="none" rtlCol="0">
            <a:spAutoFit/>
          </a:bodyPr>
          <a:lstStyle/>
          <a:p>
            <a:r>
              <a:rPr lang="en-GB" dirty="0">
                <a:solidFill>
                  <a:srgbClr val="0000FF"/>
                </a:solidFill>
                <a:latin typeface="Georgia" panose="02040502050405020303" pitchFamily="18" charset="0"/>
                <a:cs typeface="Lucida Sans Unicode" panose="020B0602030504020204" pitchFamily="34" charset="0"/>
              </a:rPr>
              <a:t>Primary key</a:t>
            </a:r>
            <a:endParaRPr lang="en-GB" dirty="0">
              <a:latin typeface="Georgia" panose="02040502050405020303" pitchFamily="18" charset="0"/>
              <a:cs typeface="Lucida Sans Unicode" panose="020B0602030504020204" pitchFamily="34" charset="0"/>
            </a:endParaRPr>
          </a:p>
        </p:txBody>
      </p:sp>
      <p:sp>
        <p:nvSpPr>
          <p:cNvPr id="28" name="TextBox 27">
            <a:extLst>
              <a:ext uri="{FF2B5EF4-FFF2-40B4-BE49-F238E27FC236}">
                <a16:creationId xmlns:a16="http://schemas.microsoft.com/office/drawing/2014/main" id="{A2360C2F-76F0-DAD1-C216-9A1859F9B5D0}"/>
              </a:ext>
            </a:extLst>
          </p:cNvPr>
          <p:cNvSpPr txBox="1"/>
          <p:nvPr/>
        </p:nvSpPr>
        <p:spPr>
          <a:xfrm>
            <a:off x="281468" y="5571503"/>
            <a:ext cx="1380506" cy="369332"/>
          </a:xfrm>
          <a:prstGeom prst="rect">
            <a:avLst/>
          </a:prstGeom>
          <a:noFill/>
        </p:spPr>
        <p:txBody>
          <a:bodyPr wrap="none" rtlCol="0">
            <a:spAutoFit/>
          </a:bodyPr>
          <a:lstStyle/>
          <a:p>
            <a:r>
              <a:rPr lang="en-GB" dirty="0">
                <a:solidFill>
                  <a:srgbClr val="0000FF"/>
                </a:solidFill>
                <a:latin typeface="Georgia" panose="02040502050405020303" pitchFamily="18" charset="0"/>
                <a:cs typeface="Lucida Sans Unicode" panose="020B0602030504020204" pitchFamily="34" charset="0"/>
              </a:rPr>
              <a:t>Foreign key</a:t>
            </a:r>
            <a:endParaRPr lang="en-GB" dirty="0">
              <a:latin typeface="Georgia" panose="02040502050405020303" pitchFamily="18" charset="0"/>
              <a:cs typeface="Lucida Sans Unicode" panose="020B0602030504020204" pitchFamily="34" charset="0"/>
            </a:endParaRPr>
          </a:p>
        </p:txBody>
      </p:sp>
    </p:spTree>
    <p:extLst>
      <p:ext uri="{BB962C8B-B14F-4D97-AF65-F5344CB8AC3E}">
        <p14:creationId xmlns:p14="http://schemas.microsoft.com/office/powerpoint/2010/main" val="32727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ircle(in)">
                                      <p:cBhvr>
                                        <p:cTn id="10" dur="2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par>
                                <p:cTn id="24" presetID="22" presetClass="entr" presetSubtype="8"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par>
                                <p:cTn id="27" presetID="22" presetClass="entr" presetSubtype="8"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left)">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46979" y="0"/>
            <a:ext cx="6192688" cy="780762"/>
          </a:xfrm>
        </p:spPr>
        <p:txBody>
          <a:bodyPr/>
          <a:lstStyle/>
          <a:p>
            <a:r>
              <a:rPr lang="en-GB" sz="3200" dirty="0"/>
              <a:t>Relationships In MongoDB</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7</a:t>
            </a:fld>
            <a:endParaRPr lang="en-GB" dirty="0"/>
          </a:p>
        </p:txBody>
      </p:sp>
      <p:sp>
        <p:nvSpPr>
          <p:cNvPr id="5" name="Content Placeholder 2">
            <a:extLst>
              <a:ext uri="{FF2B5EF4-FFF2-40B4-BE49-F238E27FC236}">
                <a16:creationId xmlns:a16="http://schemas.microsoft.com/office/drawing/2014/main" id="{BDB72930-C5D4-9579-3D98-57C93C2132B8}"/>
              </a:ext>
            </a:extLst>
          </p:cNvPr>
          <p:cNvSpPr>
            <a:spLocks noGrp="1"/>
          </p:cNvSpPr>
          <p:nvPr>
            <p:ph idx="1"/>
          </p:nvPr>
        </p:nvSpPr>
        <p:spPr>
          <a:xfrm>
            <a:off x="488504" y="2399122"/>
            <a:ext cx="7936926" cy="4120740"/>
          </a:xfrm>
        </p:spPr>
        <p:txBody>
          <a:bodyPr/>
          <a:lstStyle/>
          <a:p>
            <a:pPr>
              <a:buClr>
                <a:schemeClr val="tx1"/>
              </a:buClr>
            </a:pPr>
            <a:r>
              <a:rPr lang="en-US" sz="2200" b="1" i="1" dirty="0">
                <a:solidFill>
                  <a:srgbClr val="800000"/>
                </a:solidFill>
                <a:latin typeface="Helvetica" panose="020B0604020202020204" pitchFamily="34" charset="0"/>
                <a:cs typeface="Helvetica" panose="020B0604020202020204" pitchFamily="34" charset="0"/>
              </a:rPr>
              <a:t>Referencing</a:t>
            </a:r>
            <a:r>
              <a:rPr lang="en-US" sz="2200" dirty="0">
                <a:solidFill>
                  <a:srgbClr val="800000"/>
                </a:solidFill>
                <a:latin typeface="Helvetica" panose="020B0604020202020204" pitchFamily="34" charset="0"/>
                <a:cs typeface="Helvetica" panose="020B0604020202020204" pitchFamily="34" charset="0"/>
              </a:rPr>
              <a:t> </a:t>
            </a:r>
            <a:r>
              <a:rPr lang="en-US" sz="2200" dirty="0">
                <a:latin typeface="Helvetica" panose="020B0604020202020204" pitchFamily="34" charset="0"/>
                <a:cs typeface="Helvetica" panose="020B0604020202020204" pitchFamily="34" charset="0"/>
              </a:rPr>
              <a:t>between two collections</a:t>
            </a:r>
          </a:p>
          <a:p>
            <a:pPr lvl="1"/>
            <a:r>
              <a:rPr lang="en-US" sz="2000" dirty="0">
                <a:latin typeface="Helvetica" panose="020B0604020202020204" pitchFamily="34" charset="0"/>
                <a:cs typeface="Helvetica" panose="020B0604020202020204" pitchFamily="34" charset="0"/>
              </a:rPr>
              <a:t>Use document's </a:t>
            </a:r>
            <a:r>
              <a:rPr lang="en-US" sz="2000" b="1" dirty="0">
                <a:latin typeface="Courier New" panose="02070309020205020404" pitchFamily="49" charset="0"/>
                <a:cs typeface="Courier New" panose="02070309020205020404" pitchFamily="49" charset="0"/>
              </a:rPr>
              <a:t>_id </a:t>
            </a:r>
            <a:r>
              <a:rPr lang="en-US" sz="2000" dirty="0">
                <a:latin typeface="Helvetica" panose="020B0604020202020204" pitchFamily="34" charset="0"/>
                <a:cs typeface="Helvetica" panose="020B0604020202020204" pitchFamily="34" charset="0"/>
              </a:rPr>
              <a:t>field of one and put in the other</a:t>
            </a:r>
          </a:p>
          <a:p>
            <a:pPr lvl="1"/>
            <a:r>
              <a:rPr lang="en-US" sz="2000" dirty="0">
                <a:latin typeface="Helvetica" panose="020B0604020202020204" pitchFamily="34" charset="0"/>
                <a:cs typeface="Helvetica" panose="020B0604020202020204" pitchFamily="34" charset="0"/>
              </a:rPr>
              <a:t>Very similar to FK-PK in relational DBs</a:t>
            </a:r>
          </a:p>
          <a:p>
            <a:pPr lvl="1"/>
            <a:r>
              <a:rPr lang="en-US" sz="2000" b="1" dirty="0">
                <a:solidFill>
                  <a:srgbClr val="3366FF"/>
                </a:solidFill>
                <a:latin typeface="Helvetica" panose="020B0604020202020204" pitchFamily="34" charset="0"/>
                <a:cs typeface="Helvetica" panose="020B0604020202020204" pitchFamily="34" charset="0"/>
              </a:rPr>
              <a:t>Does not come with enforcement mechanism </a:t>
            </a:r>
          </a:p>
          <a:p>
            <a:pPr lvl="1"/>
            <a:endParaRPr lang="en-US" dirty="0">
              <a:latin typeface="Helvetica" panose="020B0604020202020204" pitchFamily="34" charset="0"/>
              <a:cs typeface="Helvetica" panose="020B0604020202020204" pitchFamily="34" charset="0"/>
            </a:endParaRPr>
          </a:p>
          <a:p>
            <a:pPr>
              <a:buClr>
                <a:schemeClr val="tx1"/>
              </a:buClr>
            </a:pPr>
            <a:r>
              <a:rPr lang="en-US" sz="2200" b="1" i="1" dirty="0">
                <a:solidFill>
                  <a:srgbClr val="800000"/>
                </a:solidFill>
                <a:latin typeface="Helvetica" panose="020B0604020202020204" pitchFamily="34" charset="0"/>
                <a:cs typeface="Helvetica" panose="020B0604020202020204" pitchFamily="34" charset="0"/>
              </a:rPr>
              <a:t>Embedding</a:t>
            </a:r>
            <a:r>
              <a:rPr lang="en-US" sz="2200" dirty="0">
                <a:solidFill>
                  <a:srgbClr val="800000"/>
                </a:solidFill>
                <a:latin typeface="Helvetica" panose="020B0604020202020204" pitchFamily="34" charset="0"/>
                <a:cs typeface="Helvetica" panose="020B0604020202020204" pitchFamily="34" charset="0"/>
              </a:rPr>
              <a:t> </a:t>
            </a:r>
            <a:r>
              <a:rPr lang="en-US" sz="2200" dirty="0">
                <a:latin typeface="Helvetica" panose="020B0604020202020204" pitchFamily="34" charset="0"/>
                <a:cs typeface="Helvetica" panose="020B0604020202020204" pitchFamily="34" charset="0"/>
              </a:rPr>
              <a:t>between two collections</a:t>
            </a:r>
          </a:p>
          <a:p>
            <a:pPr lvl="1"/>
            <a:r>
              <a:rPr lang="en-US" sz="2000" dirty="0">
                <a:latin typeface="Helvetica" panose="020B0604020202020204" pitchFamily="34" charset="0"/>
                <a:cs typeface="Helvetica" panose="020B0604020202020204" pitchFamily="34" charset="0"/>
              </a:rPr>
              <a:t>Put the document from one collection inside the other one</a:t>
            </a:r>
          </a:p>
        </p:txBody>
      </p:sp>
      <p:sp>
        <p:nvSpPr>
          <p:cNvPr id="9" name="TextBox 8">
            <a:extLst>
              <a:ext uri="{FF2B5EF4-FFF2-40B4-BE49-F238E27FC236}">
                <a16:creationId xmlns:a16="http://schemas.microsoft.com/office/drawing/2014/main" id="{83AFF9AD-0DEE-0F95-1B86-E5493A15E383}"/>
              </a:ext>
            </a:extLst>
          </p:cNvPr>
          <p:cNvSpPr txBox="1"/>
          <p:nvPr/>
        </p:nvSpPr>
        <p:spPr>
          <a:xfrm>
            <a:off x="440052" y="980728"/>
            <a:ext cx="9025895" cy="95866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000" dirty="0">
                <a:latin typeface="Helvetica" panose="020B0604020202020204" pitchFamily="34" charset="0"/>
                <a:cs typeface="Helvetica" panose="020B0604020202020204" pitchFamily="34" charset="0"/>
              </a:rPr>
              <a:t>Relationships are handled differently due to the absence of traditional joins</a:t>
            </a:r>
          </a:p>
          <a:p>
            <a:pPr marL="342900" indent="-342900">
              <a:lnSpc>
                <a:spcPct val="150000"/>
              </a:lnSpc>
              <a:buFont typeface="Arial" panose="020B0604020202020204" pitchFamily="34" charset="0"/>
              <a:buChar char="•"/>
            </a:pPr>
            <a:r>
              <a:rPr lang="en-GB" sz="2000" dirty="0">
                <a:latin typeface="Helvetica" panose="020B0604020202020204" pitchFamily="34" charset="0"/>
                <a:cs typeface="Helvetica" panose="020B0604020202020204" pitchFamily="34" charset="0"/>
              </a:rPr>
              <a:t>They are represented within the document model itself, through:</a:t>
            </a:r>
          </a:p>
        </p:txBody>
      </p:sp>
    </p:spTree>
    <p:extLst>
      <p:ext uri="{BB962C8B-B14F-4D97-AF65-F5344CB8AC3E}">
        <p14:creationId xmlns:p14="http://schemas.microsoft.com/office/powerpoint/2010/main" val="60824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500"/>
                                        <p:tgtEl>
                                          <p:spTgt spid="5">
                                            <p:txEl>
                                              <p:pRg st="1" end="1"/>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fade">
                                      <p:cBhvr>
                                        <p:cTn id="25" dur="500"/>
                                        <p:tgtEl>
                                          <p:spTgt spid="5">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36475" y="0"/>
            <a:ext cx="9433048" cy="780762"/>
          </a:xfrm>
        </p:spPr>
        <p:txBody>
          <a:bodyPr/>
          <a:lstStyle/>
          <a:p>
            <a:r>
              <a:rPr lang="en-GB" sz="3200" dirty="0"/>
              <a:t>Referencing</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8</a:t>
            </a:fld>
            <a:endParaRPr lang="en-GB" dirty="0"/>
          </a:p>
        </p:txBody>
      </p:sp>
      <p:grpSp>
        <p:nvGrpSpPr>
          <p:cNvPr id="9" name="Group 8">
            <a:extLst>
              <a:ext uri="{FF2B5EF4-FFF2-40B4-BE49-F238E27FC236}">
                <a16:creationId xmlns:a16="http://schemas.microsoft.com/office/drawing/2014/main" id="{A70D5324-F1A1-8184-D0EA-E8991CA41BC9}"/>
              </a:ext>
            </a:extLst>
          </p:cNvPr>
          <p:cNvGrpSpPr/>
          <p:nvPr/>
        </p:nvGrpSpPr>
        <p:grpSpPr>
          <a:xfrm>
            <a:off x="635000" y="1972255"/>
            <a:ext cx="3435559" cy="1627168"/>
            <a:chOff x="359288" y="1242353"/>
            <a:chExt cx="3435559" cy="1627168"/>
          </a:xfrm>
        </p:grpSpPr>
        <p:sp>
          <p:nvSpPr>
            <p:cNvPr id="4" name="TextBox 3">
              <a:extLst>
                <a:ext uri="{FF2B5EF4-FFF2-40B4-BE49-F238E27FC236}">
                  <a16:creationId xmlns:a16="http://schemas.microsoft.com/office/drawing/2014/main" id="{1BE0DFB3-ED4E-2CC8-3065-61CC172E4DEC}"/>
                </a:ext>
              </a:extLst>
            </p:cNvPr>
            <p:cNvSpPr txBox="1"/>
            <p:nvPr/>
          </p:nvSpPr>
          <p:spPr>
            <a:xfrm>
              <a:off x="410471" y="1669192"/>
              <a:ext cx="3384376" cy="1200329"/>
            </a:xfrm>
            <a:prstGeom prst="rect">
              <a:avLst/>
            </a:prstGeom>
            <a:solidFill>
              <a:schemeClr val="accent3">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1001, </a:t>
              </a:r>
            </a:p>
            <a:p>
              <a:r>
                <a:rPr lang="en-GB" dirty="0">
                  <a:latin typeface="Courier New" panose="02070309020205020404" pitchFamily="49" charset="0"/>
                  <a:cs typeface="Courier New" panose="02070309020205020404" pitchFamily="49" charset="0"/>
                </a:rPr>
                <a:t> "username": "123xyz"</a:t>
              </a:r>
            </a:p>
            <a:p>
              <a:r>
                <a:rPr lang="en-GB"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62047553-7D7C-7DDF-8196-5C633526BB64}"/>
                </a:ext>
              </a:extLst>
            </p:cNvPr>
            <p:cNvSpPr txBox="1"/>
            <p:nvPr/>
          </p:nvSpPr>
          <p:spPr>
            <a:xfrm>
              <a:off x="359288" y="1242353"/>
              <a:ext cx="1710725"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user document</a:t>
              </a:r>
            </a:p>
          </p:txBody>
        </p:sp>
      </p:grpSp>
      <p:grpSp>
        <p:nvGrpSpPr>
          <p:cNvPr id="12" name="Group 11">
            <a:extLst>
              <a:ext uri="{FF2B5EF4-FFF2-40B4-BE49-F238E27FC236}">
                <a16:creationId xmlns:a16="http://schemas.microsoft.com/office/drawing/2014/main" id="{78E4EB88-F969-CA37-DB8D-66E92020AAAC}"/>
              </a:ext>
            </a:extLst>
          </p:cNvPr>
          <p:cNvGrpSpPr/>
          <p:nvPr/>
        </p:nvGrpSpPr>
        <p:grpSpPr>
          <a:xfrm>
            <a:off x="5529064" y="839986"/>
            <a:ext cx="3888432" cy="2140773"/>
            <a:chOff x="359288" y="1242353"/>
            <a:chExt cx="3888432" cy="2140773"/>
          </a:xfrm>
        </p:grpSpPr>
        <p:sp>
          <p:nvSpPr>
            <p:cNvPr id="13" name="TextBox 12">
              <a:extLst>
                <a:ext uri="{FF2B5EF4-FFF2-40B4-BE49-F238E27FC236}">
                  <a16:creationId xmlns:a16="http://schemas.microsoft.com/office/drawing/2014/main" id="{80BD901B-76A2-BD2A-57B6-BEEBB7026F12}"/>
                </a:ext>
              </a:extLst>
            </p:cNvPr>
            <p:cNvSpPr txBox="1"/>
            <p:nvPr/>
          </p:nvSpPr>
          <p:spPr>
            <a:xfrm>
              <a:off x="377824" y="1628800"/>
              <a:ext cx="3869896" cy="1754326"/>
            </a:xfrm>
            <a:prstGeom prst="rect">
              <a:avLst/>
            </a:prstGeom>
            <a:solidFill>
              <a:schemeClr val="accent1">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c001,</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user_id</a:t>
              </a:r>
              <a:r>
                <a:rPr lang="en-GB" dirty="0">
                  <a:latin typeface="Courier New" panose="02070309020205020404" pitchFamily="49" charset="0"/>
                  <a:cs typeface="Courier New" panose="02070309020205020404" pitchFamily="49" charset="0"/>
                </a:rPr>
                <a:t>": 1001,</a:t>
              </a:r>
            </a:p>
            <a:p>
              <a:r>
                <a:rPr lang="en-GB" dirty="0">
                  <a:latin typeface="Courier New" panose="02070309020205020404" pitchFamily="49" charset="0"/>
                  <a:cs typeface="Courier New" panose="02070309020205020404" pitchFamily="49" charset="0"/>
                </a:rPr>
                <a:t> "phone":"123-456-7890", </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email":"xyz@example.com</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a:t>
              </a:r>
            </a:p>
          </p:txBody>
        </p:sp>
        <p:sp>
          <p:nvSpPr>
            <p:cNvPr id="14" name="TextBox 13">
              <a:extLst>
                <a:ext uri="{FF2B5EF4-FFF2-40B4-BE49-F238E27FC236}">
                  <a16:creationId xmlns:a16="http://schemas.microsoft.com/office/drawing/2014/main" id="{1DD7D28B-D5D3-B5D0-9B61-C4657AA9B4AD}"/>
                </a:ext>
              </a:extLst>
            </p:cNvPr>
            <p:cNvSpPr txBox="1"/>
            <p:nvPr/>
          </p:nvSpPr>
          <p:spPr>
            <a:xfrm>
              <a:off x="359288" y="1242353"/>
              <a:ext cx="2005677"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contact document</a:t>
              </a:r>
            </a:p>
          </p:txBody>
        </p:sp>
      </p:grpSp>
      <p:grpSp>
        <p:nvGrpSpPr>
          <p:cNvPr id="15" name="Group 14">
            <a:extLst>
              <a:ext uri="{FF2B5EF4-FFF2-40B4-BE49-F238E27FC236}">
                <a16:creationId xmlns:a16="http://schemas.microsoft.com/office/drawing/2014/main" id="{9642B160-8367-5990-B47D-B0CB0582838A}"/>
              </a:ext>
            </a:extLst>
          </p:cNvPr>
          <p:cNvGrpSpPr/>
          <p:nvPr/>
        </p:nvGrpSpPr>
        <p:grpSpPr>
          <a:xfrm>
            <a:off x="5547600" y="3212976"/>
            <a:ext cx="3888432" cy="2140773"/>
            <a:chOff x="359288" y="1242353"/>
            <a:chExt cx="3888432" cy="2140773"/>
          </a:xfrm>
        </p:grpSpPr>
        <p:sp>
          <p:nvSpPr>
            <p:cNvPr id="16" name="TextBox 15">
              <a:extLst>
                <a:ext uri="{FF2B5EF4-FFF2-40B4-BE49-F238E27FC236}">
                  <a16:creationId xmlns:a16="http://schemas.microsoft.com/office/drawing/2014/main" id="{90EBC4D0-55F2-288C-F133-496D02BEFFD4}"/>
                </a:ext>
              </a:extLst>
            </p:cNvPr>
            <p:cNvSpPr txBox="1"/>
            <p:nvPr/>
          </p:nvSpPr>
          <p:spPr>
            <a:xfrm>
              <a:off x="377824" y="1628800"/>
              <a:ext cx="3869896" cy="1754326"/>
            </a:xfrm>
            <a:prstGeom prst="rect">
              <a:avLst/>
            </a:prstGeom>
            <a:solidFill>
              <a:schemeClr val="accent1">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a001,</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user_id</a:t>
              </a:r>
              <a:r>
                <a:rPr lang="en-GB" dirty="0">
                  <a:latin typeface="Courier New" panose="02070309020205020404" pitchFamily="49" charset="0"/>
                  <a:cs typeface="Courier New" panose="02070309020205020404" pitchFamily="49" charset="0"/>
                </a:rPr>
                <a:t>": 1001,</a:t>
              </a:r>
            </a:p>
            <a:p>
              <a:r>
                <a:rPr lang="en-GB" dirty="0">
                  <a:latin typeface="Courier New" panose="02070309020205020404" pitchFamily="49" charset="0"/>
                  <a:cs typeface="Courier New" panose="02070309020205020404" pitchFamily="49" charset="0"/>
                </a:rPr>
                <a:t> "level":5, </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group":"dev</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5242C782-25EC-E191-D94B-7059A932CF1D}"/>
                </a:ext>
              </a:extLst>
            </p:cNvPr>
            <p:cNvSpPr txBox="1"/>
            <p:nvPr/>
          </p:nvSpPr>
          <p:spPr>
            <a:xfrm>
              <a:off x="359288" y="1242353"/>
              <a:ext cx="1980029"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access document</a:t>
              </a:r>
            </a:p>
          </p:txBody>
        </p:sp>
      </p:grpSp>
      <p:sp>
        <p:nvSpPr>
          <p:cNvPr id="18" name="Rectangle 17">
            <a:extLst>
              <a:ext uri="{FF2B5EF4-FFF2-40B4-BE49-F238E27FC236}">
                <a16:creationId xmlns:a16="http://schemas.microsoft.com/office/drawing/2014/main" id="{546B288F-314E-6D42-57B3-EA145EB6A35B}"/>
              </a:ext>
            </a:extLst>
          </p:cNvPr>
          <p:cNvSpPr/>
          <p:nvPr/>
        </p:nvSpPr>
        <p:spPr>
          <a:xfrm>
            <a:off x="892175" y="2708920"/>
            <a:ext cx="3124721" cy="271839"/>
          </a:xfrm>
          <a:prstGeom prst="rect">
            <a:avLst/>
          </a:prstGeom>
          <a:solidFill>
            <a:srgbClr val="0070C0">
              <a:alpha val="29000"/>
            </a:srgbClr>
          </a:solidFill>
          <a:ln>
            <a:solidFill>
              <a:srgbClr val="0081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19" name="Rectangle 18">
            <a:extLst>
              <a:ext uri="{FF2B5EF4-FFF2-40B4-BE49-F238E27FC236}">
                <a16:creationId xmlns:a16="http://schemas.microsoft.com/office/drawing/2014/main" id="{FB147F44-B650-7839-5DD6-3CE401EE0B10}"/>
              </a:ext>
            </a:extLst>
          </p:cNvPr>
          <p:cNvSpPr/>
          <p:nvPr/>
        </p:nvSpPr>
        <p:spPr>
          <a:xfrm>
            <a:off x="5745089" y="1832653"/>
            <a:ext cx="2448272" cy="271839"/>
          </a:xfrm>
          <a:prstGeom prst="rect">
            <a:avLst/>
          </a:prstGeom>
          <a:solidFill>
            <a:srgbClr val="7030A0">
              <a:alpha val="29000"/>
            </a:srgbClr>
          </a:solidFill>
          <a:ln>
            <a:solidFill>
              <a:srgbClr val="0081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cxnSp>
        <p:nvCxnSpPr>
          <p:cNvPr id="21" name="Straight Arrow Connector 20">
            <a:extLst>
              <a:ext uri="{FF2B5EF4-FFF2-40B4-BE49-F238E27FC236}">
                <a16:creationId xmlns:a16="http://schemas.microsoft.com/office/drawing/2014/main" id="{4C9DD703-A8F8-C8F3-FC3B-C3FC68B84093}"/>
              </a:ext>
            </a:extLst>
          </p:cNvPr>
          <p:cNvCxnSpPr>
            <a:stCxn id="18" idx="3"/>
          </p:cNvCxnSpPr>
          <p:nvPr/>
        </p:nvCxnSpPr>
        <p:spPr>
          <a:xfrm flipV="1">
            <a:off x="4016896" y="1972255"/>
            <a:ext cx="1728193" cy="872585"/>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476F2BBB-3EE5-3888-5A2A-9A6FB28981C4}"/>
              </a:ext>
            </a:extLst>
          </p:cNvPr>
          <p:cNvSpPr/>
          <p:nvPr/>
        </p:nvSpPr>
        <p:spPr>
          <a:xfrm>
            <a:off x="5745089" y="4200972"/>
            <a:ext cx="2448272" cy="271839"/>
          </a:xfrm>
          <a:prstGeom prst="rect">
            <a:avLst/>
          </a:prstGeom>
          <a:solidFill>
            <a:srgbClr val="7030A0">
              <a:alpha val="29000"/>
            </a:srgbClr>
          </a:solidFill>
          <a:ln>
            <a:solidFill>
              <a:srgbClr val="0081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cxnSp>
        <p:nvCxnSpPr>
          <p:cNvPr id="24" name="Straight Arrow Connector 23">
            <a:extLst>
              <a:ext uri="{FF2B5EF4-FFF2-40B4-BE49-F238E27FC236}">
                <a16:creationId xmlns:a16="http://schemas.microsoft.com/office/drawing/2014/main" id="{7A09CAFD-ADD4-A5A7-412C-89CF1F70A44B}"/>
              </a:ext>
            </a:extLst>
          </p:cNvPr>
          <p:cNvCxnSpPr>
            <a:stCxn id="18" idx="3"/>
            <a:endCxn id="22" idx="1"/>
          </p:cNvCxnSpPr>
          <p:nvPr/>
        </p:nvCxnSpPr>
        <p:spPr>
          <a:xfrm>
            <a:off x="4016896" y="2844840"/>
            <a:ext cx="1728193" cy="149205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E229D1CC-230A-4474-974C-15BCB2B064F5}"/>
              </a:ext>
            </a:extLst>
          </p:cNvPr>
          <p:cNvSpPr txBox="1"/>
          <p:nvPr/>
        </p:nvSpPr>
        <p:spPr>
          <a:xfrm>
            <a:off x="334209" y="4358082"/>
            <a:ext cx="5061117" cy="1015663"/>
          </a:xfrm>
          <a:prstGeom prst="rect">
            <a:avLst/>
          </a:prstGeom>
          <a:noFill/>
        </p:spPr>
        <p:txBody>
          <a:bodyPr wrap="square" rtlCol="0">
            <a:spAutoFit/>
          </a:bodyPr>
          <a:lstStyle/>
          <a:p>
            <a:pPr marL="285750" indent="-285750">
              <a:buFont typeface="Arial"/>
              <a:buChar char="•"/>
            </a:pPr>
            <a:r>
              <a:rPr lang="en-US" sz="2000" dirty="0">
                <a:latin typeface="Helvetica" panose="020B0604020202020204" pitchFamily="34" charset="0"/>
                <a:cs typeface="Helvetica" panose="020B0604020202020204" pitchFamily="34" charset="0"/>
              </a:rPr>
              <a:t>Have three collections in the DB: “user”, “contact”, “access”</a:t>
            </a:r>
          </a:p>
          <a:p>
            <a:pPr marL="285750" indent="-285750">
              <a:buFont typeface="Arial"/>
              <a:buChar char="•"/>
            </a:pPr>
            <a:r>
              <a:rPr lang="en-US" sz="2000" dirty="0">
                <a:latin typeface="Helvetica" panose="020B0604020202020204" pitchFamily="34" charset="0"/>
                <a:cs typeface="Helvetica" panose="020B0604020202020204" pitchFamily="34" charset="0"/>
              </a:rPr>
              <a:t>Link them by </a:t>
            </a:r>
            <a:r>
              <a:rPr lang="en-US" sz="2000" dirty="0">
                <a:latin typeface="Courier New" panose="02070309020205020404" pitchFamily="49" charset="0"/>
                <a:cs typeface="Courier New" panose="02070309020205020404" pitchFamily="49" charset="0"/>
              </a:rPr>
              <a:t>_id </a:t>
            </a:r>
            <a:r>
              <a:rPr lang="en-US" sz="2000" dirty="0">
                <a:latin typeface="Helvetica" panose="020B0604020202020204" pitchFamily="34" charset="0"/>
                <a:cs typeface="Helvetica" panose="020B0604020202020204" pitchFamily="34" charset="0"/>
              </a:rPr>
              <a:t>(or any other field(s))</a:t>
            </a:r>
          </a:p>
        </p:txBody>
      </p:sp>
      <p:grpSp>
        <p:nvGrpSpPr>
          <p:cNvPr id="26" name="Group 25">
            <a:extLst>
              <a:ext uri="{FF2B5EF4-FFF2-40B4-BE49-F238E27FC236}">
                <a16:creationId xmlns:a16="http://schemas.microsoft.com/office/drawing/2014/main" id="{ED17AE3A-4D7D-50FE-465E-654E64100D2C}"/>
              </a:ext>
            </a:extLst>
          </p:cNvPr>
          <p:cNvGrpSpPr/>
          <p:nvPr/>
        </p:nvGrpSpPr>
        <p:grpSpPr>
          <a:xfrm>
            <a:off x="2955391" y="1738014"/>
            <a:ext cx="2339304" cy="2485490"/>
            <a:chOff x="635893" y="1536159"/>
            <a:chExt cx="2339304" cy="2485490"/>
          </a:xfrm>
        </p:grpSpPr>
        <p:sp>
          <p:nvSpPr>
            <p:cNvPr id="27" name="TextBox 26">
              <a:extLst>
                <a:ext uri="{FF2B5EF4-FFF2-40B4-BE49-F238E27FC236}">
                  <a16:creationId xmlns:a16="http://schemas.microsoft.com/office/drawing/2014/main" id="{B879A689-2DC0-07C9-565D-807395B356EC}"/>
                </a:ext>
              </a:extLst>
            </p:cNvPr>
            <p:cNvSpPr txBox="1"/>
            <p:nvPr/>
          </p:nvSpPr>
          <p:spPr>
            <a:xfrm rot="20895928">
              <a:off x="635893" y="3621539"/>
              <a:ext cx="2174185" cy="400110"/>
            </a:xfrm>
            <a:prstGeom prst="rect">
              <a:avLst/>
            </a:prstGeom>
            <a:noFill/>
          </p:spPr>
          <p:txBody>
            <a:bodyPr wrap="none" rtlCol="0">
              <a:spAutoFit/>
            </a:bodyPr>
            <a:lstStyle/>
            <a:p>
              <a:r>
                <a:rPr lang="en-US" sz="2000" b="1" i="1" dirty="0" err="1">
                  <a:solidFill>
                    <a:srgbClr val="800000"/>
                  </a:solidFill>
                  <a:latin typeface="Helvetica" panose="020B0604020202020204" pitchFamily="34" charset="0"/>
                  <a:cs typeface="Helvetica" panose="020B0604020202020204" pitchFamily="34" charset="0"/>
                </a:rPr>
                <a:t>Normalised</a:t>
              </a:r>
              <a:r>
                <a:rPr lang="en-US" sz="2000" b="1" i="1" dirty="0">
                  <a:solidFill>
                    <a:srgbClr val="800000"/>
                  </a:solidFill>
                  <a:latin typeface="Helvetica" panose="020B0604020202020204" pitchFamily="34" charset="0"/>
                  <a:cs typeface="Helvetica" panose="020B0604020202020204" pitchFamily="34" charset="0"/>
                </a:rPr>
                <a:t> Way</a:t>
              </a:r>
            </a:p>
          </p:txBody>
        </p:sp>
        <p:sp>
          <p:nvSpPr>
            <p:cNvPr id="28" name="TextBox 27">
              <a:extLst>
                <a:ext uri="{FF2B5EF4-FFF2-40B4-BE49-F238E27FC236}">
                  <a16:creationId xmlns:a16="http://schemas.microsoft.com/office/drawing/2014/main" id="{16CE7A72-601A-30C0-DDC0-B09B272C526D}"/>
                </a:ext>
              </a:extLst>
            </p:cNvPr>
            <p:cNvSpPr txBox="1"/>
            <p:nvPr/>
          </p:nvSpPr>
          <p:spPr>
            <a:xfrm rot="20895928">
              <a:off x="666552" y="1536159"/>
              <a:ext cx="2308645" cy="400110"/>
            </a:xfrm>
            <a:prstGeom prst="rect">
              <a:avLst/>
            </a:prstGeom>
            <a:noFill/>
          </p:spPr>
          <p:txBody>
            <a:bodyPr wrap="none" rtlCol="0">
              <a:spAutoFit/>
            </a:bodyPr>
            <a:lstStyle/>
            <a:p>
              <a:r>
                <a:rPr lang="en-US" sz="2000" b="1" i="1" dirty="0">
                  <a:solidFill>
                    <a:srgbClr val="800000"/>
                  </a:solidFill>
                  <a:latin typeface="Helvetica" panose="020B0604020202020204" pitchFamily="34" charset="0"/>
                  <a:cs typeface="Helvetica" panose="020B0604020202020204" pitchFamily="34" charset="0"/>
                </a:rPr>
                <a:t>No Enforcements</a:t>
              </a:r>
            </a:p>
          </p:txBody>
        </p:sp>
      </p:grpSp>
    </p:spTree>
    <p:extLst>
      <p:ext uri="{BB962C8B-B14F-4D97-AF65-F5344CB8AC3E}">
        <p14:creationId xmlns:p14="http://schemas.microsoft.com/office/powerpoint/2010/main" val="1986047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1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wipe(left)">
                                      <p:cBhvr>
                                        <p:cTn id="33" dur="500"/>
                                        <p:tgtEl>
                                          <p:spTgt spid="2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checkerboard(across)">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5" y="87217"/>
            <a:ext cx="8473787" cy="767465"/>
          </a:xfrm>
        </p:spPr>
        <p:txBody>
          <a:bodyPr wrap="square" anchor="ctr">
            <a:normAutofit/>
          </a:bodyPr>
          <a:lstStyle/>
          <a:p>
            <a:r>
              <a:rPr lang="en-GB" dirty="0"/>
              <a:t>Referencing</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9</a:t>
            </a:fld>
            <a:endParaRPr lang="en-GB"/>
          </a:p>
        </p:txBody>
      </p:sp>
      <p:sp>
        <p:nvSpPr>
          <p:cNvPr id="8" name="object 3">
            <a:extLst>
              <a:ext uri="{FF2B5EF4-FFF2-40B4-BE49-F238E27FC236}">
                <a16:creationId xmlns:a16="http://schemas.microsoft.com/office/drawing/2014/main" id="{4F6DF347-B63A-1EB5-85CD-7166D166746B}"/>
              </a:ext>
            </a:extLst>
          </p:cNvPr>
          <p:cNvSpPr txBox="1"/>
          <p:nvPr/>
        </p:nvSpPr>
        <p:spPr>
          <a:xfrm>
            <a:off x="488504" y="1124744"/>
            <a:ext cx="9238233" cy="3785652"/>
          </a:xfrm>
          <a:prstGeom prst="rect">
            <a:avLst/>
          </a:prstGeom>
        </p:spPr>
        <p:txBody>
          <a:bodyPr vert="horz" wrap="square" lIns="0" tIns="0" rIns="0" bIns="0" rtlCol="0">
            <a:spAutoFit/>
          </a:bodyPr>
          <a:lstStyle/>
          <a:p>
            <a:pPr marL="352425" indent="-342900">
              <a:spcBef>
                <a:spcPts val="600"/>
              </a:spcBef>
              <a:spcAft>
                <a:spcPts val="600"/>
              </a:spcAft>
              <a:buClr>
                <a:schemeClr val="tx1"/>
              </a:buClr>
              <a:buSzPct val="75000"/>
              <a:buFont typeface="Arial" panose="020B0604020202020204" pitchFamily="34" charset="0"/>
              <a:buChar char="•"/>
              <a:tabLst>
                <a:tab pos="266700" algn="l"/>
              </a:tabLst>
            </a:pPr>
            <a:r>
              <a:rPr sz="2200" spc="-4" dirty="0">
                <a:latin typeface="Helvetica" panose="020B0604020202020204" pitchFamily="34" charset="0"/>
                <a:cs typeface="Helvetica" panose="020B0604020202020204" pitchFamily="34" charset="0"/>
              </a:rPr>
              <a:t>R</a:t>
            </a:r>
            <a:r>
              <a:rPr sz="2200" spc="-8" dirty="0">
                <a:latin typeface="Helvetica" panose="020B0604020202020204" pitchFamily="34" charset="0"/>
                <a:cs typeface="Helvetica" panose="020B0604020202020204" pitchFamily="34" charset="0"/>
              </a:rPr>
              <a:t>e</a:t>
            </a:r>
            <a:r>
              <a:rPr sz="2200" dirty="0">
                <a:latin typeface="Helvetica" panose="020B0604020202020204" pitchFamily="34" charset="0"/>
                <a:cs typeface="Helvetica" panose="020B0604020202020204" pitchFamily="34" charset="0"/>
              </a:rPr>
              <a:t>ferenc</a:t>
            </a:r>
            <a:r>
              <a:rPr sz="2200" spc="-11" dirty="0">
                <a:latin typeface="Helvetica" panose="020B0604020202020204" pitchFamily="34" charset="0"/>
                <a:cs typeface="Helvetica" panose="020B0604020202020204" pitchFamily="34" charset="0"/>
              </a:rPr>
              <a:t>e</a:t>
            </a:r>
            <a:r>
              <a:rPr sz="2200" dirty="0">
                <a:latin typeface="Helvetica" panose="020B0604020202020204" pitchFamily="34" charset="0"/>
                <a:cs typeface="Helvetica" panose="020B0604020202020204" pitchFamily="34" charset="0"/>
              </a:rPr>
              <a:t>s</a:t>
            </a:r>
            <a:r>
              <a:rPr sz="2200" spc="56"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prov</a:t>
            </a:r>
            <a:r>
              <a:rPr sz="2200" spc="-8" dirty="0">
                <a:latin typeface="Helvetica" panose="020B0604020202020204" pitchFamily="34" charset="0"/>
                <a:cs typeface="Helvetica" panose="020B0604020202020204" pitchFamily="34" charset="0"/>
              </a:rPr>
              <a:t>i</a:t>
            </a:r>
            <a:r>
              <a:rPr sz="2200" spc="-4" dirty="0">
                <a:latin typeface="Helvetica" panose="020B0604020202020204" pitchFamily="34" charset="0"/>
                <a:cs typeface="Helvetica" panose="020B0604020202020204" pitchFamily="34" charset="0"/>
              </a:rPr>
              <a:t>d</a:t>
            </a:r>
            <a:r>
              <a:rPr sz="2200" spc="-8" dirty="0">
                <a:latin typeface="Helvetica" panose="020B0604020202020204" pitchFamily="34" charset="0"/>
                <a:cs typeface="Helvetica" panose="020B0604020202020204" pitchFamily="34" charset="0"/>
              </a:rPr>
              <a:t>e</a:t>
            </a:r>
            <a:r>
              <a:rPr sz="2200" dirty="0">
                <a:latin typeface="Helvetica" panose="020B0604020202020204" pitchFamily="34" charset="0"/>
                <a:cs typeface="Helvetica" panose="020B0604020202020204" pitchFamily="34" charset="0"/>
              </a:rPr>
              <a:t>s</a:t>
            </a:r>
            <a:r>
              <a:rPr sz="2200" spc="68"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more</a:t>
            </a:r>
            <a:r>
              <a:rPr sz="2200" spc="41"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fle</a:t>
            </a:r>
            <a:r>
              <a:rPr sz="2200" spc="-19" dirty="0">
                <a:latin typeface="Helvetica" panose="020B0604020202020204" pitchFamily="34" charset="0"/>
                <a:cs typeface="Helvetica" panose="020B0604020202020204" pitchFamily="34" charset="0"/>
              </a:rPr>
              <a:t>x</a:t>
            </a:r>
            <a:r>
              <a:rPr sz="2200" spc="-4" dirty="0">
                <a:latin typeface="Helvetica" panose="020B0604020202020204" pitchFamily="34" charset="0"/>
                <a:cs typeface="Helvetica" panose="020B0604020202020204" pitchFamily="34" charset="0"/>
              </a:rPr>
              <a:t>i</a:t>
            </a:r>
            <a:r>
              <a:rPr sz="2200" spc="-8" dirty="0">
                <a:latin typeface="Helvetica" panose="020B0604020202020204" pitchFamily="34" charset="0"/>
                <a:cs typeface="Helvetica" panose="020B0604020202020204" pitchFamily="34" charset="0"/>
              </a:rPr>
              <a:t>b</a:t>
            </a:r>
            <a:r>
              <a:rPr sz="2200" spc="-4" dirty="0">
                <a:latin typeface="Helvetica" panose="020B0604020202020204" pitchFamily="34" charset="0"/>
                <a:cs typeface="Helvetica" panose="020B0604020202020204" pitchFamily="34" charset="0"/>
              </a:rPr>
              <a:t>i</a:t>
            </a:r>
            <a:r>
              <a:rPr sz="2200" spc="-8" dirty="0">
                <a:latin typeface="Helvetica" panose="020B0604020202020204" pitchFamily="34" charset="0"/>
                <a:cs typeface="Helvetica" panose="020B0604020202020204" pitchFamily="34" charset="0"/>
              </a:rPr>
              <a:t>l</a:t>
            </a:r>
            <a:r>
              <a:rPr sz="2200" spc="-4" dirty="0">
                <a:latin typeface="Helvetica" panose="020B0604020202020204" pitchFamily="34" charset="0"/>
                <a:cs typeface="Helvetica" panose="020B0604020202020204" pitchFamily="34" charset="0"/>
              </a:rPr>
              <a:t>it</a:t>
            </a:r>
            <a:r>
              <a:rPr sz="2200" dirty="0">
                <a:latin typeface="Helvetica" panose="020B0604020202020204" pitchFamily="34" charset="0"/>
                <a:cs typeface="Helvetica" panose="020B0604020202020204" pitchFamily="34" charset="0"/>
              </a:rPr>
              <a:t>y</a:t>
            </a:r>
            <a:r>
              <a:rPr sz="2200" spc="86"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than</a:t>
            </a:r>
            <a:r>
              <a:rPr sz="2200" spc="38"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emb</a:t>
            </a:r>
            <a:r>
              <a:rPr sz="2200" spc="-8" dirty="0">
                <a:latin typeface="Helvetica" panose="020B0604020202020204" pitchFamily="34" charset="0"/>
                <a:cs typeface="Helvetica" panose="020B0604020202020204" pitchFamily="34" charset="0"/>
              </a:rPr>
              <a:t>e</a:t>
            </a:r>
            <a:r>
              <a:rPr sz="2200" spc="-4" dirty="0">
                <a:latin typeface="Helvetica" panose="020B0604020202020204" pitchFamily="34" charset="0"/>
                <a:cs typeface="Helvetica" panose="020B0604020202020204" pitchFamily="34" charset="0"/>
              </a:rPr>
              <a:t>d</a:t>
            </a:r>
            <a:r>
              <a:rPr sz="2200" spc="-8" dirty="0">
                <a:latin typeface="Helvetica" panose="020B0604020202020204" pitchFamily="34" charset="0"/>
                <a:cs typeface="Helvetica" panose="020B0604020202020204" pitchFamily="34" charset="0"/>
              </a:rPr>
              <a:t>d</a:t>
            </a:r>
            <a:r>
              <a:rPr sz="2200" spc="-4" dirty="0">
                <a:latin typeface="Helvetica" panose="020B0604020202020204" pitchFamily="34" charset="0"/>
                <a:cs typeface="Helvetica" panose="020B0604020202020204" pitchFamily="34" charset="0"/>
              </a:rPr>
              <a:t>i</a:t>
            </a:r>
            <a:r>
              <a:rPr sz="2200" spc="-8" dirty="0">
                <a:latin typeface="Helvetica" panose="020B0604020202020204" pitchFamily="34" charset="0"/>
                <a:cs typeface="Helvetica" panose="020B0604020202020204" pitchFamily="34" charset="0"/>
              </a:rPr>
              <a:t>n</a:t>
            </a:r>
            <a:r>
              <a:rPr sz="2200" dirty="0">
                <a:latin typeface="Helvetica" panose="020B0604020202020204" pitchFamily="34" charset="0"/>
                <a:cs typeface="Helvetica" panose="020B0604020202020204" pitchFamily="34" charset="0"/>
              </a:rPr>
              <a:t>g</a:t>
            </a:r>
            <a:endParaRPr lang="en-GB" sz="2200" dirty="0">
              <a:latin typeface="Helvetica" panose="020B0604020202020204" pitchFamily="34" charset="0"/>
              <a:cs typeface="Helvetica" panose="020B0604020202020204" pitchFamily="34" charset="0"/>
            </a:endParaRPr>
          </a:p>
          <a:p>
            <a:pPr marL="352425" indent="-342900">
              <a:spcBef>
                <a:spcPts val="600"/>
              </a:spcBef>
              <a:spcAft>
                <a:spcPts val="600"/>
              </a:spcAft>
              <a:buClr>
                <a:schemeClr val="tx1"/>
              </a:buClr>
              <a:buSzPct val="75000"/>
              <a:buFont typeface="Arial" panose="020B0604020202020204" pitchFamily="34" charset="0"/>
              <a:buChar char="•"/>
              <a:tabLst>
                <a:tab pos="266700" algn="l"/>
              </a:tabLst>
            </a:pPr>
            <a:r>
              <a:rPr lang="en-GB" sz="2200" dirty="0">
                <a:latin typeface="Helvetica" panose="020B0604020202020204" pitchFamily="34" charset="0"/>
                <a:cs typeface="Helvetica" panose="020B0604020202020204" pitchFamily="34" charset="0"/>
              </a:rPr>
              <a:t>Efficient in representing more complex many-to-many relationships</a:t>
            </a:r>
            <a:endParaRPr sz="2200" dirty="0">
              <a:latin typeface="Helvetica" panose="020B0604020202020204" pitchFamily="34" charset="0"/>
              <a:cs typeface="Helvetica" panose="020B0604020202020204" pitchFamily="34" charset="0"/>
            </a:endParaRPr>
          </a:p>
          <a:p>
            <a:pPr marL="352425" indent="-342900">
              <a:spcBef>
                <a:spcPts val="600"/>
              </a:spcBef>
              <a:spcAft>
                <a:spcPts val="600"/>
              </a:spcAft>
              <a:buClr>
                <a:schemeClr val="tx1"/>
              </a:buClr>
              <a:buSzPct val="75000"/>
              <a:buFont typeface="Arial" panose="020B0604020202020204" pitchFamily="34" charset="0"/>
              <a:buChar char="•"/>
              <a:tabLst>
                <a:tab pos="266700" algn="l"/>
              </a:tabLst>
            </a:pPr>
            <a:r>
              <a:rPr sz="2200" spc="-4" dirty="0">
                <a:latin typeface="Helvetica" panose="020B0604020202020204" pitchFamily="34" charset="0"/>
                <a:cs typeface="Helvetica" panose="020B0604020202020204" pitchFamily="34" charset="0"/>
              </a:rPr>
              <a:t>Us</a:t>
            </a:r>
            <a:r>
              <a:rPr sz="2200" dirty="0">
                <a:latin typeface="Helvetica" panose="020B0604020202020204" pitchFamily="34" charset="0"/>
                <a:cs typeface="Helvetica" panose="020B0604020202020204" pitchFamily="34" charset="0"/>
              </a:rPr>
              <a:t>e</a:t>
            </a:r>
            <a:r>
              <a:rPr sz="2200" spc="45" dirty="0">
                <a:latin typeface="Helvetica" panose="020B0604020202020204" pitchFamily="34" charset="0"/>
                <a:cs typeface="Helvetica" panose="020B0604020202020204" pitchFamily="34" charset="0"/>
              </a:rPr>
              <a:t> </a:t>
            </a:r>
            <a:r>
              <a:rPr sz="2200" spc="-4" dirty="0" err="1">
                <a:latin typeface="Helvetica" panose="020B0604020202020204" pitchFamily="34" charset="0"/>
                <a:cs typeface="Helvetica" panose="020B0604020202020204" pitchFamily="34" charset="0"/>
              </a:rPr>
              <a:t>nor</a:t>
            </a:r>
            <a:r>
              <a:rPr sz="2200" spc="4" dirty="0" err="1">
                <a:latin typeface="Helvetica" panose="020B0604020202020204" pitchFamily="34" charset="0"/>
                <a:cs typeface="Helvetica" panose="020B0604020202020204" pitchFamily="34" charset="0"/>
              </a:rPr>
              <a:t>m</a:t>
            </a:r>
            <a:r>
              <a:rPr sz="2200" spc="-4" dirty="0" err="1">
                <a:latin typeface="Helvetica" panose="020B0604020202020204" pitchFamily="34" charset="0"/>
                <a:cs typeface="Helvetica" panose="020B0604020202020204" pitchFamily="34" charset="0"/>
              </a:rPr>
              <a:t>al</a:t>
            </a:r>
            <a:r>
              <a:rPr sz="2200" spc="-11" dirty="0" err="1">
                <a:latin typeface="Helvetica" panose="020B0604020202020204" pitchFamily="34" charset="0"/>
                <a:cs typeface="Helvetica" panose="020B0604020202020204" pitchFamily="34" charset="0"/>
              </a:rPr>
              <a:t>i</a:t>
            </a:r>
            <a:r>
              <a:rPr lang="en-GB" sz="2200" dirty="0">
                <a:latin typeface="Helvetica" panose="020B0604020202020204" pitchFamily="34" charset="0"/>
                <a:cs typeface="Helvetica" panose="020B0604020202020204" pitchFamily="34" charset="0"/>
              </a:rPr>
              <a:t>s</a:t>
            </a:r>
            <a:r>
              <a:rPr sz="2200" dirty="0">
                <a:latin typeface="Helvetica" panose="020B0604020202020204" pitchFamily="34" charset="0"/>
                <a:cs typeface="Helvetica" panose="020B0604020202020204" pitchFamily="34" charset="0"/>
              </a:rPr>
              <a:t>ed</a:t>
            </a:r>
            <a:r>
              <a:rPr sz="2200" spc="75"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dat</a:t>
            </a:r>
            <a:r>
              <a:rPr sz="2200" dirty="0">
                <a:latin typeface="Helvetica" panose="020B0604020202020204" pitchFamily="34" charset="0"/>
                <a:cs typeface="Helvetica" panose="020B0604020202020204" pitchFamily="34" charset="0"/>
              </a:rPr>
              <a:t>a</a:t>
            </a:r>
            <a:r>
              <a:rPr sz="2200" spc="49"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m</a:t>
            </a:r>
            <a:r>
              <a:rPr sz="2200" spc="-4" dirty="0">
                <a:latin typeface="Helvetica" panose="020B0604020202020204" pitchFamily="34" charset="0"/>
                <a:cs typeface="Helvetica" panose="020B0604020202020204" pitchFamily="34" charset="0"/>
              </a:rPr>
              <a:t>od</a:t>
            </a:r>
            <a:r>
              <a:rPr sz="2200" spc="-8" dirty="0">
                <a:latin typeface="Helvetica" panose="020B0604020202020204" pitchFamily="34" charset="0"/>
                <a:cs typeface="Helvetica" panose="020B0604020202020204" pitchFamily="34" charset="0"/>
              </a:rPr>
              <a:t>e</a:t>
            </a:r>
            <a:r>
              <a:rPr sz="2200" spc="-4" dirty="0">
                <a:latin typeface="Helvetica" panose="020B0604020202020204" pitchFamily="34" charset="0"/>
                <a:cs typeface="Helvetica" panose="020B0604020202020204" pitchFamily="34" charset="0"/>
              </a:rPr>
              <a:t>ls:</a:t>
            </a:r>
            <a:endParaRPr sz="2200" dirty="0">
              <a:latin typeface="Helvetica" panose="020B0604020202020204" pitchFamily="34" charset="0"/>
              <a:cs typeface="Helvetica" panose="020B0604020202020204" pitchFamily="34" charset="0"/>
            </a:endParaRPr>
          </a:p>
          <a:p>
            <a:pPr marL="695325" lvl="1" indent="-342900">
              <a:spcBef>
                <a:spcPts val="600"/>
              </a:spcBef>
              <a:spcAft>
                <a:spcPts val="600"/>
              </a:spcAft>
              <a:buClr>
                <a:schemeClr val="tx1"/>
              </a:buClr>
              <a:buSzPct val="80000"/>
              <a:buFont typeface="Helvetica" panose="020B0604020202020204" pitchFamily="34" charset="0"/>
              <a:buChar char="‒"/>
              <a:tabLst>
                <a:tab pos="567690" algn="l"/>
              </a:tabLst>
            </a:pPr>
            <a:r>
              <a:rPr lang="en-GB" dirty="0">
                <a:latin typeface="Helvetica" panose="020B0604020202020204" pitchFamily="34" charset="0"/>
                <a:cs typeface="Helvetica" panose="020B0604020202020204" pitchFamily="34" charset="0"/>
              </a:rPr>
              <a:t>Helps avoid duplication of large datasets</a:t>
            </a:r>
          </a:p>
          <a:p>
            <a:pPr marL="695325" lvl="1" indent="-342900">
              <a:spcBef>
                <a:spcPts val="600"/>
              </a:spcBef>
              <a:spcAft>
                <a:spcPts val="600"/>
              </a:spcAft>
              <a:buClr>
                <a:schemeClr val="tx1"/>
              </a:buClr>
              <a:buSzPct val="80000"/>
              <a:buFont typeface="Helvetica" panose="020B0604020202020204" pitchFamily="34" charset="0"/>
              <a:buChar char="‒"/>
              <a:tabLst>
                <a:tab pos="567690" algn="l"/>
              </a:tabLst>
            </a:pPr>
            <a:r>
              <a:rPr lang="en-GB" dirty="0">
                <a:latin typeface="Helvetica" panose="020B0604020202020204" pitchFamily="34" charset="0"/>
                <a:cs typeface="Helvetica" panose="020B0604020202020204" pitchFamily="34" charset="0"/>
              </a:rPr>
              <a:t>Reduces document size</a:t>
            </a:r>
          </a:p>
          <a:p>
            <a:pPr marL="238125" indent="-342900">
              <a:spcBef>
                <a:spcPts val="600"/>
              </a:spcBef>
              <a:spcAft>
                <a:spcPts val="600"/>
              </a:spcAft>
              <a:buClr>
                <a:schemeClr val="tx1"/>
              </a:buClr>
              <a:buSzPct val="80000"/>
              <a:buFont typeface="Arial" panose="020B0604020202020204" pitchFamily="34" charset="0"/>
              <a:buChar char="•"/>
              <a:tabLst>
                <a:tab pos="567690" algn="l"/>
              </a:tabLst>
            </a:pPr>
            <a:r>
              <a:rPr lang="en-GB" sz="2200" spc="-4" dirty="0">
                <a:latin typeface="Helvetica" panose="020B0604020202020204" pitchFamily="34" charset="0"/>
                <a:cs typeface="Helvetica" panose="020B0604020202020204" pitchFamily="34" charset="0"/>
              </a:rPr>
              <a:t>Flexible when relationships are more dynamic or loosely coupled.</a:t>
            </a:r>
          </a:p>
          <a:p>
            <a:pPr marL="352425" indent="-342900">
              <a:spcBef>
                <a:spcPts val="600"/>
              </a:spcBef>
              <a:spcAft>
                <a:spcPts val="600"/>
              </a:spcAft>
              <a:buClr>
                <a:srgbClr val="00007C"/>
              </a:buClr>
              <a:buSzPct val="75000"/>
              <a:buFont typeface="Arial" panose="020B0604020202020204" pitchFamily="34" charset="0"/>
              <a:buChar char="•"/>
              <a:tabLst>
                <a:tab pos="266700" algn="l"/>
              </a:tabLst>
            </a:pPr>
            <a:r>
              <a:rPr sz="2200" spc="-4" dirty="0">
                <a:latin typeface="Helvetica" panose="020B0604020202020204" pitchFamily="34" charset="0"/>
                <a:cs typeface="Helvetica" panose="020B0604020202020204" pitchFamily="34" charset="0"/>
              </a:rPr>
              <a:t>D</a:t>
            </a:r>
            <a:r>
              <a:rPr sz="2200" spc="-8" dirty="0">
                <a:latin typeface="Helvetica" panose="020B0604020202020204" pitchFamily="34" charset="0"/>
                <a:cs typeface="Helvetica" panose="020B0604020202020204" pitchFamily="34" charset="0"/>
              </a:rPr>
              <a:t>i</a:t>
            </a:r>
            <a:r>
              <a:rPr sz="2200" dirty="0">
                <a:latin typeface="Helvetica" panose="020B0604020202020204" pitchFamily="34" charset="0"/>
                <a:cs typeface="Helvetica" panose="020B0604020202020204" pitchFamily="34" charset="0"/>
              </a:rPr>
              <a:t>sadv</a:t>
            </a:r>
            <a:r>
              <a:rPr sz="2200" spc="-8" dirty="0">
                <a:latin typeface="Helvetica" panose="020B0604020202020204" pitchFamily="34" charset="0"/>
                <a:cs typeface="Helvetica" panose="020B0604020202020204" pitchFamily="34" charset="0"/>
              </a:rPr>
              <a:t>a</a:t>
            </a:r>
            <a:r>
              <a:rPr sz="2200" spc="-4" dirty="0">
                <a:latin typeface="Helvetica" panose="020B0604020202020204" pitchFamily="34" charset="0"/>
                <a:cs typeface="Helvetica" panose="020B0604020202020204" pitchFamily="34" charset="0"/>
              </a:rPr>
              <a:t>ntages:</a:t>
            </a:r>
            <a:endParaRPr sz="2200" dirty="0">
              <a:latin typeface="Helvetica" panose="020B0604020202020204" pitchFamily="34" charset="0"/>
              <a:cs typeface="Helvetica" panose="020B0604020202020204" pitchFamily="34" charset="0"/>
            </a:endParaRPr>
          </a:p>
          <a:p>
            <a:pPr marL="695325" lvl="1" indent="-342900">
              <a:spcBef>
                <a:spcPts val="600"/>
              </a:spcBef>
              <a:spcAft>
                <a:spcPts val="600"/>
              </a:spcAft>
              <a:buClr>
                <a:schemeClr val="tx1"/>
              </a:buClr>
              <a:buSzPct val="80000"/>
              <a:buFont typeface="Helvetica" panose="020B0604020202020204" pitchFamily="34" charset="0"/>
              <a:buChar char="‒"/>
              <a:tabLst>
                <a:tab pos="567690" algn="l"/>
              </a:tabLst>
            </a:pPr>
            <a:r>
              <a:rPr sz="2200" spc="-4" dirty="0">
                <a:latin typeface="Helvetica" panose="020B0604020202020204" pitchFamily="34" charset="0"/>
                <a:cs typeface="Helvetica" panose="020B0604020202020204" pitchFamily="34" charset="0"/>
              </a:rPr>
              <a:t>C</a:t>
            </a:r>
            <a:r>
              <a:rPr sz="2200" dirty="0">
                <a:latin typeface="Helvetica" panose="020B0604020202020204" pitchFamily="34" charset="0"/>
                <a:cs typeface="Helvetica" panose="020B0604020202020204" pitchFamily="34" charset="0"/>
              </a:rPr>
              <a:t>an</a:t>
            </a:r>
            <a:r>
              <a:rPr sz="2200" spc="30"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re</a:t>
            </a:r>
            <a:r>
              <a:rPr sz="2200" spc="-4" dirty="0">
                <a:latin typeface="Helvetica" panose="020B0604020202020204" pitchFamily="34" charset="0"/>
                <a:cs typeface="Helvetica" panose="020B0604020202020204" pitchFamily="34" charset="0"/>
              </a:rPr>
              <a:t>qui</a:t>
            </a:r>
            <a:r>
              <a:rPr sz="2200" spc="4" dirty="0">
                <a:latin typeface="Helvetica" panose="020B0604020202020204" pitchFamily="34" charset="0"/>
                <a:cs typeface="Helvetica" panose="020B0604020202020204" pitchFamily="34" charset="0"/>
              </a:rPr>
              <a:t>r</a:t>
            </a:r>
            <a:r>
              <a:rPr sz="2200" dirty="0">
                <a:latin typeface="Helvetica" panose="020B0604020202020204" pitchFamily="34" charset="0"/>
                <a:cs typeface="Helvetica" panose="020B0604020202020204" pitchFamily="34" charset="0"/>
              </a:rPr>
              <a:t>e</a:t>
            </a:r>
            <a:r>
              <a:rPr sz="2200" spc="19"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more</a:t>
            </a:r>
            <a:r>
              <a:rPr sz="2200" spc="23"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ro</a:t>
            </a:r>
            <a:r>
              <a:rPr sz="2200" spc="-4" dirty="0">
                <a:latin typeface="Helvetica" panose="020B0604020202020204" pitchFamily="34" charset="0"/>
                <a:cs typeface="Helvetica" panose="020B0604020202020204" pitchFamily="34" charset="0"/>
              </a:rPr>
              <a:t>undtrip</a:t>
            </a:r>
            <a:r>
              <a:rPr sz="2200" dirty="0">
                <a:latin typeface="Helvetica" panose="020B0604020202020204" pitchFamily="34" charset="0"/>
                <a:cs typeface="Helvetica" panose="020B0604020202020204" pitchFamily="34" charset="0"/>
              </a:rPr>
              <a:t>s</a:t>
            </a:r>
            <a:r>
              <a:rPr sz="2200" spc="11"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to</a:t>
            </a:r>
            <a:r>
              <a:rPr sz="2200" spc="34"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the</a:t>
            </a:r>
            <a:r>
              <a:rPr sz="2200" spc="26"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s</a:t>
            </a:r>
            <a:r>
              <a:rPr sz="2200" spc="4" dirty="0">
                <a:latin typeface="Helvetica" panose="020B0604020202020204" pitchFamily="34" charset="0"/>
                <a:cs typeface="Helvetica" panose="020B0604020202020204" pitchFamily="34" charset="0"/>
              </a:rPr>
              <a:t>e</a:t>
            </a:r>
            <a:r>
              <a:rPr sz="2200" dirty="0">
                <a:latin typeface="Helvetica" panose="020B0604020202020204" pitchFamily="34" charset="0"/>
                <a:cs typeface="Helvetica" panose="020B0604020202020204" pitchFamily="34" charset="0"/>
              </a:rPr>
              <a:t>rver</a:t>
            </a:r>
            <a:r>
              <a:rPr sz="2200" spc="15"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(follow</a:t>
            </a:r>
            <a:r>
              <a:rPr sz="2200" spc="30"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u</a:t>
            </a:r>
            <a:r>
              <a:rPr sz="2200" dirty="0">
                <a:latin typeface="Helvetica" panose="020B0604020202020204" pitchFamily="34" charset="0"/>
                <a:cs typeface="Helvetica" panose="020B0604020202020204" pitchFamily="34" charset="0"/>
              </a:rPr>
              <a:t>p</a:t>
            </a:r>
            <a:r>
              <a:rPr sz="2200" spc="30"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que</a:t>
            </a:r>
            <a:r>
              <a:rPr sz="2200" spc="4" dirty="0">
                <a:latin typeface="Helvetica" panose="020B0604020202020204" pitchFamily="34" charset="0"/>
                <a:cs typeface="Helvetica" panose="020B0604020202020204" pitchFamily="34" charset="0"/>
              </a:rPr>
              <a:t>r</a:t>
            </a:r>
            <a:r>
              <a:rPr sz="2200" spc="-4" dirty="0">
                <a:latin typeface="Helvetica" panose="020B0604020202020204" pitchFamily="34" charset="0"/>
                <a:cs typeface="Helvetica" panose="020B0604020202020204" pitchFamily="34" charset="0"/>
              </a:rPr>
              <a:t>ie</a:t>
            </a:r>
            <a:r>
              <a:rPr sz="2200" dirty="0">
                <a:latin typeface="Helvetica" panose="020B0604020202020204" pitchFamily="34" charset="0"/>
                <a:cs typeface="Helvetica" panose="020B0604020202020204" pitchFamily="34" charset="0"/>
              </a:rPr>
              <a:t>s)</a:t>
            </a:r>
          </a:p>
        </p:txBody>
      </p:sp>
    </p:spTree>
    <p:extLst>
      <p:ext uri="{BB962C8B-B14F-4D97-AF65-F5344CB8AC3E}">
        <p14:creationId xmlns:p14="http://schemas.microsoft.com/office/powerpoint/2010/main" val="3910056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94557" y="119550"/>
            <a:ext cx="8473787" cy="767465"/>
          </a:xfrm>
        </p:spPr>
        <p:txBody>
          <a:bodyPr wrap="square" anchor="ctr">
            <a:normAutofit/>
          </a:bodyPr>
          <a:lstStyle/>
          <a:p>
            <a:r>
              <a:rPr lang="en-GB" dirty="0"/>
              <a:t>Embedding</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10</a:t>
            </a:fld>
            <a:endParaRPr lang="en-GB"/>
          </a:p>
        </p:txBody>
      </p:sp>
      <p:sp>
        <p:nvSpPr>
          <p:cNvPr id="3" name="object 3">
            <a:extLst>
              <a:ext uri="{FF2B5EF4-FFF2-40B4-BE49-F238E27FC236}">
                <a16:creationId xmlns:a16="http://schemas.microsoft.com/office/drawing/2014/main" id="{65BE66CB-2139-2CA9-809F-4C23A5677F2A}"/>
              </a:ext>
            </a:extLst>
          </p:cNvPr>
          <p:cNvSpPr txBox="1"/>
          <p:nvPr/>
        </p:nvSpPr>
        <p:spPr>
          <a:xfrm>
            <a:off x="185744" y="913358"/>
            <a:ext cx="6711472" cy="3416320"/>
          </a:xfrm>
          <a:prstGeom prst="rect">
            <a:avLst/>
          </a:prstGeom>
        </p:spPr>
        <p:txBody>
          <a:bodyPr vert="horz" wrap="square" lIns="0" tIns="0" rIns="0" bIns="0" rtlCol="0">
            <a:spAutoFit/>
          </a:bodyPr>
          <a:lstStyle/>
          <a:p>
            <a:pPr marL="9525"/>
            <a:endParaRPr sz="900" dirty="0">
              <a:latin typeface="Helvetica" panose="020B0604020202020204" pitchFamily="34" charset="0"/>
              <a:cs typeface="Helvetica" panose="020B0604020202020204" pitchFamily="34" charset="0"/>
            </a:endParaRPr>
          </a:p>
          <a:p>
            <a:pPr marL="352425" indent="-342900">
              <a:spcBef>
                <a:spcPts val="600"/>
              </a:spcBef>
              <a:spcAft>
                <a:spcPts val="600"/>
              </a:spcAft>
              <a:buClr>
                <a:srgbClr val="00007C"/>
              </a:buClr>
              <a:buSzPct val="75000"/>
              <a:buFont typeface="Arial" panose="020B0604020202020204" pitchFamily="34" charset="0"/>
              <a:buChar char="•"/>
              <a:tabLst>
                <a:tab pos="266700" algn="l"/>
              </a:tabLst>
            </a:pPr>
            <a:r>
              <a:rPr sz="2200" spc="-4" dirty="0">
                <a:latin typeface="Helvetica" panose="020B0604020202020204" pitchFamily="34" charset="0"/>
                <a:cs typeface="Helvetica" panose="020B0604020202020204" pitchFamily="34" charset="0"/>
              </a:rPr>
              <a:t>R</a:t>
            </a:r>
            <a:r>
              <a:rPr sz="2200" spc="-8" dirty="0">
                <a:latin typeface="Helvetica" panose="020B0604020202020204" pitchFamily="34" charset="0"/>
                <a:cs typeface="Helvetica" panose="020B0604020202020204" pitchFamily="34" charset="0"/>
              </a:rPr>
              <a:t>e</a:t>
            </a:r>
            <a:r>
              <a:rPr sz="2200" spc="-4" dirty="0">
                <a:latin typeface="Helvetica" panose="020B0604020202020204" pitchFamily="34" charset="0"/>
                <a:cs typeface="Helvetica" panose="020B0604020202020204" pitchFamily="34" charset="0"/>
              </a:rPr>
              <a:t>l</a:t>
            </a:r>
            <a:r>
              <a:rPr sz="2200" spc="-8" dirty="0">
                <a:latin typeface="Helvetica" panose="020B0604020202020204" pitchFamily="34" charset="0"/>
                <a:cs typeface="Helvetica" panose="020B0604020202020204" pitchFamily="34" charset="0"/>
              </a:rPr>
              <a:t>a</a:t>
            </a:r>
            <a:r>
              <a:rPr sz="2200" dirty="0">
                <a:latin typeface="Helvetica" panose="020B0604020202020204" pitchFamily="34" charset="0"/>
                <a:cs typeface="Helvetica" panose="020B0604020202020204" pitchFamily="34" charset="0"/>
              </a:rPr>
              <a:t>ted</a:t>
            </a:r>
            <a:r>
              <a:rPr sz="2200" spc="64"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d</a:t>
            </a:r>
            <a:r>
              <a:rPr sz="2200" spc="-8" dirty="0">
                <a:latin typeface="Helvetica" panose="020B0604020202020204" pitchFamily="34" charset="0"/>
                <a:cs typeface="Helvetica" panose="020B0604020202020204" pitchFamily="34" charset="0"/>
              </a:rPr>
              <a:t>a</a:t>
            </a:r>
            <a:r>
              <a:rPr sz="2200" dirty="0">
                <a:latin typeface="Helvetica" panose="020B0604020202020204" pitchFamily="34" charset="0"/>
                <a:cs typeface="Helvetica" panose="020B0604020202020204" pitchFamily="34" charset="0"/>
              </a:rPr>
              <a:t>ta</a:t>
            </a:r>
            <a:r>
              <a:rPr sz="2200" spc="49"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i</a:t>
            </a:r>
            <a:r>
              <a:rPr sz="2200" dirty="0">
                <a:latin typeface="Helvetica" panose="020B0604020202020204" pitchFamily="34" charset="0"/>
                <a:cs typeface="Helvetica" panose="020B0604020202020204" pitchFamily="34" charset="0"/>
              </a:rPr>
              <a:t>n</a:t>
            </a:r>
            <a:r>
              <a:rPr sz="2200" spc="49"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a</a:t>
            </a:r>
            <a:r>
              <a:rPr sz="2200" spc="49"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si</a:t>
            </a:r>
            <a:r>
              <a:rPr sz="2200" spc="-11" dirty="0">
                <a:latin typeface="Helvetica" panose="020B0604020202020204" pitchFamily="34" charset="0"/>
                <a:cs typeface="Helvetica" panose="020B0604020202020204" pitchFamily="34" charset="0"/>
              </a:rPr>
              <a:t>n</a:t>
            </a:r>
            <a:r>
              <a:rPr sz="2200" spc="-4" dirty="0">
                <a:latin typeface="Helvetica" panose="020B0604020202020204" pitchFamily="34" charset="0"/>
                <a:cs typeface="Helvetica" panose="020B0604020202020204" pitchFamily="34" charset="0"/>
              </a:rPr>
              <a:t>g</a:t>
            </a:r>
            <a:r>
              <a:rPr sz="2200" spc="-8" dirty="0">
                <a:latin typeface="Helvetica" panose="020B0604020202020204" pitchFamily="34" charset="0"/>
                <a:cs typeface="Helvetica" panose="020B0604020202020204" pitchFamily="34" charset="0"/>
              </a:rPr>
              <a:t>l</a:t>
            </a:r>
            <a:r>
              <a:rPr sz="2200" dirty="0">
                <a:latin typeface="Helvetica" panose="020B0604020202020204" pitchFamily="34" charset="0"/>
                <a:cs typeface="Helvetica" panose="020B0604020202020204" pitchFamily="34" charset="0"/>
              </a:rPr>
              <a:t>e</a:t>
            </a:r>
            <a:r>
              <a:rPr sz="2200" spc="64"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d</a:t>
            </a:r>
            <a:r>
              <a:rPr sz="2200" spc="-8" dirty="0">
                <a:latin typeface="Helvetica" panose="020B0604020202020204" pitchFamily="34" charset="0"/>
                <a:cs typeface="Helvetica" panose="020B0604020202020204" pitchFamily="34" charset="0"/>
              </a:rPr>
              <a:t>o</a:t>
            </a:r>
            <a:r>
              <a:rPr sz="2200" dirty="0">
                <a:latin typeface="Helvetica" panose="020B0604020202020204" pitchFamily="34" charset="0"/>
                <a:cs typeface="Helvetica" panose="020B0604020202020204" pitchFamily="34" charset="0"/>
              </a:rPr>
              <a:t>cume</a:t>
            </a:r>
            <a:r>
              <a:rPr sz="2200" spc="-11" dirty="0">
                <a:latin typeface="Helvetica" panose="020B0604020202020204" pitchFamily="34" charset="0"/>
                <a:cs typeface="Helvetica" panose="020B0604020202020204" pitchFamily="34" charset="0"/>
              </a:rPr>
              <a:t>n</a:t>
            </a:r>
            <a:r>
              <a:rPr sz="2200" dirty="0">
                <a:latin typeface="Helvetica" panose="020B0604020202020204" pitchFamily="34" charset="0"/>
                <a:cs typeface="Helvetica" panose="020B0604020202020204" pitchFamily="34" charset="0"/>
              </a:rPr>
              <a:t>t</a:t>
            </a:r>
            <a:r>
              <a:rPr sz="2200" spc="53"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structure</a:t>
            </a:r>
          </a:p>
          <a:p>
            <a:pPr marL="638175" lvl="1" indent="-285750">
              <a:spcBef>
                <a:spcPts val="600"/>
              </a:spcBef>
              <a:spcAft>
                <a:spcPts val="600"/>
              </a:spcAft>
              <a:buSzPct val="80000"/>
              <a:buFont typeface="Helvetica" panose="020B0604020202020204" pitchFamily="34" charset="0"/>
              <a:buChar char="‒"/>
              <a:tabLst>
                <a:tab pos="567690" algn="l"/>
              </a:tabLst>
            </a:pPr>
            <a:r>
              <a:rPr spc="-4" dirty="0">
                <a:latin typeface="Helvetica" panose="020B0604020202020204" pitchFamily="34" charset="0"/>
                <a:cs typeface="Helvetica" panose="020B0604020202020204" pitchFamily="34" charset="0"/>
              </a:rPr>
              <a:t>D</a:t>
            </a:r>
            <a:r>
              <a:rPr dirty="0">
                <a:latin typeface="Helvetica" panose="020B0604020202020204" pitchFamily="34" charset="0"/>
                <a:cs typeface="Helvetica" panose="020B0604020202020204" pitchFamily="34" charset="0"/>
              </a:rPr>
              <a:t>oc</a:t>
            </a:r>
            <a:r>
              <a:rPr spc="4" dirty="0">
                <a:latin typeface="Helvetica" panose="020B0604020202020204" pitchFamily="34" charset="0"/>
                <a:cs typeface="Helvetica" panose="020B0604020202020204" pitchFamily="34" charset="0"/>
              </a:rPr>
              <a:t>u</a:t>
            </a:r>
            <a:r>
              <a:rPr dirty="0">
                <a:latin typeface="Helvetica" panose="020B0604020202020204" pitchFamily="34" charset="0"/>
                <a:cs typeface="Helvetica" panose="020B0604020202020204" pitchFamily="34" charset="0"/>
              </a:rPr>
              <a:t>ments</a:t>
            </a:r>
            <a:r>
              <a:rPr spc="11"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c</a:t>
            </a:r>
            <a:r>
              <a:rPr spc="4" dirty="0">
                <a:latin typeface="Helvetica" panose="020B0604020202020204" pitchFamily="34" charset="0"/>
                <a:cs typeface="Helvetica" panose="020B0604020202020204" pitchFamily="34" charset="0"/>
              </a:rPr>
              <a:t>a</a:t>
            </a:r>
            <a:r>
              <a:rPr dirty="0">
                <a:latin typeface="Helvetica" panose="020B0604020202020204" pitchFamily="34" charset="0"/>
                <a:cs typeface="Helvetica" panose="020B0604020202020204" pitchFamily="34" charset="0"/>
              </a:rPr>
              <a:t>n</a:t>
            </a:r>
            <a:r>
              <a:rPr spc="19"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hav</a:t>
            </a:r>
            <a:r>
              <a:rPr dirty="0">
                <a:latin typeface="Helvetica" panose="020B0604020202020204" pitchFamily="34" charset="0"/>
                <a:cs typeface="Helvetica" panose="020B0604020202020204" pitchFamily="34" charset="0"/>
              </a:rPr>
              <a:t>e</a:t>
            </a:r>
            <a:r>
              <a:rPr spc="30"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s</a:t>
            </a:r>
            <a:r>
              <a:rPr spc="4" dirty="0">
                <a:latin typeface="Helvetica" panose="020B0604020202020204" pitchFamily="34" charset="0"/>
                <a:cs typeface="Helvetica" panose="020B0604020202020204" pitchFamily="34" charset="0"/>
              </a:rPr>
              <a:t>u</a:t>
            </a:r>
            <a:r>
              <a:rPr spc="-4" dirty="0">
                <a:latin typeface="Helvetica" panose="020B0604020202020204" pitchFamily="34" charset="0"/>
                <a:cs typeface="Helvetica" panose="020B0604020202020204" pitchFamily="34" charset="0"/>
              </a:rPr>
              <a:t>bdo</a:t>
            </a:r>
            <a:r>
              <a:rPr spc="8" dirty="0">
                <a:latin typeface="Helvetica" panose="020B0604020202020204" pitchFamily="34" charset="0"/>
                <a:cs typeface="Helvetica" panose="020B0604020202020204" pitchFamily="34" charset="0"/>
              </a:rPr>
              <a:t>c</a:t>
            </a:r>
            <a:r>
              <a:rPr spc="-4" dirty="0">
                <a:latin typeface="Helvetica" panose="020B0604020202020204" pitchFamily="34" charset="0"/>
                <a:cs typeface="Helvetica" panose="020B0604020202020204" pitchFamily="34" charset="0"/>
              </a:rPr>
              <a:t>umen</a:t>
            </a:r>
            <a:r>
              <a:rPr spc="-11" dirty="0">
                <a:latin typeface="Helvetica" panose="020B0604020202020204" pitchFamily="34" charset="0"/>
                <a:cs typeface="Helvetica" panose="020B0604020202020204" pitchFamily="34" charset="0"/>
              </a:rPr>
              <a:t>t</a:t>
            </a:r>
            <a:r>
              <a:rPr dirty="0">
                <a:latin typeface="Helvetica" panose="020B0604020202020204" pitchFamily="34" charset="0"/>
                <a:cs typeface="Helvetica" panose="020B0604020202020204" pitchFamily="34" charset="0"/>
              </a:rPr>
              <a:t>s</a:t>
            </a:r>
            <a:r>
              <a:rPr spc="15"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(in</a:t>
            </a:r>
            <a:r>
              <a:rPr spc="30"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a</a:t>
            </a:r>
            <a:r>
              <a:rPr spc="30"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field</a:t>
            </a:r>
            <a:r>
              <a:rPr spc="34"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o</a:t>
            </a:r>
            <a:r>
              <a:rPr dirty="0">
                <a:latin typeface="Helvetica" panose="020B0604020202020204" pitchFamily="34" charset="0"/>
                <a:cs typeface="Helvetica" panose="020B0604020202020204" pitchFamily="34" charset="0"/>
              </a:rPr>
              <a:t>f</a:t>
            </a:r>
            <a:r>
              <a:rPr spc="34"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a</a:t>
            </a:r>
            <a:r>
              <a:rPr dirty="0">
                <a:latin typeface="Helvetica" panose="020B0604020202020204" pitchFamily="34" charset="0"/>
                <a:cs typeface="Helvetica" panose="020B0604020202020204" pitchFamily="34" charset="0"/>
              </a:rPr>
              <a:t>rray)</a:t>
            </a:r>
            <a:endParaRPr lang="en-GB" dirty="0">
              <a:latin typeface="Helvetica" panose="020B0604020202020204" pitchFamily="34" charset="0"/>
              <a:cs typeface="Helvetica" panose="020B0604020202020204" pitchFamily="34" charset="0"/>
            </a:endParaRPr>
          </a:p>
          <a:p>
            <a:pPr marL="638175" lvl="1" indent="-285750">
              <a:spcBef>
                <a:spcPts val="600"/>
              </a:spcBef>
              <a:spcAft>
                <a:spcPts val="600"/>
              </a:spcAft>
              <a:buSzPct val="80000"/>
              <a:buFont typeface="Helvetica" panose="020B0604020202020204" pitchFamily="34" charset="0"/>
              <a:buChar char="‒"/>
              <a:tabLst>
                <a:tab pos="567690" algn="l"/>
              </a:tabLst>
            </a:pPr>
            <a:r>
              <a:rPr dirty="0">
                <a:latin typeface="Helvetica" panose="020B0604020202020204" pitchFamily="34" charset="0"/>
                <a:cs typeface="Helvetica" panose="020B0604020202020204" pitchFamily="34" charset="0"/>
              </a:rPr>
              <a:t>Applications</a:t>
            </a:r>
            <a:r>
              <a:rPr spc="30"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may</a:t>
            </a:r>
            <a:r>
              <a:rPr spc="23"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nee</a:t>
            </a:r>
            <a:r>
              <a:rPr dirty="0">
                <a:latin typeface="Helvetica" panose="020B0604020202020204" pitchFamily="34" charset="0"/>
                <a:cs typeface="Helvetica" panose="020B0604020202020204" pitchFamily="34" charset="0"/>
              </a:rPr>
              <a:t>d</a:t>
            </a:r>
            <a:r>
              <a:rPr spc="30"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to</a:t>
            </a:r>
            <a:r>
              <a:rPr spc="26"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is</a:t>
            </a:r>
            <a:r>
              <a:rPr spc="8" dirty="0">
                <a:latin typeface="Helvetica" panose="020B0604020202020204" pitchFamily="34" charset="0"/>
                <a:cs typeface="Helvetica" panose="020B0604020202020204" pitchFamily="34" charset="0"/>
              </a:rPr>
              <a:t>s</a:t>
            </a:r>
            <a:r>
              <a:rPr spc="-4" dirty="0">
                <a:latin typeface="Helvetica" panose="020B0604020202020204" pitchFamily="34" charset="0"/>
                <a:cs typeface="Helvetica" panose="020B0604020202020204" pitchFamily="34" charset="0"/>
              </a:rPr>
              <a:t>u</a:t>
            </a:r>
            <a:r>
              <a:rPr dirty="0">
                <a:latin typeface="Helvetica" panose="020B0604020202020204" pitchFamily="34" charset="0"/>
                <a:cs typeface="Helvetica" panose="020B0604020202020204" pitchFamily="34" charset="0"/>
              </a:rPr>
              <a:t>e</a:t>
            </a:r>
            <a:r>
              <a:rPr spc="30"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le</a:t>
            </a:r>
            <a:r>
              <a:rPr dirty="0">
                <a:latin typeface="Helvetica" panose="020B0604020202020204" pitchFamily="34" charset="0"/>
                <a:cs typeface="Helvetica" panose="020B0604020202020204" pitchFamily="34" charset="0"/>
              </a:rPr>
              <a:t>ss</a:t>
            </a:r>
            <a:r>
              <a:rPr spc="23"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que</a:t>
            </a:r>
            <a:r>
              <a:rPr spc="4" dirty="0">
                <a:latin typeface="Helvetica" panose="020B0604020202020204" pitchFamily="34" charset="0"/>
                <a:cs typeface="Helvetica" panose="020B0604020202020204" pitchFamily="34" charset="0"/>
              </a:rPr>
              <a:t>r</a:t>
            </a:r>
            <a:r>
              <a:rPr spc="-4" dirty="0">
                <a:latin typeface="Helvetica" panose="020B0604020202020204" pitchFamily="34" charset="0"/>
                <a:cs typeface="Helvetica" panose="020B0604020202020204" pitchFamily="34" charset="0"/>
              </a:rPr>
              <a:t>ies</a:t>
            </a:r>
            <a:endParaRPr dirty="0">
              <a:latin typeface="Helvetica" panose="020B0604020202020204" pitchFamily="34" charset="0"/>
              <a:cs typeface="Helvetica" panose="020B0604020202020204" pitchFamily="34" charset="0"/>
            </a:endParaRPr>
          </a:p>
          <a:p>
            <a:pPr marL="352425" indent="-342900">
              <a:spcBef>
                <a:spcPts val="600"/>
              </a:spcBef>
              <a:spcAft>
                <a:spcPts val="600"/>
              </a:spcAft>
              <a:buClr>
                <a:srgbClr val="00007C"/>
              </a:buClr>
              <a:buSzPct val="75000"/>
              <a:buFont typeface="Arial" panose="020B0604020202020204" pitchFamily="34" charset="0"/>
              <a:buChar char="•"/>
              <a:tabLst>
                <a:tab pos="266700" algn="l"/>
              </a:tabLst>
            </a:pPr>
            <a:r>
              <a:rPr sz="2200" spc="-4" dirty="0" err="1">
                <a:solidFill>
                  <a:srgbClr val="0000FF"/>
                </a:solidFill>
                <a:latin typeface="Helvetica" panose="020B0604020202020204" pitchFamily="34" charset="0"/>
                <a:cs typeface="Helvetica" panose="020B0604020202020204" pitchFamily="34" charset="0"/>
              </a:rPr>
              <a:t>D</a:t>
            </a:r>
            <a:r>
              <a:rPr sz="2200" spc="-8" dirty="0" err="1">
                <a:solidFill>
                  <a:srgbClr val="0000FF"/>
                </a:solidFill>
                <a:latin typeface="Helvetica" panose="020B0604020202020204" pitchFamily="34" charset="0"/>
                <a:cs typeface="Helvetica" panose="020B0604020202020204" pitchFamily="34" charset="0"/>
              </a:rPr>
              <a:t>e</a:t>
            </a:r>
            <a:r>
              <a:rPr sz="2200" spc="-4" dirty="0" err="1">
                <a:solidFill>
                  <a:srgbClr val="0000FF"/>
                </a:solidFill>
                <a:latin typeface="Helvetica" panose="020B0604020202020204" pitchFamily="34" charset="0"/>
                <a:cs typeface="Helvetica" panose="020B0604020202020204" pitchFamily="34" charset="0"/>
              </a:rPr>
              <a:t>normali</a:t>
            </a:r>
            <a:r>
              <a:rPr lang="en-GB" sz="2200" spc="-4" dirty="0">
                <a:solidFill>
                  <a:srgbClr val="0000FF"/>
                </a:solidFill>
                <a:latin typeface="Helvetica" panose="020B0604020202020204" pitchFamily="34" charset="0"/>
                <a:cs typeface="Helvetica" panose="020B0604020202020204" pitchFamily="34" charset="0"/>
              </a:rPr>
              <a:t>s</a:t>
            </a:r>
            <a:r>
              <a:rPr sz="2200" spc="-8" dirty="0">
                <a:solidFill>
                  <a:srgbClr val="0000FF"/>
                </a:solidFill>
                <a:latin typeface="Helvetica" panose="020B0604020202020204" pitchFamily="34" charset="0"/>
                <a:cs typeface="Helvetica" panose="020B0604020202020204" pitchFamily="34" charset="0"/>
              </a:rPr>
              <a:t>e</a:t>
            </a:r>
            <a:r>
              <a:rPr sz="2200" dirty="0">
                <a:solidFill>
                  <a:srgbClr val="0000FF"/>
                </a:solidFill>
                <a:latin typeface="Helvetica" panose="020B0604020202020204" pitchFamily="34" charset="0"/>
                <a:cs typeface="Helvetica" panose="020B0604020202020204" pitchFamily="34" charset="0"/>
              </a:rPr>
              <a:t>d</a:t>
            </a:r>
            <a:r>
              <a:rPr sz="2200" spc="86" dirty="0">
                <a:solidFill>
                  <a:srgbClr val="0000FF"/>
                </a:solidFill>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dat</a:t>
            </a:r>
            <a:r>
              <a:rPr sz="2200" dirty="0">
                <a:latin typeface="Helvetica" panose="020B0604020202020204" pitchFamily="34" charset="0"/>
                <a:cs typeface="Helvetica" panose="020B0604020202020204" pitchFamily="34" charset="0"/>
              </a:rPr>
              <a:t>a</a:t>
            </a:r>
            <a:r>
              <a:rPr sz="2200" spc="41"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mode</a:t>
            </a:r>
            <a:r>
              <a:rPr sz="2200" spc="-8" dirty="0">
                <a:latin typeface="Helvetica" panose="020B0604020202020204" pitchFamily="34" charset="0"/>
                <a:cs typeface="Helvetica" panose="020B0604020202020204" pitchFamily="34" charset="0"/>
              </a:rPr>
              <a:t>l</a:t>
            </a:r>
            <a:r>
              <a:rPr sz="2200" dirty="0">
                <a:latin typeface="Helvetica" panose="020B0604020202020204" pitchFamily="34" charset="0"/>
                <a:cs typeface="Helvetica" panose="020B0604020202020204" pitchFamily="34" charset="0"/>
              </a:rPr>
              <a:t>s</a:t>
            </a:r>
          </a:p>
          <a:p>
            <a:pPr marL="352425" marR="3012281" indent="-342900">
              <a:spcBef>
                <a:spcPts val="600"/>
              </a:spcBef>
              <a:spcAft>
                <a:spcPts val="600"/>
              </a:spcAft>
              <a:buClr>
                <a:srgbClr val="00007C"/>
              </a:buClr>
              <a:buSzPct val="75000"/>
              <a:buFont typeface="Arial" panose="020B0604020202020204" pitchFamily="34" charset="0"/>
              <a:buChar char="•"/>
              <a:tabLst>
                <a:tab pos="266700" algn="l"/>
              </a:tabLst>
            </a:pPr>
            <a:r>
              <a:rPr sz="2200" dirty="0">
                <a:latin typeface="Helvetica" panose="020B0604020202020204" pitchFamily="34" charset="0"/>
                <a:cs typeface="Helvetica" panose="020B0604020202020204" pitchFamily="34" charset="0"/>
              </a:rPr>
              <a:t>A</a:t>
            </a:r>
            <a:r>
              <a:rPr sz="2200" spc="-11" dirty="0">
                <a:latin typeface="Helvetica" panose="020B0604020202020204" pitchFamily="34" charset="0"/>
                <a:cs typeface="Helvetica" panose="020B0604020202020204" pitchFamily="34" charset="0"/>
              </a:rPr>
              <a:t>l</a:t>
            </a:r>
            <a:r>
              <a:rPr sz="2200" spc="-4" dirty="0">
                <a:latin typeface="Helvetica" panose="020B0604020202020204" pitchFamily="34" charset="0"/>
                <a:cs typeface="Helvetica" panose="020B0604020202020204" pitchFamily="34" charset="0"/>
              </a:rPr>
              <a:t>l</a:t>
            </a:r>
            <a:r>
              <a:rPr sz="2200" spc="-8" dirty="0">
                <a:latin typeface="Helvetica" panose="020B0604020202020204" pitchFamily="34" charset="0"/>
                <a:cs typeface="Helvetica" panose="020B0604020202020204" pitchFamily="34" charset="0"/>
              </a:rPr>
              <a:t>o</a:t>
            </a:r>
            <a:r>
              <a:rPr sz="2200" dirty="0">
                <a:latin typeface="Helvetica" panose="020B0604020202020204" pitchFamily="34" charset="0"/>
                <a:cs typeface="Helvetica" panose="020B0604020202020204" pitchFamily="34" charset="0"/>
              </a:rPr>
              <a:t>w</a:t>
            </a:r>
            <a:r>
              <a:rPr sz="2200" spc="64"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a</a:t>
            </a:r>
            <a:r>
              <a:rPr sz="2200" spc="-8" dirty="0">
                <a:latin typeface="Helvetica" panose="020B0604020202020204" pitchFamily="34" charset="0"/>
                <a:cs typeface="Helvetica" panose="020B0604020202020204" pitchFamily="34" charset="0"/>
              </a:rPr>
              <a:t>p</a:t>
            </a:r>
            <a:r>
              <a:rPr sz="2200" spc="-4" dirty="0">
                <a:latin typeface="Helvetica" panose="020B0604020202020204" pitchFamily="34" charset="0"/>
                <a:cs typeface="Helvetica" panose="020B0604020202020204" pitchFamily="34" charset="0"/>
              </a:rPr>
              <a:t>p</a:t>
            </a:r>
            <a:r>
              <a:rPr sz="2200" spc="-8" dirty="0">
                <a:latin typeface="Helvetica" panose="020B0604020202020204" pitchFamily="34" charset="0"/>
                <a:cs typeface="Helvetica" panose="020B0604020202020204" pitchFamily="34" charset="0"/>
              </a:rPr>
              <a:t>l</a:t>
            </a:r>
            <a:r>
              <a:rPr sz="2200" spc="-4" dirty="0">
                <a:latin typeface="Helvetica" panose="020B0604020202020204" pitchFamily="34" charset="0"/>
                <a:cs typeface="Helvetica" panose="020B0604020202020204" pitchFamily="34" charset="0"/>
              </a:rPr>
              <a:t>ic</a:t>
            </a:r>
            <a:r>
              <a:rPr sz="2200" spc="-8" dirty="0">
                <a:latin typeface="Helvetica" panose="020B0604020202020204" pitchFamily="34" charset="0"/>
                <a:cs typeface="Helvetica" panose="020B0604020202020204" pitchFamily="34" charset="0"/>
              </a:rPr>
              <a:t>a</a:t>
            </a:r>
            <a:r>
              <a:rPr sz="2200" dirty="0">
                <a:latin typeface="Helvetica" panose="020B0604020202020204" pitchFamily="34" charset="0"/>
                <a:cs typeface="Helvetica" panose="020B0604020202020204" pitchFamily="34" charset="0"/>
              </a:rPr>
              <a:t>tio</a:t>
            </a:r>
            <a:r>
              <a:rPr sz="2200" spc="-11" dirty="0">
                <a:latin typeface="Helvetica" panose="020B0604020202020204" pitchFamily="34" charset="0"/>
                <a:cs typeface="Helvetica" panose="020B0604020202020204" pitchFamily="34" charset="0"/>
              </a:rPr>
              <a:t>n</a:t>
            </a:r>
            <a:r>
              <a:rPr sz="2200" dirty="0">
                <a:latin typeface="Helvetica" panose="020B0604020202020204" pitchFamily="34" charset="0"/>
                <a:cs typeface="Helvetica" panose="020B0604020202020204" pitchFamily="34" charset="0"/>
              </a:rPr>
              <a:t>s </a:t>
            </a:r>
            <a:r>
              <a:rPr sz="2200" spc="-8" dirty="0">
                <a:latin typeface="Helvetica" panose="020B0604020202020204" pitchFamily="34" charset="0"/>
                <a:cs typeface="Helvetica" panose="020B0604020202020204" pitchFamily="34" charset="0"/>
              </a:rPr>
              <a:t>to</a:t>
            </a:r>
            <a:r>
              <a:rPr sz="2200" spc="49"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retr</a:t>
            </a:r>
            <a:r>
              <a:rPr sz="2200" spc="-4" dirty="0">
                <a:latin typeface="Helvetica" panose="020B0604020202020204" pitchFamily="34" charset="0"/>
                <a:cs typeface="Helvetica" panose="020B0604020202020204" pitchFamily="34" charset="0"/>
              </a:rPr>
              <a:t>i</a:t>
            </a:r>
            <a:r>
              <a:rPr sz="2200" spc="-8" dirty="0">
                <a:latin typeface="Helvetica" panose="020B0604020202020204" pitchFamily="34" charset="0"/>
                <a:cs typeface="Helvetica" panose="020B0604020202020204" pitchFamily="34" charset="0"/>
              </a:rPr>
              <a:t>e</a:t>
            </a:r>
            <a:r>
              <a:rPr sz="2200" dirty="0">
                <a:latin typeface="Helvetica" panose="020B0604020202020204" pitchFamily="34" charset="0"/>
                <a:cs typeface="Helvetica" panose="020B0604020202020204" pitchFamily="34" charset="0"/>
              </a:rPr>
              <a:t>ve</a:t>
            </a:r>
            <a:r>
              <a:rPr sz="2200" spc="49"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and </a:t>
            </a:r>
            <a:r>
              <a:rPr sz="2200" dirty="0">
                <a:latin typeface="Helvetica" panose="020B0604020202020204" pitchFamily="34" charset="0"/>
                <a:cs typeface="Helvetica" panose="020B0604020202020204" pitchFamily="34" charset="0"/>
              </a:rPr>
              <a:t>manip</a:t>
            </a:r>
            <a:r>
              <a:rPr sz="2200" spc="-11" dirty="0">
                <a:latin typeface="Helvetica" panose="020B0604020202020204" pitchFamily="34" charset="0"/>
                <a:cs typeface="Helvetica" panose="020B0604020202020204" pitchFamily="34" charset="0"/>
              </a:rPr>
              <a:t>u</a:t>
            </a:r>
            <a:r>
              <a:rPr sz="2200" spc="-4" dirty="0">
                <a:latin typeface="Helvetica" panose="020B0604020202020204" pitchFamily="34" charset="0"/>
                <a:cs typeface="Helvetica" panose="020B0604020202020204" pitchFamily="34" charset="0"/>
              </a:rPr>
              <a:t>l</a:t>
            </a:r>
            <a:r>
              <a:rPr sz="2200" spc="-8" dirty="0">
                <a:latin typeface="Helvetica" panose="020B0604020202020204" pitchFamily="34" charset="0"/>
                <a:cs typeface="Helvetica" panose="020B0604020202020204" pitchFamily="34" charset="0"/>
              </a:rPr>
              <a:t>ate</a:t>
            </a:r>
            <a:r>
              <a:rPr sz="2200" spc="71"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related</a:t>
            </a:r>
            <a:r>
              <a:rPr lang="en-GB" sz="2200"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dat</a:t>
            </a:r>
            <a:r>
              <a:rPr sz="2200" dirty="0">
                <a:latin typeface="Helvetica" panose="020B0604020202020204" pitchFamily="34" charset="0"/>
                <a:cs typeface="Helvetica" panose="020B0604020202020204" pitchFamily="34" charset="0"/>
              </a:rPr>
              <a:t>a</a:t>
            </a:r>
            <a:r>
              <a:rPr sz="2200" spc="49"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i</a:t>
            </a:r>
            <a:r>
              <a:rPr sz="2200" dirty="0">
                <a:latin typeface="Helvetica" panose="020B0604020202020204" pitchFamily="34" charset="0"/>
                <a:cs typeface="Helvetica" panose="020B0604020202020204" pitchFamily="34" charset="0"/>
              </a:rPr>
              <a:t>n</a:t>
            </a:r>
            <a:r>
              <a:rPr sz="2200" spc="49"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a</a:t>
            </a:r>
            <a:r>
              <a:rPr sz="2200" spc="49" dirty="0">
                <a:latin typeface="Helvetica" panose="020B0604020202020204" pitchFamily="34" charset="0"/>
                <a:cs typeface="Helvetica" panose="020B0604020202020204" pitchFamily="34" charset="0"/>
              </a:rPr>
              <a:t> </a:t>
            </a:r>
            <a:r>
              <a:rPr sz="2200" dirty="0">
                <a:latin typeface="Helvetica" panose="020B0604020202020204" pitchFamily="34" charset="0"/>
                <a:cs typeface="Helvetica" panose="020B0604020202020204" pitchFamily="34" charset="0"/>
              </a:rPr>
              <a:t>sin</a:t>
            </a:r>
            <a:r>
              <a:rPr sz="2200" spc="-8" dirty="0">
                <a:latin typeface="Helvetica" panose="020B0604020202020204" pitchFamily="34" charset="0"/>
                <a:cs typeface="Helvetica" panose="020B0604020202020204" pitchFamily="34" charset="0"/>
              </a:rPr>
              <a:t>g</a:t>
            </a:r>
            <a:r>
              <a:rPr sz="2200" spc="-4" dirty="0">
                <a:latin typeface="Helvetica" panose="020B0604020202020204" pitchFamily="34" charset="0"/>
                <a:cs typeface="Helvetica" panose="020B0604020202020204" pitchFamily="34" charset="0"/>
              </a:rPr>
              <a:t>le d</a:t>
            </a:r>
            <a:r>
              <a:rPr sz="2200" spc="-8" dirty="0">
                <a:latin typeface="Helvetica" panose="020B0604020202020204" pitchFamily="34" charset="0"/>
                <a:cs typeface="Helvetica" panose="020B0604020202020204" pitchFamily="34" charset="0"/>
              </a:rPr>
              <a:t>a</a:t>
            </a:r>
            <a:r>
              <a:rPr sz="2200" dirty="0">
                <a:latin typeface="Helvetica" panose="020B0604020202020204" pitchFamily="34" charset="0"/>
                <a:cs typeface="Helvetica" panose="020B0604020202020204" pitchFamily="34" charset="0"/>
              </a:rPr>
              <a:t>taba</a:t>
            </a:r>
            <a:r>
              <a:rPr sz="2200" spc="-8" dirty="0">
                <a:latin typeface="Helvetica" panose="020B0604020202020204" pitchFamily="34" charset="0"/>
                <a:cs typeface="Helvetica" panose="020B0604020202020204" pitchFamily="34" charset="0"/>
              </a:rPr>
              <a:t>s</a:t>
            </a:r>
            <a:r>
              <a:rPr sz="2200" dirty="0">
                <a:latin typeface="Helvetica" panose="020B0604020202020204" pitchFamily="34" charset="0"/>
                <a:cs typeface="Helvetica" panose="020B0604020202020204" pitchFamily="34" charset="0"/>
              </a:rPr>
              <a:t>e</a:t>
            </a:r>
            <a:r>
              <a:rPr sz="2200" spc="56" dirty="0">
                <a:latin typeface="Helvetica" panose="020B0604020202020204" pitchFamily="34" charset="0"/>
                <a:cs typeface="Helvetica" panose="020B0604020202020204" pitchFamily="34" charset="0"/>
              </a:rPr>
              <a:t> </a:t>
            </a:r>
            <a:r>
              <a:rPr sz="2200" spc="-4" dirty="0">
                <a:latin typeface="Helvetica" panose="020B0604020202020204" pitchFamily="34" charset="0"/>
                <a:cs typeface="Helvetica" panose="020B0604020202020204" pitchFamily="34" charset="0"/>
              </a:rPr>
              <a:t>o</a:t>
            </a:r>
            <a:r>
              <a:rPr sz="2200" spc="-8" dirty="0">
                <a:latin typeface="Helvetica" panose="020B0604020202020204" pitchFamily="34" charset="0"/>
                <a:cs typeface="Helvetica" panose="020B0604020202020204" pitchFamily="34" charset="0"/>
              </a:rPr>
              <a:t>p</a:t>
            </a:r>
            <a:r>
              <a:rPr sz="2200" spc="-4" dirty="0">
                <a:latin typeface="Helvetica" panose="020B0604020202020204" pitchFamily="34" charset="0"/>
                <a:cs typeface="Helvetica" panose="020B0604020202020204" pitchFamily="34" charset="0"/>
              </a:rPr>
              <a:t>erati</a:t>
            </a:r>
            <a:r>
              <a:rPr sz="2200" spc="-8" dirty="0">
                <a:latin typeface="Helvetica" panose="020B0604020202020204" pitchFamily="34" charset="0"/>
                <a:cs typeface="Helvetica" panose="020B0604020202020204" pitchFamily="34" charset="0"/>
              </a:rPr>
              <a:t>o</a:t>
            </a:r>
            <a:r>
              <a:rPr sz="2200" dirty="0">
                <a:latin typeface="Helvetica" panose="020B0604020202020204" pitchFamily="34" charset="0"/>
                <a:cs typeface="Helvetica" panose="020B0604020202020204" pitchFamily="34" charset="0"/>
              </a:rPr>
              <a:t>n</a:t>
            </a:r>
          </a:p>
        </p:txBody>
      </p:sp>
      <p:sp>
        <p:nvSpPr>
          <p:cNvPr id="8" name="TextBox 7">
            <a:extLst>
              <a:ext uri="{FF2B5EF4-FFF2-40B4-BE49-F238E27FC236}">
                <a16:creationId xmlns:a16="http://schemas.microsoft.com/office/drawing/2014/main" id="{D2EAE643-D830-6BC8-F762-3FDD94CB7A9E}"/>
              </a:ext>
            </a:extLst>
          </p:cNvPr>
          <p:cNvSpPr txBox="1"/>
          <p:nvPr/>
        </p:nvSpPr>
        <p:spPr>
          <a:xfrm>
            <a:off x="4376936" y="2483018"/>
            <a:ext cx="5256584" cy="3693319"/>
          </a:xfrm>
          <a:prstGeom prst="rect">
            <a:avLst/>
          </a:prstGeom>
          <a:solidFill>
            <a:schemeClr val="accent3">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1001, </a:t>
            </a:r>
          </a:p>
          <a:p>
            <a:r>
              <a:rPr lang="en-GB" dirty="0">
                <a:latin typeface="Courier New" panose="02070309020205020404" pitchFamily="49" charset="0"/>
                <a:cs typeface="Courier New" panose="02070309020205020404" pitchFamily="49" charset="0"/>
              </a:rPr>
              <a:t> "username": “123xyz“,</a:t>
            </a:r>
          </a:p>
          <a:p>
            <a:r>
              <a:rPr lang="en-GB" dirty="0">
                <a:latin typeface="Courier New" panose="02070309020205020404" pitchFamily="49" charset="0"/>
                <a:cs typeface="Courier New" panose="02070309020205020404" pitchFamily="49" charset="0"/>
              </a:rPr>
              <a:t> "contact": {</a:t>
            </a:r>
          </a:p>
          <a:p>
            <a:r>
              <a:rPr lang="en-GB" dirty="0">
                <a:latin typeface="Courier New" panose="02070309020205020404" pitchFamily="49" charset="0"/>
                <a:cs typeface="Courier New" panose="02070309020205020404" pitchFamily="49" charset="0"/>
              </a:rPr>
              <a:t>           "phone":"123-456-7890", </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email":"xyz@example.com</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          },</a:t>
            </a:r>
          </a:p>
          <a:p>
            <a:endParaRPr lang="en-GB" dirty="0">
              <a:latin typeface="Courier New" panose="02070309020205020404" pitchFamily="49" charset="0"/>
              <a:cs typeface="Courier New" panose="02070309020205020404" pitchFamily="49" charset="0"/>
            </a:endParaRPr>
          </a:p>
          <a:p>
            <a:r>
              <a:rPr lang="en-GB" dirty="0">
                <a:latin typeface="Courier New" panose="02070309020205020404" pitchFamily="49" charset="0"/>
                <a:cs typeface="Courier New" panose="02070309020205020404" pitchFamily="49" charset="0"/>
              </a:rPr>
              <a:t> "access": {</a:t>
            </a:r>
          </a:p>
          <a:p>
            <a:r>
              <a:rPr lang="en-GB" dirty="0">
                <a:latin typeface="Courier New" panose="02070309020205020404" pitchFamily="49" charset="0"/>
                <a:cs typeface="Courier New" panose="02070309020205020404" pitchFamily="49" charset="0"/>
              </a:rPr>
              <a:t>            "level":5, </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group":"dev</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a:t>
            </a:r>
          </a:p>
        </p:txBody>
      </p:sp>
      <p:sp>
        <p:nvSpPr>
          <p:cNvPr id="10" name="Rectangle 9">
            <a:extLst>
              <a:ext uri="{FF2B5EF4-FFF2-40B4-BE49-F238E27FC236}">
                <a16:creationId xmlns:a16="http://schemas.microsoft.com/office/drawing/2014/main" id="{1F6157C4-86F7-4249-9841-D2CD00C46598}"/>
              </a:ext>
            </a:extLst>
          </p:cNvPr>
          <p:cNvSpPr/>
          <p:nvPr/>
        </p:nvSpPr>
        <p:spPr>
          <a:xfrm>
            <a:off x="4520952" y="3356992"/>
            <a:ext cx="4989761" cy="1080120"/>
          </a:xfrm>
          <a:prstGeom prst="rect">
            <a:avLst/>
          </a:prstGeom>
          <a:solidFill>
            <a:srgbClr val="FF0066">
              <a:alpha val="22000"/>
            </a:srgbClr>
          </a:solidFill>
          <a:ln>
            <a:solidFill>
              <a:srgbClr val="0081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11" name="Rectangle 10">
            <a:extLst>
              <a:ext uri="{FF2B5EF4-FFF2-40B4-BE49-F238E27FC236}">
                <a16:creationId xmlns:a16="http://schemas.microsoft.com/office/drawing/2014/main" id="{25E371EB-DF8D-C617-1360-927916F0E313}"/>
              </a:ext>
            </a:extLst>
          </p:cNvPr>
          <p:cNvSpPr/>
          <p:nvPr/>
        </p:nvSpPr>
        <p:spPr>
          <a:xfrm>
            <a:off x="4530824" y="4736189"/>
            <a:ext cx="4989761" cy="1080120"/>
          </a:xfrm>
          <a:prstGeom prst="rect">
            <a:avLst/>
          </a:prstGeom>
          <a:solidFill>
            <a:srgbClr val="FF0066">
              <a:alpha val="22000"/>
            </a:srgbClr>
          </a:solidFill>
          <a:ln>
            <a:solidFill>
              <a:srgbClr val="0081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13" name="TextBox 12">
            <a:extLst>
              <a:ext uri="{FF2B5EF4-FFF2-40B4-BE49-F238E27FC236}">
                <a16:creationId xmlns:a16="http://schemas.microsoft.com/office/drawing/2014/main" id="{532E8854-0B5D-F61F-EA37-FE46C4ED4E54}"/>
              </a:ext>
            </a:extLst>
          </p:cNvPr>
          <p:cNvSpPr txBox="1"/>
          <p:nvPr/>
        </p:nvSpPr>
        <p:spPr>
          <a:xfrm>
            <a:off x="372889" y="4682569"/>
            <a:ext cx="3560590" cy="430887"/>
          </a:xfrm>
          <a:prstGeom prst="rect">
            <a:avLst/>
          </a:prstGeom>
          <a:noFill/>
        </p:spPr>
        <p:txBody>
          <a:bodyPr wrap="none" rtlCol="0">
            <a:spAutoFit/>
          </a:bodyPr>
          <a:lstStyle/>
          <a:p>
            <a:r>
              <a:rPr lang="en-GB" sz="2200" dirty="0">
                <a:latin typeface="Helvetica" panose="020B0604020202020204" pitchFamily="34" charset="0"/>
                <a:cs typeface="Helvetica" panose="020B0604020202020204" pitchFamily="34" charset="0"/>
              </a:rPr>
              <a:t>Embedded sub-documents</a:t>
            </a:r>
          </a:p>
        </p:txBody>
      </p:sp>
      <p:cxnSp>
        <p:nvCxnSpPr>
          <p:cNvPr id="15" name="Straight Arrow Connector 14">
            <a:extLst>
              <a:ext uri="{FF2B5EF4-FFF2-40B4-BE49-F238E27FC236}">
                <a16:creationId xmlns:a16="http://schemas.microsoft.com/office/drawing/2014/main" id="{EAA8962D-9C41-17E2-9EB7-899AD3896D9B}"/>
              </a:ext>
            </a:extLst>
          </p:cNvPr>
          <p:cNvCxnSpPr>
            <a:stCxn id="13" idx="3"/>
          </p:cNvCxnSpPr>
          <p:nvPr/>
        </p:nvCxnSpPr>
        <p:spPr>
          <a:xfrm flipV="1">
            <a:off x="3933479" y="3789040"/>
            <a:ext cx="587473" cy="1108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24A37113-115A-5710-4CD7-852D02D31D8A}"/>
              </a:ext>
            </a:extLst>
          </p:cNvPr>
          <p:cNvCxnSpPr>
            <a:stCxn id="13" idx="3"/>
          </p:cNvCxnSpPr>
          <p:nvPr/>
        </p:nvCxnSpPr>
        <p:spPr>
          <a:xfrm>
            <a:off x="3933479" y="4898013"/>
            <a:ext cx="587473" cy="4752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2008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circle(in)">
                                      <p:cBhvr>
                                        <p:cTn id="11" dur="1000"/>
                                        <p:tgtEl>
                                          <p:spTgt spid="10"/>
                                        </p:tgtEl>
                                      </p:cBhvr>
                                    </p:animEffect>
                                  </p:childTnLst>
                                </p:cTn>
                              </p:par>
                              <p:par>
                                <p:cTn id="12" presetID="6" presetClass="entr" presetSubtype="16"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circle(in)">
                                      <p:cBhvr>
                                        <p:cTn id="14" dur="10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94557" y="119550"/>
            <a:ext cx="8473787" cy="767465"/>
          </a:xfrm>
        </p:spPr>
        <p:txBody>
          <a:bodyPr wrap="square" anchor="ctr">
            <a:normAutofit/>
          </a:bodyPr>
          <a:lstStyle/>
          <a:p>
            <a:r>
              <a:rPr lang="en-GB" dirty="0"/>
              <a:t>Embedding</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11</a:t>
            </a:fld>
            <a:endParaRPr lang="en-GB"/>
          </a:p>
        </p:txBody>
      </p:sp>
      <p:sp>
        <p:nvSpPr>
          <p:cNvPr id="4" name="object 3">
            <a:extLst>
              <a:ext uri="{FF2B5EF4-FFF2-40B4-BE49-F238E27FC236}">
                <a16:creationId xmlns:a16="http://schemas.microsoft.com/office/drawing/2014/main" id="{052D30F9-0330-318C-484E-D19B057BE1F4}"/>
              </a:ext>
            </a:extLst>
          </p:cNvPr>
          <p:cNvSpPr txBox="1"/>
          <p:nvPr/>
        </p:nvSpPr>
        <p:spPr>
          <a:xfrm>
            <a:off x="347315" y="884256"/>
            <a:ext cx="8856680" cy="5406608"/>
          </a:xfrm>
          <a:prstGeom prst="rect">
            <a:avLst/>
          </a:prstGeom>
        </p:spPr>
        <p:txBody>
          <a:bodyPr vert="horz" wrap="square" lIns="0" tIns="0" rIns="0" bIns="0" rtlCol="0">
            <a:spAutoFit/>
          </a:bodyPr>
          <a:lstStyle/>
          <a:p>
            <a:pPr marL="352425" indent="-342900">
              <a:spcBef>
                <a:spcPts val="400"/>
              </a:spcBef>
              <a:spcAft>
                <a:spcPts val="400"/>
              </a:spcAft>
              <a:buClr>
                <a:srgbClr val="00007C"/>
              </a:buClr>
              <a:buSzPct val="75000"/>
              <a:buFont typeface="Arial" panose="020B0604020202020204" pitchFamily="34" charset="0"/>
              <a:buChar char="•"/>
              <a:tabLst>
                <a:tab pos="266700" algn="l"/>
              </a:tabLst>
            </a:pPr>
            <a:r>
              <a:rPr sz="2200" b="1" spc="-4" dirty="0">
                <a:latin typeface="Helvetica" panose="020B0604020202020204" pitchFamily="34" charset="0"/>
                <a:cs typeface="Helvetica" panose="020B0604020202020204" pitchFamily="34" charset="0"/>
              </a:rPr>
              <a:t>U</a:t>
            </a:r>
            <a:r>
              <a:rPr sz="2200" b="1" spc="4" dirty="0">
                <a:latin typeface="Helvetica" panose="020B0604020202020204" pitchFamily="34" charset="0"/>
                <a:cs typeface="Helvetica" panose="020B0604020202020204" pitchFamily="34" charset="0"/>
              </a:rPr>
              <a:t>s</a:t>
            </a:r>
            <a:r>
              <a:rPr sz="2200" b="1" dirty="0">
                <a:latin typeface="Helvetica" panose="020B0604020202020204" pitchFamily="34" charset="0"/>
                <a:cs typeface="Helvetica" panose="020B0604020202020204" pitchFamily="34" charset="0"/>
              </a:rPr>
              <a:t>e</a:t>
            </a:r>
            <a:r>
              <a:rPr sz="2200" b="1" spc="26" dirty="0">
                <a:latin typeface="Helvetica" panose="020B0604020202020204" pitchFamily="34" charset="0"/>
                <a:cs typeface="Helvetica" panose="020B0604020202020204" pitchFamily="34" charset="0"/>
              </a:rPr>
              <a:t> </a:t>
            </a:r>
            <a:r>
              <a:rPr sz="2200" b="1" spc="-4" dirty="0">
                <a:latin typeface="Helvetica" panose="020B0604020202020204" pitchFamily="34" charset="0"/>
                <a:cs typeface="Helvetica" panose="020B0604020202020204" pitchFamily="34" charset="0"/>
              </a:rPr>
              <a:t>embedde</a:t>
            </a:r>
            <a:r>
              <a:rPr sz="2200" b="1" dirty="0">
                <a:latin typeface="Helvetica" panose="020B0604020202020204" pitchFamily="34" charset="0"/>
                <a:cs typeface="Helvetica" panose="020B0604020202020204" pitchFamily="34" charset="0"/>
              </a:rPr>
              <a:t>d</a:t>
            </a:r>
            <a:r>
              <a:rPr sz="2200" b="1" spc="11" dirty="0">
                <a:latin typeface="Helvetica" panose="020B0604020202020204" pitchFamily="34" charset="0"/>
                <a:cs typeface="Helvetica" panose="020B0604020202020204" pitchFamily="34" charset="0"/>
              </a:rPr>
              <a:t> </a:t>
            </a:r>
            <a:r>
              <a:rPr sz="2200" b="1" spc="-4" dirty="0">
                <a:latin typeface="Helvetica" panose="020B0604020202020204" pitchFamily="34" charset="0"/>
                <a:cs typeface="Helvetica" panose="020B0604020202020204" pitchFamily="34" charset="0"/>
              </a:rPr>
              <a:t>dat</a:t>
            </a:r>
            <a:r>
              <a:rPr sz="2200" b="1" dirty="0">
                <a:latin typeface="Helvetica" panose="020B0604020202020204" pitchFamily="34" charset="0"/>
                <a:cs typeface="Helvetica" panose="020B0604020202020204" pitchFamily="34" charset="0"/>
              </a:rPr>
              <a:t>a</a:t>
            </a:r>
            <a:r>
              <a:rPr sz="2200" b="1" spc="26" dirty="0">
                <a:latin typeface="Helvetica" panose="020B0604020202020204" pitchFamily="34" charset="0"/>
                <a:cs typeface="Helvetica" panose="020B0604020202020204" pitchFamily="34" charset="0"/>
              </a:rPr>
              <a:t> </a:t>
            </a:r>
            <a:r>
              <a:rPr sz="2200" b="1" dirty="0">
                <a:latin typeface="Helvetica" panose="020B0604020202020204" pitchFamily="34" charset="0"/>
                <a:cs typeface="Helvetica" panose="020B0604020202020204" pitchFamily="34" charset="0"/>
              </a:rPr>
              <a:t>models</a:t>
            </a:r>
            <a:r>
              <a:rPr sz="2200" b="1" spc="19" dirty="0">
                <a:latin typeface="Helvetica" panose="020B0604020202020204" pitchFamily="34" charset="0"/>
                <a:cs typeface="Helvetica" panose="020B0604020202020204" pitchFamily="34" charset="0"/>
              </a:rPr>
              <a:t> </a:t>
            </a:r>
            <a:r>
              <a:rPr sz="2200" b="1" spc="-4" dirty="0">
                <a:latin typeface="Helvetica" panose="020B0604020202020204" pitchFamily="34" charset="0"/>
                <a:cs typeface="Helvetica" panose="020B0604020202020204" pitchFamily="34" charset="0"/>
              </a:rPr>
              <a:t>when:</a:t>
            </a:r>
            <a:endParaRPr sz="2200" b="1" dirty="0">
              <a:latin typeface="Helvetica" panose="020B0604020202020204" pitchFamily="34" charset="0"/>
              <a:cs typeface="Helvetica" panose="020B0604020202020204" pitchFamily="34" charset="0"/>
            </a:endParaRPr>
          </a:p>
          <a:p>
            <a:pPr marL="695325" lvl="1" indent="-342900">
              <a:spcBef>
                <a:spcPts val="400"/>
              </a:spcBef>
              <a:spcAft>
                <a:spcPts val="400"/>
              </a:spcAft>
              <a:buClr>
                <a:schemeClr val="tx1"/>
              </a:buClr>
              <a:buSzPct val="75000"/>
              <a:buFont typeface="Helvetica" panose="020B0604020202020204" pitchFamily="34" charset="0"/>
              <a:buChar char="‒"/>
              <a:tabLst>
                <a:tab pos="567690" algn="l"/>
              </a:tabLst>
            </a:pPr>
            <a:r>
              <a:rPr sz="2000" dirty="0">
                <a:latin typeface="Helvetica" panose="020B0604020202020204" pitchFamily="34" charset="0"/>
                <a:cs typeface="Helvetica" panose="020B0604020202020204" pitchFamily="34" charset="0"/>
              </a:rPr>
              <a:t>When</a:t>
            </a:r>
            <a:r>
              <a:rPr sz="2000" spc="-8" dirty="0">
                <a:latin typeface="Helvetica" panose="020B0604020202020204" pitchFamily="34" charset="0"/>
                <a:cs typeface="Helvetica" panose="020B0604020202020204" pitchFamily="34" charset="0"/>
              </a:rPr>
              <a:t> </a:t>
            </a:r>
            <a:r>
              <a:rPr sz="2000" spc="-30" dirty="0">
                <a:latin typeface="Helvetica" panose="020B0604020202020204" pitchFamily="34" charset="0"/>
                <a:cs typeface="Helvetica" panose="020B0604020202020204" pitchFamily="34" charset="0"/>
              </a:rPr>
              <a:t>w</a:t>
            </a:r>
            <a:r>
              <a:rPr sz="2000" dirty="0">
                <a:latin typeface="Helvetica" panose="020B0604020202020204" pitchFamily="34" charset="0"/>
                <a:cs typeface="Helvetica" panose="020B0604020202020204" pitchFamily="34" charset="0"/>
              </a:rPr>
              <a:t>e</a:t>
            </a:r>
            <a:r>
              <a:rPr sz="2000" spc="34"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h</a:t>
            </a:r>
            <a:r>
              <a:rPr sz="2000" spc="-8" dirty="0">
                <a:latin typeface="Helvetica" panose="020B0604020202020204" pitchFamily="34" charset="0"/>
                <a:cs typeface="Helvetica" panose="020B0604020202020204" pitchFamily="34" charset="0"/>
              </a:rPr>
              <a:t>a</a:t>
            </a:r>
            <a:r>
              <a:rPr sz="2000" dirty="0">
                <a:latin typeface="Helvetica" panose="020B0604020202020204" pitchFamily="34" charset="0"/>
                <a:cs typeface="Helvetica" panose="020B0604020202020204" pitchFamily="34" charset="0"/>
              </a:rPr>
              <a:t>ve “c</a:t>
            </a:r>
            <a:r>
              <a:rPr sz="2000" spc="-8" dirty="0">
                <a:latin typeface="Helvetica" panose="020B0604020202020204" pitchFamily="34" charset="0"/>
                <a:cs typeface="Helvetica" panose="020B0604020202020204" pitchFamily="34" charset="0"/>
              </a:rPr>
              <a:t>o</a:t>
            </a:r>
            <a:r>
              <a:rPr sz="2000" dirty="0">
                <a:latin typeface="Helvetica" panose="020B0604020202020204" pitchFamily="34" charset="0"/>
                <a:cs typeface="Helvetica" panose="020B0604020202020204" pitchFamily="34" charset="0"/>
              </a:rPr>
              <a:t>nt</a:t>
            </a:r>
            <a:r>
              <a:rPr sz="2000" spc="-8" dirty="0">
                <a:latin typeface="Helvetica" panose="020B0604020202020204" pitchFamily="34" charset="0"/>
                <a:cs typeface="Helvetica" panose="020B0604020202020204" pitchFamily="34" charset="0"/>
              </a:rPr>
              <a:t>a</a:t>
            </a:r>
            <a:r>
              <a:rPr sz="2000" dirty="0">
                <a:latin typeface="Helvetica" panose="020B0604020202020204" pitchFamily="34" charset="0"/>
                <a:cs typeface="Helvetica" panose="020B0604020202020204" pitchFamily="34" charset="0"/>
              </a:rPr>
              <a:t>i</a:t>
            </a:r>
            <a:r>
              <a:rPr sz="2000" spc="-8" dirty="0">
                <a:latin typeface="Helvetica" panose="020B0604020202020204" pitchFamily="34" charset="0"/>
                <a:cs typeface="Helvetica" panose="020B0604020202020204" pitchFamily="34" charset="0"/>
              </a:rPr>
              <a:t>n</a:t>
            </a:r>
            <a:r>
              <a:rPr sz="2000" dirty="0">
                <a:latin typeface="Helvetica" panose="020B0604020202020204" pitchFamily="34" charset="0"/>
                <a:cs typeface="Helvetica" panose="020B0604020202020204" pitchFamily="34" charset="0"/>
              </a:rPr>
              <a:t>s”</a:t>
            </a:r>
            <a:r>
              <a:rPr sz="2000" spc="8"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re</a:t>
            </a:r>
            <a:r>
              <a:rPr sz="2000" spc="-8" dirty="0">
                <a:latin typeface="Helvetica" panose="020B0604020202020204" pitchFamily="34" charset="0"/>
                <a:cs typeface="Helvetica" panose="020B0604020202020204" pitchFamily="34" charset="0"/>
              </a:rPr>
              <a:t>l</a:t>
            </a:r>
            <a:r>
              <a:rPr sz="2000" dirty="0">
                <a:latin typeface="Helvetica" panose="020B0604020202020204" pitchFamily="34" charset="0"/>
                <a:cs typeface="Helvetica" panose="020B0604020202020204" pitchFamily="34" charset="0"/>
              </a:rPr>
              <a:t>ati</a:t>
            </a:r>
            <a:r>
              <a:rPr sz="2000" spc="-8" dirty="0">
                <a:latin typeface="Helvetica" panose="020B0604020202020204" pitchFamily="34" charset="0"/>
                <a:cs typeface="Helvetica" panose="020B0604020202020204" pitchFamily="34" charset="0"/>
              </a:rPr>
              <a:t>o</a:t>
            </a:r>
            <a:r>
              <a:rPr sz="2000" dirty="0">
                <a:latin typeface="Helvetica" panose="020B0604020202020204" pitchFamily="34" charset="0"/>
                <a:cs typeface="Helvetica" panose="020B0604020202020204" pitchFamily="34" charset="0"/>
              </a:rPr>
              <a:t>ns</a:t>
            </a:r>
            <a:r>
              <a:rPr sz="2000" spc="-8" dirty="0">
                <a:latin typeface="Helvetica" panose="020B0604020202020204" pitchFamily="34" charset="0"/>
                <a:cs typeface="Helvetica" panose="020B0604020202020204" pitchFamily="34" charset="0"/>
              </a:rPr>
              <a:t>h</a:t>
            </a:r>
            <a:r>
              <a:rPr sz="2000" dirty="0">
                <a:latin typeface="Helvetica" panose="020B0604020202020204" pitchFamily="34" charset="0"/>
                <a:cs typeface="Helvetica" panose="020B0604020202020204" pitchFamily="34" charset="0"/>
              </a:rPr>
              <a:t>i</a:t>
            </a:r>
            <a:r>
              <a:rPr sz="2000" spc="-8" dirty="0">
                <a:latin typeface="Helvetica" panose="020B0604020202020204" pitchFamily="34" charset="0"/>
                <a:cs typeface="Helvetica" panose="020B0604020202020204" pitchFamily="34" charset="0"/>
              </a:rPr>
              <a:t>p</a:t>
            </a:r>
            <a:r>
              <a:rPr sz="2000" dirty="0">
                <a:latin typeface="Helvetica" panose="020B0604020202020204" pitchFamily="34" charset="0"/>
                <a:cs typeface="Helvetica" panose="020B0604020202020204" pitchFamily="34" charset="0"/>
              </a:rPr>
              <a:t>s</a:t>
            </a:r>
            <a:r>
              <a:rPr sz="2000" spc="26"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b</a:t>
            </a:r>
            <a:r>
              <a:rPr sz="2000" spc="-8"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t</a:t>
            </a:r>
            <a:r>
              <a:rPr sz="2000" spc="-30" dirty="0">
                <a:latin typeface="Helvetica" panose="020B0604020202020204" pitchFamily="34" charset="0"/>
                <a:cs typeface="Helvetica" panose="020B0604020202020204" pitchFamily="34" charset="0"/>
              </a:rPr>
              <a:t>w</a:t>
            </a:r>
            <a:r>
              <a:rPr sz="2000" dirty="0">
                <a:latin typeface="Helvetica" panose="020B0604020202020204" pitchFamily="34" charset="0"/>
                <a:cs typeface="Helvetica" panose="020B0604020202020204" pitchFamily="34" charset="0"/>
              </a:rPr>
              <a:t>e</a:t>
            </a:r>
            <a:r>
              <a:rPr sz="2000" spc="-8"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n</a:t>
            </a:r>
            <a:r>
              <a:rPr sz="2000" spc="34"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e</a:t>
            </a:r>
            <a:r>
              <a:rPr sz="2000" spc="-8" dirty="0">
                <a:latin typeface="Helvetica" panose="020B0604020202020204" pitchFamily="34" charset="0"/>
                <a:cs typeface="Helvetica" panose="020B0604020202020204" pitchFamily="34" charset="0"/>
              </a:rPr>
              <a:t>n</a:t>
            </a:r>
            <a:r>
              <a:rPr sz="2000" dirty="0">
                <a:latin typeface="Helvetica" panose="020B0604020202020204" pitchFamily="34" charset="0"/>
                <a:cs typeface="Helvetica" panose="020B0604020202020204" pitchFamily="34" charset="0"/>
              </a:rPr>
              <a:t>tities</a:t>
            </a:r>
            <a:endParaRPr lang="en-GB" sz="2000" dirty="0">
              <a:latin typeface="Helvetica" panose="020B0604020202020204" pitchFamily="34" charset="0"/>
              <a:cs typeface="Helvetica" panose="020B0604020202020204" pitchFamily="34" charset="0"/>
            </a:endParaRPr>
          </a:p>
          <a:p>
            <a:pPr marL="1152525" lvl="2" indent="-342900">
              <a:spcBef>
                <a:spcPts val="400"/>
              </a:spcBef>
              <a:spcAft>
                <a:spcPts val="400"/>
              </a:spcAft>
              <a:buClr>
                <a:schemeClr val="tx1"/>
              </a:buClr>
              <a:buSzPct val="75000"/>
              <a:buFont typeface="Helvetica" panose="020B0604020202020204" pitchFamily="34" charset="0"/>
              <a:buChar char="‒"/>
              <a:tabLst>
                <a:tab pos="567690" algn="l"/>
              </a:tabLst>
            </a:pPr>
            <a:r>
              <a:rPr spc="-19" dirty="0">
                <a:latin typeface="Helvetica" panose="020B0604020202020204" pitchFamily="34" charset="0"/>
                <a:cs typeface="Helvetica" panose="020B0604020202020204" pitchFamily="34" charset="0"/>
              </a:rPr>
              <a:t>O</a:t>
            </a:r>
            <a:r>
              <a:rPr spc="-11" dirty="0">
                <a:latin typeface="Helvetica" panose="020B0604020202020204" pitchFamily="34" charset="0"/>
                <a:cs typeface="Helvetica" panose="020B0604020202020204" pitchFamily="34" charset="0"/>
              </a:rPr>
              <a:t>n</a:t>
            </a:r>
            <a:r>
              <a:rPr spc="-8" dirty="0">
                <a:latin typeface="Helvetica" panose="020B0604020202020204" pitchFamily="34" charset="0"/>
                <a:cs typeface="Helvetica" panose="020B0604020202020204" pitchFamily="34" charset="0"/>
              </a:rPr>
              <a:t>e</a:t>
            </a:r>
            <a:r>
              <a:rPr spc="-11" dirty="0">
                <a:latin typeface="Helvetica" panose="020B0604020202020204" pitchFamily="34" charset="0"/>
                <a:cs typeface="Helvetica" panose="020B0604020202020204" pitchFamily="34" charset="0"/>
              </a:rPr>
              <a:t>-</a:t>
            </a:r>
            <a:r>
              <a:rPr spc="-8" dirty="0">
                <a:latin typeface="Helvetica" panose="020B0604020202020204" pitchFamily="34" charset="0"/>
                <a:cs typeface="Helvetica" panose="020B0604020202020204" pitchFamily="34" charset="0"/>
              </a:rPr>
              <a:t>to</a:t>
            </a:r>
            <a:r>
              <a:rPr spc="-11" dirty="0">
                <a:latin typeface="Helvetica" panose="020B0604020202020204" pitchFamily="34" charset="0"/>
                <a:cs typeface="Helvetica" panose="020B0604020202020204" pitchFamily="34" charset="0"/>
              </a:rPr>
              <a:t>-on</a:t>
            </a:r>
            <a:r>
              <a:rPr spc="-8" dirty="0">
                <a:latin typeface="Helvetica" panose="020B0604020202020204" pitchFamily="34" charset="0"/>
                <a:cs typeface="Helvetica" panose="020B0604020202020204" pitchFamily="34" charset="0"/>
              </a:rPr>
              <a:t>e</a:t>
            </a:r>
            <a:r>
              <a:rPr spc="60" dirty="0">
                <a:latin typeface="Helvetica" panose="020B0604020202020204" pitchFamily="34" charset="0"/>
                <a:cs typeface="Helvetica" panose="020B0604020202020204" pitchFamily="34" charset="0"/>
              </a:rPr>
              <a:t> </a:t>
            </a:r>
            <a:r>
              <a:rPr spc="-8" dirty="0">
                <a:latin typeface="Helvetica" panose="020B0604020202020204" pitchFamily="34" charset="0"/>
                <a:cs typeface="Helvetica" panose="020B0604020202020204" pitchFamily="34" charset="0"/>
              </a:rPr>
              <a:t>relat</a:t>
            </a:r>
            <a:r>
              <a:rPr dirty="0">
                <a:latin typeface="Helvetica" panose="020B0604020202020204" pitchFamily="34" charset="0"/>
                <a:cs typeface="Helvetica" panose="020B0604020202020204" pitchFamily="34" charset="0"/>
              </a:rPr>
              <a:t>i</a:t>
            </a:r>
            <a:r>
              <a:rPr spc="-11" dirty="0">
                <a:latin typeface="Helvetica" panose="020B0604020202020204" pitchFamily="34" charset="0"/>
                <a:cs typeface="Helvetica" panose="020B0604020202020204" pitchFamily="34" charset="0"/>
              </a:rPr>
              <a:t>on</a:t>
            </a:r>
            <a:r>
              <a:rPr spc="-4" dirty="0">
                <a:latin typeface="Helvetica" panose="020B0604020202020204" pitchFamily="34" charset="0"/>
                <a:cs typeface="Helvetica" panose="020B0604020202020204" pitchFamily="34" charset="0"/>
              </a:rPr>
              <a:t>s</a:t>
            </a:r>
            <a:r>
              <a:rPr spc="-11" dirty="0">
                <a:latin typeface="Helvetica" panose="020B0604020202020204" pitchFamily="34" charset="0"/>
                <a:cs typeface="Helvetica" panose="020B0604020202020204" pitchFamily="34" charset="0"/>
              </a:rPr>
              <a:t>h</a:t>
            </a:r>
            <a:r>
              <a:rPr spc="-4" dirty="0">
                <a:latin typeface="Helvetica" panose="020B0604020202020204" pitchFamily="34" charset="0"/>
                <a:cs typeface="Helvetica" panose="020B0604020202020204" pitchFamily="34" charset="0"/>
              </a:rPr>
              <a:t>i</a:t>
            </a:r>
            <a:r>
              <a:rPr spc="-11" dirty="0">
                <a:latin typeface="Helvetica" panose="020B0604020202020204" pitchFamily="34" charset="0"/>
                <a:cs typeface="Helvetica" panose="020B0604020202020204" pitchFamily="34" charset="0"/>
              </a:rPr>
              <a:t>ps</a:t>
            </a:r>
            <a:endParaRPr dirty="0">
              <a:latin typeface="Helvetica" panose="020B0604020202020204" pitchFamily="34" charset="0"/>
              <a:cs typeface="Helvetica" panose="020B0604020202020204" pitchFamily="34" charset="0"/>
            </a:endParaRPr>
          </a:p>
          <a:p>
            <a:pPr marL="695325" marR="3810" lvl="1" indent="-342900">
              <a:spcBef>
                <a:spcPts val="400"/>
              </a:spcBef>
              <a:spcAft>
                <a:spcPts val="400"/>
              </a:spcAft>
              <a:buSzPct val="75000"/>
              <a:buFont typeface="Helvetica" panose="020B0604020202020204" pitchFamily="34" charset="0"/>
              <a:buChar char="‒"/>
              <a:tabLst>
                <a:tab pos="567690" algn="l"/>
              </a:tabLst>
            </a:pPr>
            <a:r>
              <a:rPr sz="2000" spc="-8" dirty="0">
                <a:latin typeface="Helvetica" panose="020B0604020202020204" pitchFamily="34" charset="0"/>
                <a:cs typeface="Helvetica" panose="020B0604020202020204" pitchFamily="34" charset="0"/>
              </a:rPr>
              <a:t>In</a:t>
            </a:r>
            <a:r>
              <a:rPr sz="2000" spc="34"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o</a:t>
            </a:r>
            <a:r>
              <a:rPr sz="2000" spc="-8" dirty="0">
                <a:latin typeface="Helvetica" panose="020B0604020202020204" pitchFamily="34" charset="0"/>
                <a:cs typeface="Helvetica" panose="020B0604020202020204" pitchFamily="34" charset="0"/>
              </a:rPr>
              <a:t>n</a:t>
            </a:r>
            <a:r>
              <a:rPr sz="2000" spc="-4"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a:t>
            </a:r>
            <a:r>
              <a:rPr sz="2000" spc="-4" dirty="0">
                <a:latin typeface="Helvetica" panose="020B0604020202020204" pitchFamily="34" charset="0"/>
                <a:cs typeface="Helvetica" panose="020B0604020202020204" pitchFamily="34" charset="0"/>
              </a:rPr>
              <a:t>t</a:t>
            </a:r>
            <a:r>
              <a:rPr sz="2000" spc="-11" dirty="0">
                <a:latin typeface="Helvetica" panose="020B0604020202020204" pitchFamily="34" charset="0"/>
                <a:cs typeface="Helvetica" panose="020B0604020202020204" pitchFamily="34" charset="0"/>
              </a:rPr>
              <a:t>o</a:t>
            </a:r>
            <a:r>
              <a:rPr sz="2000" dirty="0">
                <a:latin typeface="Helvetica" panose="020B0604020202020204" pitchFamily="34" charset="0"/>
                <a:cs typeface="Helvetica" panose="020B0604020202020204" pitchFamily="34" charset="0"/>
              </a:rPr>
              <a:t>-ma</a:t>
            </a:r>
            <a:r>
              <a:rPr sz="2000" spc="-8" dirty="0">
                <a:latin typeface="Helvetica" panose="020B0604020202020204" pitchFamily="34" charset="0"/>
                <a:cs typeface="Helvetica" panose="020B0604020202020204" pitchFamily="34" charset="0"/>
              </a:rPr>
              <a:t>n</a:t>
            </a:r>
            <a:r>
              <a:rPr sz="2000" dirty="0">
                <a:latin typeface="Helvetica" panose="020B0604020202020204" pitchFamily="34" charset="0"/>
                <a:cs typeface="Helvetica" panose="020B0604020202020204" pitchFamily="34" charset="0"/>
              </a:rPr>
              <a:t>y</a:t>
            </a:r>
            <a:r>
              <a:rPr sz="2000" spc="45"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re</a:t>
            </a:r>
            <a:r>
              <a:rPr sz="2000" spc="-8" dirty="0">
                <a:latin typeface="Helvetica" panose="020B0604020202020204" pitchFamily="34" charset="0"/>
                <a:cs typeface="Helvetica" panose="020B0604020202020204" pitchFamily="34" charset="0"/>
              </a:rPr>
              <a:t>l</a:t>
            </a:r>
            <a:r>
              <a:rPr sz="2000" spc="-4" dirty="0">
                <a:latin typeface="Helvetica" panose="020B0604020202020204" pitchFamily="34" charset="0"/>
                <a:cs typeface="Helvetica" panose="020B0604020202020204" pitchFamily="34" charset="0"/>
              </a:rPr>
              <a:t>ati</a:t>
            </a:r>
            <a:r>
              <a:rPr sz="2000" spc="-8" dirty="0">
                <a:latin typeface="Helvetica" panose="020B0604020202020204" pitchFamily="34" charset="0"/>
                <a:cs typeface="Helvetica" panose="020B0604020202020204" pitchFamily="34" charset="0"/>
              </a:rPr>
              <a:t>o</a:t>
            </a:r>
            <a:r>
              <a:rPr sz="2000" spc="-4" dirty="0">
                <a:latin typeface="Helvetica" panose="020B0604020202020204" pitchFamily="34" charset="0"/>
                <a:cs typeface="Helvetica" panose="020B0604020202020204" pitchFamily="34" charset="0"/>
              </a:rPr>
              <a:t>ns</a:t>
            </a:r>
            <a:r>
              <a:rPr sz="2000" spc="-8" dirty="0">
                <a:latin typeface="Helvetica" panose="020B0604020202020204" pitchFamily="34" charset="0"/>
                <a:cs typeface="Helvetica" panose="020B0604020202020204" pitchFamily="34" charset="0"/>
              </a:rPr>
              <a:t>h</a:t>
            </a:r>
            <a:r>
              <a:rPr sz="2000" spc="-4" dirty="0">
                <a:latin typeface="Helvetica" panose="020B0604020202020204" pitchFamily="34" charset="0"/>
                <a:cs typeface="Helvetica" panose="020B0604020202020204" pitchFamily="34" charset="0"/>
              </a:rPr>
              <a:t>i</a:t>
            </a:r>
            <a:r>
              <a:rPr sz="2000" spc="-8" dirty="0">
                <a:latin typeface="Helvetica" panose="020B0604020202020204" pitchFamily="34" charset="0"/>
                <a:cs typeface="Helvetica" panose="020B0604020202020204" pitchFamily="34" charset="0"/>
              </a:rPr>
              <a:t>ps,</a:t>
            </a:r>
            <a:r>
              <a:rPr sz="2000" spc="56" dirty="0">
                <a:latin typeface="Helvetica" panose="020B0604020202020204" pitchFamily="34" charset="0"/>
                <a:cs typeface="Helvetica" panose="020B0604020202020204" pitchFamily="34" charset="0"/>
              </a:rPr>
              <a:t> </a:t>
            </a:r>
            <a:r>
              <a:rPr sz="2000" spc="-30" dirty="0">
                <a:latin typeface="Helvetica" panose="020B0604020202020204" pitchFamily="34" charset="0"/>
                <a:cs typeface="Helvetica" panose="020B0604020202020204" pitchFamily="34" charset="0"/>
              </a:rPr>
              <a:t>w</a:t>
            </a:r>
            <a:r>
              <a:rPr sz="2000" spc="-4" dirty="0">
                <a:latin typeface="Helvetica" panose="020B0604020202020204" pitchFamily="34" charset="0"/>
                <a:cs typeface="Helvetica" panose="020B0604020202020204" pitchFamily="34" charset="0"/>
              </a:rPr>
              <a:t>h</a:t>
            </a:r>
            <a:r>
              <a:rPr sz="2000" spc="-8"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re</a:t>
            </a:r>
            <a:r>
              <a:rPr sz="2000" spc="71"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ch</a:t>
            </a:r>
            <a:r>
              <a:rPr sz="2000" spc="-8" dirty="0">
                <a:latin typeface="Helvetica" panose="020B0604020202020204" pitchFamily="34" charset="0"/>
                <a:cs typeface="Helvetica" panose="020B0604020202020204" pitchFamily="34" charset="0"/>
              </a:rPr>
              <a:t>i</a:t>
            </a:r>
            <a:r>
              <a:rPr sz="2000" spc="-4" dirty="0">
                <a:latin typeface="Helvetica" panose="020B0604020202020204" pitchFamily="34" charset="0"/>
                <a:cs typeface="Helvetica" panose="020B0604020202020204" pitchFamily="34" charset="0"/>
              </a:rPr>
              <a:t>l</a:t>
            </a:r>
            <a:r>
              <a:rPr sz="2000" dirty="0">
                <a:latin typeface="Helvetica" panose="020B0604020202020204" pitchFamily="34" charset="0"/>
                <a:cs typeface="Helvetica" panose="020B0604020202020204" pitchFamily="34" charset="0"/>
              </a:rPr>
              <a:t>d</a:t>
            </a:r>
            <a:r>
              <a:rPr sz="2000" spc="41"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d</a:t>
            </a:r>
            <a:r>
              <a:rPr sz="2000" spc="-8" dirty="0">
                <a:latin typeface="Helvetica" panose="020B0604020202020204" pitchFamily="34" charset="0"/>
                <a:cs typeface="Helvetica" panose="020B0604020202020204" pitchFamily="34" charset="0"/>
              </a:rPr>
              <a:t>o</a:t>
            </a:r>
            <a:r>
              <a:rPr sz="2000" dirty="0">
                <a:latin typeface="Helvetica" panose="020B0604020202020204" pitchFamily="34" charset="0"/>
                <a:cs typeface="Helvetica" panose="020B0604020202020204" pitchFamily="34" charset="0"/>
              </a:rPr>
              <a:t>cum</a:t>
            </a:r>
            <a:r>
              <a:rPr sz="2000" spc="-8" dirty="0">
                <a:latin typeface="Helvetica" panose="020B0604020202020204" pitchFamily="34" charset="0"/>
                <a:cs typeface="Helvetica" panose="020B0604020202020204" pitchFamily="34" charset="0"/>
              </a:rPr>
              <a:t>e</a:t>
            </a:r>
            <a:r>
              <a:rPr sz="2000" spc="-11" dirty="0">
                <a:latin typeface="Helvetica" panose="020B0604020202020204" pitchFamily="34" charset="0"/>
                <a:cs typeface="Helvetica" panose="020B0604020202020204" pitchFamily="34" charset="0"/>
              </a:rPr>
              <a:t>nt</a:t>
            </a:r>
            <a:r>
              <a:rPr sz="2000" spc="-8" dirty="0">
                <a:latin typeface="Helvetica" panose="020B0604020202020204" pitchFamily="34" charset="0"/>
                <a:cs typeface="Helvetica" panose="020B0604020202020204" pitchFamily="34" charset="0"/>
              </a:rPr>
              <a:t>s</a:t>
            </a:r>
            <a:r>
              <a:rPr sz="2000" spc="45"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a</a:t>
            </a:r>
            <a:r>
              <a:rPr sz="2000" spc="-8" dirty="0">
                <a:latin typeface="Helvetica" panose="020B0604020202020204" pitchFamily="34" charset="0"/>
                <a:cs typeface="Helvetica" panose="020B0604020202020204" pitchFamily="34" charset="0"/>
              </a:rPr>
              <a:t>l</a:t>
            </a:r>
            <a:r>
              <a:rPr sz="2000" spc="-30" dirty="0">
                <a:latin typeface="Helvetica" panose="020B0604020202020204" pitchFamily="34" charset="0"/>
                <a:cs typeface="Helvetica" panose="020B0604020202020204" pitchFamily="34" charset="0"/>
              </a:rPr>
              <a:t>w</a:t>
            </a:r>
            <a:r>
              <a:rPr sz="2000" spc="4" dirty="0">
                <a:latin typeface="Helvetica" panose="020B0604020202020204" pitchFamily="34" charset="0"/>
                <a:cs typeface="Helvetica" panose="020B0604020202020204" pitchFamily="34" charset="0"/>
              </a:rPr>
              <a:t>a</a:t>
            </a:r>
            <a:r>
              <a:rPr sz="2000" spc="-19" dirty="0">
                <a:latin typeface="Helvetica" panose="020B0604020202020204" pitchFamily="34" charset="0"/>
                <a:cs typeface="Helvetica" panose="020B0604020202020204" pitchFamily="34" charset="0"/>
              </a:rPr>
              <a:t>y</a:t>
            </a:r>
            <a:r>
              <a:rPr sz="2000" dirty="0">
                <a:latin typeface="Helvetica" panose="020B0604020202020204" pitchFamily="34" charset="0"/>
                <a:cs typeface="Helvetica" panose="020B0604020202020204" pitchFamily="34" charset="0"/>
              </a:rPr>
              <a:t>s</a:t>
            </a:r>
            <a:r>
              <a:rPr sz="2000" spc="83"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a</a:t>
            </a:r>
            <a:r>
              <a:rPr sz="2000" spc="-8" dirty="0">
                <a:latin typeface="Helvetica" panose="020B0604020202020204" pitchFamily="34" charset="0"/>
                <a:cs typeface="Helvetica" panose="020B0604020202020204" pitchFamily="34" charset="0"/>
              </a:rPr>
              <a:t>p</a:t>
            </a:r>
            <a:r>
              <a:rPr sz="2000" spc="-4" dirty="0">
                <a:latin typeface="Helvetica" panose="020B0604020202020204" pitchFamily="34" charset="0"/>
                <a:cs typeface="Helvetica" panose="020B0604020202020204" pitchFamily="34" charset="0"/>
              </a:rPr>
              <a:t>p</a:t>
            </a:r>
            <a:r>
              <a:rPr sz="2000" spc="-8" dirty="0">
                <a:latin typeface="Helvetica" panose="020B0604020202020204" pitchFamily="34" charset="0"/>
                <a:cs typeface="Helvetica" panose="020B0604020202020204" pitchFamily="34" charset="0"/>
              </a:rPr>
              <a:t>e</a:t>
            </a:r>
            <a:r>
              <a:rPr sz="2000" spc="-4" dirty="0">
                <a:latin typeface="Helvetica" panose="020B0604020202020204" pitchFamily="34" charset="0"/>
                <a:cs typeface="Helvetica" panose="020B0604020202020204" pitchFamily="34" charset="0"/>
              </a:rPr>
              <a:t>ar </a:t>
            </a:r>
            <a:r>
              <a:rPr sz="2000" spc="-30" dirty="0">
                <a:latin typeface="Helvetica" panose="020B0604020202020204" pitchFamily="34" charset="0"/>
                <a:cs typeface="Helvetica" panose="020B0604020202020204" pitchFamily="34" charset="0"/>
              </a:rPr>
              <a:t>w</a:t>
            </a:r>
            <a:r>
              <a:rPr sz="2000" spc="-4" dirty="0">
                <a:latin typeface="Helvetica" panose="020B0604020202020204" pitchFamily="34" charset="0"/>
                <a:cs typeface="Helvetica" panose="020B0604020202020204" pitchFamily="34" charset="0"/>
              </a:rPr>
              <a:t>it</a:t>
            </a:r>
            <a:r>
              <a:rPr sz="2000" dirty="0">
                <a:latin typeface="Helvetica" panose="020B0604020202020204" pitchFamily="34" charset="0"/>
                <a:cs typeface="Helvetica" panose="020B0604020202020204" pitchFamily="34" charset="0"/>
              </a:rPr>
              <a:t>h</a:t>
            </a:r>
            <a:r>
              <a:rPr sz="2000" spc="60"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o</a:t>
            </a:r>
            <a:r>
              <a:rPr sz="2000" spc="-8" dirty="0">
                <a:latin typeface="Helvetica" panose="020B0604020202020204" pitchFamily="34" charset="0"/>
                <a:cs typeface="Helvetica" panose="020B0604020202020204" pitchFamily="34" charset="0"/>
              </a:rPr>
              <a:t>n</a:t>
            </a:r>
            <a:r>
              <a:rPr sz="2000" dirty="0">
                <a:latin typeface="Helvetica" panose="020B0604020202020204" pitchFamily="34" charset="0"/>
                <a:cs typeface="Helvetica" panose="020B0604020202020204" pitchFamily="34" charset="0"/>
              </a:rPr>
              <a:t>e</a:t>
            </a:r>
            <a:r>
              <a:rPr sz="2000" spc="41"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p</a:t>
            </a:r>
            <a:r>
              <a:rPr sz="2000" spc="-8" dirty="0">
                <a:latin typeface="Helvetica" panose="020B0604020202020204" pitchFamily="34" charset="0"/>
                <a:cs typeface="Helvetica" panose="020B0604020202020204" pitchFamily="34" charset="0"/>
              </a:rPr>
              <a:t>a</a:t>
            </a:r>
            <a:r>
              <a:rPr sz="2000" dirty="0">
                <a:latin typeface="Helvetica" panose="020B0604020202020204" pitchFamily="34" charset="0"/>
                <a:cs typeface="Helvetica" panose="020B0604020202020204" pitchFamily="34" charset="0"/>
              </a:rPr>
              <a:t>re</a:t>
            </a:r>
            <a:r>
              <a:rPr sz="2000" spc="-8" dirty="0">
                <a:latin typeface="Helvetica" panose="020B0604020202020204" pitchFamily="34" charset="0"/>
                <a:cs typeface="Helvetica" panose="020B0604020202020204" pitchFamily="34" charset="0"/>
              </a:rPr>
              <a:t>n</a:t>
            </a:r>
            <a:r>
              <a:rPr sz="2000" spc="-4" dirty="0">
                <a:latin typeface="Helvetica" panose="020B0604020202020204" pitchFamily="34" charset="0"/>
                <a:cs typeface="Helvetica" panose="020B0604020202020204" pitchFamily="34" charset="0"/>
              </a:rPr>
              <a:t>t</a:t>
            </a:r>
            <a:r>
              <a:rPr sz="2000" spc="49"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d</a:t>
            </a:r>
            <a:r>
              <a:rPr sz="2000" spc="-8" dirty="0">
                <a:latin typeface="Helvetica" panose="020B0604020202020204" pitchFamily="34" charset="0"/>
                <a:cs typeface="Helvetica" panose="020B0604020202020204" pitchFamily="34" charset="0"/>
              </a:rPr>
              <a:t>o</a:t>
            </a:r>
            <a:r>
              <a:rPr sz="2000" dirty="0">
                <a:latin typeface="Helvetica" panose="020B0604020202020204" pitchFamily="34" charset="0"/>
                <a:cs typeface="Helvetica" panose="020B0604020202020204" pitchFamily="34" charset="0"/>
              </a:rPr>
              <a:t>cum</a:t>
            </a:r>
            <a:r>
              <a:rPr sz="2000" spc="-8" dirty="0">
                <a:latin typeface="Helvetica" panose="020B0604020202020204" pitchFamily="34" charset="0"/>
                <a:cs typeface="Helvetica" panose="020B0604020202020204" pitchFamily="34" charset="0"/>
              </a:rPr>
              <a:t>e</a:t>
            </a:r>
            <a:r>
              <a:rPr sz="2000" spc="-11" dirty="0">
                <a:latin typeface="Helvetica" panose="020B0604020202020204" pitchFamily="34" charset="0"/>
                <a:cs typeface="Helvetica" panose="020B0604020202020204" pitchFamily="34" charset="0"/>
              </a:rPr>
              <a:t>nt</a:t>
            </a:r>
            <a:endParaRPr sz="2000" dirty="0">
              <a:latin typeface="Helvetica" panose="020B0604020202020204" pitchFamily="34" charset="0"/>
              <a:cs typeface="Helvetica" panose="020B0604020202020204" pitchFamily="34" charset="0"/>
            </a:endParaRPr>
          </a:p>
          <a:p>
            <a:pPr marL="352425" indent="-342900">
              <a:spcBef>
                <a:spcPts val="400"/>
              </a:spcBef>
              <a:spcAft>
                <a:spcPts val="400"/>
              </a:spcAft>
              <a:buClr>
                <a:srgbClr val="00007C"/>
              </a:buClr>
              <a:buSzPct val="75000"/>
              <a:buFont typeface="Arial" panose="020B0604020202020204" pitchFamily="34" charset="0"/>
              <a:buChar char="•"/>
              <a:tabLst>
                <a:tab pos="266700" algn="l"/>
              </a:tabLst>
            </a:pPr>
            <a:r>
              <a:rPr sz="2200" b="1" dirty="0">
                <a:latin typeface="Helvetica" panose="020B0604020202020204" pitchFamily="34" charset="0"/>
                <a:cs typeface="Helvetica" panose="020B0604020202020204" pitchFamily="34" charset="0"/>
              </a:rPr>
              <a:t>Provides:</a:t>
            </a:r>
          </a:p>
          <a:p>
            <a:pPr marL="695325" lvl="1" indent="-342900">
              <a:spcBef>
                <a:spcPts val="400"/>
              </a:spcBef>
              <a:spcAft>
                <a:spcPts val="400"/>
              </a:spcAft>
              <a:buClr>
                <a:schemeClr val="tx1"/>
              </a:buClr>
              <a:buSzPct val="75000"/>
              <a:buFont typeface="Helvetica" panose="020B0604020202020204" pitchFamily="34" charset="0"/>
              <a:buChar char="‒"/>
              <a:tabLst>
                <a:tab pos="567690" algn="l"/>
              </a:tabLst>
            </a:pPr>
            <a:r>
              <a:rPr sz="2000" dirty="0">
                <a:latin typeface="Helvetica" panose="020B0604020202020204" pitchFamily="34" charset="0"/>
                <a:cs typeface="Helvetica" panose="020B0604020202020204" pitchFamily="34" charset="0"/>
              </a:rPr>
              <a:t>B</a:t>
            </a:r>
            <a:r>
              <a:rPr sz="2000" spc="-8"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tt</a:t>
            </a:r>
            <a:r>
              <a:rPr sz="2000" spc="-8"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r</a:t>
            </a:r>
            <a:r>
              <a:rPr sz="2000" spc="38"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p</a:t>
            </a:r>
            <a:r>
              <a:rPr sz="2000" spc="-8"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rform</a:t>
            </a:r>
            <a:r>
              <a:rPr sz="2000" spc="-11" dirty="0">
                <a:latin typeface="Helvetica" panose="020B0604020202020204" pitchFamily="34" charset="0"/>
                <a:cs typeface="Helvetica" panose="020B0604020202020204" pitchFamily="34" charset="0"/>
              </a:rPr>
              <a:t>a</a:t>
            </a:r>
            <a:r>
              <a:rPr sz="2000" spc="-8" dirty="0">
                <a:latin typeface="Helvetica" panose="020B0604020202020204" pitchFamily="34" charset="0"/>
                <a:cs typeface="Helvetica" panose="020B0604020202020204" pitchFamily="34" charset="0"/>
              </a:rPr>
              <a:t>n</a:t>
            </a:r>
            <a:r>
              <a:rPr sz="2000" dirty="0">
                <a:latin typeface="Helvetica" panose="020B0604020202020204" pitchFamily="34" charset="0"/>
                <a:cs typeface="Helvetica" panose="020B0604020202020204" pitchFamily="34" charset="0"/>
              </a:rPr>
              <a:t>ce</a:t>
            </a:r>
            <a:r>
              <a:rPr sz="2000" spc="41"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for</a:t>
            </a:r>
            <a:r>
              <a:rPr sz="2000" spc="34"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r</a:t>
            </a:r>
            <a:r>
              <a:rPr sz="2000" spc="-8" dirty="0">
                <a:latin typeface="Helvetica" panose="020B0604020202020204" pitchFamily="34" charset="0"/>
                <a:cs typeface="Helvetica" panose="020B0604020202020204" pitchFamily="34" charset="0"/>
              </a:rPr>
              <a:t>ea</a:t>
            </a:r>
            <a:r>
              <a:rPr sz="2000" dirty="0">
                <a:latin typeface="Helvetica" panose="020B0604020202020204" pitchFamily="34" charset="0"/>
                <a:cs typeface="Helvetica" panose="020B0604020202020204" pitchFamily="34" charset="0"/>
              </a:rPr>
              <a:t>d</a:t>
            </a:r>
            <a:r>
              <a:rPr sz="2000" spc="34"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o</a:t>
            </a:r>
            <a:r>
              <a:rPr sz="2000" spc="-8" dirty="0">
                <a:latin typeface="Helvetica" panose="020B0604020202020204" pitchFamily="34" charset="0"/>
                <a:cs typeface="Helvetica" panose="020B0604020202020204" pitchFamily="34" charset="0"/>
              </a:rPr>
              <a:t>pe</a:t>
            </a:r>
            <a:r>
              <a:rPr sz="2000" dirty="0">
                <a:latin typeface="Helvetica" panose="020B0604020202020204" pitchFamily="34" charset="0"/>
                <a:cs typeface="Helvetica" panose="020B0604020202020204" pitchFamily="34" charset="0"/>
              </a:rPr>
              <a:t>r</a:t>
            </a:r>
            <a:r>
              <a:rPr sz="2000" spc="-8" dirty="0">
                <a:latin typeface="Helvetica" panose="020B0604020202020204" pitchFamily="34" charset="0"/>
                <a:cs typeface="Helvetica" panose="020B0604020202020204" pitchFamily="34" charset="0"/>
              </a:rPr>
              <a:t>a</a:t>
            </a:r>
            <a:r>
              <a:rPr sz="2000" dirty="0">
                <a:latin typeface="Helvetica" panose="020B0604020202020204" pitchFamily="34" charset="0"/>
                <a:cs typeface="Helvetica" panose="020B0604020202020204" pitchFamily="34" charset="0"/>
              </a:rPr>
              <a:t>ti</a:t>
            </a:r>
            <a:r>
              <a:rPr sz="2000" spc="-8" dirty="0">
                <a:latin typeface="Helvetica" panose="020B0604020202020204" pitchFamily="34" charset="0"/>
                <a:cs typeface="Helvetica" panose="020B0604020202020204" pitchFamily="34" charset="0"/>
              </a:rPr>
              <a:t>on</a:t>
            </a:r>
            <a:r>
              <a:rPr sz="2000" dirty="0">
                <a:latin typeface="Helvetica" panose="020B0604020202020204" pitchFamily="34" charset="0"/>
                <a:cs typeface="Helvetica" panose="020B0604020202020204" pitchFamily="34" charset="0"/>
              </a:rPr>
              <a:t>s</a:t>
            </a:r>
            <a:endParaRPr lang="en-GB" sz="2000" dirty="0">
              <a:latin typeface="Helvetica" panose="020B0604020202020204" pitchFamily="34" charset="0"/>
              <a:cs typeface="Helvetica" panose="020B0604020202020204" pitchFamily="34" charset="0"/>
            </a:endParaRPr>
          </a:p>
          <a:p>
            <a:pPr marL="695325" lvl="1" indent="-342900">
              <a:spcBef>
                <a:spcPts val="400"/>
              </a:spcBef>
              <a:spcAft>
                <a:spcPts val="400"/>
              </a:spcAft>
              <a:buClr>
                <a:schemeClr val="tx1"/>
              </a:buClr>
              <a:buSzPct val="75000"/>
              <a:buFont typeface="Helvetica" panose="020B0604020202020204" pitchFamily="34" charset="0"/>
              <a:buChar char="‒"/>
              <a:tabLst>
                <a:tab pos="567690" algn="l"/>
              </a:tabLst>
            </a:pPr>
            <a:r>
              <a:rPr sz="2000" dirty="0">
                <a:latin typeface="Helvetica" panose="020B0604020202020204" pitchFamily="34" charset="0"/>
                <a:cs typeface="Helvetica" panose="020B0604020202020204" pitchFamily="34" charset="0"/>
              </a:rPr>
              <a:t>A</a:t>
            </a:r>
            <a:r>
              <a:rPr sz="2000" spc="-8" dirty="0">
                <a:latin typeface="Helvetica" panose="020B0604020202020204" pitchFamily="34" charset="0"/>
                <a:cs typeface="Helvetica" panose="020B0604020202020204" pitchFamily="34" charset="0"/>
              </a:rPr>
              <a:t>b</a:t>
            </a:r>
            <a:r>
              <a:rPr sz="2000" spc="-4" dirty="0">
                <a:latin typeface="Helvetica" panose="020B0604020202020204" pitchFamily="34" charset="0"/>
                <a:cs typeface="Helvetica" panose="020B0604020202020204" pitchFamily="34" charset="0"/>
              </a:rPr>
              <a:t>i</a:t>
            </a:r>
            <a:r>
              <a:rPr sz="2000" spc="-8" dirty="0">
                <a:latin typeface="Helvetica" panose="020B0604020202020204" pitchFamily="34" charset="0"/>
                <a:cs typeface="Helvetica" panose="020B0604020202020204" pitchFamily="34" charset="0"/>
              </a:rPr>
              <a:t>l</a:t>
            </a:r>
            <a:r>
              <a:rPr sz="2000" spc="-4" dirty="0">
                <a:latin typeface="Helvetica" panose="020B0604020202020204" pitchFamily="34" charset="0"/>
                <a:cs typeface="Helvetica" panose="020B0604020202020204" pitchFamily="34" charset="0"/>
              </a:rPr>
              <a:t>it</a:t>
            </a:r>
            <a:r>
              <a:rPr sz="2000" dirty="0">
                <a:latin typeface="Helvetica" panose="020B0604020202020204" pitchFamily="34" charset="0"/>
                <a:cs typeface="Helvetica" panose="020B0604020202020204" pitchFamily="34" charset="0"/>
              </a:rPr>
              <a:t>y</a:t>
            </a:r>
            <a:r>
              <a:rPr sz="2000" spc="49" dirty="0">
                <a:latin typeface="Helvetica" panose="020B0604020202020204" pitchFamily="34" charset="0"/>
                <a:cs typeface="Helvetica" panose="020B0604020202020204" pitchFamily="34" charset="0"/>
              </a:rPr>
              <a:t> </a:t>
            </a:r>
            <a:r>
              <a:rPr sz="2000" spc="-8" dirty="0">
                <a:latin typeface="Helvetica" panose="020B0604020202020204" pitchFamily="34" charset="0"/>
                <a:cs typeface="Helvetica" panose="020B0604020202020204" pitchFamily="34" charset="0"/>
              </a:rPr>
              <a:t>to</a:t>
            </a:r>
            <a:r>
              <a:rPr sz="2000" spc="30"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retri</a:t>
            </a:r>
            <a:r>
              <a:rPr sz="2000" spc="-8"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ve/</a:t>
            </a:r>
            <a:r>
              <a:rPr sz="2000" spc="-8" dirty="0">
                <a:latin typeface="Helvetica" panose="020B0604020202020204" pitchFamily="34" charset="0"/>
                <a:cs typeface="Helvetica" panose="020B0604020202020204" pitchFamily="34" charset="0"/>
              </a:rPr>
              <a:t>u</a:t>
            </a:r>
            <a:r>
              <a:rPr sz="2000" spc="-4" dirty="0">
                <a:latin typeface="Helvetica" panose="020B0604020202020204" pitchFamily="34" charset="0"/>
                <a:cs typeface="Helvetica" panose="020B0604020202020204" pitchFamily="34" charset="0"/>
              </a:rPr>
              <a:t>p</a:t>
            </a:r>
            <a:r>
              <a:rPr sz="2000" spc="-8" dirty="0">
                <a:latin typeface="Helvetica" panose="020B0604020202020204" pitchFamily="34" charset="0"/>
                <a:cs typeface="Helvetica" panose="020B0604020202020204" pitchFamily="34" charset="0"/>
              </a:rPr>
              <a:t>d</a:t>
            </a:r>
            <a:r>
              <a:rPr sz="2000" spc="-4" dirty="0">
                <a:latin typeface="Helvetica" panose="020B0604020202020204" pitchFamily="34" charset="0"/>
                <a:cs typeface="Helvetica" panose="020B0604020202020204" pitchFamily="34" charset="0"/>
              </a:rPr>
              <a:t>at</a:t>
            </a:r>
            <a:r>
              <a:rPr sz="2000" dirty="0">
                <a:latin typeface="Helvetica" panose="020B0604020202020204" pitchFamily="34" charset="0"/>
                <a:cs typeface="Helvetica" panose="020B0604020202020204" pitchFamily="34" charset="0"/>
              </a:rPr>
              <a:t>e</a:t>
            </a:r>
            <a:r>
              <a:rPr sz="2000" spc="53"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re</a:t>
            </a:r>
            <a:r>
              <a:rPr sz="2000" spc="-8" dirty="0">
                <a:latin typeface="Helvetica" panose="020B0604020202020204" pitchFamily="34" charset="0"/>
                <a:cs typeface="Helvetica" panose="020B0604020202020204" pitchFamily="34" charset="0"/>
              </a:rPr>
              <a:t>l</a:t>
            </a:r>
            <a:r>
              <a:rPr sz="2000" spc="-4" dirty="0">
                <a:latin typeface="Helvetica" panose="020B0604020202020204" pitchFamily="34" charset="0"/>
                <a:cs typeface="Helvetica" panose="020B0604020202020204" pitchFamily="34" charset="0"/>
              </a:rPr>
              <a:t>at</a:t>
            </a:r>
            <a:r>
              <a:rPr sz="2000" spc="-8" dirty="0">
                <a:latin typeface="Helvetica" panose="020B0604020202020204" pitchFamily="34" charset="0"/>
                <a:cs typeface="Helvetica" panose="020B0604020202020204" pitchFamily="34" charset="0"/>
              </a:rPr>
              <a:t>e</a:t>
            </a:r>
            <a:r>
              <a:rPr sz="2000" dirty="0">
                <a:latin typeface="Helvetica" panose="020B0604020202020204" pitchFamily="34" charset="0"/>
                <a:cs typeface="Helvetica" panose="020B0604020202020204" pitchFamily="34" charset="0"/>
              </a:rPr>
              <a:t>d</a:t>
            </a:r>
            <a:r>
              <a:rPr sz="2000" spc="41"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d</a:t>
            </a:r>
            <a:r>
              <a:rPr sz="2000" spc="-8" dirty="0">
                <a:latin typeface="Helvetica" panose="020B0604020202020204" pitchFamily="34" charset="0"/>
                <a:cs typeface="Helvetica" panose="020B0604020202020204" pitchFamily="34" charset="0"/>
              </a:rPr>
              <a:t>ata</a:t>
            </a:r>
            <a:r>
              <a:rPr sz="2000" spc="34"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i</a:t>
            </a:r>
            <a:r>
              <a:rPr sz="2000" dirty="0">
                <a:latin typeface="Helvetica" panose="020B0604020202020204" pitchFamily="34" charset="0"/>
                <a:cs typeface="Helvetica" panose="020B0604020202020204" pitchFamily="34" charset="0"/>
              </a:rPr>
              <a:t>n</a:t>
            </a:r>
            <a:r>
              <a:rPr sz="2000" spc="41"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a</a:t>
            </a:r>
            <a:r>
              <a:rPr sz="2000" spc="38"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si</a:t>
            </a:r>
            <a:r>
              <a:rPr sz="2000" spc="-8" dirty="0">
                <a:latin typeface="Helvetica" panose="020B0604020202020204" pitchFamily="34" charset="0"/>
                <a:cs typeface="Helvetica" panose="020B0604020202020204" pitchFamily="34" charset="0"/>
              </a:rPr>
              <a:t>n</a:t>
            </a:r>
            <a:r>
              <a:rPr sz="2000" spc="-4" dirty="0">
                <a:latin typeface="Helvetica" panose="020B0604020202020204" pitchFamily="34" charset="0"/>
                <a:cs typeface="Helvetica" panose="020B0604020202020204" pitchFamily="34" charset="0"/>
              </a:rPr>
              <a:t>g</a:t>
            </a:r>
            <a:r>
              <a:rPr sz="2000" spc="-8" dirty="0">
                <a:latin typeface="Helvetica" panose="020B0604020202020204" pitchFamily="34" charset="0"/>
                <a:cs typeface="Helvetica" panose="020B0604020202020204" pitchFamily="34" charset="0"/>
              </a:rPr>
              <a:t>l</a:t>
            </a:r>
            <a:r>
              <a:rPr sz="2000" dirty="0">
                <a:latin typeface="Helvetica" panose="020B0604020202020204" pitchFamily="34" charset="0"/>
                <a:cs typeface="Helvetica" panose="020B0604020202020204" pitchFamily="34" charset="0"/>
              </a:rPr>
              <a:t>e</a:t>
            </a:r>
            <a:r>
              <a:rPr sz="2000" spc="41"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d</a:t>
            </a:r>
            <a:r>
              <a:rPr sz="2000" spc="-8" dirty="0">
                <a:latin typeface="Helvetica" panose="020B0604020202020204" pitchFamily="34" charset="0"/>
                <a:cs typeface="Helvetica" panose="020B0604020202020204" pitchFamily="34" charset="0"/>
              </a:rPr>
              <a:t>a</a:t>
            </a:r>
            <a:r>
              <a:rPr sz="2000" dirty="0">
                <a:latin typeface="Helvetica" panose="020B0604020202020204" pitchFamily="34" charset="0"/>
                <a:cs typeface="Helvetica" panose="020B0604020202020204" pitchFamily="34" charset="0"/>
              </a:rPr>
              <a:t>ta</a:t>
            </a:r>
            <a:r>
              <a:rPr sz="2000" spc="-8" dirty="0">
                <a:latin typeface="Helvetica" panose="020B0604020202020204" pitchFamily="34" charset="0"/>
                <a:cs typeface="Helvetica" panose="020B0604020202020204" pitchFamily="34" charset="0"/>
              </a:rPr>
              <a:t>b</a:t>
            </a:r>
            <a:r>
              <a:rPr sz="2000" spc="-4" dirty="0">
                <a:latin typeface="Helvetica" panose="020B0604020202020204" pitchFamily="34" charset="0"/>
                <a:cs typeface="Helvetica" panose="020B0604020202020204" pitchFamily="34" charset="0"/>
              </a:rPr>
              <a:t>as</a:t>
            </a:r>
            <a:r>
              <a:rPr sz="2000" dirty="0">
                <a:latin typeface="Helvetica" panose="020B0604020202020204" pitchFamily="34" charset="0"/>
                <a:cs typeface="Helvetica" panose="020B0604020202020204" pitchFamily="34" charset="0"/>
              </a:rPr>
              <a:t>e</a:t>
            </a:r>
            <a:r>
              <a:rPr sz="2000" spc="41"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o</a:t>
            </a:r>
            <a:r>
              <a:rPr sz="2000" spc="-8" dirty="0">
                <a:latin typeface="Helvetica" panose="020B0604020202020204" pitchFamily="34" charset="0"/>
                <a:cs typeface="Helvetica" panose="020B0604020202020204" pitchFamily="34" charset="0"/>
              </a:rPr>
              <a:t>p</a:t>
            </a:r>
            <a:r>
              <a:rPr sz="2000" spc="-4" dirty="0">
                <a:latin typeface="Helvetica" panose="020B0604020202020204" pitchFamily="34" charset="0"/>
                <a:cs typeface="Helvetica" panose="020B0604020202020204" pitchFamily="34" charset="0"/>
              </a:rPr>
              <a:t>er</a:t>
            </a:r>
            <a:r>
              <a:rPr sz="2000" spc="-8" dirty="0">
                <a:latin typeface="Helvetica" panose="020B0604020202020204" pitchFamily="34" charset="0"/>
                <a:cs typeface="Helvetica" panose="020B0604020202020204" pitchFamily="34" charset="0"/>
              </a:rPr>
              <a:t>a</a:t>
            </a:r>
            <a:r>
              <a:rPr sz="2000" dirty="0">
                <a:latin typeface="Helvetica" panose="020B0604020202020204" pitchFamily="34" charset="0"/>
                <a:cs typeface="Helvetica" panose="020B0604020202020204" pitchFamily="34" charset="0"/>
              </a:rPr>
              <a:t>tion</a:t>
            </a:r>
          </a:p>
          <a:p>
            <a:pPr marL="352425" indent="-342900">
              <a:spcBef>
                <a:spcPts val="400"/>
              </a:spcBef>
              <a:spcAft>
                <a:spcPts val="400"/>
              </a:spcAft>
              <a:buClr>
                <a:srgbClr val="00007C"/>
              </a:buClr>
              <a:buSzPct val="75000"/>
              <a:buFont typeface="Arial" panose="020B0604020202020204" pitchFamily="34" charset="0"/>
              <a:buChar char="•"/>
              <a:tabLst>
                <a:tab pos="266700" algn="l"/>
              </a:tabLst>
            </a:pPr>
            <a:r>
              <a:rPr sz="2200" b="1" spc="-4" dirty="0">
                <a:latin typeface="Helvetica" panose="020B0604020202020204" pitchFamily="34" charset="0"/>
                <a:cs typeface="Helvetica" panose="020B0604020202020204" pitchFamily="34" charset="0"/>
              </a:rPr>
              <a:t>Di</a:t>
            </a:r>
            <a:r>
              <a:rPr sz="2200" b="1" spc="4" dirty="0">
                <a:latin typeface="Helvetica" panose="020B0604020202020204" pitchFamily="34" charset="0"/>
                <a:cs typeface="Helvetica" panose="020B0604020202020204" pitchFamily="34" charset="0"/>
              </a:rPr>
              <a:t>s</a:t>
            </a:r>
            <a:r>
              <a:rPr sz="2200" b="1" spc="-4" dirty="0">
                <a:latin typeface="Helvetica" panose="020B0604020202020204" pitchFamily="34" charset="0"/>
                <a:cs typeface="Helvetica" panose="020B0604020202020204" pitchFamily="34" charset="0"/>
              </a:rPr>
              <a:t>advantage</a:t>
            </a:r>
            <a:r>
              <a:rPr sz="2200" b="1" spc="4" dirty="0">
                <a:latin typeface="Helvetica" panose="020B0604020202020204" pitchFamily="34" charset="0"/>
                <a:cs typeface="Helvetica" panose="020B0604020202020204" pitchFamily="34" charset="0"/>
              </a:rPr>
              <a:t>s</a:t>
            </a:r>
            <a:r>
              <a:rPr sz="1500" b="1" dirty="0">
                <a:latin typeface="Helvetica" panose="020B0604020202020204" pitchFamily="34" charset="0"/>
                <a:cs typeface="Helvetica" panose="020B0604020202020204" pitchFamily="34" charset="0"/>
              </a:rPr>
              <a:t>:</a:t>
            </a:r>
          </a:p>
          <a:p>
            <a:pPr marL="695325" lvl="1" indent="-342900">
              <a:spcBef>
                <a:spcPts val="400"/>
              </a:spcBef>
              <a:spcAft>
                <a:spcPts val="400"/>
              </a:spcAft>
              <a:buClr>
                <a:schemeClr val="tx1"/>
              </a:buClr>
              <a:buSzPct val="75000"/>
              <a:buFont typeface="Helvetica" panose="020B0604020202020204" pitchFamily="34" charset="0"/>
              <a:buChar char="‒"/>
              <a:tabLst>
                <a:tab pos="567690" algn="l"/>
              </a:tabLst>
            </a:pPr>
            <a:r>
              <a:rPr sz="2000" spc="-4" dirty="0">
                <a:latin typeface="Helvetica" panose="020B0604020202020204" pitchFamily="34" charset="0"/>
                <a:cs typeface="Helvetica" panose="020B0604020202020204" pitchFamily="34" charset="0"/>
              </a:rPr>
              <a:t>D</a:t>
            </a:r>
            <a:r>
              <a:rPr sz="2000" spc="-8" dirty="0">
                <a:latin typeface="Helvetica" panose="020B0604020202020204" pitchFamily="34" charset="0"/>
                <a:cs typeface="Helvetica" panose="020B0604020202020204" pitchFamily="34" charset="0"/>
              </a:rPr>
              <a:t>o</a:t>
            </a:r>
            <a:r>
              <a:rPr sz="2000" dirty="0">
                <a:latin typeface="Helvetica" panose="020B0604020202020204" pitchFamily="34" charset="0"/>
                <a:cs typeface="Helvetica" panose="020B0604020202020204" pitchFamily="34" charset="0"/>
              </a:rPr>
              <a:t>cum</a:t>
            </a:r>
            <a:r>
              <a:rPr sz="2000" spc="-8" dirty="0">
                <a:latin typeface="Helvetica" panose="020B0604020202020204" pitchFamily="34" charset="0"/>
                <a:cs typeface="Helvetica" panose="020B0604020202020204" pitchFamily="34" charset="0"/>
              </a:rPr>
              <a:t>e</a:t>
            </a:r>
            <a:r>
              <a:rPr sz="2000" spc="-11" dirty="0">
                <a:latin typeface="Helvetica" panose="020B0604020202020204" pitchFamily="34" charset="0"/>
                <a:cs typeface="Helvetica" panose="020B0604020202020204" pitchFamily="34" charset="0"/>
              </a:rPr>
              <a:t>nt</a:t>
            </a:r>
            <a:r>
              <a:rPr sz="2000" spc="-8" dirty="0">
                <a:latin typeface="Helvetica" panose="020B0604020202020204" pitchFamily="34" charset="0"/>
                <a:cs typeface="Helvetica" panose="020B0604020202020204" pitchFamily="34" charset="0"/>
              </a:rPr>
              <a:t>s</a:t>
            </a:r>
            <a:r>
              <a:rPr sz="2000" spc="45"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may</a:t>
            </a:r>
            <a:r>
              <a:rPr sz="2000" spc="34"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si</a:t>
            </a:r>
            <a:r>
              <a:rPr sz="2000" spc="-8" dirty="0">
                <a:latin typeface="Helvetica" panose="020B0604020202020204" pitchFamily="34" charset="0"/>
                <a:cs typeface="Helvetica" panose="020B0604020202020204" pitchFamily="34" charset="0"/>
              </a:rPr>
              <a:t>g</a:t>
            </a:r>
            <a:r>
              <a:rPr sz="2000" spc="-4" dirty="0">
                <a:latin typeface="Helvetica" panose="020B0604020202020204" pitchFamily="34" charset="0"/>
                <a:cs typeface="Helvetica" panose="020B0604020202020204" pitchFamily="34" charset="0"/>
              </a:rPr>
              <a:t>n</a:t>
            </a:r>
            <a:r>
              <a:rPr sz="2000" spc="-8" dirty="0">
                <a:latin typeface="Helvetica" panose="020B0604020202020204" pitchFamily="34" charset="0"/>
                <a:cs typeface="Helvetica" panose="020B0604020202020204" pitchFamily="34" charset="0"/>
              </a:rPr>
              <a:t>i</a:t>
            </a:r>
            <a:r>
              <a:rPr sz="2000" dirty="0">
                <a:latin typeface="Helvetica" panose="020B0604020202020204" pitchFamily="34" charset="0"/>
                <a:cs typeface="Helvetica" panose="020B0604020202020204" pitchFamily="34" charset="0"/>
              </a:rPr>
              <a:t>fica</a:t>
            </a:r>
            <a:r>
              <a:rPr sz="2000" spc="-11" dirty="0">
                <a:latin typeface="Helvetica" panose="020B0604020202020204" pitchFamily="34" charset="0"/>
                <a:cs typeface="Helvetica" panose="020B0604020202020204" pitchFamily="34" charset="0"/>
              </a:rPr>
              <a:t>n</a:t>
            </a:r>
            <a:r>
              <a:rPr sz="2000" dirty="0">
                <a:latin typeface="Helvetica" panose="020B0604020202020204" pitchFamily="34" charset="0"/>
                <a:cs typeface="Helvetica" panose="020B0604020202020204" pitchFamily="34" charset="0"/>
              </a:rPr>
              <a:t>tly</a:t>
            </a:r>
            <a:r>
              <a:rPr sz="2000" spc="56" dirty="0">
                <a:latin typeface="Helvetica" panose="020B0604020202020204" pitchFamily="34" charset="0"/>
                <a:cs typeface="Helvetica" panose="020B0604020202020204" pitchFamily="34" charset="0"/>
              </a:rPr>
              <a:t> </a:t>
            </a:r>
            <a:r>
              <a:rPr sz="2000" spc="-4" dirty="0">
                <a:latin typeface="Helvetica" panose="020B0604020202020204" pitchFamily="34" charset="0"/>
                <a:cs typeface="Helvetica" panose="020B0604020202020204" pitchFamily="34" charset="0"/>
              </a:rPr>
              <a:t>gr</a:t>
            </a:r>
            <a:r>
              <a:rPr sz="2000" spc="-8" dirty="0">
                <a:latin typeface="Helvetica" panose="020B0604020202020204" pitchFamily="34" charset="0"/>
                <a:cs typeface="Helvetica" panose="020B0604020202020204" pitchFamily="34" charset="0"/>
              </a:rPr>
              <a:t>o</a:t>
            </a:r>
            <a:r>
              <a:rPr sz="2000" dirty="0">
                <a:latin typeface="Helvetica" panose="020B0604020202020204" pitchFamily="34" charset="0"/>
                <a:cs typeface="Helvetica" panose="020B0604020202020204" pitchFamily="34" charset="0"/>
              </a:rPr>
              <a:t>w</a:t>
            </a:r>
            <a:r>
              <a:rPr sz="2000" spc="34" dirty="0">
                <a:latin typeface="Helvetica" panose="020B0604020202020204" pitchFamily="34" charset="0"/>
                <a:cs typeface="Helvetica" panose="020B0604020202020204" pitchFamily="34" charset="0"/>
              </a:rPr>
              <a:t> </a:t>
            </a:r>
            <a:r>
              <a:rPr sz="2000" spc="-11" dirty="0">
                <a:latin typeface="Helvetica" panose="020B0604020202020204" pitchFamily="34" charset="0"/>
                <a:cs typeface="Helvetica" panose="020B0604020202020204" pitchFamily="34" charset="0"/>
              </a:rPr>
              <a:t>afte</a:t>
            </a:r>
            <a:r>
              <a:rPr sz="2000" spc="-8" dirty="0">
                <a:latin typeface="Helvetica" panose="020B0604020202020204" pitchFamily="34" charset="0"/>
                <a:cs typeface="Helvetica" panose="020B0604020202020204" pitchFamily="34" charset="0"/>
              </a:rPr>
              <a:t>r</a:t>
            </a:r>
            <a:r>
              <a:rPr sz="2000" spc="38" dirty="0">
                <a:latin typeface="Helvetica" panose="020B0604020202020204" pitchFamily="34" charset="0"/>
                <a:cs typeface="Helvetica" panose="020B0604020202020204" pitchFamily="34" charset="0"/>
              </a:rPr>
              <a:t> </a:t>
            </a:r>
            <a:r>
              <a:rPr sz="2000" dirty="0">
                <a:latin typeface="Helvetica" panose="020B0604020202020204" pitchFamily="34" charset="0"/>
                <a:cs typeface="Helvetica" panose="020B0604020202020204" pitchFamily="34" charset="0"/>
              </a:rPr>
              <a:t>cre</a:t>
            </a:r>
            <a:r>
              <a:rPr sz="2000" spc="-8" dirty="0">
                <a:latin typeface="Helvetica" panose="020B0604020202020204" pitchFamily="34" charset="0"/>
                <a:cs typeface="Helvetica" panose="020B0604020202020204" pitchFamily="34" charset="0"/>
              </a:rPr>
              <a:t>a</a:t>
            </a:r>
            <a:r>
              <a:rPr sz="2000" dirty="0">
                <a:latin typeface="Helvetica" panose="020B0604020202020204" pitchFamily="34" charset="0"/>
                <a:cs typeface="Helvetica" panose="020B0604020202020204" pitchFamily="34" charset="0"/>
              </a:rPr>
              <a:t>tion</a:t>
            </a:r>
          </a:p>
          <a:p>
            <a:pPr marL="981075" lvl="2" indent="-285750">
              <a:spcBef>
                <a:spcPts val="400"/>
              </a:spcBef>
              <a:spcAft>
                <a:spcPts val="400"/>
              </a:spcAft>
              <a:buClr>
                <a:srgbClr val="00007C"/>
              </a:buClr>
              <a:buSzPct val="65625"/>
              <a:buFont typeface="Arial" panose="020B0604020202020204" pitchFamily="34" charset="0"/>
              <a:buChar char="•"/>
              <a:tabLst>
                <a:tab pos="867251" algn="l"/>
              </a:tabLst>
            </a:pPr>
            <a:r>
              <a:rPr spc="-8" dirty="0">
                <a:latin typeface="Helvetica" panose="020B0604020202020204" pitchFamily="34" charset="0"/>
                <a:cs typeface="Helvetica" panose="020B0604020202020204" pitchFamily="34" charset="0"/>
              </a:rPr>
              <a:t>Impa</a:t>
            </a:r>
            <a:r>
              <a:rPr spc="-4" dirty="0">
                <a:latin typeface="Helvetica" panose="020B0604020202020204" pitchFamily="34" charset="0"/>
                <a:cs typeface="Helvetica" panose="020B0604020202020204" pitchFamily="34" charset="0"/>
              </a:rPr>
              <a:t>c</a:t>
            </a:r>
            <a:r>
              <a:rPr spc="-8" dirty="0">
                <a:latin typeface="Helvetica" panose="020B0604020202020204" pitchFamily="34" charset="0"/>
                <a:cs typeface="Helvetica" panose="020B0604020202020204" pitchFamily="34" charset="0"/>
              </a:rPr>
              <a:t>ts</a:t>
            </a:r>
            <a:r>
              <a:rPr spc="41" dirty="0">
                <a:latin typeface="Helvetica" panose="020B0604020202020204" pitchFamily="34" charset="0"/>
                <a:cs typeface="Helvetica" panose="020B0604020202020204" pitchFamily="34" charset="0"/>
              </a:rPr>
              <a:t> </a:t>
            </a:r>
            <a:r>
              <a:rPr spc="-23" dirty="0">
                <a:latin typeface="Helvetica" panose="020B0604020202020204" pitchFamily="34" charset="0"/>
                <a:cs typeface="Helvetica" panose="020B0604020202020204" pitchFamily="34" charset="0"/>
              </a:rPr>
              <a:t>w</a:t>
            </a:r>
            <a:r>
              <a:rPr spc="-8" dirty="0">
                <a:latin typeface="Helvetica" panose="020B0604020202020204" pitchFamily="34" charset="0"/>
                <a:cs typeface="Helvetica" panose="020B0604020202020204" pitchFamily="34" charset="0"/>
              </a:rPr>
              <a:t>rite</a:t>
            </a:r>
            <a:r>
              <a:rPr spc="49" dirty="0">
                <a:latin typeface="Helvetica" panose="020B0604020202020204" pitchFamily="34" charset="0"/>
                <a:cs typeface="Helvetica" panose="020B0604020202020204" pitchFamily="34" charset="0"/>
              </a:rPr>
              <a:t> </a:t>
            </a:r>
            <a:r>
              <a:rPr spc="-11" dirty="0">
                <a:latin typeface="Helvetica" panose="020B0604020202020204" pitchFamily="34" charset="0"/>
                <a:cs typeface="Helvetica" panose="020B0604020202020204" pitchFamily="34" charset="0"/>
              </a:rPr>
              <a:t>performan</a:t>
            </a:r>
            <a:r>
              <a:rPr spc="-8" dirty="0">
                <a:latin typeface="Helvetica" panose="020B0604020202020204" pitchFamily="34" charset="0"/>
                <a:cs typeface="Helvetica" panose="020B0604020202020204" pitchFamily="34" charset="0"/>
              </a:rPr>
              <a:t>ce</a:t>
            </a:r>
            <a:endParaRPr dirty="0">
              <a:latin typeface="Helvetica" panose="020B0604020202020204" pitchFamily="34" charset="0"/>
              <a:cs typeface="Helvetica" panose="020B0604020202020204" pitchFamily="34" charset="0"/>
            </a:endParaRPr>
          </a:p>
          <a:p>
            <a:pPr marL="1323975" lvl="3" indent="-285750">
              <a:spcBef>
                <a:spcPts val="400"/>
              </a:spcBef>
              <a:spcAft>
                <a:spcPts val="400"/>
              </a:spcAft>
              <a:buClr>
                <a:srgbClr val="9898CC"/>
              </a:buClr>
              <a:buSzPct val="67857"/>
              <a:buFont typeface="Helvetica" panose="020B0604020202020204" pitchFamily="34" charset="0"/>
              <a:buChar char="‒"/>
              <a:tabLst>
                <a:tab pos="1210151" algn="l"/>
              </a:tabLst>
            </a:pPr>
            <a:r>
              <a:rPr spc="-8" dirty="0">
                <a:latin typeface="Helvetica" panose="020B0604020202020204" pitchFamily="34" charset="0"/>
                <a:cs typeface="Helvetica" panose="020B0604020202020204" pitchFamily="34" charset="0"/>
              </a:rPr>
              <a:t>T</a:t>
            </a:r>
            <a:r>
              <a:rPr spc="-4" dirty="0">
                <a:latin typeface="Helvetica" panose="020B0604020202020204" pitchFamily="34" charset="0"/>
                <a:cs typeface="Helvetica" panose="020B0604020202020204" pitchFamily="34" charset="0"/>
              </a:rPr>
              <a:t>h</a:t>
            </a:r>
            <a:r>
              <a:rPr dirty="0">
                <a:latin typeface="Helvetica" panose="020B0604020202020204" pitchFamily="34" charset="0"/>
                <a:cs typeface="Helvetica" panose="020B0604020202020204" pitchFamily="34" charset="0"/>
              </a:rPr>
              <a:t>e</a:t>
            </a:r>
            <a:r>
              <a:rPr spc="15"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do</a:t>
            </a:r>
            <a:r>
              <a:rPr dirty="0">
                <a:latin typeface="Helvetica" panose="020B0604020202020204" pitchFamily="34" charset="0"/>
                <a:cs typeface="Helvetica" panose="020B0604020202020204" pitchFamily="34" charset="0"/>
              </a:rPr>
              <a:t>c</a:t>
            </a:r>
            <a:r>
              <a:rPr spc="-4" dirty="0">
                <a:latin typeface="Helvetica" panose="020B0604020202020204" pitchFamily="34" charset="0"/>
                <a:cs typeface="Helvetica" panose="020B0604020202020204" pitchFamily="34" charset="0"/>
              </a:rPr>
              <a:t>u</a:t>
            </a:r>
            <a:r>
              <a:rPr spc="-8" dirty="0">
                <a:latin typeface="Helvetica" panose="020B0604020202020204" pitchFamily="34" charset="0"/>
                <a:cs typeface="Helvetica" panose="020B0604020202020204" pitchFamily="34" charset="0"/>
              </a:rPr>
              <a:t>m</a:t>
            </a:r>
            <a:r>
              <a:rPr spc="-4" dirty="0">
                <a:latin typeface="Helvetica" panose="020B0604020202020204" pitchFamily="34" charset="0"/>
                <a:cs typeface="Helvetica" panose="020B0604020202020204" pitchFamily="34" charset="0"/>
              </a:rPr>
              <a:t>en</a:t>
            </a:r>
            <a:r>
              <a:rPr dirty="0">
                <a:latin typeface="Helvetica" panose="020B0604020202020204" pitchFamily="34" charset="0"/>
                <a:cs typeface="Helvetica" panose="020B0604020202020204" pitchFamily="34" charset="0"/>
              </a:rPr>
              <a:t>t </a:t>
            </a:r>
            <a:r>
              <a:rPr spc="-8" dirty="0">
                <a:latin typeface="Helvetica" panose="020B0604020202020204" pitchFamily="34" charset="0"/>
                <a:cs typeface="Helvetica" panose="020B0604020202020204" pitchFamily="34" charset="0"/>
              </a:rPr>
              <a:t>m</a:t>
            </a:r>
            <a:r>
              <a:rPr spc="-4" dirty="0">
                <a:latin typeface="Helvetica" panose="020B0604020202020204" pitchFamily="34" charset="0"/>
                <a:cs typeface="Helvetica" panose="020B0604020202020204" pitchFamily="34" charset="0"/>
              </a:rPr>
              <a:t>u</a:t>
            </a:r>
            <a:r>
              <a:rPr dirty="0">
                <a:latin typeface="Helvetica" panose="020B0604020202020204" pitchFamily="34" charset="0"/>
                <a:cs typeface="Helvetica" panose="020B0604020202020204" pitchFamily="34" charset="0"/>
              </a:rPr>
              <a:t>st</a:t>
            </a:r>
            <a:r>
              <a:rPr spc="8"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b</a:t>
            </a:r>
            <a:r>
              <a:rPr dirty="0">
                <a:latin typeface="Helvetica" panose="020B0604020202020204" pitchFamily="34" charset="0"/>
                <a:cs typeface="Helvetica" panose="020B0604020202020204" pitchFamily="34" charset="0"/>
              </a:rPr>
              <a:t>e</a:t>
            </a:r>
            <a:r>
              <a:rPr spc="30" dirty="0">
                <a:latin typeface="Helvetica" panose="020B0604020202020204" pitchFamily="34" charset="0"/>
                <a:cs typeface="Helvetica" panose="020B0604020202020204" pitchFamily="34" charset="0"/>
              </a:rPr>
              <a:t> </a:t>
            </a:r>
            <a:r>
              <a:rPr dirty="0">
                <a:solidFill>
                  <a:srgbClr val="0000FF"/>
                </a:solidFill>
                <a:latin typeface="Helvetica" panose="020B0604020202020204" pitchFamily="34" charset="0"/>
                <a:cs typeface="Helvetica" panose="020B0604020202020204" pitchFamily="34" charset="0"/>
              </a:rPr>
              <a:t>reloc</a:t>
            </a:r>
            <a:r>
              <a:rPr spc="-4" dirty="0">
                <a:solidFill>
                  <a:srgbClr val="0000FF"/>
                </a:solidFill>
                <a:latin typeface="Helvetica" panose="020B0604020202020204" pitchFamily="34" charset="0"/>
                <a:cs typeface="Helvetica" panose="020B0604020202020204" pitchFamily="34" charset="0"/>
              </a:rPr>
              <a:t>a</a:t>
            </a:r>
            <a:r>
              <a:rPr dirty="0">
                <a:solidFill>
                  <a:srgbClr val="0000FF"/>
                </a:solidFill>
                <a:latin typeface="Helvetica" panose="020B0604020202020204" pitchFamily="34" charset="0"/>
                <a:cs typeface="Helvetica" panose="020B0604020202020204" pitchFamily="34" charset="0"/>
              </a:rPr>
              <a:t>t</a:t>
            </a:r>
            <a:r>
              <a:rPr spc="-11" dirty="0">
                <a:solidFill>
                  <a:srgbClr val="0000FF"/>
                </a:solidFill>
                <a:latin typeface="Helvetica" panose="020B0604020202020204" pitchFamily="34" charset="0"/>
                <a:cs typeface="Helvetica" panose="020B0604020202020204" pitchFamily="34" charset="0"/>
              </a:rPr>
              <a:t>e</a:t>
            </a:r>
            <a:r>
              <a:rPr dirty="0">
                <a:solidFill>
                  <a:srgbClr val="0000FF"/>
                </a:solidFill>
                <a:latin typeface="Helvetica" panose="020B0604020202020204" pitchFamily="34" charset="0"/>
                <a:cs typeface="Helvetica" panose="020B0604020202020204" pitchFamily="34" charset="0"/>
              </a:rPr>
              <a:t>d</a:t>
            </a:r>
            <a:r>
              <a:rPr spc="-4" dirty="0">
                <a:solidFill>
                  <a:srgbClr val="9898CC"/>
                </a:solidFill>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o</a:t>
            </a:r>
            <a:r>
              <a:rPr dirty="0">
                <a:latin typeface="Helvetica" panose="020B0604020202020204" pitchFamily="34" charset="0"/>
                <a:cs typeface="Helvetica" panose="020B0604020202020204" pitchFamily="34" charset="0"/>
              </a:rPr>
              <a:t>n</a:t>
            </a:r>
            <a:r>
              <a:rPr spc="23"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di</a:t>
            </a:r>
            <a:r>
              <a:rPr dirty="0">
                <a:latin typeface="Helvetica" panose="020B0604020202020204" pitchFamily="34" charset="0"/>
                <a:cs typeface="Helvetica" panose="020B0604020202020204" pitchFamily="34" charset="0"/>
              </a:rPr>
              <a:t>sk</a:t>
            </a:r>
            <a:r>
              <a:rPr spc="8"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i</a:t>
            </a:r>
            <a:r>
              <a:rPr dirty="0">
                <a:latin typeface="Helvetica" panose="020B0604020202020204" pitchFamily="34" charset="0"/>
                <a:cs typeface="Helvetica" panose="020B0604020202020204" pitchFamily="34" charset="0"/>
              </a:rPr>
              <a:t>f</a:t>
            </a:r>
            <a:r>
              <a:rPr spc="26"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t</a:t>
            </a:r>
            <a:r>
              <a:rPr spc="-4" dirty="0">
                <a:latin typeface="Helvetica" panose="020B0604020202020204" pitchFamily="34" charset="0"/>
                <a:cs typeface="Helvetica" panose="020B0604020202020204" pitchFamily="34" charset="0"/>
              </a:rPr>
              <a:t>h</a:t>
            </a:r>
            <a:r>
              <a:rPr dirty="0">
                <a:latin typeface="Helvetica" panose="020B0604020202020204" pitchFamily="34" charset="0"/>
                <a:cs typeface="Helvetica" panose="020B0604020202020204" pitchFamily="34" charset="0"/>
              </a:rPr>
              <a:t>e</a:t>
            </a:r>
            <a:r>
              <a:rPr spc="15"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s</a:t>
            </a:r>
            <a:r>
              <a:rPr spc="-4" dirty="0">
                <a:latin typeface="Helvetica" panose="020B0604020202020204" pitchFamily="34" charset="0"/>
                <a:cs typeface="Helvetica" panose="020B0604020202020204" pitchFamily="34" charset="0"/>
              </a:rPr>
              <a:t>i</a:t>
            </a:r>
            <a:r>
              <a:rPr dirty="0">
                <a:latin typeface="Helvetica" panose="020B0604020202020204" pitchFamily="34" charset="0"/>
                <a:cs typeface="Helvetica" panose="020B0604020202020204" pitchFamily="34" charset="0"/>
              </a:rPr>
              <a:t>ze</a:t>
            </a:r>
            <a:r>
              <a:rPr spc="4"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e</a:t>
            </a:r>
            <a:r>
              <a:rPr spc="-15" dirty="0">
                <a:latin typeface="Helvetica" panose="020B0604020202020204" pitchFamily="34" charset="0"/>
                <a:cs typeface="Helvetica" panose="020B0604020202020204" pitchFamily="34" charset="0"/>
              </a:rPr>
              <a:t>x</a:t>
            </a:r>
            <a:r>
              <a:rPr dirty="0">
                <a:latin typeface="Helvetica" panose="020B0604020202020204" pitchFamily="34" charset="0"/>
                <a:cs typeface="Helvetica" panose="020B0604020202020204" pitchFamily="34" charset="0"/>
              </a:rPr>
              <a:t>c</a:t>
            </a:r>
            <a:r>
              <a:rPr spc="-4" dirty="0">
                <a:latin typeface="Helvetica" panose="020B0604020202020204" pitchFamily="34" charset="0"/>
                <a:cs typeface="Helvetica" panose="020B0604020202020204" pitchFamily="34" charset="0"/>
              </a:rPr>
              <a:t>eed</a:t>
            </a:r>
            <a:r>
              <a:rPr dirty="0">
                <a:latin typeface="Helvetica" panose="020B0604020202020204" pitchFamily="34" charset="0"/>
                <a:cs typeface="Helvetica" panose="020B0604020202020204" pitchFamily="34" charset="0"/>
              </a:rPr>
              <a:t>s</a:t>
            </a:r>
            <a:r>
              <a:rPr spc="19"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allo</a:t>
            </a:r>
            <a:r>
              <a:rPr dirty="0">
                <a:latin typeface="Helvetica" panose="020B0604020202020204" pitchFamily="34" charset="0"/>
                <a:cs typeface="Helvetica" panose="020B0604020202020204" pitchFamily="34" charset="0"/>
              </a:rPr>
              <a:t>c</a:t>
            </a:r>
            <a:r>
              <a:rPr spc="-4" dirty="0">
                <a:latin typeface="Helvetica" panose="020B0604020202020204" pitchFamily="34" charset="0"/>
                <a:cs typeface="Helvetica" panose="020B0604020202020204" pitchFamily="34" charset="0"/>
              </a:rPr>
              <a:t>a</a:t>
            </a:r>
            <a:r>
              <a:rPr dirty="0">
                <a:latin typeface="Helvetica" panose="020B0604020202020204" pitchFamily="34" charset="0"/>
                <a:cs typeface="Helvetica" panose="020B0604020202020204" pitchFamily="34" charset="0"/>
              </a:rPr>
              <a:t>t</a:t>
            </a:r>
            <a:r>
              <a:rPr spc="-4" dirty="0">
                <a:latin typeface="Helvetica" panose="020B0604020202020204" pitchFamily="34" charset="0"/>
                <a:cs typeface="Helvetica" panose="020B0604020202020204" pitchFamily="34" charset="0"/>
              </a:rPr>
              <a:t>e</a:t>
            </a:r>
            <a:r>
              <a:rPr dirty="0">
                <a:latin typeface="Helvetica" panose="020B0604020202020204" pitchFamily="34" charset="0"/>
                <a:cs typeface="Helvetica" panose="020B0604020202020204" pitchFamily="34" charset="0"/>
              </a:rPr>
              <a:t>d</a:t>
            </a:r>
            <a:r>
              <a:rPr spc="-4"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s</a:t>
            </a:r>
            <a:r>
              <a:rPr spc="-4" dirty="0">
                <a:latin typeface="Helvetica" panose="020B0604020202020204" pitchFamily="34" charset="0"/>
                <a:cs typeface="Helvetica" panose="020B0604020202020204" pitchFamily="34" charset="0"/>
              </a:rPr>
              <a:t>pa</a:t>
            </a:r>
            <a:r>
              <a:rPr dirty="0">
                <a:latin typeface="Helvetica" panose="020B0604020202020204" pitchFamily="34" charset="0"/>
                <a:cs typeface="Helvetica" panose="020B0604020202020204" pitchFamily="34" charset="0"/>
              </a:rPr>
              <a:t>ce</a:t>
            </a:r>
          </a:p>
          <a:p>
            <a:pPr marL="1323975" lvl="3" indent="-285750">
              <a:spcBef>
                <a:spcPts val="400"/>
              </a:spcBef>
              <a:spcAft>
                <a:spcPts val="400"/>
              </a:spcAft>
              <a:buClr>
                <a:schemeClr val="tx1"/>
              </a:buClr>
              <a:buSzPct val="67857"/>
              <a:buFont typeface="Helvetica" panose="020B0604020202020204" pitchFamily="34" charset="0"/>
              <a:buChar char="‒"/>
              <a:tabLst>
                <a:tab pos="1210151" algn="l"/>
              </a:tabLst>
            </a:pPr>
            <a:r>
              <a:rPr spc="-8" dirty="0">
                <a:latin typeface="Helvetica" panose="020B0604020202020204" pitchFamily="34" charset="0"/>
                <a:cs typeface="Helvetica" panose="020B0604020202020204" pitchFamily="34" charset="0"/>
              </a:rPr>
              <a:t>M</a:t>
            </a:r>
            <a:r>
              <a:rPr spc="-4" dirty="0">
                <a:latin typeface="Helvetica" panose="020B0604020202020204" pitchFamily="34" charset="0"/>
                <a:cs typeface="Helvetica" panose="020B0604020202020204" pitchFamily="34" charset="0"/>
              </a:rPr>
              <a:t>a</a:t>
            </a:r>
            <a:r>
              <a:rPr dirty="0">
                <a:latin typeface="Helvetica" panose="020B0604020202020204" pitchFamily="34" charset="0"/>
                <a:cs typeface="Helvetica" panose="020B0604020202020204" pitchFamily="34" charset="0"/>
              </a:rPr>
              <a:t>y</a:t>
            </a:r>
            <a:r>
              <a:rPr spc="15"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lea</a:t>
            </a:r>
            <a:r>
              <a:rPr dirty="0">
                <a:latin typeface="Helvetica" panose="020B0604020202020204" pitchFamily="34" charset="0"/>
                <a:cs typeface="Helvetica" panose="020B0604020202020204" pitchFamily="34" charset="0"/>
              </a:rPr>
              <a:t>d</a:t>
            </a:r>
            <a:r>
              <a:rPr spc="11" dirty="0">
                <a:latin typeface="Helvetica" panose="020B0604020202020204" pitchFamily="34" charset="0"/>
                <a:cs typeface="Helvetica" panose="020B0604020202020204" pitchFamily="34" charset="0"/>
              </a:rPr>
              <a:t> </a:t>
            </a:r>
            <a:r>
              <a:rPr dirty="0">
                <a:latin typeface="Helvetica" panose="020B0604020202020204" pitchFamily="34" charset="0"/>
                <a:cs typeface="Helvetica" panose="020B0604020202020204" pitchFamily="34" charset="0"/>
              </a:rPr>
              <a:t>to</a:t>
            </a:r>
            <a:r>
              <a:rPr spc="11" dirty="0">
                <a:latin typeface="Helvetica" panose="020B0604020202020204" pitchFamily="34" charset="0"/>
                <a:cs typeface="Helvetica" panose="020B0604020202020204" pitchFamily="34" charset="0"/>
              </a:rPr>
              <a:t> </a:t>
            </a:r>
            <a:r>
              <a:rPr spc="-4" dirty="0">
                <a:latin typeface="Helvetica" panose="020B0604020202020204" pitchFamily="34" charset="0"/>
                <a:cs typeface="Helvetica" panose="020B0604020202020204" pitchFamily="34" charset="0"/>
              </a:rPr>
              <a:t>dat</a:t>
            </a:r>
            <a:r>
              <a:rPr dirty="0">
                <a:latin typeface="Helvetica" panose="020B0604020202020204" pitchFamily="34" charset="0"/>
                <a:cs typeface="Helvetica" panose="020B0604020202020204" pitchFamily="34" charset="0"/>
              </a:rPr>
              <a:t>a</a:t>
            </a:r>
            <a:r>
              <a:rPr spc="15" dirty="0">
                <a:latin typeface="Helvetica" panose="020B0604020202020204" pitchFamily="34" charset="0"/>
                <a:cs typeface="Helvetica" panose="020B0604020202020204" pitchFamily="34" charset="0"/>
              </a:rPr>
              <a:t> </a:t>
            </a:r>
            <a:r>
              <a:rPr dirty="0">
                <a:solidFill>
                  <a:srgbClr val="0000FF"/>
                </a:solidFill>
                <a:latin typeface="Helvetica" panose="020B0604020202020204" pitchFamily="34" charset="0"/>
                <a:cs typeface="Helvetica" panose="020B0604020202020204" pitchFamily="34" charset="0"/>
              </a:rPr>
              <a:t>fra</a:t>
            </a:r>
            <a:r>
              <a:rPr spc="-4" dirty="0">
                <a:solidFill>
                  <a:srgbClr val="0000FF"/>
                </a:solidFill>
                <a:latin typeface="Helvetica" panose="020B0604020202020204" pitchFamily="34" charset="0"/>
                <a:cs typeface="Helvetica" panose="020B0604020202020204" pitchFamily="34" charset="0"/>
              </a:rPr>
              <a:t>g</a:t>
            </a:r>
            <a:r>
              <a:rPr spc="-8" dirty="0">
                <a:solidFill>
                  <a:srgbClr val="0000FF"/>
                </a:solidFill>
                <a:latin typeface="Helvetica" panose="020B0604020202020204" pitchFamily="34" charset="0"/>
                <a:cs typeface="Helvetica" panose="020B0604020202020204" pitchFamily="34" charset="0"/>
              </a:rPr>
              <a:t>m</a:t>
            </a:r>
            <a:r>
              <a:rPr spc="-4" dirty="0">
                <a:solidFill>
                  <a:srgbClr val="0000FF"/>
                </a:solidFill>
                <a:latin typeface="Helvetica" panose="020B0604020202020204" pitchFamily="34" charset="0"/>
                <a:cs typeface="Helvetica" panose="020B0604020202020204" pitchFamily="34" charset="0"/>
              </a:rPr>
              <a:t>en</a:t>
            </a:r>
            <a:r>
              <a:rPr spc="-11" dirty="0">
                <a:solidFill>
                  <a:srgbClr val="0000FF"/>
                </a:solidFill>
                <a:latin typeface="Helvetica" panose="020B0604020202020204" pitchFamily="34" charset="0"/>
                <a:cs typeface="Helvetica" panose="020B0604020202020204" pitchFamily="34" charset="0"/>
              </a:rPr>
              <a:t>t</a:t>
            </a:r>
            <a:r>
              <a:rPr spc="-4" dirty="0">
                <a:solidFill>
                  <a:srgbClr val="0000FF"/>
                </a:solidFill>
                <a:latin typeface="Helvetica" panose="020B0604020202020204" pitchFamily="34" charset="0"/>
                <a:cs typeface="Helvetica" panose="020B0604020202020204" pitchFamily="34" charset="0"/>
              </a:rPr>
              <a:t>a</a:t>
            </a:r>
            <a:r>
              <a:rPr spc="-8" dirty="0">
                <a:solidFill>
                  <a:srgbClr val="0000FF"/>
                </a:solidFill>
                <a:latin typeface="Helvetica" panose="020B0604020202020204" pitchFamily="34" charset="0"/>
                <a:cs typeface="Helvetica" panose="020B0604020202020204" pitchFamily="34" charset="0"/>
              </a:rPr>
              <a:t>t</a:t>
            </a:r>
            <a:r>
              <a:rPr spc="-4" dirty="0">
                <a:solidFill>
                  <a:srgbClr val="0000FF"/>
                </a:solidFill>
                <a:latin typeface="Helvetica" panose="020B0604020202020204" pitchFamily="34" charset="0"/>
                <a:cs typeface="Helvetica" panose="020B0604020202020204" pitchFamily="34" charset="0"/>
              </a:rPr>
              <a:t>ion</a:t>
            </a:r>
            <a:endParaRPr dirty="0">
              <a:solidFill>
                <a:srgbClr val="0000FF"/>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6277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94557" y="119550"/>
            <a:ext cx="8473787" cy="767465"/>
          </a:xfrm>
        </p:spPr>
        <p:txBody>
          <a:bodyPr wrap="square" anchor="ctr">
            <a:normAutofit/>
          </a:bodyPr>
          <a:lstStyle/>
          <a:p>
            <a:r>
              <a:rPr lang="en-GB" dirty="0"/>
              <a:t>Embedding</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12</a:t>
            </a:fld>
            <a:endParaRPr lang="en-GB"/>
          </a:p>
        </p:txBody>
      </p:sp>
      <p:sp>
        <p:nvSpPr>
          <p:cNvPr id="5" name="TextBox 4">
            <a:extLst>
              <a:ext uri="{FF2B5EF4-FFF2-40B4-BE49-F238E27FC236}">
                <a16:creationId xmlns:a16="http://schemas.microsoft.com/office/drawing/2014/main" id="{58E70ACA-2DC4-3E8E-3183-A1AD0163E691}"/>
              </a:ext>
            </a:extLst>
          </p:cNvPr>
          <p:cNvSpPr txBox="1"/>
          <p:nvPr/>
        </p:nvSpPr>
        <p:spPr>
          <a:xfrm>
            <a:off x="353839" y="884758"/>
            <a:ext cx="4953000" cy="400110"/>
          </a:xfrm>
          <a:prstGeom prst="rect">
            <a:avLst/>
          </a:prstGeom>
          <a:noFill/>
        </p:spPr>
        <p:txBody>
          <a:bodyPr wrap="square">
            <a:spAutoFit/>
          </a:bodyPr>
          <a:lstStyle/>
          <a:p>
            <a:r>
              <a:rPr lang="en-US" sz="2000" b="1" dirty="0">
                <a:latin typeface="Helvetica" panose="020B0604020202020204" pitchFamily="34" charset="0"/>
                <a:cs typeface="Helvetica" panose="020B0604020202020204" pitchFamily="34" charset="0"/>
              </a:rPr>
              <a:t>Example 1:</a:t>
            </a:r>
            <a:endParaRPr lang="en-GB" sz="2000" b="1" dirty="0">
              <a:latin typeface="Helvetica" panose="020B0604020202020204" pitchFamily="34" charset="0"/>
              <a:cs typeface="Helvetica" panose="020B0604020202020204" pitchFamily="34" charset="0"/>
            </a:endParaRPr>
          </a:p>
        </p:txBody>
      </p:sp>
      <p:grpSp>
        <p:nvGrpSpPr>
          <p:cNvPr id="8" name="Group 7">
            <a:extLst>
              <a:ext uri="{FF2B5EF4-FFF2-40B4-BE49-F238E27FC236}">
                <a16:creationId xmlns:a16="http://schemas.microsoft.com/office/drawing/2014/main" id="{9271CA43-F069-1F25-11DB-CF562689840C}"/>
              </a:ext>
            </a:extLst>
          </p:cNvPr>
          <p:cNvGrpSpPr/>
          <p:nvPr/>
        </p:nvGrpSpPr>
        <p:grpSpPr>
          <a:xfrm>
            <a:off x="848544" y="1512922"/>
            <a:ext cx="3766355" cy="1627168"/>
            <a:chOff x="359288" y="1242353"/>
            <a:chExt cx="3766355" cy="1627168"/>
          </a:xfrm>
        </p:grpSpPr>
        <p:sp>
          <p:nvSpPr>
            <p:cNvPr id="9" name="TextBox 8">
              <a:extLst>
                <a:ext uri="{FF2B5EF4-FFF2-40B4-BE49-F238E27FC236}">
                  <a16:creationId xmlns:a16="http://schemas.microsoft.com/office/drawing/2014/main" id="{8546BF0C-1F6D-6945-F782-E2F6F2EFD7BA}"/>
                </a:ext>
              </a:extLst>
            </p:cNvPr>
            <p:cNvSpPr txBox="1"/>
            <p:nvPr/>
          </p:nvSpPr>
          <p:spPr>
            <a:xfrm>
              <a:off x="410471" y="1669192"/>
              <a:ext cx="3715172" cy="1200329"/>
            </a:xfrm>
            <a:prstGeom prst="rect">
              <a:avLst/>
            </a:prstGeom>
            <a:solidFill>
              <a:schemeClr val="accent3">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"joe", </a:t>
              </a:r>
            </a:p>
            <a:p>
              <a:r>
                <a:rPr lang="en-GB" dirty="0">
                  <a:latin typeface="Courier New" panose="02070309020205020404" pitchFamily="49" charset="0"/>
                  <a:cs typeface="Courier New" panose="02070309020205020404" pitchFamily="49" charset="0"/>
                </a:rPr>
                <a:t> "name": "Joe </a:t>
              </a:r>
              <a:r>
                <a:rPr lang="en-GB" dirty="0" err="1">
                  <a:latin typeface="Courier New" panose="02070309020205020404" pitchFamily="49" charset="0"/>
                  <a:cs typeface="Courier New" panose="02070309020205020404" pitchFamily="49" charset="0"/>
                </a:rPr>
                <a:t>Bookreader</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a:t>
              </a:r>
            </a:p>
          </p:txBody>
        </p:sp>
        <p:sp>
          <p:nvSpPr>
            <p:cNvPr id="10" name="TextBox 9">
              <a:extLst>
                <a:ext uri="{FF2B5EF4-FFF2-40B4-BE49-F238E27FC236}">
                  <a16:creationId xmlns:a16="http://schemas.microsoft.com/office/drawing/2014/main" id="{C975B470-7D00-CA68-A23B-C46654351311}"/>
                </a:ext>
              </a:extLst>
            </p:cNvPr>
            <p:cNvSpPr txBox="1"/>
            <p:nvPr/>
          </p:nvSpPr>
          <p:spPr>
            <a:xfrm>
              <a:off x="359288" y="1242353"/>
              <a:ext cx="1941557"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Patron document</a:t>
              </a:r>
            </a:p>
          </p:txBody>
        </p:sp>
      </p:grpSp>
      <p:grpSp>
        <p:nvGrpSpPr>
          <p:cNvPr id="11" name="Group 10">
            <a:extLst>
              <a:ext uri="{FF2B5EF4-FFF2-40B4-BE49-F238E27FC236}">
                <a16:creationId xmlns:a16="http://schemas.microsoft.com/office/drawing/2014/main" id="{9A535DC2-22AC-B320-E805-E3A9B58AE8E6}"/>
              </a:ext>
            </a:extLst>
          </p:cNvPr>
          <p:cNvGrpSpPr/>
          <p:nvPr/>
        </p:nvGrpSpPr>
        <p:grpSpPr>
          <a:xfrm>
            <a:off x="4903786" y="1124744"/>
            <a:ext cx="4058481" cy="2458164"/>
            <a:chOff x="359288" y="1242353"/>
            <a:chExt cx="4058481" cy="2458164"/>
          </a:xfrm>
        </p:grpSpPr>
        <p:sp>
          <p:nvSpPr>
            <p:cNvPr id="13" name="TextBox 12">
              <a:extLst>
                <a:ext uri="{FF2B5EF4-FFF2-40B4-BE49-F238E27FC236}">
                  <a16:creationId xmlns:a16="http://schemas.microsoft.com/office/drawing/2014/main" id="{A37788A9-22F2-06A2-229F-80D6A2ADC0FD}"/>
                </a:ext>
              </a:extLst>
            </p:cNvPr>
            <p:cNvSpPr txBox="1"/>
            <p:nvPr/>
          </p:nvSpPr>
          <p:spPr>
            <a:xfrm>
              <a:off x="410470" y="1669192"/>
              <a:ext cx="4007299" cy="2031325"/>
            </a:xfrm>
            <a:prstGeom prst="rect">
              <a:avLst/>
            </a:prstGeom>
            <a:solidFill>
              <a:schemeClr val="accent3">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a101,</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patron_id</a:t>
              </a:r>
              <a:r>
                <a:rPr lang="en-GB" dirty="0">
                  <a:latin typeface="Courier New" panose="02070309020205020404" pitchFamily="49" charset="0"/>
                  <a:cs typeface="Courier New" panose="02070309020205020404" pitchFamily="49" charset="0"/>
                </a:rPr>
                <a:t>": "joe",</a:t>
              </a:r>
            </a:p>
            <a:p>
              <a:r>
                <a:rPr lang="en-GB" dirty="0">
                  <a:latin typeface="Courier New" panose="02070309020205020404" pitchFamily="49" charset="0"/>
                  <a:cs typeface="Courier New" panose="02070309020205020404" pitchFamily="49" charset="0"/>
                </a:rPr>
                <a:t> "street": "Richmond Road",</a:t>
              </a:r>
            </a:p>
            <a:p>
              <a:r>
                <a:rPr lang="en-GB" dirty="0">
                  <a:latin typeface="Courier New" panose="02070309020205020404" pitchFamily="49" charset="0"/>
                  <a:cs typeface="Courier New" panose="02070309020205020404" pitchFamily="49" charset="0"/>
                </a:rPr>
                <a:t> "city": "Bradford",</a:t>
              </a:r>
            </a:p>
            <a:p>
              <a:r>
                <a:rPr lang="en-GB" dirty="0">
                  <a:latin typeface="Courier New" panose="02070309020205020404" pitchFamily="49" charset="0"/>
                  <a:cs typeface="Courier New" panose="02070309020205020404" pitchFamily="49" charset="0"/>
                </a:rPr>
                <a:t> "postcode": "BD7 1DP"</a:t>
              </a:r>
            </a:p>
            <a:p>
              <a:r>
                <a:rPr lang="en-GB" dirty="0">
                  <a:latin typeface="Courier New" panose="02070309020205020404" pitchFamily="49" charset="0"/>
                  <a:cs typeface="Courier New" panose="02070309020205020404" pitchFamily="49" charset="0"/>
                </a:rPr>
                <a:t>}</a:t>
              </a:r>
            </a:p>
          </p:txBody>
        </p:sp>
        <p:sp>
          <p:nvSpPr>
            <p:cNvPr id="14" name="TextBox 13">
              <a:extLst>
                <a:ext uri="{FF2B5EF4-FFF2-40B4-BE49-F238E27FC236}">
                  <a16:creationId xmlns:a16="http://schemas.microsoft.com/office/drawing/2014/main" id="{276F3C59-1988-4F0A-F6A5-73513537D1DF}"/>
                </a:ext>
              </a:extLst>
            </p:cNvPr>
            <p:cNvSpPr txBox="1"/>
            <p:nvPr/>
          </p:nvSpPr>
          <p:spPr>
            <a:xfrm>
              <a:off x="359288" y="1242353"/>
              <a:ext cx="2108269"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Address document</a:t>
              </a:r>
            </a:p>
          </p:txBody>
        </p:sp>
      </p:grpSp>
      <p:sp>
        <p:nvSpPr>
          <p:cNvPr id="15" name="TextBox 14">
            <a:extLst>
              <a:ext uri="{FF2B5EF4-FFF2-40B4-BE49-F238E27FC236}">
                <a16:creationId xmlns:a16="http://schemas.microsoft.com/office/drawing/2014/main" id="{D480CDF3-2611-C500-1EC0-16CB01CD1A97}"/>
              </a:ext>
            </a:extLst>
          </p:cNvPr>
          <p:cNvSpPr txBox="1"/>
          <p:nvPr/>
        </p:nvSpPr>
        <p:spPr>
          <a:xfrm rot="20895928">
            <a:off x="3138644" y="3237214"/>
            <a:ext cx="1732505" cy="461665"/>
          </a:xfrm>
          <a:prstGeom prst="rect">
            <a:avLst/>
          </a:prstGeom>
          <a:noFill/>
        </p:spPr>
        <p:txBody>
          <a:bodyPr wrap="none" rtlCol="0">
            <a:spAutoFit/>
          </a:bodyPr>
          <a:lstStyle/>
          <a:p>
            <a:r>
              <a:rPr lang="en-US" sz="2400" b="1" i="1" dirty="0">
                <a:solidFill>
                  <a:srgbClr val="800000"/>
                </a:solidFill>
              </a:rPr>
              <a:t>Referencing</a:t>
            </a:r>
          </a:p>
        </p:txBody>
      </p:sp>
      <p:sp>
        <p:nvSpPr>
          <p:cNvPr id="16" name="Content Placeholder 2">
            <a:extLst>
              <a:ext uri="{FF2B5EF4-FFF2-40B4-BE49-F238E27FC236}">
                <a16:creationId xmlns:a16="http://schemas.microsoft.com/office/drawing/2014/main" id="{58B7C28D-9667-F4E1-7233-3032B892C19E}"/>
              </a:ext>
            </a:extLst>
          </p:cNvPr>
          <p:cNvSpPr txBox="1">
            <a:spLocks/>
          </p:cNvSpPr>
          <p:nvPr/>
        </p:nvSpPr>
        <p:spPr>
          <a:xfrm>
            <a:off x="557826" y="4311256"/>
            <a:ext cx="5496194" cy="1270062"/>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tx1">
                  <a:lumMod val="75000"/>
                  <a:lumOff val="25000"/>
                </a:schemeClr>
              </a:buClr>
              <a:buFont typeface="Arial" pitchFamily="34" charset="0"/>
              <a:buChar char="•"/>
              <a:defRPr sz="2400" kern="1200">
                <a:solidFill>
                  <a:schemeClr val="tx1">
                    <a:lumMod val="75000"/>
                    <a:lumOff val="25000"/>
                  </a:schemeClr>
                </a:solidFill>
                <a:latin typeface="+mn-lt"/>
                <a:ea typeface="+mn-ea"/>
                <a:cs typeface="+mn-cs"/>
              </a:defRPr>
            </a:lvl1pPr>
            <a:lvl2pPr marL="579438" indent="-228600" algn="l" defTabSz="914400" rtl="0" eaLnBrk="1" latinLnBrk="0" hangingPunct="1">
              <a:spcBef>
                <a:spcPts val="600"/>
              </a:spcBef>
              <a:buClr>
                <a:schemeClr val="bg2">
                  <a:lumMod val="60000"/>
                  <a:lumOff val="40000"/>
                </a:schemeClr>
              </a:buClr>
              <a:buFont typeface="Arial" pitchFamily="34" charset="0"/>
              <a:buChar char="•"/>
              <a:defRPr sz="2200" kern="1200">
                <a:solidFill>
                  <a:schemeClr val="tx1">
                    <a:lumMod val="75000"/>
                    <a:lumOff val="25000"/>
                  </a:schemeClr>
                </a:solidFill>
                <a:latin typeface="+mn-lt"/>
                <a:ea typeface="+mn-ea"/>
                <a:cs typeface="+mn-cs"/>
              </a:defRPr>
            </a:lvl2pPr>
            <a:lvl3pPr marL="808038" indent="-228600" algn="l" defTabSz="914400" rtl="0" eaLnBrk="1" latinLnBrk="0" hangingPunct="1">
              <a:spcBef>
                <a:spcPts val="600"/>
              </a:spcBef>
              <a:buClr>
                <a:schemeClr val="tx1">
                  <a:lumMod val="75000"/>
                  <a:lumOff val="25000"/>
                </a:schemeClr>
              </a:buClr>
              <a:buFont typeface="Arial" pitchFamily="34" charset="0"/>
              <a:buChar char="•"/>
              <a:defRPr sz="2000" kern="1200">
                <a:solidFill>
                  <a:schemeClr val="tx1">
                    <a:lumMod val="75000"/>
                    <a:lumOff val="25000"/>
                  </a:schemeClr>
                </a:solidFill>
                <a:latin typeface="+mn-lt"/>
                <a:ea typeface="+mn-ea"/>
                <a:cs typeface="+mn-cs"/>
              </a:defRPr>
            </a:lvl3pPr>
            <a:lvl4pPr marL="1036638" indent="-228600" algn="l" defTabSz="914400" rtl="0" eaLnBrk="1" latinLnBrk="0" hangingPunct="1">
              <a:spcBef>
                <a:spcPts val="600"/>
              </a:spcBef>
              <a:buClr>
                <a:schemeClr val="bg2">
                  <a:lumMod val="60000"/>
                  <a:lumOff val="40000"/>
                </a:schemeClr>
              </a:buClr>
              <a:buFont typeface="Arial" pitchFamily="34" charset="0"/>
              <a:buChar char="•"/>
              <a:defRPr sz="1800" kern="1200">
                <a:solidFill>
                  <a:schemeClr val="tx1">
                    <a:lumMod val="75000"/>
                    <a:lumOff val="25000"/>
                  </a:schemeClr>
                </a:solidFill>
                <a:latin typeface="+mn-lt"/>
                <a:ea typeface="+mn-ea"/>
                <a:cs typeface="+mn-cs"/>
              </a:defRPr>
            </a:lvl4pPr>
            <a:lvl5pPr marL="1265238" indent="-228600" algn="l" defTabSz="914400" rtl="0" eaLnBrk="1" latinLnBrk="0" hangingPunct="1">
              <a:spcBef>
                <a:spcPts val="600"/>
              </a:spcBef>
              <a:buClr>
                <a:schemeClr val="tx1">
                  <a:lumMod val="75000"/>
                  <a:lumOff val="25000"/>
                </a:schemeClr>
              </a:buClr>
              <a:buFont typeface="Arial" pitchFamily="34" charset="0"/>
              <a:buChar char="•"/>
              <a:defRPr sz="1800" kern="1200">
                <a:solidFill>
                  <a:schemeClr val="tx1">
                    <a:lumMod val="75000"/>
                    <a:lumOff val="25000"/>
                  </a:schemeClr>
                </a:solidFill>
                <a:latin typeface="+mn-lt"/>
                <a:ea typeface="+mn-ea"/>
                <a:cs typeface="+mn-cs"/>
              </a:defRPr>
            </a:lvl5pPr>
            <a:lvl6pPr marL="1485900" indent="-228600"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6pPr>
            <a:lvl7pPr marL="1712913" indent="-228600" algn="l" defTabSz="914400" rtl="0" eaLnBrk="1" latinLnBrk="0" hangingPunct="1">
              <a:spcBef>
                <a:spcPct val="20000"/>
              </a:spcBef>
              <a:buClr>
                <a:schemeClr val="tx1">
                  <a:lumMod val="75000"/>
                  <a:lumOff val="25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7pPr>
            <a:lvl8pPr marL="1947863" indent="-228600"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8pPr>
            <a:lvl9pPr marL="2174875" indent="-228600" algn="l" defTabSz="914400" rtl="0" eaLnBrk="1" latinLnBrk="0" hangingPunct="1">
              <a:spcBef>
                <a:spcPct val="20000"/>
              </a:spcBef>
              <a:buClr>
                <a:schemeClr val="tx1">
                  <a:lumMod val="75000"/>
                  <a:lumOff val="25000"/>
                </a:schemeClr>
              </a:buClr>
              <a:buFont typeface="Arial" pitchFamily="34" charset="0"/>
              <a:buChar char="•"/>
              <a:defRPr lang="en-US" sz="1800" kern="1200" dirty="0">
                <a:solidFill>
                  <a:schemeClr val="tx1">
                    <a:lumMod val="75000"/>
                    <a:lumOff val="25000"/>
                  </a:schemeClr>
                </a:solidFill>
                <a:latin typeface="+mn-lt"/>
                <a:ea typeface="+mn-ea"/>
                <a:cs typeface="+mn-cs"/>
              </a:defRPr>
            </a:lvl9pPr>
          </a:lstStyle>
          <a:p>
            <a:r>
              <a:rPr lang="en-US" sz="1800" dirty="0">
                <a:solidFill>
                  <a:schemeClr val="tx1"/>
                </a:solidFill>
                <a:latin typeface="Helvetica" panose="020B0604020202020204" pitchFamily="34" charset="0"/>
                <a:cs typeface="Helvetica" panose="020B0604020202020204" pitchFamily="34" charset="0"/>
              </a:rPr>
              <a:t>If it is 1-1 relationship</a:t>
            </a:r>
          </a:p>
          <a:p>
            <a:r>
              <a:rPr lang="en-US" sz="1800" dirty="0">
                <a:solidFill>
                  <a:schemeClr val="tx1"/>
                </a:solidFill>
                <a:latin typeface="Helvetica" panose="020B0604020202020204" pitchFamily="34" charset="0"/>
                <a:cs typeface="Helvetica" panose="020B0604020202020204" pitchFamily="34" charset="0"/>
              </a:rPr>
              <a:t>If usually read the address with the name</a:t>
            </a:r>
          </a:p>
          <a:p>
            <a:r>
              <a:rPr lang="en-US" sz="1800" dirty="0">
                <a:solidFill>
                  <a:schemeClr val="tx1"/>
                </a:solidFill>
                <a:latin typeface="Helvetica" panose="020B0604020202020204" pitchFamily="34" charset="0"/>
                <a:cs typeface="Helvetica" panose="020B0604020202020204" pitchFamily="34" charset="0"/>
              </a:rPr>
              <a:t>If address document usually does not expand  </a:t>
            </a:r>
          </a:p>
          <a:p>
            <a:pPr lvl="1"/>
            <a:endParaRPr lang="en-US" sz="1800" dirty="0">
              <a:solidFill>
                <a:schemeClr val="tx1"/>
              </a:solidFill>
              <a:latin typeface="Helvetica" panose="020B0604020202020204" pitchFamily="34" charset="0"/>
              <a:cs typeface="Helvetica" panose="020B0604020202020204" pitchFamily="34" charset="0"/>
            </a:endParaRPr>
          </a:p>
        </p:txBody>
      </p:sp>
      <p:sp>
        <p:nvSpPr>
          <p:cNvPr id="17" name="Right Brace 16">
            <a:extLst>
              <a:ext uri="{FF2B5EF4-FFF2-40B4-BE49-F238E27FC236}">
                <a16:creationId xmlns:a16="http://schemas.microsoft.com/office/drawing/2014/main" id="{786AD883-0DED-E4EA-1216-F5D82DEA8344}"/>
              </a:ext>
            </a:extLst>
          </p:cNvPr>
          <p:cNvSpPr/>
          <p:nvPr/>
        </p:nvSpPr>
        <p:spPr>
          <a:xfrm>
            <a:off x="5745880" y="4219526"/>
            <a:ext cx="343933" cy="149496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7657A596-C0D9-BB29-D9FC-145AEDCD0E46}"/>
              </a:ext>
            </a:extLst>
          </p:cNvPr>
          <p:cNvSpPr txBox="1"/>
          <p:nvPr/>
        </p:nvSpPr>
        <p:spPr>
          <a:xfrm>
            <a:off x="6089813" y="4813765"/>
            <a:ext cx="2738239" cy="646331"/>
          </a:xfrm>
          <a:prstGeom prst="rect">
            <a:avLst/>
          </a:prstGeom>
          <a:noFill/>
        </p:spPr>
        <p:txBody>
          <a:bodyPr wrap="square" rtlCol="0">
            <a:spAutoFit/>
          </a:bodyPr>
          <a:lstStyle/>
          <a:p>
            <a:r>
              <a:rPr lang="en-US" b="1" dirty="0">
                <a:solidFill>
                  <a:srgbClr val="0000FF"/>
                </a:solidFill>
              </a:rPr>
              <a:t>If most of these hold </a:t>
            </a:r>
          </a:p>
          <a:p>
            <a:r>
              <a:rPr lang="en-US" b="1" dirty="0">
                <a:solidFill>
                  <a:srgbClr val="0000FF"/>
                </a:solidFill>
                <a:sym typeface="Wingdings"/>
              </a:rPr>
              <a:t>  better use Embedding</a:t>
            </a:r>
            <a:endParaRPr lang="en-US" b="1" dirty="0">
              <a:solidFill>
                <a:srgbClr val="0000FF"/>
              </a:solidFill>
            </a:endParaRPr>
          </a:p>
        </p:txBody>
      </p:sp>
    </p:spTree>
    <p:extLst>
      <p:ext uri="{BB962C8B-B14F-4D97-AF65-F5344CB8AC3E}">
        <p14:creationId xmlns:p14="http://schemas.microsoft.com/office/powerpoint/2010/main" val="76317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94557" y="119550"/>
            <a:ext cx="8473787" cy="767465"/>
          </a:xfrm>
        </p:spPr>
        <p:txBody>
          <a:bodyPr wrap="square" anchor="ctr">
            <a:normAutofit/>
          </a:bodyPr>
          <a:lstStyle/>
          <a:p>
            <a:r>
              <a:rPr lang="en-GB" dirty="0"/>
              <a:t>Embedding</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13</a:t>
            </a:fld>
            <a:endParaRPr lang="en-GB"/>
          </a:p>
        </p:txBody>
      </p:sp>
      <p:sp>
        <p:nvSpPr>
          <p:cNvPr id="5" name="TextBox 4">
            <a:extLst>
              <a:ext uri="{FF2B5EF4-FFF2-40B4-BE49-F238E27FC236}">
                <a16:creationId xmlns:a16="http://schemas.microsoft.com/office/drawing/2014/main" id="{58E70ACA-2DC4-3E8E-3183-A1AD0163E691}"/>
              </a:ext>
            </a:extLst>
          </p:cNvPr>
          <p:cNvSpPr txBox="1"/>
          <p:nvPr/>
        </p:nvSpPr>
        <p:spPr>
          <a:xfrm>
            <a:off x="353839" y="884758"/>
            <a:ext cx="4953000" cy="400110"/>
          </a:xfrm>
          <a:prstGeom prst="rect">
            <a:avLst/>
          </a:prstGeom>
          <a:noFill/>
        </p:spPr>
        <p:txBody>
          <a:bodyPr wrap="square">
            <a:spAutoFit/>
          </a:bodyPr>
          <a:lstStyle/>
          <a:p>
            <a:r>
              <a:rPr lang="en-US" sz="2000" b="1" dirty="0">
                <a:latin typeface="Helvetica" panose="020B0604020202020204" pitchFamily="34" charset="0"/>
                <a:cs typeface="Helvetica" panose="020B0604020202020204" pitchFamily="34" charset="0"/>
              </a:rPr>
              <a:t>Example 2:</a:t>
            </a:r>
            <a:endParaRPr lang="en-GB" sz="2000" b="1" dirty="0">
              <a:latin typeface="Helvetica" panose="020B0604020202020204" pitchFamily="34" charset="0"/>
              <a:cs typeface="Helvetica" panose="020B0604020202020204" pitchFamily="34" charset="0"/>
            </a:endParaRPr>
          </a:p>
        </p:txBody>
      </p:sp>
      <p:grpSp>
        <p:nvGrpSpPr>
          <p:cNvPr id="8" name="Group 7">
            <a:extLst>
              <a:ext uri="{FF2B5EF4-FFF2-40B4-BE49-F238E27FC236}">
                <a16:creationId xmlns:a16="http://schemas.microsoft.com/office/drawing/2014/main" id="{9271CA43-F069-1F25-11DB-CF562689840C}"/>
              </a:ext>
            </a:extLst>
          </p:cNvPr>
          <p:cNvGrpSpPr/>
          <p:nvPr/>
        </p:nvGrpSpPr>
        <p:grpSpPr>
          <a:xfrm>
            <a:off x="1873807" y="1284868"/>
            <a:ext cx="5510186" cy="3012162"/>
            <a:chOff x="359288" y="1242353"/>
            <a:chExt cx="3894709" cy="3012162"/>
          </a:xfrm>
        </p:grpSpPr>
        <p:sp>
          <p:nvSpPr>
            <p:cNvPr id="9" name="TextBox 8">
              <a:extLst>
                <a:ext uri="{FF2B5EF4-FFF2-40B4-BE49-F238E27FC236}">
                  <a16:creationId xmlns:a16="http://schemas.microsoft.com/office/drawing/2014/main" id="{8546BF0C-1F6D-6945-F782-E2F6F2EFD7BA}"/>
                </a:ext>
              </a:extLst>
            </p:cNvPr>
            <p:cNvSpPr txBox="1"/>
            <p:nvPr/>
          </p:nvSpPr>
          <p:spPr>
            <a:xfrm>
              <a:off x="410471" y="1669192"/>
              <a:ext cx="3843526" cy="2585323"/>
            </a:xfrm>
            <a:prstGeom prst="rect">
              <a:avLst/>
            </a:prstGeom>
            <a:solidFill>
              <a:schemeClr val="accent3">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"joe", </a:t>
              </a:r>
            </a:p>
            <a:p>
              <a:r>
                <a:rPr lang="en-GB" dirty="0">
                  <a:latin typeface="Courier New" panose="02070309020205020404" pitchFamily="49" charset="0"/>
                  <a:cs typeface="Courier New" panose="02070309020205020404" pitchFamily="49" charset="0"/>
                </a:rPr>
                <a:t> "name": "Joe </a:t>
              </a:r>
              <a:r>
                <a:rPr lang="en-GB" dirty="0" err="1">
                  <a:latin typeface="Courier New" panose="02070309020205020404" pitchFamily="49" charset="0"/>
                  <a:cs typeface="Courier New" panose="02070309020205020404" pitchFamily="49" charset="0"/>
                </a:rPr>
                <a:t>Bookreader</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 "address":{</a:t>
              </a:r>
            </a:p>
            <a:p>
              <a:r>
                <a:rPr lang="en-GB" dirty="0">
                  <a:latin typeface="Courier New" panose="02070309020205020404" pitchFamily="49" charset="0"/>
                  <a:cs typeface="Courier New" panose="02070309020205020404" pitchFamily="49" charset="0"/>
                </a:rPr>
                <a:t>            "street": "Richmond Road",</a:t>
              </a:r>
            </a:p>
            <a:p>
              <a:r>
                <a:rPr lang="en-GB" dirty="0">
                  <a:latin typeface="Courier New" panose="02070309020205020404" pitchFamily="49" charset="0"/>
                  <a:cs typeface="Courier New" panose="02070309020205020404" pitchFamily="49" charset="0"/>
                </a:rPr>
                <a:t>            "city": "Bradford",</a:t>
              </a:r>
            </a:p>
            <a:p>
              <a:r>
                <a:rPr lang="en-GB" dirty="0">
                  <a:latin typeface="Courier New" panose="02070309020205020404" pitchFamily="49" charset="0"/>
                  <a:cs typeface="Courier New" panose="02070309020205020404" pitchFamily="49" charset="0"/>
                </a:rPr>
                <a:t>            "postcode": "BD7 1DP"</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a:t>
              </a:r>
            </a:p>
          </p:txBody>
        </p:sp>
        <p:sp>
          <p:nvSpPr>
            <p:cNvPr id="10" name="TextBox 9">
              <a:extLst>
                <a:ext uri="{FF2B5EF4-FFF2-40B4-BE49-F238E27FC236}">
                  <a16:creationId xmlns:a16="http://schemas.microsoft.com/office/drawing/2014/main" id="{C975B470-7D00-CA68-A23B-C46654351311}"/>
                </a:ext>
              </a:extLst>
            </p:cNvPr>
            <p:cNvSpPr txBox="1"/>
            <p:nvPr/>
          </p:nvSpPr>
          <p:spPr>
            <a:xfrm>
              <a:off x="359288" y="1242353"/>
              <a:ext cx="2396595" cy="369332"/>
            </a:xfrm>
            <a:prstGeom prst="rect">
              <a:avLst/>
            </a:prstGeom>
            <a:noFill/>
          </p:spPr>
          <p:txBody>
            <a:bodyPr wrap="none" rtlCol="0">
              <a:spAutoFit/>
            </a:bodyPr>
            <a:lstStyle/>
            <a:p>
              <a:r>
                <a:rPr lang="en-GB" dirty="0">
                  <a:latin typeface="Helvetica" panose="020B0604020202020204" pitchFamily="34" charset="0"/>
                  <a:cs typeface="Helvetica" panose="020B0604020202020204" pitchFamily="34" charset="0"/>
                </a:rPr>
                <a:t>Patron and address documents</a:t>
              </a:r>
            </a:p>
          </p:txBody>
        </p:sp>
      </p:grpSp>
      <p:sp>
        <p:nvSpPr>
          <p:cNvPr id="3" name="TextBox 2">
            <a:extLst>
              <a:ext uri="{FF2B5EF4-FFF2-40B4-BE49-F238E27FC236}">
                <a16:creationId xmlns:a16="http://schemas.microsoft.com/office/drawing/2014/main" id="{321687DF-E5AF-5AD3-269E-17CBC843A971}"/>
              </a:ext>
            </a:extLst>
          </p:cNvPr>
          <p:cNvSpPr txBox="1"/>
          <p:nvPr/>
        </p:nvSpPr>
        <p:spPr>
          <a:xfrm rot="20895928">
            <a:off x="7380993" y="2442601"/>
            <a:ext cx="1677202" cy="461665"/>
          </a:xfrm>
          <a:prstGeom prst="rect">
            <a:avLst/>
          </a:prstGeom>
          <a:noFill/>
        </p:spPr>
        <p:txBody>
          <a:bodyPr wrap="none" rtlCol="0">
            <a:spAutoFit/>
          </a:bodyPr>
          <a:lstStyle/>
          <a:p>
            <a:r>
              <a:rPr lang="en-US" sz="2400" b="1" i="1" dirty="0">
                <a:solidFill>
                  <a:srgbClr val="800000"/>
                </a:solidFill>
              </a:rPr>
              <a:t>Embedding</a:t>
            </a:r>
          </a:p>
        </p:txBody>
      </p:sp>
      <p:sp>
        <p:nvSpPr>
          <p:cNvPr id="4" name="Content Placeholder 2">
            <a:extLst>
              <a:ext uri="{FF2B5EF4-FFF2-40B4-BE49-F238E27FC236}">
                <a16:creationId xmlns:a16="http://schemas.microsoft.com/office/drawing/2014/main" id="{F053BB20-1BBC-901F-2661-9A60CF826D7A}"/>
              </a:ext>
            </a:extLst>
          </p:cNvPr>
          <p:cNvSpPr txBox="1">
            <a:spLocks/>
          </p:cNvSpPr>
          <p:nvPr/>
        </p:nvSpPr>
        <p:spPr>
          <a:xfrm>
            <a:off x="489444" y="4577513"/>
            <a:ext cx="8108891" cy="1270062"/>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tx1">
                  <a:lumMod val="75000"/>
                  <a:lumOff val="25000"/>
                </a:schemeClr>
              </a:buClr>
              <a:buFont typeface="Arial" pitchFamily="34" charset="0"/>
              <a:buChar char="•"/>
              <a:defRPr sz="2400" kern="1200">
                <a:solidFill>
                  <a:schemeClr val="tx1">
                    <a:lumMod val="75000"/>
                    <a:lumOff val="25000"/>
                  </a:schemeClr>
                </a:solidFill>
                <a:latin typeface="+mn-lt"/>
                <a:ea typeface="+mn-ea"/>
                <a:cs typeface="+mn-cs"/>
              </a:defRPr>
            </a:lvl1pPr>
            <a:lvl2pPr marL="579438" indent="-228600" algn="l" defTabSz="914400" rtl="0" eaLnBrk="1" latinLnBrk="0" hangingPunct="1">
              <a:spcBef>
                <a:spcPts val="600"/>
              </a:spcBef>
              <a:buClr>
                <a:schemeClr val="bg2">
                  <a:lumMod val="60000"/>
                  <a:lumOff val="40000"/>
                </a:schemeClr>
              </a:buClr>
              <a:buFont typeface="Arial" pitchFamily="34" charset="0"/>
              <a:buChar char="•"/>
              <a:defRPr sz="2200" kern="1200">
                <a:solidFill>
                  <a:schemeClr val="tx1">
                    <a:lumMod val="75000"/>
                    <a:lumOff val="25000"/>
                  </a:schemeClr>
                </a:solidFill>
                <a:latin typeface="+mn-lt"/>
                <a:ea typeface="+mn-ea"/>
                <a:cs typeface="+mn-cs"/>
              </a:defRPr>
            </a:lvl2pPr>
            <a:lvl3pPr marL="808038" indent="-228600" algn="l" defTabSz="914400" rtl="0" eaLnBrk="1" latinLnBrk="0" hangingPunct="1">
              <a:spcBef>
                <a:spcPts val="600"/>
              </a:spcBef>
              <a:buClr>
                <a:schemeClr val="tx1">
                  <a:lumMod val="75000"/>
                  <a:lumOff val="25000"/>
                </a:schemeClr>
              </a:buClr>
              <a:buFont typeface="Arial" pitchFamily="34" charset="0"/>
              <a:buChar char="•"/>
              <a:defRPr sz="2000" kern="1200">
                <a:solidFill>
                  <a:schemeClr val="tx1">
                    <a:lumMod val="75000"/>
                    <a:lumOff val="25000"/>
                  </a:schemeClr>
                </a:solidFill>
                <a:latin typeface="+mn-lt"/>
                <a:ea typeface="+mn-ea"/>
                <a:cs typeface="+mn-cs"/>
              </a:defRPr>
            </a:lvl3pPr>
            <a:lvl4pPr marL="1036638" indent="-228600" algn="l" defTabSz="914400" rtl="0" eaLnBrk="1" latinLnBrk="0" hangingPunct="1">
              <a:spcBef>
                <a:spcPts val="600"/>
              </a:spcBef>
              <a:buClr>
                <a:schemeClr val="bg2">
                  <a:lumMod val="60000"/>
                  <a:lumOff val="40000"/>
                </a:schemeClr>
              </a:buClr>
              <a:buFont typeface="Arial" pitchFamily="34" charset="0"/>
              <a:buChar char="•"/>
              <a:defRPr sz="1800" kern="1200">
                <a:solidFill>
                  <a:schemeClr val="tx1">
                    <a:lumMod val="75000"/>
                    <a:lumOff val="25000"/>
                  </a:schemeClr>
                </a:solidFill>
                <a:latin typeface="+mn-lt"/>
                <a:ea typeface="+mn-ea"/>
                <a:cs typeface="+mn-cs"/>
              </a:defRPr>
            </a:lvl4pPr>
            <a:lvl5pPr marL="1265238" indent="-228600" algn="l" defTabSz="914400" rtl="0" eaLnBrk="1" latinLnBrk="0" hangingPunct="1">
              <a:spcBef>
                <a:spcPts val="600"/>
              </a:spcBef>
              <a:buClr>
                <a:schemeClr val="tx1">
                  <a:lumMod val="75000"/>
                  <a:lumOff val="25000"/>
                </a:schemeClr>
              </a:buClr>
              <a:buFont typeface="Arial" pitchFamily="34" charset="0"/>
              <a:buChar char="•"/>
              <a:defRPr sz="1800" kern="1200">
                <a:solidFill>
                  <a:schemeClr val="tx1">
                    <a:lumMod val="75000"/>
                    <a:lumOff val="25000"/>
                  </a:schemeClr>
                </a:solidFill>
                <a:latin typeface="+mn-lt"/>
                <a:ea typeface="+mn-ea"/>
                <a:cs typeface="+mn-cs"/>
              </a:defRPr>
            </a:lvl5pPr>
            <a:lvl6pPr marL="1485900" indent="-228600"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6pPr>
            <a:lvl7pPr marL="1712913" indent="-228600" algn="l" defTabSz="914400" rtl="0" eaLnBrk="1" latinLnBrk="0" hangingPunct="1">
              <a:spcBef>
                <a:spcPct val="20000"/>
              </a:spcBef>
              <a:buClr>
                <a:schemeClr val="tx1">
                  <a:lumMod val="75000"/>
                  <a:lumOff val="25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7pPr>
            <a:lvl8pPr marL="1947863" indent="-228600"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8pPr>
            <a:lvl9pPr marL="2174875" indent="-228600" algn="l" defTabSz="914400" rtl="0" eaLnBrk="1" latinLnBrk="0" hangingPunct="1">
              <a:spcBef>
                <a:spcPct val="20000"/>
              </a:spcBef>
              <a:buClr>
                <a:schemeClr val="tx1">
                  <a:lumMod val="75000"/>
                  <a:lumOff val="25000"/>
                </a:schemeClr>
              </a:buClr>
              <a:buFont typeface="Arial" pitchFamily="34" charset="0"/>
              <a:buChar char="•"/>
              <a:defRPr lang="en-US" sz="1800" kern="1200" dirty="0">
                <a:solidFill>
                  <a:schemeClr val="tx1">
                    <a:lumMod val="75000"/>
                    <a:lumOff val="25000"/>
                  </a:schemeClr>
                </a:solidFill>
                <a:latin typeface="+mn-lt"/>
                <a:ea typeface="+mn-ea"/>
                <a:cs typeface="+mn-cs"/>
              </a:defRPr>
            </a:lvl9pPr>
          </a:lstStyle>
          <a:p>
            <a:r>
              <a:rPr lang="en-US" sz="2000" dirty="0">
                <a:solidFill>
                  <a:schemeClr val="tx1"/>
                </a:solidFill>
                <a:latin typeface="Helvetica" panose="020B0604020202020204" pitchFamily="34" charset="0"/>
                <a:cs typeface="Helvetica" panose="020B0604020202020204" pitchFamily="34" charset="0"/>
              </a:rPr>
              <a:t>When you read, you get the entire document at once</a:t>
            </a:r>
          </a:p>
          <a:p>
            <a:r>
              <a:rPr lang="en-US" sz="2000" dirty="0">
                <a:solidFill>
                  <a:schemeClr val="tx1"/>
                </a:solidFill>
                <a:latin typeface="Helvetica" panose="020B0604020202020204" pitchFamily="34" charset="0"/>
                <a:cs typeface="Helvetica" panose="020B0604020202020204" pitchFamily="34" charset="0"/>
              </a:rPr>
              <a:t>In Referencing </a:t>
            </a:r>
            <a:r>
              <a:rPr lang="en-US" sz="2000" dirty="0">
                <a:solidFill>
                  <a:schemeClr val="tx1"/>
                </a:solidFill>
                <a:latin typeface="Helvetica" panose="020B0604020202020204" pitchFamily="34" charset="0"/>
                <a:cs typeface="Helvetica" panose="020B0604020202020204" pitchFamily="34" charset="0"/>
                <a:sym typeface="Wingdings"/>
              </a:rPr>
              <a:t> Need to issue multiple queries </a:t>
            </a:r>
            <a:endParaRPr lang="en-US" sz="2000" dirty="0">
              <a:solidFill>
                <a:schemeClr val="tx1"/>
              </a:solidFill>
              <a:latin typeface="Helvetica" panose="020B0604020202020204" pitchFamily="34" charset="0"/>
              <a:cs typeface="Helvetica" panose="020B0604020202020204" pitchFamily="34" charset="0"/>
            </a:endParaRPr>
          </a:p>
          <a:p>
            <a:pPr lvl="1"/>
            <a:endParaRPr lang="en-US" dirty="0"/>
          </a:p>
        </p:txBody>
      </p:sp>
    </p:spTree>
    <p:extLst>
      <p:ext uri="{BB962C8B-B14F-4D97-AF65-F5344CB8AC3E}">
        <p14:creationId xmlns:p14="http://schemas.microsoft.com/office/powerpoint/2010/main" val="1752164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94557" y="119550"/>
            <a:ext cx="8473787" cy="767465"/>
          </a:xfrm>
        </p:spPr>
        <p:txBody>
          <a:bodyPr wrap="square" anchor="ctr">
            <a:normAutofit/>
          </a:bodyPr>
          <a:lstStyle/>
          <a:p>
            <a:r>
              <a:rPr lang="en-GB" dirty="0"/>
              <a:t>Embedding</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14</a:t>
            </a:fld>
            <a:endParaRPr lang="en-GB"/>
          </a:p>
        </p:txBody>
      </p:sp>
      <p:sp>
        <p:nvSpPr>
          <p:cNvPr id="5" name="TextBox 4">
            <a:extLst>
              <a:ext uri="{FF2B5EF4-FFF2-40B4-BE49-F238E27FC236}">
                <a16:creationId xmlns:a16="http://schemas.microsoft.com/office/drawing/2014/main" id="{58E70ACA-2DC4-3E8E-3183-A1AD0163E691}"/>
              </a:ext>
            </a:extLst>
          </p:cNvPr>
          <p:cNvSpPr txBox="1"/>
          <p:nvPr/>
        </p:nvSpPr>
        <p:spPr>
          <a:xfrm>
            <a:off x="353839" y="884758"/>
            <a:ext cx="4953000" cy="400110"/>
          </a:xfrm>
          <a:prstGeom prst="rect">
            <a:avLst/>
          </a:prstGeom>
          <a:noFill/>
        </p:spPr>
        <p:txBody>
          <a:bodyPr wrap="square">
            <a:spAutoFit/>
          </a:bodyPr>
          <a:lstStyle/>
          <a:p>
            <a:r>
              <a:rPr lang="en-US" sz="2000" b="1" dirty="0">
                <a:latin typeface="Helvetica" panose="020B0604020202020204" pitchFamily="34" charset="0"/>
                <a:cs typeface="Helvetica" panose="020B0604020202020204" pitchFamily="34" charset="0"/>
              </a:rPr>
              <a:t>Example 3:</a:t>
            </a:r>
            <a:endParaRPr lang="en-GB" sz="2000" b="1" dirty="0">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8546BF0C-1F6D-6945-F782-E2F6F2EFD7BA}"/>
              </a:ext>
            </a:extLst>
          </p:cNvPr>
          <p:cNvSpPr txBox="1"/>
          <p:nvPr/>
        </p:nvSpPr>
        <p:spPr>
          <a:xfrm>
            <a:off x="364530" y="2250794"/>
            <a:ext cx="3715172" cy="1200329"/>
          </a:xfrm>
          <a:prstGeom prst="rect">
            <a:avLst/>
          </a:prstGeom>
          <a:solidFill>
            <a:schemeClr val="accent3">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"joe", </a:t>
            </a:r>
          </a:p>
          <a:p>
            <a:r>
              <a:rPr lang="en-GB" dirty="0">
                <a:latin typeface="Courier New" panose="02070309020205020404" pitchFamily="49" charset="0"/>
                <a:cs typeface="Courier New" panose="02070309020205020404" pitchFamily="49" charset="0"/>
              </a:rPr>
              <a:t> "name": "Joe </a:t>
            </a:r>
            <a:r>
              <a:rPr lang="en-GB" dirty="0" err="1">
                <a:latin typeface="Courier New" panose="02070309020205020404" pitchFamily="49" charset="0"/>
                <a:cs typeface="Courier New" panose="02070309020205020404" pitchFamily="49" charset="0"/>
              </a:rPr>
              <a:t>Bookreader</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a:t>
            </a:r>
          </a:p>
        </p:txBody>
      </p:sp>
      <p:grpSp>
        <p:nvGrpSpPr>
          <p:cNvPr id="19" name="Group 18">
            <a:extLst>
              <a:ext uri="{FF2B5EF4-FFF2-40B4-BE49-F238E27FC236}">
                <a16:creationId xmlns:a16="http://schemas.microsoft.com/office/drawing/2014/main" id="{1BA03CD6-9582-7D35-D271-CE149F26BE56}"/>
              </a:ext>
            </a:extLst>
          </p:cNvPr>
          <p:cNvGrpSpPr/>
          <p:nvPr/>
        </p:nvGrpSpPr>
        <p:grpSpPr>
          <a:xfrm>
            <a:off x="4304928" y="1963801"/>
            <a:ext cx="5056621" cy="2699995"/>
            <a:chOff x="4820753" y="1565396"/>
            <a:chExt cx="5056621" cy="2699995"/>
          </a:xfrm>
        </p:grpSpPr>
        <p:sp>
          <p:nvSpPr>
            <p:cNvPr id="13" name="TextBox 12">
              <a:extLst>
                <a:ext uri="{FF2B5EF4-FFF2-40B4-BE49-F238E27FC236}">
                  <a16:creationId xmlns:a16="http://schemas.microsoft.com/office/drawing/2014/main" id="{A37788A9-22F2-06A2-229F-80D6A2ADC0FD}"/>
                </a:ext>
              </a:extLst>
            </p:cNvPr>
            <p:cNvSpPr txBox="1"/>
            <p:nvPr/>
          </p:nvSpPr>
          <p:spPr>
            <a:xfrm>
              <a:off x="4820753" y="1565396"/>
              <a:ext cx="4007299" cy="2031325"/>
            </a:xfrm>
            <a:prstGeom prst="rect">
              <a:avLst/>
            </a:prstGeom>
            <a:solidFill>
              <a:schemeClr val="accent3">
                <a:lumMod val="20000"/>
                <a:lumOff val="80000"/>
              </a:schemeClr>
            </a:solidFill>
            <a:ln w="12700">
              <a:solidFill>
                <a:schemeClr val="tx1"/>
              </a:solidFill>
            </a:ln>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a101,</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patron_id</a:t>
              </a:r>
              <a:r>
                <a:rPr lang="en-GB" dirty="0">
                  <a:latin typeface="Courier New" panose="02070309020205020404" pitchFamily="49" charset="0"/>
                  <a:cs typeface="Courier New" panose="02070309020205020404" pitchFamily="49" charset="0"/>
                </a:rPr>
                <a:t>": "joe",</a:t>
              </a:r>
            </a:p>
            <a:p>
              <a:r>
                <a:rPr lang="en-GB" dirty="0">
                  <a:latin typeface="Courier New" panose="02070309020205020404" pitchFamily="49" charset="0"/>
                  <a:cs typeface="Courier New" panose="02070309020205020404" pitchFamily="49" charset="0"/>
                </a:rPr>
                <a:t> "street": "Richmond Road",</a:t>
              </a:r>
            </a:p>
            <a:p>
              <a:r>
                <a:rPr lang="en-GB" dirty="0">
                  <a:latin typeface="Courier New" panose="02070309020205020404" pitchFamily="49" charset="0"/>
                  <a:cs typeface="Courier New" panose="02070309020205020404" pitchFamily="49" charset="0"/>
                </a:rPr>
                <a:t> "city": "Bradford",</a:t>
              </a:r>
            </a:p>
            <a:p>
              <a:r>
                <a:rPr lang="en-GB" dirty="0">
                  <a:latin typeface="Courier New" panose="02070309020205020404" pitchFamily="49" charset="0"/>
                  <a:cs typeface="Courier New" panose="02070309020205020404" pitchFamily="49" charset="0"/>
                </a:rPr>
                <a:t> "postcode": "BD7 1DP"</a:t>
              </a:r>
            </a:p>
            <a:p>
              <a:r>
                <a:rPr lang="en-GB" dirty="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FF798CBB-C217-D70C-A240-7D56DD734B36}"/>
                </a:ext>
              </a:extLst>
            </p:cNvPr>
            <p:cNvSpPr txBox="1"/>
            <p:nvPr/>
          </p:nvSpPr>
          <p:spPr>
            <a:xfrm>
              <a:off x="5345414" y="1876798"/>
              <a:ext cx="4007299" cy="2031325"/>
            </a:xfrm>
            <a:prstGeom prst="rect">
              <a:avLst/>
            </a:prstGeom>
            <a:solidFill>
              <a:schemeClr val="accent3">
                <a:lumMod val="20000"/>
                <a:lumOff val="80000"/>
              </a:schemeClr>
            </a:solidFill>
            <a:ln w="12700">
              <a:solidFill>
                <a:schemeClr val="tx1"/>
              </a:solidFill>
            </a:ln>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a101,</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patron_id</a:t>
              </a:r>
              <a:r>
                <a:rPr lang="en-GB" dirty="0">
                  <a:latin typeface="Courier New" panose="02070309020205020404" pitchFamily="49" charset="0"/>
                  <a:cs typeface="Courier New" panose="02070309020205020404" pitchFamily="49" charset="0"/>
                </a:rPr>
                <a:t>": "joe",</a:t>
              </a:r>
            </a:p>
            <a:p>
              <a:r>
                <a:rPr lang="en-GB" dirty="0">
                  <a:latin typeface="Courier New" panose="02070309020205020404" pitchFamily="49" charset="0"/>
                  <a:cs typeface="Courier New" panose="02070309020205020404" pitchFamily="49" charset="0"/>
                </a:rPr>
                <a:t> "street": "Richmond Road",</a:t>
              </a:r>
            </a:p>
            <a:p>
              <a:r>
                <a:rPr lang="en-GB" dirty="0">
                  <a:latin typeface="Courier New" panose="02070309020205020404" pitchFamily="49" charset="0"/>
                  <a:cs typeface="Courier New" panose="02070309020205020404" pitchFamily="49" charset="0"/>
                </a:rPr>
                <a:t> "city": "Bradford",</a:t>
              </a:r>
            </a:p>
            <a:p>
              <a:r>
                <a:rPr lang="en-GB" dirty="0">
                  <a:latin typeface="Courier New" panose="02070309020205020404" pitchFamily="49" charset="0"/>
                  <a:cs typeface="Courier New" panose="02070309020205020404" pitchFamily="49" charset="0"/>
                </a:rPr>
                <a:t> "postcode": "BD7 1DP"</a:t>
              </a:r>
            </a:p>
            <a:p>
              <a:r>
                <a:rPr lang="en-GB" dirty="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5FA18FB5-B618-D07D-0002-6A810CA38FAD}"/>
                </a:ext>
              </a:extLst>
            </p:cNvPr>
            <p:cNvSpPr txBox="1"/>
            <p:nvPr/>
          </p:nvSpPr>
          <p:spPr>
            <a:xfrm>
              <a:off x="5870075" y="2234066"/>
              <a:ext cx="4007299" cy="2031325"/>
            </a:xfrm>
            <a:prstGeom prst="rect">
              <a:avLst/>
            </a:prstGeom>
            <a:solidFill>
              <a:schemeClr val="accent3">
                <a:lumMod val="20000"/>
                <a:lumOff val="80000"/>
              </a:schemeClr>
            </a:solidFill>
            <a:ln w="12700">
              <a:solidFill>
                <a:schemeClr val="tx1"/>
              </a:solidFill>
            </a:ln>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a101,</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patron_id</a:t>
              </a:r>
              <a:r>
                <a:rPr lang="en-GB" dirty="0">
                  <a:latin typeface="Courier New" panose="02070309020205020404" pitchFamily="49" charset="0"/>
                  <a:cs typeface="Courier New" panose="02070309020205020404" pitchFamily="49" charset="0"/>
                </a:rPr>
                <a:t>": "joe",</a:t>
              </a:r>
            </a:p>
            <a:p>
              <a:r>
                <a:rPr lang="en-GB" dirty="0">
                  <a:latin typeface="Courier New" panose="02070309020205020404" pitchFamily="49" charset="0"/>
                  <a:cs typeface="Courier New" panose="02070309020205020404" pitchFamily="49" charset="0"/>
                </a:rPr>
                <a:t> "street": "Richmond Road",</a:t>
              </a:r>
            </a:p>
            <a:p>
              <a:r>
                <a:rPr lang="en-GB" dirty="0">
                  <a:latin typeface="Courier New" panose="02070309020205020404" pitchFamily="49" charset="0"/>
                  <a:cs typeface="Courier New" panose="02070309020205020404" pitchFamily="49" charset="0"/>
                </a:rPr>
                <a:t> "city": "Bradford",</a:t>
              </a:r>
            </a:p>
            <a:p>
              <a:r>
                <a:rPr lang="en-GB" dirty="0">
                  <a:latin typeface="Courier New" panose="02070309020205020404" pitchFamily="49" charset="0"/>
                  <a:cs typeface="Courier New" panose="02070309020205020404" pitchFamily="49" charset="0"/>
                </a:rPr>
                <a:t> "postcode": "BD7 1DP"</a:t>
              </a:r>
            </a:p>
            <a:p>
              <a:r>
                <a:rPr lang="en-GB" dirty="0">
                  <a:latin typeface="Courier New" panose="02070309020205020404" pitchFamily="49" charset="0"/>
                  <a:cs typeface="Courier New" panose="02070309020205020404" pitchFamily="49" charset="0"/>
                </a:rPr>
                <a:t>}</a:t>
              </a:r>
            </a:p>
          </p:txBody>
        </p:sp>
      </p:grpSp>
      <p:sp>
        <p:nvSpPr>
          <p:cNvPr id="20" name="Content Placeholder 2">
            <a:extLst>
              <a:ext uri="{FF2B5EF4-FFF2-40B4-BE49-F238E27FC236}">
                <a16:creationId xmlns:a16="http://schemas.microsoft.com/office/drawing/2014/main" id="{76A89DB0-1E0D-5010-9F6B-3FDA45604AEA}"/>
              </a:ext>
            </a:extLst>
          </p:cNvPr>
          <p:cNvSpPr>
            <a:spLocks noGrp="1"/>
          </p:cNvSpPr>
          <p:nvPr>
            <p:ph idx="1"/>
          </p:nvPr>
        </p:nvSpPr>
        <p:spPr>
          <a:xfrm>
            <a:off x="377825" y="1417471"/>
            <a:ext cx="7345363" cy="432981"/>
          </a:xfrm>
        </p:spPr>
        <p:txBody>
          <a:bodyPr>
            <a:normAutofit/>
          </a:bodyPr>
          <a:lstStyle/>
          <a:p>
            <a:r>
              <a:rPr lang="en-US" sz="2000" dirty="0">
                <a:latin typeface="Helvetica" panose="020B0604020202020204" pitchFamily="34" charset="0"/>
                <a:cs typeface="Helvetica" panose="020B0604020202020204" pitchFamily="34" charset="0"/>
              </a:rPr>
              <a:t>What if a “Patron” can have many “Addresses”</a:t>
            </a:r>
          </a:p>
        </p:txBody>
      </p:sp>
      <p:sp>
        <p:nvSpPr>
          <p:cNvPr id="21" name="TextBox 20">
            <a:extLst>
              <a:ext uri="{FF2B5EF4-FFF2-40B4-BE49-F238E27FC236}">
                <a16:creationId xmlns:a16="http://schemas.microsoft.com/office/drawing/2014/main" id="{53E948E5-ACE2-A349-9EDF-4177128FE3A2}"/>
              </a:ext>
            </a:extLst>
          </p:cNvPr>
          <p:cNvSpPr txBox="1"/>
          <p:nvPr/>
        </p:nvSpPr>
        <p:spPr>
          <a:xfrm rot="20895928">
            <a:off x="7445974" y="1403129"/>
            <a:ext cx="1732505" cy="461665"/>
          </a:xfrm>
          <a:prstGeom prst="rect">
            <a:avLst/>
          </a:prstGeom>
          <a:noFill/>
        </p:spPr>
        <p:txBody>
          <a:bodyPr wrap="none" rtlCol="0">
            <a:spAutoFit/>
          </a:bodyPr>
          <a:lstStyle/>
          <a:p>
            <a:r>
              <a:rPr lang="en-US" sz="2400" b="1" i="1" dirty="0">
                <a:solidFill>
                  <a:srgbClr val="800000"/>
                </a:solidFill>
              </a:rPr>
              <a:t>Referencing</a:t>
            </a:r>
          </a:p>
        </p:txBody>
      </p:sp>
      <p:sp>
        <p:nvSpPr>
          <p:cNvPr id="22" name="Content Placeholder 2">
            <a:extLst>
              <a:ext uri="{FF2B5EF4-FFF2-40B4-BE49-F238E27FC236}">
                <a16:creationId xmlns:a16="http://schemas.microsoft.com/office/drawing/2014/main" id="{B8482DED-6989-2EAE-E771-7CBD74AC10FE}"/>
              </a:ext>
            </a:extLst>
          </p:cNvPr>
          <p:cNvSpPr txBox="1">
            <a:spLocks/>
          </p:cNvSpPr>
          <p:nvPr/>
        </p:nvSpPr>
        <p:spPr>
          <a:xfrm>
            <a:off x="256928" y="4961052"/>
            <a:ext cx="9649072" cy="1200329"/>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tx1">
                  <a:lumMod val="75000"/>
                  <a:lumOff val="25000"/>
                </a:schemeClr>
              </a:buClr>
              <a:buFont typeface="Arial" pitchFamily="34" charset="0"/>
              <a:buChar char="•"/>
              <a:defRPr sz="2400" kern="1200">
                <a:solidFill>
                  <a:schemeClr val="tx1">
                    <a:lumMod val="75000"/>
                    <a:lumOff val="25000"/>
                  </a:schemeClr>
                </a:solidFill>
                <a:latin typeface="+mn-lt"/>
                <a:ea typeface="+mn-ea"/>
                <a:cs typeface="+mn-cs"/>
              </a:defRPr>
            </a:lvl1pPr>
            <a:lvl2pPr marL="579438" indent="-228600" algn="l" defTabSz="914400" rtl="0" eaLnBrk="1" latinLnBrk="0" hangingPunct="1">
              <a:spcBef>
                <a:spcPts val="600"/>
              </a:spcBef>
              <a:buClr>
                <a:schemeClr val="bg2">
                  <a:lumMod val="60000"/>
                  <a:lumOff val="40000"/>
                </a:schemeClr>
              </a:buClr>
              <a:buFont typeface="Arial" pitchFamily="34" charset="0"/>
              <a:buChar char="•"/>
              <a:defRPr sz="2200" kern="1200">
                <a:solidFill>
                  <a:schemeClr val="tx1">
                    <a:lumMod val="75000"/>
                    <a:lumOff val="25000"/>
                  </a:schemeClr>
                </a:solidFill>
                <a:latin typeface="+mn-lt"/>
                <a:ea typeface="+mn-ea"/>
                <a:cs typeface="+mn-cs"/>
              </a:defRPr>
            </a:lvl2pPr>
            <a:lvl3pPr marL="808038" indent="-228600" algn="l" defTabSz="914400" rtl="0" eaLnBrk="1" latinLnBrk="0" hangingPunct="1">
              <a:spcBef>
                <a:spcPts val="600"/>
              </a:spcBef>
              <a:buClr>
                <a:schemeClr val="tx1">
                  <a:lumMod val="75000"/>
                  <a:lumOff val="25000"/>
                </a:schemeClr>
              </a:buClr>
              <a:buFont typeface="Arial" pitchFamily="34" charset="0"/>
              <a:buChar char="•"/>
              <a:defRPr sz="2000" kern="1200">
                <a:solidFill>
                  <a:schemeClr val="tx1">
                    <a:lumMod val="75000"/>
                    <a:lumOff val="25000"/>
                  </a:schemeClr>
                </a:solidFill>
                <a:latin typeface="+mn-lt"/>
                <a:ea typeface="+mn-ea"/>
                <a:cs typeface="+mn-cs"/>
              </a:defRPr>
            </a:lvl3pPr>
            <a:lvl4pPr marL="1036638" indent="-228600" algn="l" defTabSz="914400" rtl="0" eaLnBrk="1" latinLnBrk="0" hangingPunct="1">
              <a:spcBef>
                <a:spcPts val="600"/>
              </a:spcBef>
              <a:buClr>
                <a:schemeClr val="bg2">
                  <a:lumMod val="60000"/>
                  <a:lumOff val="40000"/>
                </a:schemeClr>
              </a:buClr>
              <a:buFont typeface="Arial" pitchFamily="34" charset="0"/>
              <a:buChar char="•"/>
              <a:defRPr sz="1800" kern="1200">
                <a:solidFill>
                  <a:schemeClr val="tx1">
                    <a:lumMod val="75000"/>
                    <a:lumOff val="25000"/>
                  </a:schemeClr>
                </a:solidFill>
                <a:latin typeface="+mn-lt"/>
                <a:ea typeface="+mn-ea"/>
                <a:cs typeface="+mn-cs"/>
              </a:defRPr>
            </a:lvl4pPr>
            <a:lvl5pPr marL="1265238" indent="-228600" algn="l" defTabSz="914400" rtl="0" eaLnBrk="1" latinLnBrk="0" hangingPunct="1">
              <a:spcBef>
                <a:spcPts val="600"/>
              </a:spcBef>
              <a:buClr>
                <a:schemeClr val="tx1">
                  <a:lumMod val="75000"/>
                  <a:lumOff val="25000"/>
                </a:schemeClr>
              </a:buClr>
              <a:buFont typeface="Arial" pitchFamily="34" charset="0"/>
              <a:buChar char="•"/>
              <a:defRPr sz="1800" kern="1200">
                <a:solidFill>
                  <a:schemeClr val="tx1">
                    <a:lumMod val="75000"/>
                    <a:lumOff val="25000"/>
                  </a:schemeClr>
                </a:solidFill>
                <a:latin typeface="+mn-lt"/>
                <a:ea typeface="+mn-ea"/>
                <a:cs typeface="+mn-cs"/>
              </a:defRPr>
            </a:lvl5pPr>
            <a:lvl6pPr marL="1485900" indent="-228600"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6pPr>
            <a:lvl7pPr marL="1712913" indent="-228600" algn="l" defTabSz="914400" rtl="0" eaLnBrk="1" latinLnBrk="0" hangingPunct="1">
              <a:spcBef>
                <a:spcPct val="20000"/>
              </a:spcBef>
              <a:buClr>
                <a:schemeClr val="tx1">
                  <a:lumMod val="75000"/>
                  <a:lumOff val="25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7pPr>
            <a:lvl8pPr marL="1947863" indent="-228600"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8pPr>
            <a:lvl9pPr marL="2174875" indent="-228600" algn="l" defTabSz="914400" rtl="0" eaLnBrk="1" latinLnBrk="0" hangingPunct="1">
              <a:spcBef>
                <a:spcPct val="20000"/>
              </a:spcBef>
              <a:buClr>
                <a:schemeClr val="tx1">
                  <a:lumMod val="75000"/>
                  <a:lumOff val="25000"/>
                </a:schemeClr>
              </a:buClr>
              <a:buFont typeface="Arial" pitchFamily="34" charset="0"/>
              <a:buChar char="•"/>
              <a:defRPr lang="en-US" sz="1800" kern="1200" dirty="0">
                <a:solidFill>
                  <a:schemeClr val="tx1">
                    <a:lumMod val="75000"/>
                    <a:lumOff val="25000"/>
                  </a:schemeClr>
                </a:solidFill>
                <a:latin typeface="+mn-lt"/>
                <a:ea typeface="+mn-ea"/>
                <a:cs typeface="+mn-cs"/>
              </a:defRPr>
            </a:lvl9pPr>
          </a:lstStyle>
          <a:p>
            <a:r>
              <a:rPr lang="en-US" sz="2000" dirty="0">
                <a:solidFill>
                  <a:schemeClr val="tx1"/>
                </a:solidFill>
                <a:latin typeface="Helvetica" panose="020B0604020202020204" pitchFamily="34" charset="0"/>
                <a:cs typeface="Helvetica" panose="020B0604020202020204" pitchFamily="34" charset="0"/>
              </a:rPr>
              <a:t>Do you read them together </a:t>
            </a:r>
            <a:r>
              <a:rPr lang="en-US" sz="2000" dirty="0">
                <a:solidFill>
                  <a:schemeClr val="tx1"/>
                </a:solidFill>
                <a:latin typeface="Helvetica" panose="020B0604020202020204" pitchFamily="34" charset="0"/>
                <a:cs typeface="Helvetica" panose="020B0604020202020204" pitchFamily="34" charset="0"/>
                <a:sym typeface="Wingdings"/>
              </a:rPr>
              <a:t> </a:t>
            </a:r>
            <a:r>
              <a:rPr lang="en-US" sz="2000" dirty="0">
                <a:solidFill>
                  <a:srgbClr val="0000FF"/>
                </a:solidFill>
                <a:latin typeface="Helvetica" panose="020B0604020202020204" pitchFamily="34" charset="0"/>
                <a:cs typeface="Helvetica" panose="020B0604020202020204" pitchFamily="34" charset="0"/>
                <a:sym typeface="Wingdings"/>
              </a:rPr>
              <a:t>Go for Embedding</a:t>
            </a:r>
          </a:p>
          <a:p>
            <a:r>
              <a:rPr lang="en-US" sz="2000" dirty="0">
                <a:solidFill>
                  <a:schemeClr val="tx1"/>
                </a:solidFill>
                <a:latin typeface="Helvetica" panose="020B0604020202020204" pitchFamily="34" charset="0"/>
                <a:cs typeface="Helvetica" panose="020B0604020202020204" pitchFamily="34" charset="0"/>
                <a:sym typeface="Wingdings"/>
              </a:rPr>
              <a:t>Are addresses dynamic (e.g., add new ones frequently)  </a:t>
            </a:r>
            <a:r>
              <a:rPr lang="en-US" sz="2000" dirty="0">
                <a:solidFill>
                  <a:srgbClr val="0000FF"/>
                </a:solidFill>
                <a:latin typeface="Helvetica" panose="020B0604020202020204" pitchFamily="34" charset="0"/>
                <a:cs typeface="Helvetica" panose="020B0604020202020204" pitchFamily="34" charset="0"/>
                <a:sym typeface="Wingdings"/>
              </a:rPr>
              <a:t>Go for Referencing</a:t>
            </a:r>
            <a:endParaRPr lang="en-US" sz="2000" dirty="0">
              <a:solidFill>
                <a:srgbClr val="0000FF"/>
              </a:solidFill>
              <a:latin typeface="Helvetica" panose="020B0604020202020204" pitchFamily="34" charset="0"/>
              <a:cs typeface="Helvetica" panose="020B0604020202020204" pitchFamily="34" charset="0"/>
            </a:endParaRPr>
          </a:p>
          <a:p>
            <a:pPr lvl="1"/>
            <a:endParaRPr lang="en-US" sz="2000" dirty="0">
              <a:solidFill>
                <a:schemeClr val="tx1"/>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41342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xEl>
                                              <p:pRg st="1" end="1"/>
                                            </p:txEl>
                                          </p:spTgt>
                                        </p:tgtEl>
                                        <p:attrNameLst>
                                          <p:attrName>style.visibility</p:attrName>
                                        </p:attrNameLst>
                                      </p:cBhvr>
                                      <p:to>
                                        <p:strVal val="visible"/>
                                      </p:to>
                                    </p:set>
                                    <p:animEffect transition="in" filter="fade">
                                      <p:cBhvr>
                                        <p:cTn id="12"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94557" y="119550"/>
            <a:ext cx="8473787" cy="767465"/>
          </a:xfrm>
        </p:spPr>
        <p:txBody>
          <a:bodyPr wrap="square" anchor="ctr">
            <a:normAutofit/>
          </a:bodyPr>
          <a:lstStyle/>
          <a:p>
            <a:r>
              <a:rPr lang="en-GB" dirty="0"/>
              <a:t>Embedding</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15</a:t>
            </a:fld>
            <a:endParaRPr lang="en-GB"/>
          </a:p>
        </p:txBody>
      </p:sp>
      <p:sp>
        <p:nvSpPr>
          <p:cNvPr id="5" name="TextBox 4">
            <a:extLst>
              <a:ext uri="{FF2B5EF4-FFF2-40B4-BE49-F238E27FC236}">
                <a16:creationId xmlns:a16="http://schemas.microsoft.com/office/drawing/2014/main" id="{58E70ACA-2DC4-3E8E-3183-A1AD0163E691}"/>
              </a:ext>
            </a:extLst>
          </p:cNvPr>
          <p:cNvSpPr txBox="1"/>
          <p:nvPr/>
        </p:nvSpPr>
        <p:spPr>
          <a:xfrm>
            <a:off x="353839" y="884758"/>
            <a:ext cx="4953000" cy="400110"/>
          </a:xfrm>
          <a:prstGeom prst="rect">
            <a:avLst/>
          </a:prstGeom>
          <a:noFill/>
        </p:spPr>
        <p:txBody>
          <a:bodyPr wrap="square">
            <a:spAutoFit/>
          </a:bodyPr>
          <a:lstStyle/>
          <a:p>
            <a:r>
              <a:rPr lang="en-US" sz="2000" b="1" dirty="0">
                <a:latin typeface="Helvetica" panose="020B0604020202020204" pitchFamily="34" charset="0"/>
                <a:cs typeface="Helvetica" panose="020B0604020202020204" pitchFamily="34" charset="0"/>
              </a:rPr>
              <a:t>Example 4:</a:t>
            </a:r>
            <a:endParaRPr lang="en-GB" sz="2000" b="1" dirty="0">
              <a:latin typeface="Helvetica" panose="020B0604020202020204" pitchFamily="34" charset="0"/>
              <a:cs typeface="Helvetica" panose="020B0604020202020204" pitchFamily="34" charset="0"/>
            </a:endParaRPr>
          </a:p>
        </p:txBody>
      </p:sp>
      <p:sp>
        <p:nvSpPr>
          <p:cNvPr id="9" name="TextBox 8">
            <a:extLst>
              <a:ext uri="{FF2B5EF4-FFF2-40B4-BE49-F238E27FC236}">
                <a16:creationId xmlns:a16="http://schemas.microsoft.com/office/drawing/2014/main" id="{8546BF0C-1F6D-6945-F782-E2F6F2EFD7BA}"/>
              </a:ext>
            </a:extLst>
          </p:cNvPr>
          <p:cNvSpPr txBox="1"/>
          <p:nvPr/>
        </p:nvSpPr>
        <p:spPr>
          <a:xfrm>
            <a:off x="808860" y="1664503"/>
            <a:ext cx="6363273" cy="4524315"/>
          </a:xfrm>
          <a:prstGeom prst="rect">
            <a:avLst/>
          </a:prstGeom>
          <a:solidFill>
            <a:schemeClr val="accent3">
              <a:lumMod val="20000"/>
              <a:lumOff val="80000"/>
            </a:schemeClr>
          </a:solidFill>
        </p:spPr>
        <p:txBody>
          <a:bodyPr wrap="square">
            <a:spAutoFit/>
          </a:bodyPr>
          <a:lstStyle/>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"_id": "joe", </a:t>
            </a:r>
          </a:p>
          <a:p>
            <a:r>
              <a:rPr lang="en-GB" dirty="0">
                <a:latin typeface="Courier New" panose="02070309020205020404" pitchFamily="49" charset="0"/>
                <a:cs typeface="Courier New" panose="02070309020205020404" pitchFamily="49" charset="0"/>
              </a:rPr>
              <a:t> "name": "Joe </a:t>
            </a:r>
            <a:r>
              <a:rPr lang="en-GB" dirty="0" err="1">
                <a:latin typeface="Courier New" panose="02070309020205020404" pitchFamily="49" charset="0"/>
                <a:cs typeface="Courier New" panose="02070309020205020404" pitchFamily="49" charset="0"/>
              </a:rPr>
              <a:t>Bookreader</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 "address":[</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"street": "Richmond Road",</a:t>
            </a:r>
          </a:p>
          <a:p>
            <a:r>
              <a:rPr lang="en-GB" dirty="0">
                <a:latin typeface="Courier New" panose="02070309020205020404" pitchFamily="49" charset="0"/>
                <a:cs typeface="Courier New" panose="02070309020205020404" pitchFamily="49" charset="0"/>
              </a:rPr>
              <a:t>              "city": "Bradford",</a:t>
            </a:r>
          </a:p>
          <a:p>
            <a:r>
              <a:rPr lang="en-GB" dirty="0">
                <a:latin typeface="Courier New" panose="02070309020205020404" pitchFamily="49" charset="0"/>
                <a:cs typeface="Courier New" panose="02070309020205020404" pitchFamily="49" charset="0"/>
              </a:rPr>
              <a:t>              "postcode": "BD7 1DP"</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"street": "Baker Street",</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city":"London</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              "postcode": "NW12 7RS"</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a:t>
            </a:r>
          </a:p>
        </p:txBody>
      </p:sp>
      <p:sp>
        <p:nvSpPr>
          <p:cNvPr id="3" name="TextBox 2">
            <a:extLst>
              <a:ext uri="{FF2B5EF4-FFF2-40B4-BE49-F238E27FC236}">
                <a16:creationId xmlns:a16="http://schemas.microsoft.com/office/drawing/2014/main" id="{321687DF-E5AF-5AD3-269E-17CBC843A971}"/>
              </a:ext>
            </a:extLst>
          </p:cNvPr>
          <p:cNvSpPr txBox="1"/>
          <p:nvPr/>
        </p:nvSpPr>
        <p:spPr>
          <a:xfrm rot="20895928">
            <a:off x="7161723" y="2461916"/>
            <a:ext cx="1677202" cy="461665"/>
          </a:xfrm>
          <a:prstGeom prst="rect">
            <a:avLst/>
          </a:prstGeom>
          <a:noFill/>
        </p:spPr>
        <p:txBody>
          <a:bodyPr wrap="none" rtlCol="0">
            <a:spAutoFit/>
          </a:bodyPr>
          <a:lstStyle/>
          <a:p>
            <a:r>
              <a:rPr lang="en-US" sz="2400" b="1" i="1" dirty="0">
                <a:solidFill>
                  <a:srgbClr val="800000"/>
                </a:solidFill>
              </a:rPr>
              <a:t>Embedding</a:t>
            </a:r>
          </a:p>
        </p:txBody>
      </p:sp>
      <p:sp>
        <p:nvSpPr>
          <p:cNvPr id="11" name="Content Placeholder 2">
            <a:extLst>
              <a:ext uri="{FF2B5EF4-FFF2-40B4-BE49-F238E27FC236}">
                <a16:creationId xmlns:a16="http://schemas.microsoft.com/office/drawing/2014/main" id="{0501E990-BE5F-89FA-3E67-61D3C16AF7FD}"/>
              </a:ext>
            </a:extLst>
          </p:cNvPr>
          <p:cNvSpPr>
            <a:spLocks noGrp="1"/>
          </p:cNvSpPr>
          <p:nvPr>
            <p:ph idx="1"/>
          </p:nvPr>
        </p:nvSpPr>
        <p:spPr>
          <a:xfrm>
            <a:off x="488504" y="1351246"/>
            <a:ext cx="7345363" cy="432981"/>
          </a:xfrm>
        </p:spPr>
        <p:txBody>
          <a:bodyPr>
            <a:normAutofit/>
          </a:bodyPr>
          <a:lstStyle/>
          <a:p>
            <a:r>
              <a:rPr lang="en-US" sz="2000" dirty="0">
                <a:latin typeface="Helvetica" panose="020B0604020202020204" pitchFamily="34" charset="0"/>
                <a:cs typeface="Helvetica" panose="020B0604020202020204" pitchFamily="34" charset="0"/>
              </a:rPr>
              <a:t>What if a “Patron” can have many “Addresses”</a:t>
            </a:r>
          </a:p>
        </p:txBody>
      </p:sp>
      <p:sp>
        <p:nvSpPr>
          <p:cNvPr id="13" name="Right Brace 12">
            <a:extLst>
              <a:ext uri="{FF2B5EF4-FFF2-40B4-BE49-F238E27FC236}">
                <a16:creationId xmlns:a16="http://schemas.microsoft.com/office/drawing/2014/main" id="{6CD20F89-9DAC-B26A-B252-C3826651D10E}"/>
              </a:ext>
            </a:extLst>
          </p:cNvPr>
          <p:cNvSpPr/>
          <p:nvPr/>
        </p:nvSpPr>
        <p:spPr>
          <a:xfrm>
            <a:off x="6387406" y="3167784"/>
            <a:ext cx="343933" cy="2249067"/>
          </a:xfrm>
          <a:prstGeom prst="rightBrace">
            <a:avLst/>
          </a:prstGeom>
          <a:ln>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537891C3-CD26-DE4A-9E87-3654E2F7BA6F}"/>
              </a:ext>
            </a:extLst>
          </p:cNvPr>
          <p:cNvSpPr txBox="1"/>
          <p:nvPr/>
        </p:nvSpPr>
        <p:spPr>
          <a:xfrm>
            <a:off x="6772474" y="4129150"/>
            <a:ext cx="2738239" cy="369332"/>
          </a:xfrm>
          <a:prstGeom prst="rect">
            <a:avLst/>
          </a:prstGeom>
          <a:noFill/>
        </p:spPr>
        <p:txBody>
          <a:bodyPr wrap="square" rtlCol="0">
            <a:spAutoFit/>
          </a:bodyPr>
          <a:lstStyle/>
          <a:p>
            <a:r>
              <a:rPr lang="en-US" b="1" dirty="0">
                <a:solidFill>
                  <a:srgbClr val="0000FF"/>
                </a:solidFill>
                <a:latin typeface="Helvetica" panose="020B0604020202020204" pitchFamily="34" charset="0"/>
                <a:cs typeface="Helvetica" panose="020B0604020202020204" pitchFamily="34" charset="0"/>
              </a:rPr>
              <a:t>Use array of addresses</a:t>
            </a:r>
          </a:p>
        </p:txBody>
      </p:sp>
    </p:spTree>
    <p:extLst>
      <p:ext uri="{BB962C8B-B14F-4D97-AF65-F5344CB8AC3E}">
        <p14:creationId xmlns:p14="http://schemas.microsoft.com/office/powerpoint/2010/main" val="96635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1000"/>
                                        <p:tgtEl>
                                          <p:spTgt spid="1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circle(in)">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12881" y="46827"/>
            <a:ext cx="8473787" cy="767465"/>
          </a:xfrm>
        </p:spPr>
        <p:txBody>
          <a:bodyPr wrap="square" anchor="ctr">
            <a:normAutofit/>
          </a:bodyPr>
          <a:lstStyle/>
          <a:p>
            <a:r>
              <a:rPr lang="en-GB" dirty="0"/>
              <a:t>Basic Database Operations</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16</a:t>
            </a:fld>
            <a:endParaRPr lang="en-GB"/>
          </a:p>
        </p:txBody>
      </p:sp>
      <p:graphicFrame>
        <p:nvGraphicFramePr>
          <p:cNvPr id="9" name="Content Placeholder 3">
            <a:extLst>
              <a:ext uri="{FF2B5EF4-FFF2-40B4-BE49-F238E27FC236}">
                <a16:creationId xmlns:a16="http://schemas.microsoft.com/office/drawing/2014/main" id="{848FD32F-771A-2CD8-1D64-ADBABEBFA493}"/>
              </a:ext>
            </a:extLst>
          </p:cNvPr>
          <p:cNvGraphicFramePr>
            <a:graphicFrameLocks/>
          </p:cNvGraphicFramePr>
          <p:nvPr>
            <p:extLst>
              <p:ext uri="{D42A27DB-BD31-4B8C-83A1-F6EECF244321}">
                <p14:modId xmlns:p14="http://schemas.microsoft.com/office/powerpoint/2010/main" val="2056014426"/>
              </p:ext>
            </p:extLst>
          </p:nvPr>
        </p:nvGraphicFramePr>
        <p:xfrm>
          <a:off x="716107" y="1146300"/>
          <a:ext cx="8473786" cy="48589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6350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72480" y="123999"/>
            <a:ext cx="8473787" cy="767465"/>
          </a:xfrm>
        </p:spPr>
        <p:txBody>
          <a:bodyPr wrap="square" anchor="ctr">
            <a:normAutofit fontScale="90000"/>
          </a:bodyPr>
          <a:lstStyle/>
          <a:p>
            <a:r>
              <a:rPr lang="en-GB" dirty="0"/>
              <a:t>Basic Database Operations- Collection</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17</a:t>
            </a:fld>
            <a:endParaRPr lang="en-GB"/>
          </a:p>
        </p:txBody>
      </p:sp>
      <p:graphicFrame>
        <p:nvGraphicFramePr>
          <p:cNvPr id="4" name="Table 4">
            <a:extLst>
              <a:ext uri="{FF2B5EF4-FFF2-40B4-BE49-F238E27FC236}">
                <a16:creationId xmlns:a16="http://schemas.microsoft.com/office/drawing/2014/main" id="{E2E688DE-503F-9977-49F3-4E3903096A55}"/>
              </a:ext>
            </a:extLst>
          </p:cNvPr>
          <p:cNvGraphicFramePr>
            <a:graphicFrameLocks noGrp="1"/>
          </p:cNvGraphicFramePr>
          <p:nvPr>
            <p:extLst>
              <p:ext uri="{D42A27DB-BD31-4B8C-83A1-F6EECF244321}">
                <p14:modId xmlns:p14="http://schemas.microsoft.com/office/powerpoint/2010/main" val="3589596642"/>
              </p:ext>
            </p:extLst>
          </p:nvPr>
        </p:nvGraphicFramePr>
        <p:xfrm>
          <a:off x="1200487" y="2267491"/>
          <a:ext cx="7505026" cy="1837487"/>
        </p:xfrm>
        <a:graphic>
          <a:graphicData uri="http://schemas.openxmlformats.org/drawingml/2006/table">
            <a:tbl>
              <a:tblPr firstRow="1" bandRow="1">
                <a:tableStyleId>{08FB837D-C827-4EFA-A057-4D05807E0F7C}</a:tableStyleId>
              </a:tblPr>
              <a:tblGrid>
                <a:gridCol w="1853951">
                  <a:extLst>
                    <a:ext uri="{9D8B030D-6E8A-4147-A177-3AD203B41FA5}">
                      <a16:colId xmlns:a16="http://schemas.microsoft.com/office/drawing/2014/main" val="489980491"/>
                    </a:ext>
                  </a:extLst>
                </a:gridCol>
                <a:gridCol w="2072063">
                  <a:extLst>
                    <a:ext uri="{9D8B030D-6E8A-4147-A177-3AD203B41FA5}">
                      <a16:colId xmlns:a16="http://schemas.microsoft.com/office/drawing/2014/main" val="1004628764"/>
                    </a:ext>
                  </a:extLst>
                </a:gridCol>
                <a:gridCol w="3579012">
                  <a:extLst>
                    <a:ext uri="{9D8B030D-6E8A-4147-A177-3AD203B41FA5}">
                      <a16:colId xmlns:a16="http://schemas.microsoft.com/office/drawing/2014/main" val="2196846536"/>
                    </a:ext>
                  </a:extLst>
                </a:gridCol>
              </a:tblGrid>
              <a:tr h="300550">
                <a:tc>
                  <a:txBody>
                    <a:bodyPr/>
                    <a:lstStyle/>
                    <a:p>
                      <a:pPr algn="ctr"/>
                      <a:r>
                        <a:rPr lang="en-GB" dirty="0"/>
                        <a:t>Parameter</a:t>
                      </a:r>
                    </a:p>
                  </a:txBody>
                  <a:tcPr/>
                </a:tc>
                <a:tc>
                  <a:txBody>
                    <a:bodyPr/>
                    <a:lstStyle/>
                    <a:p>
                      <a:pPr algn="ctr"/>
                      <a:r>
                        <a:rPr lang="en-GB" dirty="0"/>
                        <a:t>Type</a:t>
                      </a:r>
                    </a:p>
                  </a:txBody>
                  <a:tcPr/>
                </a:tc>
                <a:tc>
                  <a:txBody>
                    <a:bodyPr/>
                    <a:lstStyle/>
                    <a:p>
                      <a:pPr algn="ctr"/>
                      <a:r>
                        <a:rPr lang="en-GB" dirty="0"/>
                        <a:t>Description</a:t>
                      </a:r>
                    </a:p>
                  </a:txBody>
                  <a:tcPr/>
                </a:tc>
                <a:extLst>
                  <a:ext uri="{0D108BD9-81ED-4DB2-BD59-A6C34878D82A}">
                    <a16:rowId xmlns:a16="http://schemas.microsoft.com/office/drawing/2014/main" val="484791440"/>
                  </a:ext>
                </a:extLst>
              </a:tr>
              <a:tr h="525963">
                <a:tc>
                  <a:txBody>
                    <a:bodyPr/>
                    <a:lstStyle/>
                    <a:p>
                      <a:pPr algn="ctr"/>
                      <a:r>
                        <a:rPr lang="en-GB" dirty="0">
                          <a:latin typeface="Helvetica" panose="020B0604020202020204" pitchFamily="34" charset="0"/>
                          <a:cs typeface="Helvetica" panose="020B0604020202020204" pitchFamily="34" charset="0"/>
                        </a:rPr>
                        <a:t>name</a:t>
                      </a:r>
                    </a:p>
                    <a:p>
                      <a:pPr algn="ctr"/>
                      <a:endParaRPr lang="en-GB" dirty="0">
                        <a:latin typeface="Helvetica" panose="020B0604020202020204" pitchFamily="34" charset="0"/>
                        <a:cs typeface="Helvetica" panose="020B0604020202020204" pitchFamily="34" charset="0"/>
                      </a:endParaRPr>
                    </a:p>
                  </a:txBody>
                  <a:tcPr/>
                </a:tc>
                <a:tc>
                  <a:txBody>
                    <a:bodyPr/>
                    <a:lstStyle/>
                    <a:p>
                      <a:pPr algn="ctr"/>
                      <a:r>
                        <a:rPr lang="en-GB" dirty="0">
                          <a:latin typeface="Helvetica" panose="020B0604020202020204" pitchFamily="34" charset="0"/>
                          <a:cs typeface="Helvetica" panose="020B0604020202020204" pitchFamily="34" charset="0"/>
                        </a:rPr>
                        <a:t>String</a:t>
                      </a:r>
                    </a:p>
                  </a:txBody>
                  <a:tcPr/>
                </a:tc>
                <a:tc>
                  <a:txBody>
                    <a:bodyPr/>
                    <a:lstStyle/>
                    <a:p>
                      <a:r>
                        <a:rPr lang="en-GB" dirty="0">
                          <a:latin typeface="Helvetica" panose="020B0604020202020204" pitchFamily="34" charset="0"/>
                          <a:cs typeface="Helvetica" panose="020B0604020202020204" pitchFamily="34" charset="0"/>
                        </a:rPr>
                        <a:t>Name of the collection to be created</a:t>
                      </a:r>
                    </a:p>
                  </a:txBody>
                  <a:tcPr/>
                </a:tc>
                <a:extLst>
                  <a:ext uri="{0D108BD9-81ED-4DB2-BD59-A6C34878D82A}">
                    <a16:rowId xmlns:a16="http://schemas.microsoft.com/office/drawing/2014/main" val="1055888569"/>
                  </a:ext>
                </a:extLst>
              </a:tr>
              <a:tr h="831647">
                <a:tc>
                  <a:txBody>
                    <a:bodyPr/>
                    <a:lstStyle/>
                    <a:p>
                      <a:pPr algn="ctr"/>
                      <a:r>
                        <a:rPr lang="en-GB" dirty="0">
                          <a:latin typeface="Helvetica" panose="020B0604020202020204" pitchFamily="34" charset="0"/>
                          <a:cs typeface="Helvetica" panose="020B0604020202020204" pitchFamily="34" charset="0"/>
                        </a:rPr>
                        <a:t>options</a:t>
                      </a:r>
                    </a:p>
                    <a:p>
                      <a:pPr algn="ctr"/>
                      <a:endParaRPr lang="en-GB" dirty="0">
                        <a:latin typeface="Helvetica" panose="020B0604020202020204" pitchFamily="34" charset="0"/>
                        <a:cs typeface="Helvetica" panose="020B0604020202020204" pitchFamily="34" charset="0"/>
                      </a:endParaRPr>
                    </a:p>
                  </a:txBody>
                  <a:tcPr/>
                </a:tc>
                <a:tc>
                  <a:txBody>
                    <a:bodyPr/>
                    <a:lstStyle/>
                    <a:p>
                      <a:pPr algn="ctr"/>
                      <a:r>
                        <a:rPr lang="en-GB" dirty="0">
                          <a:latin typeface="Helvetica" panose="020B0604020202020204" pitchFamily="34" charset="0"/>
                          <a:cs typeface="Helvetica" panose="020B0604020202020204" pitchFamily="34" charset="0"/>
                        </a:rPr>
                        <a:t>Document</a:t>
                      </a:r>
                    </a:p>
                    <a:p>
                      <a:pPr algn="ctr"/>
                      <a:endParaRPr lang="en-GB" dirty="0">
                        <a:latin typeface="Helvetica" panose="020B0604020202020204" pitchFamily="34" charset="0"/>
                        <a:cs typeface="Helvetica" panose="020B0604020202020204" pitchFamily="34" charset="0"/>
                      </a:endParaRPr>
                    </a:p>
                  </a:txBody>
                  <a:tcPr/>
                </a:tc>
                <a:tc>
                  <a:txBody>
                    <a:bodyPr/>
                    <a:lstStyle/>
                    <a:p>
                      <a:r>
                        <a:rPr lang="en-GB" dirty="0">
                          <a:latin typeface="Helvetica" panose="020B0604020202020204" pitchFamily="34" charset="0"/>
                          <a:cs typeface="Helvetica" panose="020B0604020202020204" pitchFamily="34" charset="0"/>
                        </a:rPr>
                        <a:t>(Optional) Specify options about memory size and indexing</a:t>
                      </a:r>
                    </a:p>
                  </a:txBody>
                  <a:tcPr/>
                </a:tc>
                <a:extLst>
                  <a:ext uri="{0D108BD9-81ED-4DB2-BD59-A6C34878D82A}">
                    <a16:rowId xmlns:a16="http://schemas.microsoft.com/office/drawing/2014/main" val="512781138"/>
                  </a:ext>
                </a:extLst>
              </a:tr>
            </a:tbl>
          </a:graphicData>
        </a:graphic>
      </p:graphicFrame>
      <p:sp>
        <p:nvSpPr>
          <p:cNvPr id="3" name="TextBox 2">
            <a:extLst>
              <a:ext uri="{FF2B5EF4-FFF2-40B4-BE49-F238E27FC236}">
                <a16:creationId xmlns:a16="http://schemas.microsoft.com/office/drawing/2014/main" id="{99BEFC49-A833-195F-F94A-4C992029E974}"/>
              </a:ext>
            </a:extLst>
          </p:cNvPr>
          <p:cNvSpPr txBox="1"/>
          <p:nvPr/>
        </p:nvSpPr>
        <p:spPr>
          <a:xfrm>
            <a:off x="348878" y="900328"/>
            <a:ext cx="8568952" cy="707886"/>
          </a:xfrm>
          <a:prstGeom prst="rect">
            <a:avLst/>
          </a:prstGeom>
          <a:noFill/>
        </p:spPr>
        <p:txBody>
          <a:bodyPr wrap="square" rtlCol="0">
            <a:spAutoFit/>
          </a:bodyPr>
          <a:lstStyle/>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The </a:t>
            </a:r>
            <a:r>
              <a:rPr lang="en-GB" sz="2200" b="1" dirty="0" err="1">
                <a:latin typeface="Courier New" panose="02070309020205020404" pitchFamily="49" charset="0"/>
                <a:cs typeface="Courier New" panose="02070309020205020404" pitchFamily="49" charset="0"/>
              </a:rPr>
              <a:t>createCollection</a:t>
            </a:r>
            <a:r>
              <a:rPr lang="en-GB" sz="2200" b="1" dirty="0">
                <a:latin typeface="Courier New" panose="02070309020205020404" pitchFamily="49" charset="0"/>
                <a:cs typeface="Courier New" panose="02070309020205020404" pitchFamily="49" charset="0"/>
              </a:rPr>
              <a:t>()</a:t>
            </a:r>
            <a:r>
              <a:rPr lang="en-GB" sz="2200" dirty="0">
                <a:latin typeface="Helvetica" panose="020B0604020202020204" pitchFamily="34" charset="0"/>
                <a:cs typeface="Helvetica" panose="020B0604020202020204" pitchFamily="34" charset="0"/>
              </a:rPr>
              <a:t>Method</a:t>
            </a:r>
          </a:p>
          <a:p>
            <a:endParaRPr lang="en-GB" dirty="0">
              <a:latin typeface="Helvetica" panose="020B0604020202020204" pitchFamily="34" charset="0"/>
              <a:cs typeface="Helvetica" panose="020B0604020202020204" pitchFamily="34" charset="0"/>
            </a:endParaRPr>
          </a:p>
        </p:txBody>
      </p:sp>
      <p:sp>
        <p:nvSpPr>
          <p:cNvPr id="5" name="TextBox 4">
            <a:extLst>
              <a:ext uri="{FF2B5EF4-FFF2-40B4-BE49-F238E27FC236}">
                <a16:creationId xmlns:a16="http://schemas.microsoft.com/office/drawing/2014/main" id="{852F9159-B257-2B68-DB07-41DA614A8B8E}"/>
              </a:ext>
            </a:extLst>
          </p:cNvPr>
          <p:cNvSpPr txBox="1"/>
          <p:nvPr/>
        </p:nvSpPr>
        <p:spPr>
          <a:xfrm>
            <a:off x="635000" y="1322733"/>
            <a:ext cx="8460432" cy="769441"/>
          </a:xfrm>
          <a:prstGeom prst="rect">
            <a:avLst/>
          </a:prstGeom>
          <a:noFill/>
        </p:spPr>
        <p:txBody>
          <a:bodyPr wrap="square" rtlCol="0">
            <a:spAutoFit/>
          </a:bodyPr>
          <a:lstStyle/>
          <a:p>
            <a:r>
              <a:rPr lang="en-GB" sz="2200" dirty="0">
                <a:latin typeface="Helvetica" panose="020B0604020202020204" pitchFamily="34" charset="0"/>
                <a:cs typeface="Helvetica" panose="020B0604020202020204" pitchFamily="34" charset="0"/>
              </a:rPr>
              <a:t> </a:t>
            </a:r>
            <a:r>
              <a:rPr lang="en-GB" sz="2200" b="1" dirty="0" err="1">
                <a:latin typeface="Courier New" panose="02070309020205020404" pitchFamily="49" charset="0"/>
                <a:cs typeface="Courier New" panose="02070309020205020404" pitchFamily="49" charset="0"/>
              </a:rPr>
              <a:t>db.createCollection</a:t>
            </a:r>
            <a:r>
              <a:rPr lang="en-GB" sz="2200" b="1" dirty="0">
                <a:latin typeface="Courier New" panose="02070309020205020404" pitchFamily="49" charset="0"/>
                <a:cs typeface="Courier New" panose="02070309020205020404" pitchFamily="49" charset="0"/>
              </a:rPr>
              <a:t>(name, options)</a:t>
            </a:r>
            <a:r>
              <a:rPr lang="en-GB" sz="2200" dirty="0">
                <a:latin typeface="Helvetica" panose="020B0604020202020204" pitchFamily="34" charset="0"/>
                <a:cs typeface="Helvetica" panose="020B0604020202020204" pitchFamily="34" charset="0"/>
              </a:rPr>
              <a:t> is used to create collection.</a:t>
            </a:r>
          </a:p>
        </p:txBody>
      </p:sp>
      <p:sp>
        <p:nvSpPr>
          <p:cNvPr id="8" name="TextBox 7">
            <a:extLst>
              <a:ext uri="{FF2B5EF4-FFF2-40B4-BE49-F238E27FC236}">
                <a16:creationId xmlns:a16="http://schemas.microsoft.com/office/drawing/2014/main" id="{3ACCF7F5-8994-F67E-D2BA-A5139CFC83BB}"/>
              </a:ext>
            </a:extLst>
          </p:cNvPr>
          <p:cNvSpPr txBox="1"/>
          <p:nvPr/>
        </p:nvSpPr>
        <p:spPr>
          <a:xfrm>
            <a:off x="2144688" y="4370002"/>
            <a:ext cx="6457563" cy="1754326"/>
          </a:xfrm>
          <a:prstGeom prst="rect">
            <a:avLst/>
          </a:prstGeom>
          <a:solidFill>
            <a:schemeClr val="bg1">
              <a:lumMod val="95000"/>
            </a:schemeClr>
          </a:solidFill>
        </p:spPr>
        <p:txBody>
          <a:bodyPr wrap="square" rtlCol="0">
            <a:spAutoFit/>
          </a:bodyPr>
          <a:lstStyle/>
          <a:p>
            <a:r>
              <a:rPr lang="en-GB" sz="2200" b="1" dirty="0">
                <a:latin typeface="Courier New" panose="02070309020205020404" pitchFamily="49" charset="0"/>
                <a:cs typeface="Courier New" panose="02070309020205020404" pitchFamily="49" charset="0"/>
              </a:rPr>
              <a:t>&gt;</a:t>
            </a:r>
            <a:r>
              <a:rPr lang="en-GB" sz="2200" b="1" dirty="0">
                <a:solidFill>
                  <a:srgbClr val="0070C0"/>
                </a:solidFill>
                <a:latin typeface="Courier New" panose="02070309020205020404" pitchFamily="49" charset="0"/>
                <a:cs typeface="Courier New" panose="02070309020205020404" pitchFamily="49" charset="0"/>
              </a:rPr>
              <a:t>use</a:t>
            </a:r>
            <a:r>
              <a:rPr lang="en-GB" sz="2200" b="1" dirty="0">
                <a:latin typeface="Courier New" panose="02070309020205020404" pitchFamily="49" charset="0"/>
                <a:cs typeface="Courier New" panose="02070309020205020404" pitchFamily="49" charset="0"/>
              </a:rPr>
              <a:t> </a:t>
            </a:r>
            <a:r>
              <a:rPr lang="en-GB" sz="2200" b="1" dirty="0" err="1">
                <a:latin typeface="Courier New" panose="02070309020205020404" pitchFamily="49" charset="0"/>
                <a:cs typeface="Courier New" panose="02070309020205020404" pitchFamily="49" charset="0"/>
              </a:rPr>
              <a:t>mydb</a:t>
            </a:r>
            <a:endParaRPr lang="en-GB" sz="2200" b="1" dirty="0">
              <a:latin typeface="Courier New" panose="02070309020205020404" pitchFamily="49" charset="0"/>
              <a:cs typeface="Courier New" panose="02070309020205020404" pitchFamily="49" charset="0"/>
            </a:endParaRPr>
          </a:p>
          <a:p>
            <a:r>
              <a:rPr lang="en-GB" sz="2200" b="1" dirty="0">
                <a:latin typeface="Courier New" panose="02070309020205020404" pitchFamily="49" charset="0"/>
                <a:cs typeface="Courier New" panose="02070309020205020404" pitchFamily="49" charset="0"/>
              </a:rPr>
              <a:t>   </a:t>
            </a:r>
            <a:r>
              <a:rPr lang="en-GB" sz="2000" dirty="0">
                <a:latin typeface="Courier New" panose="02070309020205020404" pitchFamily="49" charset="0"/>
                <a:cs typeface="Courier New" panose="02070309020205020404" pitchFamily="49" charset="0"/>
              </a:rPr>
              <a:t>switched to </a:t>
            </a:r>
            <a:r>
              <a:rPr lang="en-GB" sz="2000" dirty="0" err="1">
                <a:latin typeface="Courier New" panose="02070309020205020404" pitchFamily="49" charset="0"/>
                <a:cs typeface="Courier New" panose="02070309020205020404" pitchFamily="49" charset="0"/>
              </a:rPr>
              <a:t>db</a:t>
            </a:r>
            <a:r>
              <a:rPr lang="en-GB" sz="2000" dirty="0">
                <a:latin typeface="Courier New" panose="02070309020205020404" pitchFamily="49" charset="0"/>
                <a:cs typeface="Courier New" panose="02070309020205020404" pitchFamily="49" charset="0"/>
              </a:rPr>
              <a:t> </a:t>
            </a:r>
            <a:r>
              <a:rPr lang="en-GB" sz="2000" dirty="0" err="1">
                <a:latin typeface="Courier New" panose="02070309020205020404" pitchFamily="49" charset="0"/>
                <a:cs typeface="Courier New" panose="02070309020205020404" pitchFamily="49" charset="0"/>
              </a:rPr>
              <a:t>mydb</a:t>
            </a:r>
            <a:endParaRPr lang="en-GB" sz="2000" dirty="0">
              <a:latin typeface="Courier New" panose="02070309020205020404" pitchFamily="49" charset="0"/>
              <a:cs typeface="Courier New" panose="02070309020205020404" pitchFamily="49" charset="0"/>
            </a:endParaRPr>
          </a:p>
          <a:p>
            <a:r>
              <a:rPr lang="en-GB" sz="2200" b="1" dirty="0">
                <a:latin typeface="Courier New" panose="02070309020205020404" pitchFamily="49" charset="0"/>
                <a:cs typeface="Courier New" panose="02070309020205020404" pitchFamily="49" charset="0"/>
              </a:rPr>
              <a:t>&gt;</a:t>
            </a:r>
            <a:r>
              <a:rPr lang="en-GB" sz="2200" b="1" dirty="0" err="1">
                <a:latin typeface="Courier New" panose="02070309020205020404" pitchFamily="49" charset="0"/>
                <a:cs typeface="Courier New" panose="02070309020205020404" pitchFamily="49" charset="0"/>
              </a:rPr>
              <a:t>db.</a:t>
            </a:r>
            <a:r>
              <a:rPr lang="en-GB" sz="2200" b="1" dirty="0" err="1">
                <a:solidFill>
                  <a:srgbClr val="0070C0"/>
                </a:solidFill>
                <a:latin typeface="Courier New" panose="02070309020205020404" pitchFamily="49" charset="0"/>
                <a:cs typeface="Courier New" panose="02070309020205020404" pitchFamily="49" charset="0"/>
              </a:rPr>
              <a:t>createCollection</a:t>
            </a:r>
            <a:r>
              <a:rPr lang="en-GB" sz="2200" b="1" dirty="0">
                <a:latin typeface="Courier New" panose="02070309020205020404" pitchFamily="49" charset="0"/>
                <a:cs typeface="Courier New" panose="02070309020205020404" pitchFamily="49" charset="0"/>
              </a:rPr>
              <a:t>("</a:t>
            </a:r>
            <a:r>
              <a:rPr lang="en-GB" sz="2200" b="1" dirty="0" err="1">
                <a:latin typeface="Courier New" panose="02070309020205020404" pitchFamily="49" charset="0"/>
                <a:cs typeface="Courier New" panose="02070309020205020404" pitchFamily="49" charset="0"/>
              </a:rPr>
              <a:t>mycollection</a:t>
            </a:r>
            <a:r>
              <a:rPr lang="en-GB" sz="2200" b="1" dirty="0">
                <a:latin typeface="Courier New" panose="02070309020205020404" pitchFamily="49" charset="0"/>
                <a:cs typeface="Courier New" panose="02070309020205020404" pitchFamily="49" charset="0"/>
              </a:rPr>
              <a:t>") </a:t>
            </a:r>
          </a:p>
          <a:p>
            <a:r>
              <a:rPr lang="en-GB" sz="2000" b="1" dirty="0">
                <a:latin typeface="Courier New" panose="02070309020205020404" pitchFamily="49" charset="0"/>
                <a:cs typeface="Courier New" panose="02070309020205020404" pitchFamily="49" charset="0"/>
              </a:rPr>
              <a:t>   </a:t>
            </a:r>
            <a:r>
              <a:rPr lang="en-GB" sz="2000" dirty="0">
                <a:latin typeface="Courier New" panose="02070309020205020404" pitchFamily="49" charset="0"/>
                <a:cs typeface="Courier New" panose="02070309020205020404" pitchFamily="49" charset="0"/>
              </a:rPr>
              <a:t>{ "ok" : 1 } </a:t>
            </a:r>
          </a:p>
          <a:p>
            <a:r>
              <a:rPr lang="en-GB" sz="2200" b="1" dirty="0">
                <a:latin typeface="Courier New" panose="02070309020205020404" pitchFamily="49" charset="0"/>
                <a:cs typeface="Courier New" panose="02070309020205020404" pitchFamily="49" charset="0"/>
              </a:rPr>
              <a:t>&gt;</a:t>
            </a:r>
          </a:p>
        </p:txBody>
      </p:sp>
      <p:sp>
        <p:nvSpPr>
          <p:cNvPr id="9" name="TextBox 8">
            <a:extLst>
              <a:ext uri="{FF2B5EF4-FFF2-40B4-BE49-F238E27FC236}">
                <a16:creationId xmlns:a16="http://schemas.microsoft.com/office/drawing/2014/main" id="{590C90E8-0DE3-C0C2-8A6C-9A299DFDE038}"/>
              </a:ext>
            </a:extLst>
          </p:cNvPr>
          <p:cNvSpPr txBox="1"/>
          <p:nvPr/>
        </p:nvSpPr>
        <p:spPr>
          <a:xfrm>
            <a:off x="776536" y="4998501"/>
            <a:ext cx="1728192" cy="400110"/>
          </a:xfrm>
          <a:prstGeom prst="rect">
            <a:avLst/>
          </a:prstGeom>
          <a:noFill/>
        </p:spPr>
        <p:txBody>
          <a:bodyPr wrap="square" rtlCol="0">
            <a:spAutoFit/>
          </a:bodyPr>
          <a:lstStyle/>
          <a:p>
            <a:r>
              <a:rPr lang="en-GB" sz="2000" b="1" dirty="0">
                <a:latin typeface="Helvetica" panose="020B0604020202020204" pitchFamily="34" charset="0"/>
                <a:cs typeface="Helvetica" panose="020B0604020202020204" pitchFamily="34" charset="0"/>
              </a:rPr>
              <a:t>Example</a:t>
            </a:r>
          </a:p>
        </p:txBody>
      </p:sp>
    </p:spTree>
    <p:extLst>
      <p:ext uri="{BB962C8B-B14F-4D97-AF65-F5344CB8AC3E}">
        <p14:creationId xmlns:p14="http://schemas.microsoft.com/office/powerpoint/2010/main" val="3818541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000"/>
                                        <p:tgtEl>
                                          <p:spTgt spid="8"/>
                                        </p:tgtEl>
                                      </p:cBhvr>
                                    </p:animEffect>
                                  </p:childTnLst>
                                </p:cTn>
                              </p:par>
                              <p:par>
                                <p:cTn id="8" presetID="6" presetClass="entr" presetSubtype="16" fill="hold" grpId="0"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circle(in)">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72480" y="123999"/>
            <a:ext cx="8473787" cy="767465"/>
          </a:xfrm>
        </p:spPr>
        <p:txBody>
          <a:bodyPr wrap="square" anchor="ctr">
            <a:normAutofit fontScale="90000"/>
          </a:bodyPr>
          <a:lstStyle/>
          <a:p>
            <a:r>
              <a:rPr lang="en-GB" dirty="0"/>
              <a:t>Basic Database Operations- Collection</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18</a:t>
            </a:fld>
            <a:endParaRPr lang="en-GB"/>
          </a:p>
        </p:txBody>
      </p:sp>
      <p:sp>
        <p:nvSpPr>
          <p:cNvPr id="10" name="TextBox 9">
            <a:extLst>
              <a:ext uri="{FF2B5EF4-FFF2-40B4-BE49-F238E27FC236}">
                <a16:creationId xmlns:a16="http://schemas.microsoft.com/office/drawing/2014/main" id="{721C33D4-A8B7-1C5C-05C2-D6A03CC99540}"/>
              </a:ext>
            </a:extLst>
          </p:cNvPr>
          <p:cNvSpPr txBox="1"/>
          <p:nvPr/>
        </p:nvSpPr>
        <p:spPr>
          <a:xfrm>
            <a:off x="377824" y="915140"/>
            <a:ext cx="9255695" cy="769441"/>
          </a:xfrm>
          <a:prstGeom prst="rect">
            <a:avLst/>
          </a:prstGeom>
          <a:noFill/>
        </p:spPr>
        <p:txBody>
          <a:bodyPr wrap="square" rtlCol="0">
            <a:spAutoFit/>
          </a:bodyPr>
          <a:lstStyle/>
          <a:p>
            <a:r>
              <a:rPr lang="en-GB" sz="2200" dirty="0">
                <a:latin typeface="Helvetica" panose="020B0604020202020204" pitchFamily="34" charset="0"/>
                <a:cs typeface="Helvetica" panose="020B0604020202020204" pitchFamily="34" charset="0"/>
              </a:rPr>
              <a:t>You can check the created collection by using the command </a:t>
            </a:r>
            <a:r>
              <a:rPr lang="en-GB" sz="2200" b="1" dirty="0">
                <a:latin typeface="Helvetica" panose="020B0604020202020204" pitchFamily="34" charset="0"/>
                <a:cs typeface="Helvetica" panose="020B0604020202020204" pitchFamily="34" charset="0"/>
              </a:rPr>
              <a:t>show collections</a:t>
            </a:r>
            <a:r>
              <a:rPr lang="en-GB" sz="2200" dirty="0">
                <a:latin typeface="Helvetica" panose="020B0604020202020204" pitchFamily="34" charset="0"/>
                <a:cs typeface="Helvetica" panose="020B0604020202020204" pitchFamily="34" charset="0"/>
              </a:rPr>
              <a:t>.</a:t>
            </a:r>
          </a:p>
        </p:txBody>
      </p:sp>
      <p:sp>
        <p:nvSpPr>
          <p:cNvPr id="11" name="TextBox 10">
            <a:extLst>
              <a:ext uri="{FF2B5EF4-FFF2-40B4-BE49-F238E27FC236}">
                <a16:creationId xmlns:a16="http://schemas.microsoft.com/office/drawing/2014/main" id="{7D1BB36C-5711-D46F-0393-0BCE02EE8DAB}"/>
              </a:ext>
            </a:extLst>
          </p:cNvPr>
          <p:cNvSpPr txBox="1"/>
          <p:nvPr/>
        </p:nvSpPr>
        <p:spPr>
          <a:xfrm>
            <a:off x="2887240" y="1752877"/>
            <a:ext cx="3744416" cy="1138773"/>
          </a:xfrm>
          <a:prstGeom prst="rect">
            <a:avLst/>
          </a:prstGeom>
          <a:solidFill>
            <a:schemeClr val="bg1">
              <a:lumMod val="85000"/>
            </a:schemeClr>
          </a:solidFill>
        </p:spPr>
        <p:txBody>
          <a:bodyPr wrap="square" rtlCol="0">
            <a:spAutoFit/>
          </a:bodyPr>
          <a:lstStyle/>
          <a:p>
            <a:r>
              <a:rPr lang="en-GB" sz="2400" b="1" dirty="0">
                <a:latin typeface="Courier New" panose="02070309020205020404" pitchFamily="49" charset="0"/>
                <a:cs typeface="Courier New" panose="02070309020205020404" pitchFamily="49" charset="0"/>
              </a:rPr>
              <a:t>&gt;</a:t>
            </a:r>
            <a:r>
              <a:rPr lang="en-GB" sz="2400" b="1" dirty="0">
                <a:solidFill>
                  <a:srgbClr val="0070C0"/>
                </a:solidFill>
                <a:latin typeface="Courier New" panose="02070309020205020404" pitchFamily="49" charset="0"/>
                <a:cs typeface="Courier New" panose="02070309020205020404" pitchFamily="49" charset="0"/>
              </a:rPr>
              <a:t>show</a:t>
            </a:r>
            <a:r>
              <a:rPr lang="en-GB" sz="2400" b="1" dirty="0">
                <a:latin typeface="Courier New" panose="02070309020205020404" pitchFamily="49" charset="0"/>
                <a:cs typeface="Courier New" panose="02070309020205020404" pitchFamily="49" charset="0"/>
              </a:rPr>
              <a:t> collections </a:t>
            </a:r>
          </a:p>
          <a:p>
            <a:r>
              <a:rPr lang="en-GB" sz="2400" dirty="0">
                <a:latin typeface="Courier New" panose="02070309020205020404" pitchFamily="49" charset="0"/>
                <a:cs typeface="Courier New" panose="02070309020205020404" pitchFamily="49" charset="0"/>
              </a:rPr>
              <a:t>   </a:t>
            </a:r>
            <a:r>
              <a:rPr lang="en-GB" sz="2000" dirty="0" err="1">
                <a:latin typeface="Courier New" panose="02070309020205020404" pitchFamily="49" charset="0"/>
                <a:cs typeface="Courier New" panose="02070309020205020404" pitchFamily="49" charset="0"/>
              </a:rPr>
              <a:t>mycollection</a:t>
            </a:r>
            <a:r>
              <a:rPr lang="en-GB" sz="2000" dirty="0">
                <a:latin typeface="Courier New" panose="02070309020205020404" pitchFamily="49" charset="0"/>
                <a:cs typeface="Courier New" panose="02070309020205020404" pitchFamily="49" charset="0"/>
              </a:rPr>
              <a:t>    </a:t>
            </a:r>
          </a:p>
          <a:p>
            <a:r>
              <a:rPr lang="en-GB" sz="2000" dirty="0">
                <a:latin typeface="Courier New" panose="02070309020205020404" pitchFamily="49" charset="0"/>
                <a:cs typeface="Courier New" panose="02070309020205020404" pitchFamily="49" charset="0"/>
              </a:rPr>
              <a:t>   </a:t>
            </a:r>
            <a:r>
              <a:rPr lang="en-GB" sz="2000" dirty="0" err="1">
                <a:latin typeface="Courier New" panose="02070309020205020404" pitchFamily="49" charset="0"/>
                <a:cs typeface="Courier New" panose="02070309020205020404" pitchFamily="49" charset="0"/>
              </a:rPr>
              <a:t>system.indexes</a:t>
            </a:r>
            <a:endParaRPr lang="en-GB" sz="2000"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DF431223-4EC9-201F-95C9-DAA4A30F12A5}"/>
              </a:ext>
            </a:extLst>
          </p:cNvPr>
          <p:cNvSpPr txBox="1"/>
          <p:nvPr/>
        </p:nvSpPr>
        <p:spPr>
          <a:xfrm>
            <a:off x="402964" y="3195059"/>
            <a:ext cx="8712968" cy="769441"/>
          </a:xfrm>
          <a:prstGeom prst="rect">
            <a:avLst/>
          </a:prstGeom>
          <a:noFill/>
        </p:spPr>
        <p:txBody>
          <a:bodyPr wrap="square" rtlCol="0">
            <a:spAutoFit/>
          </a:bodyPr>
          <a:lstStyle/>
          <a:p>
            <a:r>
              <a:rPr lang="en-GB" sz="2200" dirty="0">
                <a:latin typeface="Helvetica" panose="020B0604020202020204" pitchFamily="34" charset="0"/>
                <a:cs typeface="Helvetica" panose="020B0604020202020204" pitchFamily="34" charset="0"/>
              </a:rPr>
              <a:t>In MongoDB, you don't need to create a collection. MongoDB creates a collection automatically, when you insert some document.</a:t>
            </a:r>
          </a:p>
        </p:txBody>
      </p:sp>
      <p:sp>
        <p:nvSpPr>
          <p:cNvPr id="14" name="TextBox 13">
            <a:extLst>
              <a:ext uri="{FF2B5EF4-FFF2-40B4-BE49-F238E27FC236}">
                <a16:creationId xmlns:a16="http://schemas.microsoft.com/office/drawing/2014/main" id="{52801177-248F-ED11-D2D1-0C3E5131F222}"/>
              </a:ext>
            </a:extLst>
          </p:cNvPr>
          <p:cNvSpPr txBox="1"/>
          <p:nvPr/>
        </p:nvSpPr>
        <p:spPr>
          <a:xfrm>
            <a:off x="1208584" y="4201943"/>
            <a:ext cx="7344816" cy="1815882"/>
          </a:xfrm>
          <a:prstGeom prst="rect">
            <a:avLst/>
          </a:prstGeom>
          <a:solidFill>
            <a:schemeClr val="bg1">
              <a:lumMod val="85000"/>
            </a:schemeClr>
          </a:solidFill>
        </p:spPr>
        <p:txBody>
          <a:bodyPr wrap="square" rtlCol="0">
            <a:spAutoFit/>
          </a:bodyPr>
          <a:lstStyle/>
          <a:p>
            <a:r>
              <a:rPr lang="en-GB" sz="2000" dirty="0">
                <a:latin typeface="Courier New" panose="02070309020205020404" pitchFamily="49" charset="0"/>
                <a:cs typeface="Courier New" panose="02070309020205020404" pitchFamily="49" charset="0"/>
              </a:rPr>
              <a:t>&gt;</a:t>
            </a:r>
            <a:r>
              <a:rPr lang="en-GB" sz="2000" b="1" dirty="0" err="1">
                <a:latin typeface="Courier New" panose="02070309020205020404" pitchFamily="49" charset="0"/>
                <a:cs typeface="Courier New" panose="02070309020205020404" pitchFamily="49" charset="0"/>
              </a:rPr>
              <a:t>db.testing.insertOne</a:t>
            </a:r>
            <a:r>
              <a:rPr lang="en-GB" sz="2000" b="1" dirty="0">
                <a:latin typeface="Courier New" panose="02070309020205020404" pitchFamily="49" charset="0"/>
                <a:cs typeface="Courier New" panose="02070309020205020404" pitchFamily="49" charset="0"/>
              </a:rPr>
              <a:t>({"name" : "testing"}) </a:t>
            </a:r>
          </a:p>
          <a:p>
            <a:r>
              <a:rPr lang="en-GB" sz="2000" dirty="0">
                <a:latin typeface="Courier New" panose="02070309020205020404" pitchFamily="49" charset="0"/>
                <a:cs typeface="Courier New" panose="02070309020205020404" pitchFamily="49" charset="0"/>
              </a:rPr>
              <a:t>&gt;</a:t>
            </a:r>
            <a:r>
              <a:rPr lang="en-GB" sz="2000" b="1" dirty="0">
                <a:latin typeface="Courier New" panose="02070309020205020404" pitchFamily="49" charset="0"/>
                <a:cs typeface="Courier New" panose="02070309020205020404" pitchFamily="49" charset="0"/>
              </a:rPr>
              <a:t>show collections </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mycollection</a:t>
            </a:r>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system.indexes</a:t>
            </a:r>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testing </a:t>
            </a:r>
          </a:p>
          <a:p>
            <a:r>
              <a:rPr lang="en-GB" b="1" dirty="0">
                <a:latin typeface="Courier New" panose="02070309020205020404" pitchFamily="49" charset="0"/>
                <a:cs typeface="Courier New" panose="02070309020205020404" pitchFamily="49" charset="0"/>
              </a:rPr>
              <a:t>&gt;</a:t>
            </a:r>
          </a:p>
        </p:txBody>
      </p:sp>
    </p:spTree>
    <p:extLst>
      <p:ext uri="{BB962C8B-B14F-4D97-AF65-F5344CB8AC3E}">
        <p14:creationId xmlns:p14="http://schemas.microsoft.com/office/powerpoint/2010/main" val="234923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72480" y="123999"/>
            <a:ext cx="8473787" cy="767465"/>
          </a:xfrm>
        </p:spPr>
        <p:txBody>
          <a:bodyPr wrap="square" anchor="ctr">
            <a:normAutofit fontScale="90000"/>
          </a:bodyPr>
          <a:lstStyle/>
          <a:p>
            <a:r>
              <a:rPr lang="en-GB" dirty="0"/>
              <a:t>Basic Database Operations- Collection</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18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19</a:t>
            </a:fld>
            <a:endParaRPr lang="en-GB"/>
          </a:p>
        </p:txBody>
      </p:sp>
      <p:sp>
        <p:nvSpPr>
          <p:cNvPr id="3" name="TextBox 2">
            <a:extLst>
              <a:ext uri="{FF2B5EF4-FFF2-40B4-BE49-F238E27FC236}">
                <a16:creationId xmlns:a16="http://schemas.microsoft.com/office/drawing/2014/main" id="{3587C273-C991-5D03-2926-695E4F3CB6E8}"/>
              </a:ext>
            </a:extLst>
          </p:cNvPr>
          <p:cNvSpPr txBox="1"/>
          <p:nvPr/>
        </p:nvSpPr>
        <p:spPr>
          <a:xfrm>
            <a:off x="267544" y="922935"/>
            <a:ext cx="8892480" cy="1554272"/>
          </a:xfrm>
          <a:prstGeom prst="rect">
            <a:avLst/>
          </a:prstGeom>
          <a:noFill/>
        </p:spPr>
        <p:txBody>
          <a:bodyPr wrap="square" rtlCol="0">
            <a:spAutoFit/>
          </a:bodyPr>
          <a:lstStyle/>
          <a:p>
            <a:pPr marL="342900" indent="-342900">
              <a:buFont typeface="Arial" panose="020B0604020202020204" pitchFamily="34" charset="0"/>
              <a:buChar char="•"/>
            </a:pPr>
            <a:r>
              <a:rPr lang="en-GB" sz="2400" dirty="0">
                <a:latin typeface="Helvetica" panose="020B0604020202020204" pitchFamily="34" charset="0"/>
                <a:cs typeface="Helvetica" panose="020B0604020202020204" pitchFamily="34" charset="0"/>
              </a:rPr>
              <a:t>The </a:t>
            </a:r>
            <a:r>
              <a:rPr lang="en-GB" sz="2400" b="1" dirty="0">
                <a:latin typeface="Courier New" panose="02070309020205020404" pitchFamily="49" charset="0"/>
                <a:cs typeface="Courier New" panose="02070309020205020404" pitchFamily="49" charset="0"/>
              </a:rPr>
              <a:t>drop()</a:t>
            </a:r>
            <a:r>
              <a:rPr lang="en-GB" sz="2400" dirty="0">
                <a:latin typeface="Helvetica" panose="020B0604020202020204" pitchFamily="34" charset="0"/>
                <a:cs typeface="Helvetica" panose="020B0604020202020204" pitchFamily="34" charset="0"/>
              </a:rPr>
              <a:t>Method</a:t>
            </a:r>
          </a:p>
          <a:p>
            <a:endParaRPr lang="en-GB" sz="900" dirty="0">
              <a:latin typeface="Helvetica" panose="020B0604020202020204" pitchFamily="34" charset="0"/>
              <a:cs typeface="Helvetica" panose="020B0604020202020204" pitchFamily="34" charset="0"/>
            </a:endParaRPr>
          </a:p>
          <a:p>
            <a:r>
              <a:rPr lang="en-GB" sz="2200" dirty="0">
                <a:latin typeface="Helvetica" panose="020B0604020202020204" pitchFamily="34" charset="0"/>
                <a:cs typeface="Helvetica" panose="020B0604020202020204" pitchFamily="34" charset="0"/>
              </a:rPr>
              <a:t>MongoDB's </a:t>
            </a:r>
            <a:r>
              <a:rPr lang="en-GB" sz="2200" b="1" dirty="0" err="1">
                <a:latin typeface="Courier New" panose="02070309020205020404" pitchFamily="49" charset="0"/>
                <a:cs typeface="Courier New" panose="02070309020205020404" pitchFamily="49" charset="0"/>
              </a:rPr>
              <a:t>db.collection.drop</a:t>
            </a:r>
            <a:r>
              <a:rPr lang="en-GB" sz="2200" b="1" dirty="0">
                <a:latin typeface="Courier New" panose="02070309020205020404" pitchFamily="49" charset="0"/>
                <a:cs typeface="Courier New" panose="02070309020205020404" pitchFamily="49" charset="0"/>
              </a:rPr>
              <a:t>()</a:t>
            </a:r>
            <a:r>
              <a:rPr lang="en-GB" sz="2200" dirty="0">
                <a:latin typeface="Helvetica" panose="020B0604020202020204" pitchFamily="34" charset="0"/>
                <a:cs typeface="Helvetica" panose="020B0604020202020204" pitchFamily="34" charset="0"/>
              </a:rPr>
              <a:t>is used to drop a collection from the database.</a:t>
            </a:r>
          </a:p>
          <a:p>
            <a:endParaRPr lang="en-GB"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E62F4F1D-2A62-7E9C-39FF-C54FF1FE525D}"/>
              </a:ext>
            </a:extLst>
          </p:cNvPr>
          <p:cNvSpPr txBox="1"/>
          <p:nvPr/>
        </p:nvSpPr>
        <p:spPr>
          <a:xfrm>
            <a:off x="3131840" y="2369306"/>
            <a:ext cx="3888432" cy="2185214"/>
          </a:xfrm>
          <a:prstGeom prst="rect">
            <a:avLst/>
          </a:prstGeom>
          <a:solidFill>
            <a:schemeClr val="bg1">
              <a:lumMod val="85000"/>
            </a:schemeClr>
          </a:solidFill>
        </p:spPr>
        <p:txBody>
          <a:bodyPr wrap="square" rtlCol="0">
            <a:spAutoFit/>
          </a:bodyPr>
          <a:lstStyle/>
          <a:p>
            <a:r>
              <a:rPr lang="en-GB" sz="2200" b="1" dirty="0">
                <a:latin typeface="Courier New" panose="02070309020205020404" pitchFamily="49" charset="0"/>
                <a:cs typeface="Courier New" panose="02070309020205020404" pitchFamily="49" charset="0"/>
              </a:rPr>
              <a:t>&gt;</a:t>
            </a:r>
            <a:r>
              <a:rPr lang="en-GB" sz="2200" b="1" dirty="0">
                <a:solidFill>
                  <a:srgbClr val="0070C0"/>
                </a:solidFill>
                <a:latin typeface="Courier New" panose="02070309020205020404" pitchFamily="49" charset="0"/>
                <a:cs typeface="Courier New" panose="02070309020205020404" pitchFamily="49" charset="0"/>
              </a:rPr>
              <a:t>use</a:t>
            </a:r>
            <a:r>
              <a:rPr lang="en-GB" sz="2200" b="1" dirty="0">
                <a:latin typeface="Courier New" panose="02070309020205020404" pitchFamily="49" charset="0"/>
                <a:cs typeface="Courier New" panose="02070309020205020404" pitchFamily="49" charset="0"/>
              </a:rPr>
              <a:t> </a:t>
            </a:r>
            <a:r>
              <a:rPr lang="en-GB" sz="2200" b="1" dirty="0" err="1">
                <a:latin typeface="Courier New" panose="02070309020205020404" pitchFamily="49" charset="0"/>
                <a:cs typeface="Courier New" panose="02070309020205020404" pitchFamily="49" charset="0"/>
              </a:rPr>
              <a:t>mydb</a:t>
            </a:r>
            <a:r>
              <a:rPr lang="en-GB" sz="2200" b="1"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switched to </a:t>
            </a:r>
            <a:r>
              <a:rPr lang="en-GB" dirty="0" err="1">
                <a:latin typeface="Courier New" panose="02070309020205020404" pitchFamily="49" charset="0"/>
                <a:cs typeface="Courier New" panose="02070309020205020404" pitchFamily="49" charset="0"/>
              </a:rPr>
              <a:t>db</a:t>
            </a:r>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mydb</a:t>
            </a:r>
            <a:r>
              <a:rPr lang="en-GB" dirty="0">
                <a:latin typeface="Courier New" panose="02070309020205020404" pitchFamily="49" charset="0"/>
                <a:cs typeface="Courier New" panose="02070309020205020404" pitchFamily="49" charset="0"/>
              </a:rPr>
              <a:t> </a:t>
            </a:r>
          </a:p>
          <a:p>
            <a:r>
              <a:rPr lang="en-GB" sz="2200" dirty="0">
                <a:latin typeface="Courier New" panose="02070309020205020404" pitchFamily="49" charset="0"/>
                <a:cs typeface="Courier New" panose="02070309020205020404" pitchFamily="49" charset="0"/>
              </a:rPr>
              <a:t>&gt;</a:t>
            </a:r>
            <a:r>
              <a:rPr lang="en-GB" sz="2200" b="1" dirty="0">
                <a:solidFill>
                  <a:srgbClr val="0070C0"/>
                </a:solidFill>
                <a:latin typeface="Courier New" panose="02070309020205020404" pitchFamily="49" charset="0"/>
                <a:cs typeface="Courier New" panose="02070309020205020404" pitchFamily="49" charset="0"/>
              </a:rPr>
              <a:t>show</a:t>
            </a:r>
            <a:r>
              <a:rPr lang="en-GB" sz="2200" b="1" dirty="0">
                <a:latin typeface="Courier New" panose="02070309020205020404" pitchFamily="49" charset="0"/>
                <a:cs typeface="Courier New" panose="02070309020205020404" pitchFamily="49" charset="0"/>
              </a:rPr>
              <a:t> collections</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mycollection</a:t>
            </a:r>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system.indexes</a:t>
            </a:r>
            <a:r>
              <a:rPr lang="en-GB" dirty="0">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testing </a:t>
            </a:r>
          </a:p>
          <a:p>
            <a:r>
              <a:rPr lang="en-GB" sz="2000" b="1" dirty="0">
                <a:latin typeface="Courier New" panose="02070309020205020404" pitchFamily="49" charset="0"/>
                <a:cs typeface="Courier New" panose="02070309020205020404" pitchFamily="49" charset="0"/>
              </a:rPr>
              <a:t>&gt;</a:t>
            </a:r>
          </a:p>
        </p:txBody>
      </p:sp>
      <p:sp>
        <p:nvSpPr>
          <p:cNvPr id="5" name="TextBox 4">
            <a:extLst>
              <a:ext uri="{FF2B5EF4-FFF2-40B4-BE49-F238E27FC236}">
                <a16:creationId xmlns:a16="http://schemas.microsoft.com/office/drawing/2014/main" id="{4110BCD8-3BA2-9B51-A397-EC5DCB749D26}"/>
              </a:ext>
            </a:extLst>
          </p:cNvPr>
          <p:cNvSpPr txBox="1"/>
          <p:nvPr/>
        </p:nvSpPr>
        <p:spPr>
          <a:xfrm>
            <a:off x="1187624" y="2625355"/>
            <a:ext cx="1944216" cy="461665"/>
          </a:xfrm>
          <a:prstGeom prst="rect">
            <a:avLst/>
          </a:prstGeom>
          <a:noFill/>
        </p:spPr>
        <p:txBody>
          <a:bodyPr wrap="square" rtlCol="0">
            <a:spAutoFit/>
          </a:bodyPr>
          <a:lstStyle/>
          <a:p>
            <a:r>
              <a:rPr lang="en-GB" sz="2400" dirty="0"/>
              <a:t>Example</a:t>
            </a:r>
          </a:p>
        </p:txBody>
      </p:sp>
      <p:sp>
        <p:nvSpPr>
          <p:cNvPr id="8" name="TextBox 7">
            <a:extLst>
              <a:ext uri="{FF2B5EF4-FFF2-40B4-BE49-F238E27FC236}">
                <a16:creationId xmlns:a16="http://schemas.microsoft.com/office/drawing/2014/main" id="{DF9634C2-F74A-892B-26C5-B74A4299A38F}"/>
              </a:ext>
            </a:extLst>
          </p:cNvPr>
          <p:cNvSpPr txBox="1"/>
          <p:nvPr/>
        </p:nvSpPr>
        <p:spPr>
          <a:xfrm>
            <a:off x="2746276" y="4769189"/>
            <a:ext cx="4413448" cy="1138773"/>
          </a:xfrm>
          <a:prstGeom prst="rect">
            <a:avLst/>
          </a:prstGeom>
          <a:solidFill>
            <a:schemeClr val="bg1">
              <a:lumMod val="85000"/>
            </a:schemeClr>
          </a:solidFill>
        </p:spPr>
        <p:txBody>
          <a:bodyPr wrap="square" rtlCol="0">
            <a:spAutoFit/>
          </a:bodyPr>
          <a:lstStyle/>
          <a:p>
            <a:r>
              <a:rPr lang="en-GB" sz="2400" b="1" dirty="0">
                <a:latin typeface="Courier New" panose="02070309020205020404" pitchFamily="49" charset="0"/>
                <a:cs typeface="Courier New" panose="02070309020205020404" pitchFamily="49" charset="0"/>
              </a:rPr>
              <a:t>&gt;</a:t>
            </a:r>
            <a:r>
              <a:rPr lang="en-GB" sz="2400" b="1" dirty="0" err="1">
                <a:latin typeface="Courier New" panose="02070309020205020404" pitchFamily="49" charset="0"/>
                <a:cs typeface="Courier New" panose="02070309020205020404" pitchFamily="49" charset="0"/>
              </a:rPr>
              <a:t>db.mycollection</a:t>
            </a:r>
            <a:r>
              <a:rPr lang="en-GB" sz="2400" dirty="0" err="1">
                <a:latin typeface="Courier New" panose="02070309020205020404" pitchFamily="49" charset="0"/>
                <a:cs typeface="Courier New" panose="02070309020205020404" pitchFamily="49" charset="0"/>
              </a:rPr>
              <a:t>.</a:t>
            </a:r>
            <a:r>
              <a:rPr lang="en-GB" sz="2400" b="1" dirty="0" err="1">
                <a:solidFill>
                  <a:srgbClr val="0070C0"/>
                </a:solidFill>
                <a:latin typeface="Courier New" panose="02070309020205020404" pitchFamily="49" charset="0"/>
                <a:cs typeface="Courier New" panose="02070309020205020404" pitchFamily="49" charset="0"/>
              </a:rPr>
              <a:t>drop</a:t>
            </a:r>
            <a:r>
              <a:rPr lang="en-GB" sz="2400" b="1" dirty="0">
                <a:solidFill>
                  <a:srgbClr val="0070C0"/>
                </a:solidFill>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a:t>
            </a:r>
            <a:r>
              <a:rPr lang="en-GB" sz="2000" dirty="0">
                <a:latin typeface="Courier New" panose="02070309020205020404" pitchFamily="49" charset="0"/>
                <a:cs typeface="Courier New" panose="02070309020205020404" pitchFamily="49" charset="0"/>
              </a:rPr>
              <a:t>true</a:t>
            </a:r>
          </a:p>
          <a:p>
            <a:r>
              <a:rPr lang="en-GB" sz="2400" dirty="0">
                <a:latin typeface="Courier New" panose="02070309020205020404" pitchFamily="49" charset="0"/>
                <a:cs typeface="Courier New" panose="02070309020205020404" pitchFamily="49" charset="0"/>
              </a:rPr>
              <a:t>&gt;</a:t>
            </a:r>
          </a:p>
        </p:txBody>
      </p:sp>
    </p:spTree>
    <p:extLst>
      <p:ext uri="{BB962C8B-B14F-4D97-AF65-F5344CB8AC3E}">
        <p14:creationId xmlns:p14="http://schemas.microsoft.com/office/powerpoint/2010/main" val="1395021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CRUD Operations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20</a:t>
            </a:fld>
            <a:endParaRPr lang="en-GB" dirty="0"/>
          </a:p>
        </p:txBody>
      </p:sp>
      <p:sp>
        <p:nvSpPr>
          <p:cNvPr id="3" name="TextBox 2">
            <a:extLst>
              <a:ext uri="{FF2B5EF4-FFF2-40B4-BE49-F238E27FC236}">
                <a16:creationId xmlns:a16="http://schemas.microsoft.com/office/drawing/2014/main" id="{FAE63D6D-BD0A-D7AF-56DE-F85ECACF0D22}"/>
              </a:ext>
            </a:extLst>
          </p:cNvPr>
          <p:cNvSpPr txBox="1"/>
          <p:nvPr/>
        </p:nvSpPr>
        <p:spPr>
          <a:xfrm>
            <a:off x="200472" y="1010623"/>
            <a:ext cx="9705528" cy="1323439"/>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Courier New" panose="02070309020205020404" pitchFamily="49" charset="0"/>
                <a:cs typeface="Courier New" panose="02070309020205020404" pitchFamily="49" charset="0"/>
              </a:rPr>
              <a:t>The </a:t>
            </a:r>
            <a:r>
              <a:rPr lang="en-GB" sz="2000" b="1" dirty="0">
                <a:latin typeface="Courier New" panose="02070309020205020404" pitchFamily="49" charset="0"/>
                <a:cs typeface="Courier New" panose="02070309020205020404" pitchFamily="49" charset="0"/>
              </a:rPr>
              <a:t>insert() </a:t>
            </a:r>
            <a:r>
              <a:rPr lang="en-GB" sz="2000" dirty="0">
                <a:latin typeface="Helvetica" panose="020B0604020202020204" pitchFamily="34" charset="0"/>
                <a:cs typeface="Helvetica" panose="020B0604020202020204" pitchFamily="34" charset="0"/>
              </a:rPr>
              <a:t>Method</a:t>
            </a:r>
          </a:p>
          <a:p>
            <a:endParaRPr lang="en-GB" sz="2000" dirty="0">
              <a:latin typeface="Helvetica" panose="020B0604020202020204" pitchFamily="34" charset="0"/>
              <a:cs typeface="Helvetica" panose="020B0604020202020204" pitchFamily="34" charset="0"/>
            </a:endParaRPr>
          </a:p>
          <a:p>
            <a:r>
              <a:rPr lang="en-GB" sz="2000" dirty="0">
                <a:latin typeface="Helvetica" panose="020B0604020202020204" pitchFamily="34" charset="0"/>
                <a:cs typeface="Helvetica" panose="020B0604020202020204" pitchFamily="34" charset="0"/>
              </a:rPr>
              <a:t>To insert data into MongoDB collection, you need to use MongoDB's </a:t>
            </a:r>
            <a:r>
              <a:rPr lang="en-GB" sz="2000" dirty="0">
                <a:latin typeface="Courier New" panose="02070309020205020404" pitchFamily="49" charset="0"/>
                <a:cs typeface="Courier New" panose="02070309020205020404" pitchFamily="49" charset="0"/>
              </a:rPr>
              <a:t> insert() </a:t>
            </a:r>
          </a:p>
          <a:p>
            <a:r>
              <a:rPr lang="en-GB" sz="2000" dirty="0">
                <a:latin typeface="Helvetica" panose="020B0604020202020204" pitchFamily="34" charset="0"/>
                <a:cs typeface="Helvetica" panose="020B0604020202020204" pitchFamily="34" charset="0"/>
              </a:rPr>
              <a:t>or </a:t>
            </a:r>
            <a:r>
              <a:rPr lang="en-GB" sz="2000" dirty="0">
                <a:latin typeface="Courier New" panose="02070309020205020404" pitchFamily="49" charset="0"/>
                <a:cs typeface="Courier New" panose="02070309020205020404" pitchFamily="49" charset="0"/>
              </a:rPr>
              <a:t>save() </a:t>
            </a:r>
            <a:r>
              <a:rPr lang="en-GB" sz="2000" dirty="0">
                <a:latin typeface="Helvetica" panose="020B0604020202020204" pitchFamily="34" charset="0"/>
                <a:cs typeface="Helvetica" panose="020B0604020202020204" pitchFamily="34" charset="0"/>
              </a:rPr>
              <a:t>method.</a:t>
            </a:r>
          </a:p>
        </p:txBody>
      </p:sp>
      <p:sp>
        <p:nvSpPr>
          <p:cNvPr id="12" name="TextBox 11">
            <a:extLst>
              <a:ext uri="{FF2B5EF4-FFF2-40B4-BE49-F238E27FC236}">
                <a16:creationId xmlns:a16="http://schemas.microsoft.com/office/drawing/2014/main" id="{BF8BF7FE-086A-26AB-1C64-E999FF23A898}"/>
              </a:ext>
            </a:extLst>
          </p:cNvPr>
          <p:cNvSpPr txBox="1"/>
          <p:nvPr/>
        </p:nvSpPr>
        <p:spPr>
          <a:xfrm>
            <a:off x="623826" y="2954278"/>
            <a:ext cx="8658348" cy="3139321"/>
          </a:xfrm>
          <a:prstGeom prst="rect">
            <a:avLst/>
          </a:prstGeom>
          <a:solidFill>
            <a:sysClr val="window" lastClr="FFFFFF">
              <a:lumMod val="85000"/>
            </a:sysClr>
          </a:solidFill>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GB" sz="2200" b="1" i="0" u="none" strike="noStrike" kern="0" cap="none" spc="0" normalizeH="0" baseline="0" noProof="0" dirty="0">
                <a:ln>
                  <a:noFill/>
                </a:ln>
                <a:solidFill>
                  <a:prstClr val="black"/>
                </a:solidFill>
                <a:effectLst/>
                <a:uLnTx/>
                <a:uFillTx/>
                <a:latin typeface="Trebuchet MS" panose="020B0603020202020204"/>
                <a:ea typeface="+mn-ea"/>
                <a:cs typeface="+mn-cs"/>
              </a:rPr>
              <a:t>&gt;</a:t>
            </a:r>
            <a:r>
              <a:rPr kumimoji="0" lang="en-GB" sz="2200" b="1" i="0" u="none" strike="noStrike" kern="0" cap="none" spc="0" normalizeH="0" baseline="0" noProof="0" dirty="0" err="1">
                <a:ln>
                  <a:noFill/>
                </a:ln>
                <a:solidFill>
                  <a:prstClr val="black"/>
                </a:solidFill>
                <a:effectLst/>
                <a:uLnTx/>
                <a:uFillTx/>
                <a:latin typeface="Trebuchet MS" panose="020B0603020202020204"/>
                <a:ea typeface="+mn-ea"/>
                <a:cs typeface="+mn-cs"/>
              </a:rPr>
              <a:t>db.mycollection.insert</a:t>
            </a: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a:t>
            </a:r>
            <a:r>
              <a:rPr kumimoji="0" lang="en-GB" sz="2200" b="1" i="0" u="none" strike="noStrike" kern="0" cap="none" spc="0" normalizeH="0" baseline="0" noProof="0" dirty="0">
                <a:ln>
                  <a:noFill/>
                </a:ln>
                <a:solidFill>
                  <a:prstClr val="black"/>
                </a:solidFill>
                <a:effectLst/>
                <a:uLnTx/>
                <a:uFillTx/>
                <a:latin typeface="Trebuchet MS" panose="020B0603020202020204"/>
                <a:ea typeface="+mn-ea"/>
                <a:cs typeface="+mn-cs"/>
              </a:rPr>
              <a:t>{</a:t>
            </a: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_id: </a:t>
            </a:r>
            <a:r>
              <a:rPr kumimoji="0" lang="en-GB" sz="1800" b="0" i="0" u="none" strike="noStrike" kern="0" cap="none" spc="0" normalizeH="0" baseline="0" noProof="0" dirty="0" err="1">
                <a:ln>
                  <a:noFill/>
                </a:ln>
                <a:solidFill>
                  <a:prstClr val="black"/>
                </a:solidFill>
                <a:effectLst/>
                <a:uLnTx/>
                <a:uFillTx/>
                <a:latin typeface="Trebuchet MS" panose="020B0603020202020204"/>
                <a:ea typeface="+mn-ea"/>
                <a:cs typeface="+mn-cs"/>
              </a:rPr>
              <a:t>ObjectId</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(7df78ad8902c),</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title: </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'MongoDB Overview',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description: </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'MongoDB is no </a:t>
            </a:r>
            <a:r>
              <a:rPr kumimoji="0" lang="en-GB" sz="1800" b="0" i="0" u="none" strike="noStrike" kern="0" cap="none" spc="0" normalizeH="0" baseline="0" noProof="0" dirty="0" err="1">
                <a:ln>
                  <a:noFill/>
                </a:ln>
                <a:solidFill>
                  <a:prstClr val="black"/>
                </a:solidFill>
                <a:effectLst/>
                <a:uLnTx/>
                <a:uFillTx/>
                <a:latin typeface="Trebuchet MS" panose="020B0603020202020204"/>
                <a:ea typeface="+mn-ea"/>
                <a:cs typeface="+mn-cs"/>
              </a:rPr>
              <a:t>sql</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 database',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by: </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‘google',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url: </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'http://www.google.com',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tags: [</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a:t>
            </a:r>
            <a:r>
              <a:rPr kumimoji="0" lang="en-GB" sz="1800" b="0" i="0" u="none" strike="noStrike" kern="0" cap="none" spc="0" normalizeH="0" baseline="0" noProof="0" dirty="0" err="1">
                <a:ln>
                  <a:noFill/>
                </a:ln>
                <a:solidFill>
                  <a:prstClr val="black"/>
                </a:solidFill>
                <a:effectLst/>
                <a:uLnTx/>
                <a:uFillTx/>
                <a:latin typeface="Trebuchet MS" panose="020B0603020202020204"/>
                <a:ea typeface="+mn-ea"/>
                <a:cs typeface="+mn-cs"/>
              </a:rPr>
              <a:t>mongodb</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 'database', 'NoSQL'</a:t>
            </a: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							Likes: </a:t>
            </a:r>
            <a:r>
              <a:rPr kumimoji="0" lang="en-GB" sz="1800" b="0" i="0" u="none" strike="noStrike" kern="0" cap="none" spc="0" normalizeH="0" baseline="0" noProof="0" dirty="0">
                <a:ln>
                  <a:noFill/>
                </a:ln>
                <a:solidFill>
                  <a:prstClr val="black"/>
                </a:solidFill>
                <a:effectLst/>
                <a:uLnTx/>
                <a:uFillTx/>
                <a:latin typeface="Trebuchet MS" panose="020B0603020202020204"/>
                <a:ea typeface="+mn-ea"/>
                <a:cs typeface="+mn-cs"/>
              </a:rPr>
              <a:t>100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2200" b="1" i="0" u="none" strike="noStrike" kern="0" cap="none" spc="0" normalizeH="0" baseline="0" noProof="0" dirty="0">
                <a:ln>
                  <a:noFill/>
                </a:ln>
                <a:solidFill>
                  <a:prstClr val="black"/>
                </a:solidFill>
                <a:effectLst/>
                <a:uLnTx/>
                <a:uFillTx/>
                <a:latin typeface="Trebuchet MS" panose="020B0603020202020204"/>
                <a:ea typeface="+mn-ea"/>
                <a:cs typeface="+mn-cs"/>
              </a:rPr>
              <a:t>	                                 }</a:t>
            </a:r>
            <a:r>
              <a:rPr kumimoji="0" lang="en-GB" sz="2200" b="0" i="0" u="none" strike="noStrike" kern="0" cap="none" spc="0" normalizeH="0" baseline="0" noProof="0" dirty="0">
                <a:ln>
                  <a:noFill/>
                </a:ln>
                <a:solidFill>
                  <a:prstClr val="black"/>
                </a:solidFill>
                <a:effectLst/>
                <a:uLnTx/>
                <a:uFillTx/>
                <a:latin typeface="Trebuchet MS" panose="020B0603020202020204"/>
                <a:ea typeface="+mn-ea"/>
                <a:cs typeface="+mn-cs"/>
              </a:rPr>
              <a:t>)</a:t>
            </a:r>
          </a:p>
        </p:txBody>
      </p:sp>
      <p:sp>
        <p:nvSpPr>
          <p:cNvPr id="13" name="TextBox 12">
            <a:extLst>
              <a:ext uri="{FF2B5EF4-FFF2-40B4-BE49-F238E27FC236}">
                <a16:creationId xmlns:a16="http://schemas.microsoft.com/office/drawing/2014/main" id="{852FB0DC-987C-A978-DF8A-AC84528B6B6C}"/>
              </a:ext>
            </a:extLst>
          </p:cNvPr>
          <p:cNvSpPr txBox="1"/>
          <p:nvPr/>
        </p:nvSpPr>
        <p:spPr>
          <a:xfrm>
            <a:off x="180331" y="2421855"/>
            <a:ext cx="2242592" cy="430887"/>
          </a:xfrm>
          <a:prstGeom prst="rect">
            <a:avLst/>
          </a:prstGeom>
          <a:noFill/>
        </p:spPr>
        <p:txBody>
          <a:bodyPr wrap="square" rtlCol="0">
            <a:spAutoFit/>
          </a:bodyPr>
          <a:lstStyle/>
          <a:p>
            <a:pPr defTabSz="457200" fontAlgn="auto">
              <a:spcBef>
                <a:spcPts val="0"/>
              </a:spcBef>
              <a:spcAft>
                <a:spcPts val="0"/>
              </a:spcAft>
            </a:pPr>
            <a:r>
              <a:rPr lang="en-GB" sz="2200" dirty="0">
                <a:solidFill>
                  <a:prstClr val="black"/>
                </a:solidFill>
                <a:latin typeface="Helvetica" panose="020B0604020202020204" pitchFamily="34" charset="0"/>
                <a:ea typeface="+mn-ea"/>
                <a:cs typeface="Helvetica" panose="020B0604020202020204" pitchFamily="34" charset="0"/>
              </a:rPr>
              <a:t>Example</a:t>
            </a:r>
          </a:p>
        </p:txBody>
      </p:sp>
    </p:spTree>
    <p:extLst>
      <p:ext uri="{BB962C8B-B14F-4D97-AF65-F5344CB8AC3E}">
        <p14:creationId xmlns:p14="http://schemas.microsoft.com/office/powerpoint/2010/main" val="4199687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CRUD Operations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21</a:t>
            </a:fld>
            <a:endParaRPr lang="en-GB" dirty="0"/>
          </a:p>
        </p:txBody>
      </p:sp>
      <p:sp>
        <p:nvSpPr>
          <p:cNvPr id="4" name="TextBox 3">
            <a:extLst>
              <a:ext uri="{FF2B5EF4-FFF2-40B4-BE49-F238E27FC236}">
                <a16:creationId xmlns:a16="http://schemas.microsoft.com/office/drawing/2014/main" id="{ED9498AD-3078-B419-D0B5-44CE563453A9}"/>
              </a:ext>
            </a:extLst>
          </p:cNvPr>
          <p:cNvSpPr txBox="1"/>
          <p:nvPr/>
        </p:nvSpPr>
        <p:spPr>
          <a:xfrm>
            <a:off x="128464" y="924399"/>
            <a:ext cx="9144000" cy="646331"/>
          </a:xfrm>
          <a:prstGeom prst="rect">
            <a:avLst/>
          </a:prstGeom>
          <a:noFill/>
        </p:spPr>
        <p:txBody>
          <a:bodyPr wrap="square" rtlCol="0">
            <a:spAutoFit/>
          </a:bodyPr>
          <a:lstStyle/>
          <a:p>
            <a:r>
              <a:rPr lang="en-GB" dirty="0">
                <a:latin typeface="Helvetica" panose="020B0604020202020204" pitchFamily="34" charset="0"/>
                <a:cs typeface="Helvetica" panose="020B0604020202020204" pitchFamily="34" charset="0"/>
              </a:rPr>
              <a:t>To insert </a:t>
            </a:r>
            <a:r>
              <a:rPr lang="en-GB" b="1" dirty="0">
                <a:latin typeface="Helvetica" panose="020B0604020202020204" pitchFamily="34" charset="0"/>
                <a:cs typeface="Helvetica" panose="020B0604020202020204" pitchFamily="34" charset="0"/>
              </a:rPr>
              <a:t>multiple</a:t>
            </a:r>
            <a:r>
              <a:rPr lang="en-GB" dirty="0">
                <a:latin typeface="Helvetica" panose="020B0604020202020204" pitchFamily="34" charset="0"/>
                <a:cs typeface="Helvetica" panose="020B0604020202020204" pitchFamily="34" charset="0"/>
              </a:rPr>
              <a:t> documents in a single query, you can pass an array of documents in </a:t>
            </a:r>
            <a:r>
              <a:rPr lang="en-GB" b="1" dirty="0">
                <a:latin typeface="Courier New" panose="02070309020205020404" pitchFamily="49" charset="0"/>
                <a:cs typeface="Courier New" panose="02070309020205020404" pitchFamily="49" charset="0"/>
              </a:rPr>
              <a:t>insert() </a:t>
            </a:r>
            <a:r>
              <a:rPr lang="en-GB" dirty="0">
                <a:latin typeface="Helvetica" panose="020B0604020202020204" pitchFamily="34" charset="0"/>
                <a:cs typeface="Helvetica" panose="020B0604020202020204" pitchFamily="34" charset="0"/>
              </a:rPr>
              <a:t>command.</a:t>
            </a:r>
          </a:p>
        </p:txBody>
      </p:sp>
      <p:sp>
        <p:nvSpPr>
          <p:cNvPr id="5" name="TextBox 4">
            <a:extLst>
              <a:ext uri="{FF2B5EF4-FFF2-40B4-BE49-F238E27FC236}">
                <a16:creationId xmlns:a16="http://schemas.microsoft.com/office/drawing/2014/main" id="{C7223CAA-1CB0-49BE-0AAC-93FD10D7080B}"/>
              </a:ext>
            </a:extLst>
          </p:cNvPr>
          <p:cNvSpPr txBox="1"/>
          <p:nvPr/>
        </p:nvSpPr>
        <p:spPr>
          <a:xfrm>
            <a:off x="200472" y="1772816"/>
            <a:ext cx="9505056" cy="4431983"/>
          </a:xfrm>
          <a:prstGeom prst="rect">
            <a:avLst/>
          </a:prstGeom>
          <a:solidFill>
            <a:sysClr val="window" lastClr="FFFFFF">
              <a:lumMod val="85000"/>
            </a:sysClr>
          </a:solidFill>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black"/>
                </a:solidFill>
                <a:effectLst/>
                <a:uLnTx/>
                <a:uFillTx/>
                <a:latin typeface="Trebuchet MS" panose="020B0603020202020204"/>
                <a:ea typeface="+mn-ea"/>
                <a:cs typeface="+mn-cs"/>
              </a:rPr>
              <a:t>&gt;</a:t>
            </a:r>
            <a:r>
              <a:rPr kumimoji="0" lang="en-GB" sz="2000" b="1" i="0" u="none" strike="noStrike" kern="0" cap="none" spc="0" normalizeH="0" baseline="0" noProof="0" dirty="0" err="1">
                <a:ln>
                  <a:noFill/>
                </a:ln>
                <a:solidFill>
                  <a:prstClr val="black"/>
                </a:solidFill>
                <a:effectLst/>
                <a:uLnTx/>
                <a:uFillTx/>
                <a:latin typeface="Trebuchet MS" panose="020B0603020202020204"/>
                <a:ea typeface="+mn-ea"/>
                <a:cs typeface="+mn-cs"/>
              </a:rPr>
              <a:t>db.mycollection.insert</a:t>
            </a:r>
            <a:r>
              <a:rPr kumimoji="0" lang="en-GB" sz="2000" b="0" i="0" u="none" strike="noStrike" kern="0" cap="none" spc="0" normalizeH="0" baseline="0" noProof="0" dirty="0">
                <a:ln>
                  <a:noFill/>
                </a:ln>
                <a:solidFill>
                  <a:prstClr val="black"/>
                </a:solidFill>
                <a:effectLst/>
                <a:uLnTx/>
                <a:uFillTx/>
                <a:latin typeface="Trebuchet MS" panose="020B0603020202020204"/>
                <a:ea typeface="+mn-ea"/>
                <a:cs typeface="+mn-cs"/>
              </a:rPr>
              <a:t>(</a:t>
            </a:r>
            <a:r>
              <a:rPr kumimoji="0" lang="en-GB" sz="2000" b="1" i="0" u="none" strike="noStrike" kern="0" cap="none" spc="0" normalizeH="0" baseline="0" noProof="0" dirty="0">
                <a:ln>
                  <a:noFill/>
                </a:ln>
                <a:solidFill>
                  <a:prstClr val="black"/>
                </a:solidFill>
                <a:effectLst/>
                <a:uLnTx/>
                <a:uFillTx/>
                <a:latin typeface="Trebuchet MS" panose="020B0603020202020204"/>
                <a:ea typeface="+mn-ea"/>
                <a:cs typeface="+mn-cs"/>
              </a:rPr>
              <a:t>[</a:t>
            </a:r>
            <a:r>
              <a:rPr kumimoji="0" lang="en-GB" sz="2000" b="0" i="0" u="none" strike="noStrike" kern="0" cap="none" spc="0" normalizeH="0" baseline="0" noProof="0" dirty="0">
                <a:ln>
                  <a:noFill/>
                </a:ln>
                <a:solidFill>
                  <a:prstClr val="black"/>
                </a:solidFill>
                <a:effectLst/>
                <a:uLnTx/>
                <a:uFillTx/>
                <a:latin typeface="Trebuchet MS" panose="020B0603020202020204"/>
                <a:ea typeface="+mn-ea"/>
                <a:cs typeface="+mn-cs"/>
              </a:rPr>
              <a:t> </a:t>
            </a:r>
            <a:r>
              <a:rPr kumimoji="0" lang="en-GB" sz="2000" b="1" i="0" u="none" strike="noStrike" kern="0" cap="none" spc="0" normalizeH="0" baseline="0" noProof="0" dirty="0">
                <a:ln>
                  <a:noFill/>
                </a:ln>
                <a:solidFill>
                  <a:prstClr val="black"/>
                </a:solidFill>
                <a:effectLst/>
                <a:uLnTx/>
                <a:uFillTx/>
                <a:latin typeface="Trebuchet MS" panose="020B0603020202020204"/>
                <a:ea typeface="+mn-ea"/>
                <a:cs typeface="+mn-cs"/>
              </a:rPr>
              <a:t>{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title: 'MongoDB Overview',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description: 'MongoDB is no </a:t>
            </a:r>
            <a:r>
              <a:rPr kumimoji="0" lang="en-GB" sz="1600" b="0" i="0" u="none" strike="noStrike" kern="0" cap="none" spc="0" normalizeH="0" baseline="0" noProof="0" dirty="0" err="1">
                <a:ln>
                  <a:noFill/>
                </a:ln>
                <a:solidFill>
                  <a:prstClr val="black"/>
                </a:solidFill>
                <a:effectLst/>
                <a:uLnTx/>
                <a:uFillTx/>
                <a:latin typeface="Trebuchet MS" panose="020B0603020202020204"/>
                <a:ea typeface="+mn-ea"/>
                <a:cs typeface="+mn-cs"/>
              </a:rPr>
              <a:t>sql</a:t>
            </a: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database',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by: ‘google',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url: 'http://www.google.com',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tags: ['</a:t>
            </a:r>
            <a:r>
              <a:rPr kumimoji="0" lang="en-GB" sz="1600" b="0" i="0" u="none" strike="noStrike" kern="0" cap="none" spc="0" normalizeH="0" baseline="0" noProof="0" dirty="0" err="1">
                <a:ln>
                  <a:noFill/>
                </a:ln>
                <a:solidFill>
                  <a:prstClr val="black"/>
                </a:solidFill>
                <a:effectLst/>
                <a:uLnTx/>
                <a:uFillTx/>
                <a:latin typeface="Trebuchet MS" panose="020B0603020202020204"/>
                <a:ea typeface="+mn-ea"/>
                <a:cs typeface="+mn-cs"/>
              </a:rPr>
              <a:t>mongodb</a:t>
            </a: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'database', 'NoSQL'],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Likes: 100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prstClr val="black"/>
                </a:solidFill>
                <a:effectLst/>
                <a:uLnTx/>
                <a:uFillTx/>
                <a:latin typeface="Trebuchet MS" panose="020B0603020202020204"/>
                <a:ea typeface="+mn-ea"/>
                <a:cs typeface="+mn-cs"/>
              </a:rPr>
              <a:t>							}</a:t>
            </a: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a:t>
            </a:r>
            <a:r>
              <a:rPr kumimoji="0" lang="en-GB" sz="1800" b="1" i="0" u="none" strike="noStrike" kern="0" cap="none" spc="0" normalizeH="0" baseline="0" noProof="0" dirty="0">
                <a:ln>
                  <a:noFill/>
                </a:ln>
                <a:solidFill>
                  <a:prstClr val="black"/>
                </a:solidFill>
                <a:effectLst/>
                <a:uLnTx/>
                <a:uFillTx/>
                <a:latin typeface="Trebuchet MS" panose="020B0603020202020204"/>
                <a:ea typeface="+mn-ea"/>
                <a:cs typeface="+mn-cs"/>
              </a:rPr>
              <a:t>{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title: 'NoSQL Database',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description: "NoSQL database doesn't have tables",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by: ‘yahoo',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url: 'http://www.yahoo.com',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tags: ['</a:t>
            </a:r>
            <a:r>
              <a:rPr kumimoji="0" lang="en-GB" sz="1600" b="0" i="0" u="none" strike="noStrike" kern="0" cap="none" spc="0" normalizeH="0" baseline="0" noProof="0" dirty="0" err="1">
                <a:ln>
                  <a:noFill/>
                </a:ln>
                <a:solidFill>
                  <a:prstClr val="black"/>
                </a:solidFill>
                <a:effectLst/>
                <a:uLnTx/>
                <a:uFillTx/>
                <a:latin typeface="Trebuchet MS" panose="020B0603020202020204"/>
                <a:ea typeface="+mn-ea"/>
                <a:cs typeface="+mn-cs"/>
              </a:rPr>
              <a:t>mongodb</a:t>
            </a: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'database', 'NoSQL'],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likes: 20,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comments: [ { user:'user1', message: 'My first comment', like: 0 } ] </a:t>
            </a:r>
          </a:p>
          <a:p>
            <a:pPr marL="0" marR="0" lvl="0" indent="0" defTabSz="4572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   						 </a:t>
            </a:r>
            <a:r>
              <a:rPr kumimoji="0" lang="en-GB" sz="1800" b="1" i="0" u="none" strike="noStrike" kern="0" cap="none" spc="0" normalizeH="0" baseline="0" noProof="0" dirty="0">
                <a:ln>
                  <a:noFill/>
                </a:ln>
                <a:solidFill>
                  <a:prstClr val="black"/>
                </a:solidFill>
                <a:effectLst/>
                <a:uLnTx/>
                <a:uFillTx/>
                <a:latin typeface="Trebuchet MS" panose="020B0603020202020204"/>
                <a:ea typeface="+mn-ea"/>
                <a:cs typeface="+mn-cs"/>
              </a:rPr>
              <a:t>} ]</a:t>
            </a:r>
            <a:r>
              <a:rPr kumimoji="0" lang="en-GB" sz="1600" b="0" i="0" u="none" strike="noStrike" kern="0" cap="none" spc="0" normalizeH="0" baseline="0" noProof="0" dirty="0">
                <a:ln>
                  <a:noFill/>
                </a:ln>
                <a:solidFill>
                  <a:prstClr val="black"/>
                </a:solidFill>
                <a:effectLst/>
                <a:uLnTx/>
                <a:uFillTx/>
                <a:latin typeface="Trebuchet MS" panose="020B0603020202020204"/>
                <a:ea typeface="+mn-ea"/>
                <a:cs typeface="+mn-cs"/>
              </a:rPr>
              <a:t>)</a:t>
            </a:r>
          </a:p>
        </p:txBody>
      </p:sp>
    </p:spTree>
    <p:extLst>
      <p:ext uri="{BB962C8B-B14F-4D97-AF65-F5344CB8AC3E}">
        <p14:creationId xmlns:p14="http://schemas.microsoft.com/office/powerpoint/2010/main" val="754407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CRUD Operations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22</a:t>
            </a:fld>
            <a:endParaRPr lang="en-GB" dirty="0"/>
          </a:p>
        </p:txBody>
      </p:sp>
      <p:sp>
        <p:nvSpPr>
          <p:cNvPr id="4" name="TextBox 3">
            <a:extLst>
              <a:ext uri="{FF2B5EF4-FFF2-40B4-BE49-F238E27FC236}">
                <a16:creationId xmlns:a16="http://schemas.microsoft.com/office/drawing/2014/main" id="{ED9498AD-3078-B419-D0B5-44CE563453A9}"/>
              </a:ext>
            </a:extLst>
          </p:cNvPr>
          <p:cNvSpPr txBox="1"/>
          <p:nvPr/>
        </p:nvSpPr>
        <p:spPr>
          <a:xfrm>
            <a:off x="488504" y="1382286"/>
            <a:ext cx="9144000" cy="4093428"/>
          </a:xfrm>
          <a:prstGeom prst="rect">
            <a:avLst/>
          </a:prstGeom>
          <a:noFill/>
        </p:spPr>
        <p:txBody>
          <a:bodyPr wrap="square" rtlCol="0">
            <a:spAutoFit/>
          </a:bodyPr>
          <a:lstStyle/>
          <a:p>
            <a:r>
              <a:rPr lang="en-GB" sz="2000" dirty="0">
                <a:latin typeface="Helvetica" panose="020B0604020202020204" pitchFamily="34" charset="0"/>
                <a:cs typeface="Helvetica" panose="020B0604020202020204" pitchFamily="34" charset="0"/>
              </a:rPr>
              <a:t>The </a:t>
            </a:r>
            <a:r>
              <a:rPr lang="en-GB" sz="2000" b="1" dirty="0">
                <a:latin typeface="Courier New" panose="02070309020205020404" pitchFamily="49" charset="0"/>
                <a:cs typeface="Courier New" panose="02070309020205020404" pitchFamily="49" charset="0"/>
              </a:rPr>
              <a:t>insert()</a:t>
            </a:r>
            <a:r>
              <a:rPr lang="en-GB" sz="2000" dirty="0">
                <a:latin typeface="Helvetica" panose="020B0604020202020204" pitchFamily="34" charset="0"/>
                <a:cs typeface="Helvetica" panose="020B0604020202020204" pitchFamily="34" charset="0"/>
              </a:rPr>
              <a:t>method is </a:t>
            </a:r>
            <a:r>
              <a:rPr lang="en-GB" sz="2000" b="1" dirty="0">
                <a:solidFill>
                  <a:srgbClr val="FF0000"/>
                </a:solidFill>
                <a:latin typeface="Helvetica" panose="020B0604020202020204" pitchFamily="34" charset="0"/>
                <a:cs typeface="Helvetica" panose="020B0604020202020204" pitchFamily="34" charset="0"/>
              </a:rPr>
              <a:t>deprecated</a:t>
            </a:r>
            <a:r>
              <a:rPr lang="en-GB" sz="2000" dirty="0">
                <a:latin typeface="Helvetica" panose="020B0604020202020204" pitchFamily="34" charset="0"/>
                <a:cs typeface="Helvetica" panose="020B0604020202020204" pitchFamily="34" charset="0"/>
              </a:rPr>
              <a:t> in the latest versions of MongoDB. It has been replaced by two more specific methods:</a:t>
            </a:r>
          </a:p>
          <a:p>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err="1">
                <a:latin typeface="Courier New" panose="02070309020205020404" pitchFamily="49" charset="0"/>
                <a:cs typeface="Courier New" panose="02070309020205020404" pitchFamily="49" charset="0"/>
              </a:rPr>
              <a:t>insertOne</a:t>
            </a:r>
            <a:r>
              <a:rPr lang="en-GB" sz="2000" b="1" dirty="0">
                <a:latin typeface="Courier New" panose="02070309020205020404" pitchFamily="49" charset="0"/>
                <a:cs typeface="Courier New" panose="02070309020205020404" pitchFamily="49" charset="0"/>
              </a:rPr>
              <a:t>()</a:t>
            </a:r>
            <a:r>
              <a:rPr lang="en-GB" sz="2000" dirty="0">
                <a:latin typeface="Helvetica" panose="020B0604020202020204" pitchFamily="34" charset="0"/>
                <a:cs typeface="Helvetica" panose="020B0604020202020204" pitchFamily="34" charset="0"/>
              </a:rPr>
              <a:t>– to insert a single document.</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r>
              <a:rPr lang="en-GB" sz="2000" b="1" dirty="0" err="1">
                <a:latin typeface="Courier New" panose="02070309020205020404" pitchFamily="49" charset="0"/>
                <a:cs typeface="Courier New" panose="02070309020205020404" pitchFamily="49" charset="0"/>
              </a:rPr>
              <a:t>db.collection.insertOne</a:t>
            </a:r>
            <a:r>
              <a:rPr lang="en-GB" sz="2000" b="1" dirty="0">
                <a:latin typeface="Courier New" panose="02070309020205020404" pitchFamily="49" charset="0"/>
                <a:cs typeface="Courier New" panose="02070309020205020404" pitchFamily="49" charset="0"/>
              </a:rPr>
              <a:t>({ name: "John", age: 30 });</a:t>
            </a:r>
          </a:p>
          <a:p>
            <a:pPr marL="742950" lvl="1" indent="-285750">
              <a:buFont typeface="Arial" panose="020B0604020202020204" pitchFamily="34" charset="0"/>
              <a:buChar char="•"/>
            </a:pPr>
            <a:endParaRPr lang="en-GB" sz="2000" dirty="0">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err="1">
                <a:latin typeface="Courier New" panose="02070309020205020404" pitchFamily="49" charset="0"/>
                <a:cs typeface="Courier New" panose="02070309020205020404" pitchFamily="49" charset="0"/>
              </a:rPr>
              <a:t>insertMany</a:t>
            </a:r>
            <a:r>
              <a:rPr lang="en-GB" sz="2000" b="1" dirty="0">
                <a:latin typeface="Courier New" panose="02070309020205020404" pitchFamily="49" charset="0"/>
                <a:cs typeface="Courier New" panose="02070309020205020404" pitchFamily="49" charset="0"/>
              </a:rPr>
              <a:t>()</a:t>
            </a:r>
            <a:r>
              <a:rPr lang="en-GB" sz="2000" dirty="0">
                <a:latin typeface="Helvetica" panose="020B0604020202020204" pitchFamily="34" charset="0"/>
                <a:cs typeface="Helvetica" panose="020B0604020202020204" pitchFamily="34" charset="0"/>
              </a:rPr>
              <a:t>– to insert multiple documents at once.</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r>
              <a:rPr lang="en-GB" sz="2000" b="1" dirty="0" err="1">
                <a:latin typeface="Courier New" panose="02070309020205020404" pitchFamily="49" charset="0"/>
                <a:cs typeface="Courier New" panose="02070309020205020404" pitchFamily="49" charset="0"/>
              </a:rPr>
              <a:t>db.collection.insertMany</a:t>
            </a:r>
            <a:r>
              <a:rPr lang="en-GB" sz="2000" b="1" dirty="0">
                <a:latin typeface="Courier New" panose="02070309020205020404" pitchFamily="49" charset="0"/>
                <a:cs typeface="Courier New" panose="02070309020205020404" pitchFamily="49" charset="0"/>
              </a:rPr>
              <a:t>([{ name: "John", age: 30 }, { name: "Jane", age: 25 }]);</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99605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CRUD Operations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23</a:t>
            </a:fld>
            <a:endParaRPr lang="en-GB" dirty="0"/>
          </a:p>
        </p:txBody>
      </p:sp>
      <p:sp>
        <p:nvSpPr>
          <p:cNvPr id="3" name="TextBox 2">
            <a:extLst>
              <a:ext uri="{FF2B5EF4-FFF2-40B4-BE49-F238E27FC236}">
                <a16:creationId xmlns:a16="http://schemas.microsoft.com/office/drawing/2014/main" id="{A4A4BB8E-0C7D-D435-7853-5B0C67228011}"/>
              </a:ext>
            </a:extLst>
          </p:cNvPr>
          <p:cNvSpPr txBox="1"/>
          <p:nvPr/>
        </p:nvSpPr>
        <p:spPr>
          <a:xfrm>
            <a:off x="92460" y="921332"/>
            <a:ext cx="9721080" cy="1323439"/>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The </a:t>
            </a:r>
            <a:r>
              <a:rPr lang="en-GB" sz="2000" b="1" dirty="0">
                <a:latin typeface="Courier New" panose="02070309020205020404" pitchFamily="49" charset="0"/>
                <a:cs typeface="Courier New" panose="02070309020205020404" pitchFamily="49" charset="0"/>
              </a:rPr>
              <a:t>find()</a:t>
            </a:r>
            <a:r>
              <a:rPr lang="en-GB" sz="2000" dirty="0">
                <a:latin typeface="Helvetica" panose="020B0604020202020204" pitchFamily="34" charset="0"/>
                <a:cs typeface="Helvetica" panose="020B0604020202020204" pitchFamily="34" charset="0"/>
              </a:rPr>
              <a:t>Method</a:t>
            </a:r>
          </a:p>
          <a:p>
            <a:endParaRPr lang="en-GB" sz="2000" dirty="0">
              <a:latin typeface="Helvetica" panose="020B0604020202020204" pitchFamily="34" charset="0"/>
              <a:cs typeface="Helvetica" panose="020B0604020202020204" pitchFamily="34" charset="0"/>
            </a:endParaRPr>
          </a:p>
          <a:p>
            <a:r>
              <a:rPr lang="en-GB" sz="2000" dirty="0">
                <a:latin typeface="Helvetica" panose="020B0604020202020204" pitchFamily="34" charset="0"/>
                <a:cs typeface="Helvetica" panose="020B0604020202020204" pitchFamily="34" charset="0"/>
              </a:rPr>
              <a:t>To query data from MongoDB collection, you need to use MongoDB's </a:t>
            </a:r>
            <a:r>
              <a:rPr lang="en-GB" sz="2000" b="1" dirty="0">
                <a:latin typeface="Helvetica" panose="020B0604020202020204" pitchFamily="34" charset="0"/>
                <a:cs typeface="Helvetica" panose="020B0604020202020204" pitchFamily="34" charset="0"/>
              </a:rPr>
              <a:t>find()</a:t>
            </a:r>
            <a:r>
              <a:rPr lang="en-GB" sz="2000" dirty="0">
                <a:latin typeface="Helvetica" panose="020B0604020202020204" pitchFamily="34" charset="0"/>
                <a:cs typeface="Helvetica" panose="020B0604020202020204" pitchFamily="34" charset="0"/>
              </a:rPr>
              <a:t> method. </a:t>
            </a:r>
            <a:r>
              <a:rPr lang="en-GB" sz="2000" b="1" dirty="0">
                <a:latin typeface="Courier New" panose="02070309020205020404" pitchFamily="49" charset="0"/>
                <a:cs typeface="Courier New" panose="02070309020205020404" pitchFamily="49" charset="0"/>
              </a:rPr>
              <a:t>find()</a:t>
            </a:r>
            <a:r>
              <a:rPr lang="en-GB" sz="2000" dirty="0">
                <a:latin typeface="Helvetica" panose="020B0604020202020204" pitchFamily="34" charset="0"/>
                <a:cs typeface="Helvetica" panose="020B0604020202020204" pitchFamily="34" charset="0"/>
              </a:rPr>
              <a:t>method will display all the documents in a non-structured way.</a:t>
            </a:r>
          </a:p>
        </p:txBody>
      </p:sp>
      <p:sp>
        <p:nvSpPr>
          <p:cNvPr id="5" name="AutoShape 2" descr="The components of a MongoDB insertOne operations.">
            <a:extLst>
              <a:ext uri="{FF2B5EF4-FFF2-40B4-BE49-F238E27FC236}">
                <a16:creationId xmlns:a16="http://schemas.microsoft.com/office/drawing/2014/main" id="{00D7314E-91ED-F21E-86B0-2068CF4B1A25}"/>
              </a:ext>
            </a:extLst>
          </p:cNvPr>
          <p:cNvSpPr>
            <a:spLocks noChangeAspect="1" noChangeArrowheads="1"/>
          </p:cNvSpPr>
          <p:nvPr/>
        </p:nvSpPr>
        <p:spPr bwMode="auto">
          <a:xfrm>
            <a:off x="244032" y="1490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4" descr="The components of a MongoDB insertOne operations.">
            <a:extLst>
              <a:ext uri="{FF2B5EF4-FFF2-40B4-BE49-F238E27FC236}">
                <a16:creationId xmlns:a16="http://schemas.microsoft.com/office/drawing/2014/main" id="{82406F66-E497-C40F-4BBC-2EA8500F6EE1}"/>
              </a:ext>
            </a:extLst>
          </p:cNvPr>
          <p:cNvSpPr>
            <a:spLocks noChangeAspect="1" noChangeArrowheads="1"/>
          </p:cNvSpPr>
          <p:nvPr/>
        </p:nvSpPr>
        <p:spPr bwMode="auto">
          <a:xfrm>
            <a:off x="396432" y="3014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descr="The components of a MongoDB insertOne operations.">
            <a:extLst>
              <a:ext uri="{FF2B5EF4-FFF2-40B4-BE49-F238E27FC236}">
                <a16:creationId xmlns:a16="http://schemas.microsoft.com/office/drawing/2014/main" id="{058DBFE3-3342-8A84-BC5E-312DD99C4C06}"/>
              </a:ext>
            </a:extLst>
          </p:cNvPr>
          <p:cNvSpPr>
            <a:spLocks noChangeAspect="1" noChangeArrowheads="1"/>
          </p:cNvSpPr>
          <p:nvPr/>
        </p:nvSpPr>
        <p:spPr bwMode="auto">
          <a:xfrm>
            <a:off x="548832" y="4538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Rectangle 9">
            <a:extLst>
              <a:ext uri="{FF2B5EF4-FFF2-40B4-BE49-F238E27FC236}">
                <a16:creationId xmlns:a16="http://schemas.microsoft.com/office/drawing/2014/main" id="{96C3230A-187D-230B-842F-EB54FA901C33}"/>
              </a:ext>
            </a:extLst>
          </p:cNvPr>
          <p:cNvSpPr>
            <a:spLocks noChangeArrowheads="1"/>
          </p:cNvSpPr>
          <p:nvPr/>
        </p:nvSpPr>
        <p:spPr bwMode="auto">
          <a:xfrm>
            <a:off x="244032" y="2340462"/>
            <a:ext cx="8820472" cy="461665"/>
          </a:xfrm>
          <a:prstGeom prst="rect">
            <a:avLst/>
          </a:prstGeom>
          <a:solidFill>
            <a:schemeClr val="accent2">
              <a:lumMod val="7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r>
              <a:rPr kumimoji="0" lang="en-US" sz="2400" b="0" i="0" u="none" strike="noStrike" cap="none" normalizeH="0" baseline="0" dirty="0" err="1">
                <a:ln>
                  <a:noFill/>
                </a:ln>
                <a:solidFill>
                  <a:schemeClr val="bg1"/>
                </a:solidFill>
                <a:effectLst/>
                <a:latin typeface="Courier New" panose="02070309020205020404" pitchFamily="49" charset="0"/>
                <a:cs typeface="Courier New" panose="02070309020205020404" pitchFamily="49" charset="0"/>
              </a:rPr>
              <a:t>db.collection.find</a:t>
            </a:r>
            <a:r>
              <a:rPr kumimoji="0" lang="en-US" sz="24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(query, projection).pretty()</a:t>
            </a:r>
            <a:r>
              <a:rPr kumimoji="0" lang="en-US" sz="24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graphicFrame>
        <p:nvGraphicFramePr>
          <p:cNvPr id="11" name="Table 10">
            <a:extLst>
              <a:ext uri="{FF2B5EF4-FFF2-40B4-BE49-F238E27FC236}">
                <a16:creationId xmlns:a16="http://schemas.microsoft.com/office/drawing/2014/main" id="{D968FBEB-E3CE-A8BE-A869-A21D27C654F4}"/>
              </a:ext>
            </a:extLst>
          </p:cNvPr>
          <p:cNvGraphicFramePr>
            <a:graphicFrameLocks noGrp="1"/>
          </p:cNvGraphicFramePr>
          <p:nvPr>
            <p:extLst>
              <p:ext uri="{D42A27DB-BD31-4B8C-83A1-F6EECF244321}">
                <p14:modId xmlns:p14="http://schemas.microsoft.com/office/powerpoint/2010/main" val="3206664877"/>
              </p:ext>
            </p:extLst>
          </p:nvPr>
        </p:nvGraphicFramePr>
        <p:xfrm>
          <a:off x="701232" y="3091740"/>
          <a:ext cx="8512497" cy="2956560"/>
        </p:xfrm>
        <a:graphic>
          <a:graphicData uri="http://schemas.openxmlformats.org/drawingml/2006/table">
            <a:tbl>
              <a:tblPr firstRow="1" bandRow="1">
                <a:tableStyleId>{08FB837D-C827-4EFA-A057-4D05807E0F7C}</a:tableStyleId>
              </a:tblPr>
              <a:tblGrid>
                <a:gridCol w="1567061">
                  <a:extLst>
                    <a:ext uri="{9D8B030D-6E8A-4147-A177-3AD203B41FA5}">
                      <a16:colId xmlns:a16="http://schemas.microsoft.com/office/drawing/2014/main" val="20000"/>
                    </a:ext>
                  </a:extLst>
                </a:gridCol>
                <a:gridCol w="1660399">
                  <a:extLst>
                    <a:ext uri="{9D8B030D-6E8A-4147-A177-3AD203B41FA5}">
                      <a16:colId xmlns:a16="http://schemas.microsoft.com/office/drawing/2014/main" val="20001"/>
                    </a:ext>
                  </a:extLst>
                </a:gridCol>
                <a:gridCol w="5285037">
                  <a:extLst>
                    <a:ext uri="{9D8B030D-6E8A-4147-A177-3AD203B41FA5}">
                      <a16:colId xmlns:a16="http://schemas.microsoft.com/office/drawing/2014/main" val="20002"/>
                    </a:ext>
                  </a:extLst>
                </a:gridCol>
              </a:tblGrid>
              <a:tr h="370804">
                <a:tc>
                  <a:txBody>
                    <a:bodyPr/>
                    <a:lstStyle/>
                    <a:p>
                      <a:pPr algn="l"/>
                      <a:r>
                        <a:rPr lang="en-GB" dirty="0">
                          <a:effectLst/>
                        </a:rPr>
                        <a:t>Parameter</a:t>
                      </a:r>
                    </a:p>
                  </a:txBody>
                  <a:tcPr marL="38100" marR="38100" marB="91440" anchor="ctr"/>
                </a:tc>
                <a:tc>
                  <a:txBody>
                    <a:bodyPr/>
                    <a:lstStyle/>
                    <a:p>
                      <a:pPr algn="l"/>
                      <a:r>
                        <a:rPr lang="en-GB">
                          <a:effectLst/>
                        </a:rPr>
                        <a:t>Type</a:t>
                      </a:r>
                    </a:p>
                  </a:txBody>
                  <a:tcPr marL="38100" marR="38100" marB="91440" anchor="ctr"/>
                </a:tc>
                <a:tc>
                  <a:txBody>
                    <a:bodyPr/>
                    <a:lstStyle/>
                    <a:p>
                      <a:pPr algn="l"/>
                      <a:r>
                        <a:rPr lang="en-GB" dirty="0">
                          <a:effectLst/>
                        </a:rPr>
                        <a:t>Description</a:t>
                      </a:r>
                    </a:p>
                  </a:txBody>
                  <a:tcPr marL="38100" marR="38100" marB="91440" anchor="ctr"/>
                </a:tc>
                <a:extLst>
                  <a:ext uri="{0D108BD9-81ED-4DB2-BD59-A6C34878D82A}">
                    <a16:rowId xmlns:a16="http://schemas.microsoft.com/office/drawing/2014/main" val="10000"/>
                  </a:ext>
                </a:extLst>
              </a:tr>
              <a:tr h="1146746">
                <a:tc>
                  <a:txBody>
                    <a:bodyPr/>
                    <a:lstStyle/>
                    <a:p>
                      <a:pPr algn="l"/>
                      <a:r>
                        <a:rPr lang="en-GB">
                          <a:effectLst/>
                          <a:latin typeface="Helvetica" panose="020B0604020202020204" pitchFamily="34" charset="0"/>
                          <a:cs typeface="Helvetica" panose="020B0604020202020204" pitchFamily="34" charset="0"/>
                        </a:rPr>
                        <a:t>query</a:t>
                      </a:r>
                    </a:p>
                  </a:txBody>
                  <a:tcPr marL="38100" marR="38100" marT="83820" marB="91440" anchor="ctr"/>
                </a:tc>
                <a:tc>
                  <a:txBody>
                    <a:bodyPr/>
                    <a:lstStyle/>
                    <a:p>
                      <a:pPr algn="l"/>
                      <a:r>
                        <a:rPr lang="en-GB">
                          <a:effectLst/>
                          <a:latin typeface="Helvetica" panose="020B0604020202020204" pitchFamily="34" charset="0"/>
                          <a:cs typeface="Helvetica" panose="020B0604020202020204" pitchFamily="34" charset="0"/>
                        </a:rPr>
                        <a:t>document</a:t>
                      </a:r>
                    </a:p>
                  </a:txBody>
                  <a:tcPr marL="38100" marR="38100" marT="83820" marB="91440" anchor="ctr"/>
                </a:tc>
                <a:tc>
                  <a:txBody>
                    <a:bodyPr/>
                    <a:lstStyle/>
                    <a:p>
                      <a:pPr algn="l"/>
                      <a:r>
                        <a:rPr lang="en-GB" dirty="0">
                          <a:effectLst/>
                          <a:latin typeface="Helvetica" panose="020B0604020202020204" pitchFamily="34" charset="0"/>
                          <a:cs typeface="Helvetica" panose="020B0604020202020204" pitchFamily="34" charset="0"/>
                        </a:rPr>
                        <a:t>Optional. Specifies selection filter using </a:t>
                      </a:r>
                      <a:r>
                        <a:rPr lang="en-GB" b="1" u="none" strike="noStrike" dirty="0">
                          <a:solidFill>
                            <a:srgbClr val="FF0066"/>
                          </a:solidFill>
                          <a:effectLst/>
                          <a:latin typeface="Helvetica" panose="020B0604020202020204" pitchFamily="34" charset="0"/>
                          <a:cs typeface="Helvetica" panose="020B0604020202020204" pitchFamily="34" charset="0"/>
                        </a:rPr>
                        <a:t>query</a:t>
                      </a:r>
                      <a:r>
                        <a:rPr lang="en-GB" u="none" strike="noStrike" dirty="0">
                          <a:solidFill>
                            <a:srgbClr val="006CBC"/>
                          </a:solidFill>
                          <a:effectLst/>
                          <a:latin typeface="Helvetica" panose="020B0604020202020204" pitchFamily="34" charset="0"/>
                          <a:cs typeface="Helvetica" panose="020B0604020202020204" pitchFamily="34" charset="0"/>
                        </a:rPr>
                        <a:t> </a:t>
                      </a:r>
                      <a:r>
                        <a:rPr lang="en-GB" u="none" strike="noStrike" dirty="0">
                          <a:solidFill>
                            <a:srgbClr val="FF0066"/>
                          </a:solidFill>
                          <a:effectLst/>
                          <a:latin typeface="Helvetica" panose="020B0604020202020204" pitchFamily="34" charset="0"/>
                          <a:cs typeface="Helvetica" panose="020B0604020202020204" pitchFamily="34" charset="0"/>
                        </a:rPr>
                        <a:t>operators</a:t>
                      </a:r>
                      <a:r>
                        <a:rPr lang="en-GB" dirty="0">
                          <a:effectLst/>
                          <a:latin typeface="Helvetica" panose="020B0604020202020204" pitchFamily="34" charset="0"/>
                          <a:cs typeface="Helvetica" panose="020B0604020202020204" pitchFamily="34" charset="0"/>
                        </a:rPr>
                        <a:t>. To return all documents in a collection, omit this parameter or pass an empty document ({}).</a:t>
                      </a:r>
                    </a:p>
                  </a:txBody>
                  <a:tcPr marL="38100" marR="38100" marT="83820" marB="91440" anchor="ctr"/>
                </a:tc>
                <a:extLst>
                  <a:ext uri="{0D108BD9-81ED-4DB2-BD59-A6C34878D82A}">
                    <a16:rowId xmlns:a16="http://schemas.microsoft.com/office/drawing/2014/main" val="10001"/>
                  </a:ext>
                </a:extLst>
              </a:tr>
              <a:tr h="1146746">
                <a:tc>
                  <a:txBody>
                    <a:bodyPr/>
                    <a:lstStyle/>
                    <a:p>
                      <a:pPr algn="l"/>
                      <a:r>
                        <a:rPr lang="en-GB">
                          <a:effectLst/>
                          <a:latin typeface="Helvetica" panose="020B0604020202020204" pitchFamily="34" charset="0"/>
                          <a:cs typeface="Helvetica" panose="020B0604020202020204" pitchFamily="34" charset="0"/>
                        </a:rPr>
                        <a:t>projection</a:t>
                      </a:r>
                    </a:p>
                  </a:txBody>
                  <a:tcPr marL="38100" marR="38100" marT="83820" marB="91440" anchor="ctr"/>
                </a:tc>
                <a:tc>
                  <a:txBody>
                    <a:bodyPr/>
                    <a:lstStyle/>
                    <a:p>
                      <a:pPr algn="l"/>
                      <a:r>
                        <a:rPr lang="en-GB">
                          <a:effectLst/>
                          <a:latin typeface="Helvetica" panose="020B0604020202020204" pitchFamily="34" charset="0"/>
                          <a:cs typeface="Helvetica" panose="020B0604020202020204" pitchFamily="34" charset="0"/>
                        </a:rPr>
                        <a:t>document</a:t>
                      </a:r>
                    </a:p>
                  </a:txBody>
                  <a:tcPr marL="38100" marR="38100" marT="83820" marB="91440" anchor="ctr"/>
                </a:tc>
                <a:tc>
                  <a:txBody>
                    <a:bodyPr/>
                    <a:lstStyle/>
                    <a:p>
                      <a:pPr algn="l"/>
                      <a:r>
                        <a:rPr lang="en-GB" dirty="0">
                          <a:effectLst/>
                          <a:latin typeface="Helvetica" panose="020B0604020202020204" pitchFamily="34" charset="0"/>
                          <a:cs typeface="Helvetica" panose="020B0604020202020204" pitchFamily="34" charset="0"/>
                        </a:rPr>
                        <a:t>Optional. Specifies the fields to return in the documents that match the query filter. To return all fields in the matching documents, omit this parameter. </a:t>
                      </a:r>
                    </a:p>
                  </a:txBody>
                  <a:tcPr marL="38100" marR="38100" marT="83820" marB="9144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01912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CRUD Operations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24</a:t>
            </a:fld>
            <a:endParaRPr lang="en-GB" dirty="0"/>
          </a:p>
        </p:txBody>
      </p:sp>
      <p:sp>
        <p:nvSpPr>
          <p:cNvPr id="5" name="AutoShape 2" descr="The components of a MongoDB insertOne operations.">
            <a:extLst>
              <a:ext uri="{FF2B5EF4-FFF2-40B4-BE49-F238E27FC236}">
                <a16:creationId xmlns:a16="http://schemas.microsoft.com/office/drawing/2014/main" id="{00D7314E-91ED-F21E-86B0-2068CF4B1A25}"/>
              </a:ext>
            </a:extLst>
          </p:cNvPr>
          <p:cNvSpPr>
            <a:spLocks noChangeAspect="1" noChangeArrowheads="1"/>
          </p:cNvSpPr>
          <p:nvPr/>
        </p:nvSpPr>
        <p:spPr bwMode="auto">
          <a:xfrm>
            <a:off x="244032" y="1490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4" descr="The components of a MongoDB insertOne operations.">
            <a:extLst>
              <a:ext uri="{FF2B5EF4-FFF2-40B4-BE49-F238E27FC236}">
                <a16:creationId xmlns:a16="http://schemas.microsoft.com/office/drawing/2014/main" id="{82406F66-E497-C40F-4BBC-2EA8500F6EE1}"/>
              </a:ext>
            </a:extLst>
          </p:cNvPr>
          <p:cNvSpPr>
            <a:spLocks noChangeAspect="1" noChangeArrowheads="1"/>
          </p:cNvSpPr>
          <p:nvPr/>
        </p:nvSpPr>
        <p:spPr bwMode="auto">
          <a:xfrm>
            <a:off x="396432" y="3014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descr="The components of a MongoDB insertOne operations.">
            <a:extLst>
              <a:ext uri="{FF2B5EF4-FFF2-40B4-BE49-F238E27FC236}">
                <a16:creationId xmlns:a16="http://schemas.microsoft.com/office/drawing/2014/main" id="{058DBFE3-3342-8A84-BC5E-312DD99C4C06}"/>
              </a:ext>
            </a:extLst>
          </p:cNvPr>
          <p:cNvSpPr>
            <a:spLocks noChangeAspect="1" noChangeArrowheads="1"/>
          </p:cNvSpPr>
          <p:nvPr/>
        </p:nvSpPr>
        <p:spPr bwMode="auto">
          <a:xfrm>
            <a:off x="548832" y="4538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Rectangle 9">
            <a:extLst>
              <a:ext uri="{FF2B5EF4-FFF2-40B4-BE49-F238E27FC236}">
                <a16:creationId xmlns:a16="http://schemas.microsoft.com/office/drawing/2014/main" id="{96C3230A-187D-230B-842F-EB54FA901C33}"/>
              </a:ext>
            </a:extLst>
          </p:cNvPr>
          <p:cNvSpPr>
            <a:spLocks noChangeArrowheads="1"/>
          </p:cNvSpPr>
          <p:nvPr/>
        </p:nvSpPr>
        <p:spPr bwMode="auto">
          <a:xfrm>
            <a:off x="542764" y="1010153"/>
            <a:ext cx="8820472" cy="461665"/>
          </a:xfrm>
          <a:prstGeom prst="rect">
            <a:avLst/>
          </a:prstGeom>
          <a:solidFill>
            <a:schemeClr val="accent2">
              <a:lumMod val="7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r>
              <a:rPr kumimoji="0" lang="en-US" sz="2400" b="0" i="0" u="none" strike="noStrike" cap="none" normalizeH="0" baseline="0" dirty="0" err="1">
                <a:ln>
                  <a:noFill/>
                </a:ln>
                <a:solidFill>
                  <a:schemeClr val="bg1"/>
                </a:solidFill>
                <a:effectLst/>
                <a:latin typeface="Courier New" panose="02070309020205020404" pitchFamily="49" charset="0"/>
                <a:cs typeface="Courier New" panose="02070309020205020404" pitchFamily="49" charset="0"/>
              </a:rPr>
              <a:t>db.collection.find</a:t>
            </a:r>
            <a:r>
              <a:rPr kumimoji="0" lang="en-US" sz="24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(query, projection).pretty()</a:t>
            </a:r>
            <a:r>
              <a:rPr kumimoji="0" lang="en-US" sz="24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sp>
        <p:nvSpPr>
          <p:cNvPr id="12" name="TextBox 11">
            <a:extLst>
              <a:ext uri="{FF2B5EF4-FFF2-40B4-BE49-F238E27FC236}">
                <a16:creationId xmlns:a16="http://schemas.microsoft.com/office/drawing/2014/main" id="{121770B9-8F5F-E03B-432A-BB5ED4AE392D}"/>
              </a:ext>
            </a:extLst>
          </p:cNvPr>
          <p:cNvSpPr txBox="1"/>
          <p:nvPr/>
        </p:nvSpPr>
        <p:spPr>
          <a:xfrm>
            <a:off x="709616" y="1628800"/>
            <a:ext cx="7123703" cy="1015663"/>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The </a:t>
            </a:r>
            <a:r>
              <a:rPr lang="en-GB" sz="2000" b="1" dirty="0">
                <a:latin typeface="Courier New" panose="02070309020205020404" pitchFamily="49" charset="0"/>
                <a:cs typeface="Courier New" panose="02070309020205020404" pitchFamily="49" charset="0"/>
              </a:rPr>
              <a:t>pretty()</a:t>
            </a:r>
            <a:r>
              <a:rPr lang="en-GB" sz="2000" dirty="0">
                <a:latin typeface="Helvetica" panose="020B0604020202020204" pitchFamily="34" charset="0"/>
                <a:cs typeface="Helvetica" panose="020B0604020202020204" pitchFamily="34" charset="0"/>
              </a:rPr>
              <a:t>Method</a:t>
            </a:r>
          </a:p>
          <a:p>
            <a:r>
              <a:rPr lang="en-GB" sz="2000" dirty="0">
                <a:latin typeface="Helvetica" panose="020B0604020202020204" pitchFamily="34" charset="0"/>
                <a:cs typeface="Helvetica" panose="020B0604020202020204" pitchFamily="34" charset="0"/>
              </a:rPr>
              <a:t>To display the results in a formatted way, you can use </a:t>
            </a:r>
            <a:r>
              <a:rPr lang="en-GB" sz="2000" b="1" dirty="0">
                <a:latin typeface="Courier New" panose="02070309020205020404" pitchFamily="49" charset="0"/>
                <a:cs typeface="Courier New" panose="02070309020205020404" pitchFamily="49" charset="0"/>
              </a:rPr>
              <a:t>pretty()</a:t>
            </a:r>
            <a:r>
              <a:rPr lang="en-GB" sz="2000" dirty="0">
                <a:latin typeface="Helvetica" panose="020B0604020202020204" pitchFamily="34" charset="0"/>
                <a:cs typeface="Helvetica" panose="020B0604020202020204" pitchFamily="34" charset="0"/>
              </a:rPr>
              <a:t>method.</a:t>
            </a:r>
          </a:p>
        </p:txBody>
      </p:sp>
      <p:grpSp>
        <p:nvGrpSpPr>
          <p:cNvPr id="20" name="Group 19">
            <a:extLst>
              <a:ext uri="{FF2B5EF4-FFF2-40B4-BE49-F238E27FC236}">
                <a16:creationId xmlns:a16="http://schemas.microsoft.com/office/drawing/2014/main" id="{26D34FFE-7436-85CC-D853-A8F23F6451C0}"/>
              </a:ext>
            </a:extLst>
          </p:cNvPr>
          <p:cNvGrpSpPr/>
          <p:nvPr/>
        </p:nvGrpSpPr>
        <p:grpSpPr>
          <a:xfrm>
            <a:off x="213818" y="3054782"/>
            <a:ext cx="6735415" cy="1031341"/>
            <a:chOff x="396432" y="3032374"/>
            <a:chExt cx="6735415" cy="1031341"/>
          </a:xfrm>
        </p:grpSpPr>
        <p:sp>
          <p:nvSpPr>
            <p:cNvPr id="15" name="TextBox 14">
              <a:extLst>
                <a:ext uri="{FF2B5EF4-FFF2-40B4-BE49-F238E27FC236}">
                  <a16:creationId xmlns:a16="http://schemas.microsoft.com/office/drawing/2014/main" id="{15F13E4E-CC63-1E14-F812-A84B59D378FB}"/>
                </a:ext>
              </a:extLst>
            </p:cNvPr>
            <p:cNvSpPr txBox="1"/>
            <p:nvPr/>
          </p:nvSpPr>
          <p:spPr>
            <a:xfrm>
              <a:off x="542764" y="3032374"/>
              <a:ext cx="4953000" cy="369332"/>
            </a:xfrm>
            <a:prstGeom prst="rect">
              <a:avLst/>
            </a:prstGeom>
            <a:noFill/>
          </p:spPr>
          <p:txBody>
            <a:bodyPr wrap="square">
              <a:spAutoFit/>
            </a:bodyPr>
            <a:lstStyle/>
            <a:p>
              <a:r>
                <a:rPr lang="en-GB" b="1" dirty="0">
                  <a:latin typeface="Helvetica" panose="020B0604020202020204" pitchFamily="34" charset="0"/>
                  <a:cs typeface="Helvetica" panose="020B0604020202020204" pitchFamily="34" charset="0"/>
                </a:rPr>
                <a:t>Without pretty():</a:t>
              </a:r>
            </a:p>
          </p:txBody>
        </p:sp>
        <p:sp>
          <p:nvSpPr>
            <p:cNvPr id="17" name="TextBox 16">
              <a:extLst>
                <a:ext uri="{FF2B5EF4-FFF2-40B4-BE49-F238E27FC236}">
                  <a16:creationId xmlns:a16="http://schemas.microsoft.com/office/drawing/2014/main" id="{811C0D8C-18E9-30F5-D6D0-F9C7AD72F0DC}"/>
                </a:ext>
              </a:extLst>
            </p:cNvPr>
            <p:cNvSpPr txBox="1"/>
            <p:nvPr/>
          </p:nvSpPr>
          <p:spPr>
            <a:xfrm>
              <a:off x="396432" y="3478940"/>
              <a:ext cx="6735415" cy="584775"/>
            </a:xfrm>
            <a:prstGeom prst="rect">
              <a:avLst/>
            </a:prstGeom>
            <a:solidFill>
              <a:schemeClr val="accent5">
                <a:lumMod val="20000"/>
                <a:lumOff val="80000"/>
              </a:schemeClr>
            </a:solidFill>
          </p:spPr>
          <p:txBody>
            <a:bodyPr wrap="square">
              <a:spAutoFit/>
            </a:bodyPr>
            <a:lstStyle/>
            <a:p>
              <a:r>
                <a:rPr lang="en-GB" sz="1600" dirty="0">
                  <a:latin typeface="Helvetica" panose="020B0604020202020204" pitchFamily="34" charset="0"/>
                  <a:cs typeface="Helvetica" panose="020B0604020202020204" pitchFamily="34" charset="0"/>
                </a:rPr>
                <a:t>{ "_id": 1, "name": "John", "age": 30, "hobbies": ["reading", "travelling"]}</a:t>
              </a:r>
            </a:p>
            <a:p>
              <a:r>
                <a:rPr lang="en-GB" sz="1600" dirty="0">
                  <a:latin typeface="Helvetica" panose="020B0604020202020204" pitchFamily="34" charset="0"/>
                  <a:cs typeface="Helvetica" panose="020B0604020202020204" pitchFamily="34" charset="0"/>
                </a:rPr>
                <a:t>{ "_id": 2, "name": "Jane", "age": 25, "hobbies": ["music", "art"]}</a:t>
              </a:r>
            </a:p>
          </p:txBody>
        </p:sp>
      </p:grpSp>
      <p:grpSp>
        <p:nvGrpSpPr>
          <p:cNvPr id="22" name="Group 21">
            <a:extLst>
              <a:ext uri="{FF2B5EF4-FFF2-40B4-BE49-F238E27FC236}">
                <a16:creationId xmlns:a16="http://schemas.microsoft.com/office/drawing/2014/main" id="{60A1675D-D479-2799-859C-FCD9BDF31313}"/>
              </a:ext>
            </a:extLst>
          </p:cNvPr>
          <p:cNvGrpSpPr/>
          <p:nvPr/>
        </p:nvGrpSpPr>
        <p:grpSpPr>
          <a:xfrm>
            <a:off x="5648146" y="1619250"/>
            <a:ext cx="4017413" cy="4524315"/>
            <a:chOff x="5601072" y="1824979"/>
            <a:chExt cx="4017413" cy="4524315"/>
          </a:xfrm>
        </p:grpSpPr>
        <p:sp>
          <p:nvSpPr>
            <p:cNvPr id="19" name="TextBox 18">
              <a:extLst>
                <a:ext uri="{FF2B5EF4-FFF2-40B4-BE49-F238E27FC236}">
                  <a16:creationId xmlns:a16="http://schemas.microsoft.com/office/drawing/2014/main" id="{EC8A0F85-DCAC-A9BB-6F92-667853778BE4}"/>
                </a:ext>
              </a:extLst>
            </p:cNvPr>
            <p:cNvSpPr txBox="1"/>
            <p:nvPr/>
          </p:nvSpPr>
          <p:spPr>
            <a:xfrm>
              <a:off x="7141985" y="1824979"/>
              <a:ext cx="2476500" cy="4524315"/>
            </a:xfrm>
            <a:prstGeom prst="rect">
              <a:avLst/>
            </a:prstGeom>
            <a:solidFill>
              <a:schemeClr val="accent5">
                <a:lumMod val="20000"/>
                <a:lumOff val="80000"/>
              </a:schemeClr>
            </a:solidFill>
          </p:spPr>
          <p:txBody>
            <a:bodyPr wrap="square">
              <a:spAutoFit/>
            </a:bodyPr>
            <a:lstStyle/>
            <a:p>
              <a:r>
                <a:rPr lang="en-GB" sz="1600" dirty="0">
                  <a:latin typeface="Helvetica" panose="020B0604020202020204" pitchFamily="34" charset="0"/>
                  <a:cs typeface="Helvetica" panose="020B0604020202020204" pitchFamily="34" charset="0"/>
                </a:rPr>
                <a:t>{</a:t>
              </a:r>
            </a:p>
            <a:p>
              <a:r>
                <a:rPr lang="en-GB" sz="1600" dirty="0">
                  <a:latin typeface="Helvetica" panose="020B0604020202020204" pitchFamily="34" charset="0"/>
                  <a:cs typeface="Helvetica" panose="020B0604020202020204" pitchFamily="34" charset="0"/>
                </a:rPr>
                <a:t>    "_id": 1,</a:t>
              </a:r>
            </a:p>
            <a:p>
              <a:r>
                <a:rPr lang="en-GB" sz="1600" dirty="0">
                  <a:latin typeface="Helvetica" panose="020B0604020202020204" pitchFamily="34" charset="0"/>
                  <a:cs typeface="Helvetica" panose="020B0604020202020204" pitchFamily="34" charset="0"/>
                </a:rPr>
                <a:t>    "name": "John",</a:t>
              </a:r>
            </a:p>
            <a:p>
              <a:r>
                <a:rPr lang="en-GB" sz="1600" dirty="0">
                  <a:latin typeface="Helvetica" panose="020B0604020202020204" pitchFamily="34" charset="0"/>
                  <a:cs typeface="Helvetica" panose="020B0604020202020204" pitchFamily="34" charset="0"/>
                </a:rPr>
                <a:t>    "age": 30,</a:t>
              </a:r>
            </a:p>
            <a:p>
              <a:r>
                <a:rPr lang="en-GB" sz="1600" dirty="0">
                  <a:latin typeface="Helvetica" panose="020B0604020202020204" pitchFamily="34" charset="0"/>
                  <a:cs typeface="Helvetica" panose="020B0604020202020204" pitchFamily="34" charset="0"/>
                </a:rPr>
                <a:t>    "hobbies": [</a:t>
              </a:r>
            </a:p>
            <a:p>
              <a:r>
                <a:rPr lang="en-GB" sz="1600" dirty="0">
                  <a:latin typeface="Helvetica" panose="020B0604020202020204" pitchFamily="34" charset="0"/>
                  <a:cs typeface="Helvetica" panose="020B0604020202020204" pitchFamily="34" charset="0"/>
                </a:rPr>
                <a:t>        "reading",</a:t>
              </a:r>
            </a:p>
            <a:p>
              <a:r>
                <a:rPr lang="en-GB" sz="1600" dirty="0">
                  <a:latin typeface="Helvetica" panose="020B0604020202020204" pitchFamily="34" charset="0"/>
                  <a:cs typeface="Helvetica" panose="020B0604020202020204" pitchFamily="34" charset="0"/>
                </a:rPr>
                <a:t>        "travelling"</a:t>
              </a:r>
            </a:p>
            <a:p>
              <a:r>
                <a:rPr lang="en-GB" sz="1600" dirty="0">
                  <a:latin typeface="Helvetica" panose="020B0604020202020204" pitchFamily="34" charset="0"/>
                  <a:cs typeface="Helvetica" panose="020B0604020202020204" pitchFamily="34" charset="0"/>
                </a:rPr>
                <a:t>    ]</a:t>
              </a:r>
            </a:p>
            <a:p>
              <a:r>
                <a:rPr lang="en-GB" sz="1600" dirty="0">
                  <a:latin typeface="Helvetica" panose="020B0604020202020204" pitchFamily="34" charset="0"/>
                  <a:cs typeface="Helvetica" panose="020B0604020202020204" pitchFamily="34" charset="0"/>
                </a:rPr>
                <a:t>}</a:t>
              </a:r>
            </a:p>
            <a:p>
              <a:r>
                <a:rPr lang="en-GB" sz="1600" dirty="0">
                  <a:latin typeface="Helvetica" panose="020B0604020202020204" pitchFamily="34" charset="0"/>
                  <a:cs typeface="Helvetica" panose="020B0604020202020204" pitchFamily="34" charset="0"/>
                </a:rPr>
                <a:t>{</a:t>
              </a:r>
            </a:p>
            <a:p>
              <a:r>
                <a:rPr lang="en-GB" sz="1600" dirty="0">
                  <a:latin typeface="Helvetica" panose="020B0604020202020204" pitchFamily="34" charset="0"/>
                  <a:cs typeface="Helvetica" panose="020B0604020202020204" pitchFamily="34" charset="0"/>
                </a:rPr>
                <a:t>    "_id": 2,</a:t>
              </a:r>
            </a:p>
            <a:p>
              <a:r>
                <a:rPr lang="en-GB" sz="1600" dirty="0">
                  <a:latin typeface="Helvetica" panose="020B0604020202020204" pitchFamily="34" charset="0"/>
                  <a:cs typeface="Helvetica" panose="020B0604020202020204" pitchFamily="34" charset="0"/>
                </a:rPr>
                <a:t>    "name": "Jane",</a:t>
              </a:r>
            </a:p>
            <a:p>
              <a:r>
                <a:rPr lang="en-GB" sz="1600" dirty="0">
                  <a:latin typeface="Helvetica" panose="020B0604020202020204" pitchFamily="34" charset="0"/>
                  <a:cs typeface="Helvetica" panose="020B0604020202020204" pitchFamily="34" charset="0"/>
                </a:rPr>
                <a:t>    "age": 25,</a:t>
              </a:r>
            </a:p>
            <a:p>
              <a:r>
                <a:rPr lang="en-GB" sz="1600" dirty="0">
                  <a:latin typeface="Helvetica" panose="020B0604020202020204" pitchFamily="34" charset="0"/>
                  <a:cs typeface="Helvetica" panose="020B0604020202020204" pitchFamily="34" charset="0"/>
                </a:rPr>
                <a:t>    "hobbies": [</a:t>
              </a:r>
            </a:p>
            <a:p>
              <a:r>
                <a:rPr lang="en-GB" sz="1600" dirty="0">
                  <a:latin typeface="Helvetica" panose="020B0604020202020204" pitchFamily="34" charset="0"/>
                  <a:cs typeface="Helvetica" panose="020B0604020202020204" pitchFamily="34" charset="0"/>
                </a:rPr>
                <a:t>        "music",</a:t>
              </a:r>
            </a:p>
            <a:p>
              <a:r>
                <a:rPr lang="en-GB" sz="1600" dirty="0">
                  <a:latin typeface="Helvetica" panose="020B0604020202020204" pitchFamily="34" charset="0"/>
                  <a:cs typeface="Helvetica" panose="020B0604020202020204" pitchFamily="34" charset="0"/>
                </a:rPr>
                <a:t>        "art"</a:t>
              </a:r>
            </a:p>
            <a:p>
              <a:r>
                <a:rPr lang="en-GB" sz="1600" dirty="0">
                  <a:latin typeface="Helvetica" panose="020B0604020202020204" pitchFamily="34" charset="0"/>
                  <a:cs typeface="Helvetica" panose="020B0604020202020204" pitchFamily="34" charset="0"/>
                </a:rPr>
                <a:t>    ]</a:t>
              </a:r>
            </a:p>
            <a:p>
              <a:r>
                <a:rPr lang="en-GB" sz="1600" dirty="0">
                  <a:latin typeface="Helvetica" panose="020B0604020202020204" pitchFamily="34" charset="0"/>
                  <a:cs typeface="Helvetica" panose="020B0604020202020204" pitchFamily="34" charset="0"/>
                </a:rPr>
                <a:t>}</a:t>
              </a:r>
            </a:p>
          </p:txBody>
        </p:sp>
        <p:sp>
          <p:nvSpPr>
            <p:cNvPr id="21" name="TextBox 20">
              <a:extLst>
                <a:ext uri="{FF2B5EF4-FFF2-40B4-BE49-F238E27FC236}">
                  <a16:creationId xmlns:a16="http://schemas.microsoft.com/office/drawing/2014/main" id="{4E6B0497-C9B4-07B0-8DB3-A4E76E027B47}"/>
                </a:ext>
              </a:extLst>
            </p:cNvPr>
            <p:cNvSpPr txBox="1"/>
            <p:nvPr/>
          </p:nvSpPr>
          <p:spPr>
            <a:xfrm>
              <a:off x="5601072" y="4710974"/>
              <a:ext cx="1729427" cy="369332"/>
            </a:xfrm>
            <a:prstGeom prst="rect">
              <a:avLst/>
            </a:prstGeom>
            <a:noFill/>
          </p:spPr>
          <p:txBody>
            <a:bodyPr wrap="square">
              <a:spAutoFit/>
            </a:bodyPr>
            <a:lstStyle/>
            <a:p>
              <a:r>
                <a:rPr lang="en-GB" b="1" dirty="0">
                  <a:latin typeface="Helvetica" panose="020B0604020202020204" pitchFamily="34" charset="0"/>
                  <a:cs typeface="Helvetica" panose="020B0604020202020204" pitchFamily="34" charset="0"/>
                </a:rPr>
                <a:t>With pretty():</a:t>
              </a:r>
            </a:p>
          </p:txBody>
        </p:sp>
      </p:grpSp>
    </p:spTree>
    <p:extLst>
      <p:ext uri="{BB962C8B-B14F-4D97-AF65-F5344CB8AC3E}">
        <p14:creationId xmlns:p14="http://schemas.microsoft.com/office/powerpoint/2010/main" val="131105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CRUD Operations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25</a:t>
            </a:fld>
            <a:endParaRPr lang="en-GB" dirty="0"/>
          </a:p>
        </p:txBody>
      </p:sp>
      <p:sp>
        <p:nvSpPr>
          <p:cNvPr id="5" name="AutoShape 2" descr="The components of a MongoDB insertOne operations.">
            <a:extLst>
              <a:ext uri="{FF2B5EF4-FFF2-40B4-BE49-F238E27FC236}">
                <a16:creationId xmlns:a16="http://schemas.microsoft.com/office/drawing/2014/main" id="{00D7314E-91ED-F21E-86B0-2068CF4B1A25}"/>
              </a:ext>
            </a:extLst>
          </p:cNvPr>
          <p:cNvSpPr>
            <a:spLocks noChangeAspect="1" noChangeArrowheads="1"/>
          </p:cNvSpPr>
          <p:nvPr/>
        </p:nvSpPr>
        <p:spPr bwMode="auto">
          <a:xfrm>
            <a:off x="244032" y="1490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4" descr="The components of a MongoDB insertOne operations.">
            <a:extLst>
              <a:ext uri="{FF2B5EF4-FFF2-40B4-BE49-F238E27FC236}">
                <a16:creationId xmlns:a16="http://schemas.microsoft.com/office/drawing/2014/main" id="{82406F66-E497-C40F-4BBC-2EA8500F6EE1}"/>
              </a:ext>
            </a:extLst>
          </p:cNvPr>
          <p:cNvSpPr>
            <a:spLocks noChangeAspect="1" noChangeArrowheads="1"/>
          </p:cNvSpPr>
          <p:nvPr/>
        </p:nvSpPr>
        <p:spPr bwMode="auto">
          <a:xfrm>
            <a:off x="396432" y="3014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descr="The components of a MongoDB insertOne operations.">
            <a:extLst>
              <a:ext uri="{FF2B5EF4-FFF2-40B4-BE49-F238E27FC236}">
                <a16:creationId xmlns:a16="http://schemas.microsoft.com/office/drawing/2014/main" id="{058DBFE3-3342-8A84-BC5E-312DD99C4C06}"/>
              </a:ext>
            </a:extLst>
          </p:cNvPr>
          <p:cNvSpPr>
            <a:spLocks noChangeAspect="1" noChangeArrowheads="1"/>
          </p:cNvSpPr>
          <p:nvPr/>
        </p:nvSpPr>
        <p:spPr bwMode="auto">
          <a:xfrm>
            <a:off x="548832" y="4538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55D0641C-5BD2-37B0-EFF2-DE6F959E14AC}"/>
              </a:ext>
            </a:extLst>
          </p:cNvPr>
          <p:cNvSpPr txBox="1"/>
          <p:nvPr/>
        </p:nvSpPr>
        <p:spPr>
          <a:xfrm>
            <a:off x="257600" y="868751"/>
            <a:ext cx="8778896" cy="907941"/>
          </a:xfrm>
          <a:prstGeom prst="rect">
            <a:avLst/>
          </a:prstGeom>
          <a:noFill/>
        </p:spPr>
        <p:txBody>
          <a:bodyPr wrap="square" rtlCol="0">
            <a:spAutoFit/>
          </a:bodyPr>
          <a:lstStyle/>
          <a:p>
            <a:r>
              <a:rPr lang="en-GB" sz="2400" dirty="0">
                <a:latin typeface="Helvetica" panose="020B0604020202020204" pitchFamily="34" charset="0"/>
                <a:cs typeface="Helvetica" panose="020B0604020202020204" pitchFamily="34" charset="0"/>
              </a:rPr>
              <a:t>The </a:t>
            </a:r>
            <a:r>
              <a:rPr lang="en-GB" sz="2400" b="1" dirty="0" err="1">
                <a:latin typeface="Courier New" panose="02070309020205020404" pitchFamily="49" charset="0"/>
                <a:cs typeface="Courier New" panose="02070309020205020404" pitchFamily="49" charset="0"/>
              </a:rPr>
              <a:t>findOne</a:t>
            </a:r>
            <a:r>
              <a:rPr lang="en-GB" sz="2400" b="1" dirty="0">
                <a:latin typeface="Courier New" panose="02070309020205020404" pitchFamily="49" charset="0"/>
                <a:cs typeface="Courier New" panose="02070309020205020404" pitchFamily="49" charset="0"/>
              </a:rPr>
              <a:t>()</a:t>
            </a:r>
            <a:r>
              <a:rPr lang="en-GB" sz="2400" dirty="0">
                <a:latin typeface="Helvetica" panose="020B0604020202020204" pitchFamily="34" charset="0"/>
                <a:cs typeface="Helvetica" panose="020B0604020202020204" pitchFamily="34" charset="0"/>
              </a:rPr>
              <a:t>Method</a:t>
            </a:r>
          </a:p>
          <a:p>
            <a:endParaRPr lang="en-GB" sz="900" dirty="0">
              <a:latin typeface="Helvetica" panose="020B0604020202020204" pitchFamily="34" charset="0"/>
              <a:cs typeface="Helvetica" panose="020B0604020202020204" pitchFamily="34" charset="0"/>
            </a:endParaRPr>
          </a:p>
          <a:p>
            <a:r>
              <a:rPr lang="en-GB" sz="2000" dirty="0">
                <a:latin typeface="Helvetica" panose="020B0604020202020204" pitchFamily="34" charset="0"/>
                <a:cs typeface="Helvetica" panose="020B0604020202020204" pitchFamily="34" charset="0"/>
              </a:rPr>
              <a:t>The</a:t>
            </a:r>
            <a:r>
              <a:rPr lang="en-GB" sz="2000" b="1" dirty="0">
                <a:latin typeface="Helvetica" panose="020B0604020202020204" pitchFamily="34" charset="0"/>
                <a:cs typeface="Helvetica" panose="020B0604020202020204" pitchFamily="34" charset="0"/>
              </a:rPr>
              <a:t> </a:t>
            </a:r>
            <a:r>
              <a:rPr lang="en-GB" sz="2000" b="1" dirty="0" err="1">
                <a:latin typeface="Courier New" panose="02070309020205020404" pitchFamily="49" charset="0"/>
                <a:cs typeface="Courier New" panose="02070309020205020404" pitchFamily="49" charset="0"/>
              </a:rPr>
              <a:t>findOne</a:t>
            </a:r>
            <a:r>
              <a:rPr lang="en-GB" sz="2000" b="1" dirty="0">
                <a:latin typeface="Courier New" panose="02070309020205020404" pitchFamily="49" charset="0"/>
                <a:cs typeface="Courier New" panose="02070309020205020404" pitchFamily="49" charset="0"/>
              </a:rPr>
              <a:t>()</a:t>
            </a:r>
            <a:r>
              <a:rPr lang="en-GB" sz="2000" dirty="0">
                <a:latin typeface="Helvetica" panose="020B0604020202020204" pitchFamily="34" charset="0"/>
                <a:cs typeface="Helvetica" panose="020B0604020202020204" pitchFamily="34" charset="0"/>
              </a:rPr>
              <a:t>method returns only one document.</a:t>
            </a:r>
          </a:p>
        </p:txBody>
      </p:sp>
      <p:sp>
        <p:nvSpPr>
          <p:cNvPr id="4" name="TextBox 3">
            <a:extLst>
              <a:ext uri="{FF2B5EF4-FFF2-40B4-BE49-F238E27FC236}">
                <a16:creationId xmlns:a16="http://schemas.microsoft.com/office/drawing/2014/main" id="{10FD6FEE-3754-ABC1-468A-19D56A9891F6}"/>
              </a:ext>
            </a:extLst>
          </p:cNvPr>
          <p:cNvSpPr txBox="1"/>
          <p:nvPr/>
        </p:nvSpPr>
        <p:spPr>
          <a:xfrm>
            <a:off x="1558144" y="1960725"/>
            <a:ext cx="6789712" cy="461665"/>
          </a:xfrm>
          <a:prstGeom prst="rect">
            <a:avLst/>
          </a:prstGeom>
          <a:solidFill>
            <a:schemeClr val="bg1">
              <a:lumMod val="85000"/>
            </a:schemeClr>
          </a:solidFill>
        </p:spPr>
        <p:txBody>
          <a:bodyPr wrap="square" rtlCol="0">
            <a:spAutoFit/>
          </a:bodyPr>
          <a:lstStyle/>
          <a:p>
            <a:r>
              <a:rPr lang="en-GB" sz="2400" dirty="0">
                <a:latin typeface="Courier New" panose="02070309020205020404" pitchFamily="49" charset="0"/>
                <a:cs typeface="Courier New" panose="02070309020205020404" pitchFamily="49" charset="0"/>
              </a:rPr>
              <a:t>&gt;</a:t>
            </a:r>
            <a:r>
              <a:rPr lang="en-GB" sz="2400" dirty="0" err="1">
                <a:latin typeface="Courier New" panose="02070309020205020404" pitchFamily="49" charset="0"/>
                <a:cs typeface="Courier New" panose="02070309020205020404" pitchFamily="49" charset="0"/>
              </a:rPr>
              <a:t>db.mycollection.</a:t>
            </a:r>
            <a:r>
              <a:rPr lang="en-GB" sz="2400" b="1" dirty="0" err="1">
                <a:latin typeface="Courier New" panose="02070309020205020404" pitchFamily="49" charset="0"/>
                <a:cs typeface="Courier New" panose="02070309020205020404" pitchFamily="49" charset="0"/>
              </a:rPr>
              <a:t>findOne</a:t>
            </a:r>
            <a:r>
              <a:rPr lang="en-GB" sz="2400">
                <a:latin typeface="Courier New" panose="02070309020205020404" pitchFamily="49" charset="0"/>
                <a:cs typeface="Courier New" panose="02070309020205020404" pitchFamily="49" charset="0"/>
              </a:rPr>
              <a:t>().</a:t>
            </a:r>
            <a:r>
              <a:rPr lang="en-GB" sz="2400" b="1" dirty="0">
                <a:latin typeface="Courier New" panose="02070309020205020404" pitchFamily="49" charset="0"/>
                <a:cs typeface="Courier New" panose="02070309020205020404" pitchFamily="49" charset="0"/>
              </a:rPr>
              <a:t>pretty()</a:t>
            </a:r>
          </a:p>
        </p:txBody>
      </p:sp>
      <p:graphicFrame>
        <p:nvGraphicFramePr>
          <p:cNvPr id="11" name="Table 10">
            <a:extLst>
              <a:ext uri="{FF2B5EF4-FFF2-40B4-BE49-F238E27FC236}">
                <a16:creationId xmlns:a16="http://schemas.microsoft.com/office/drawing/2014/main" id="{2C0840EA-97D9-39A9-0FB6-75F13B3E0F5B}"/>
              </a:ext>
            </a:extLst>
          </p:cNvPr>
          <p:cNvGraphicFramePr>
            <a:graphicFrameLocks noGrp="1"/>
          </p:cNvGraphicFramePr>
          <p:nvPr>
            <p:extLst>
              <p:ext uri="{D42A27DB-BD31-4B8C-83A1-F6EECF244321}">
                <p14:modId xmlns:p14="http://schemas.microsoft.com/office/powerpoint/2010/main" val="1938815678"/>
              </p:ext>
            </p:extLst>
          </p:nvPr>
        </p:nvGraphicFramePr>
        <p:xfrm>
          <a:off x="957456" y="2671542"/>
          <a:ext cx="7991087" cy="3528138"/>
        </p:xfrm>
        <a:graphic>
          <a:graphicData uri="http://schemas.openxmlformats.org/drawingml/2006/table">
            <a:tbl>
              <a:tblPr firstRow="1" bandRow="1">
                <a:tableStyleId>{08FB837D-C827-4EFA-A057-4D05807E0F7C}</a:tableStyleId>
              </a:tblPr>
              <a:tblGrid>
                <a:gridCol w="1505427">
                  <a:extLst>
                    <a:ext uri="{9D8B030D-6E8A-4147-A177-3AD203B41FA5}">
                      <a16:colId xmlns:a16="http://schemas.microsoft.com/office/drawing/2014/main" val="20000"/>
                    </a:ext>
                  </a:extLst>
                </a:gridCol>
                <a:gridCol w="1857118">
                  <a:extLst>
                    <a:ext uri="{9D8B030D-6E8A-4147-A177-3AD203B41FA5}">
                      <a16:colId xmlns:a16="http://schemas.microsoft.com/office/drawing/2014/main" val="20001"/>
                    </a:ext>
                  </a:extLst>
                </a:gridCol>
                <a:gridCol w="2721974">
                  <a:extLst>
                    <a:ext uri="{9D8B030D-6E8A-4147-A177-3AD203B41FA5}">
                      <a16:colId xmlns:a16="http://schemas.microsoft.com/office/drawing/2014/main" val="20002"/>
                    </a:ext>
                  </a:extLst>
                </a:gridCol>
                <a:gridCol w="1906568">
                  <a:extLst>
                    <a:ext uri="{9D8B030D-6E8A-4147-A177-3AD203B41FA5}">
                      <a16:colId xmlns:a16="http://schemas.microsoft.com/office/drawing/2014/main" val="20003"/>
                    </a:ext>
                  </a:extLst>
                </a:gridCol>
              </a:tblGrid>
              <a:tr h="585258">
                <a:tc>
                  <a:txBody>
                    <a:bodyPr/>
                    <a:lstStyle/>
                    <a:p>
                      <a:pPr algn="ctr" fontAlgn="t"/>
                      <a:r>
                        <a:rPr lang="en-GB" dirty="0">
                          <a:effectLst/>
                        </a:rPr>
                        <a:t>Operation</a:t>
                      </a:r>
                      <a:endParaRPr lang="en-GB" dirty="0">
                        <a:effectLst/>
                        <a:latin typeface="Helvetica" panose="020B0604020202020204" pitchFamily="34" charset="0"/>
                        <a:cs typeface="Helvetica" panose="020B0604020202020204" pitchFamily="34" charset="0"/>
                      </a:endParaRPr>
                    </a:p>
                  </a:txBody>
                  <a:tcPr marL="60960" marR="60960" marT="60960" marB="60960"/>
                </a:tc>
                <a:tc>
                  <a:txBody>
                    <a:bodyPr/>
                    <a:lstStyle/>
                    <a:p>
                      <a:pPr algn="ctr" fontAlgn="t"/>
                      <a:r>
                        <a:rPr lang="en-GB">
                          <a:effectLst/>
                        </a:rPr>
                        <a:t>Syntax</a:t>
                      </a:r>
                      <a:endParaRPr lang="en-GB">
                        <a:effectLst/>
                        <a:latin typeface="Helvetica" panose="020B0604020202020204" pitchFamily="34" charset="0"/>
                        <a:cs typeface="Helvetica" panose="020B0604020202020204" pitchFamily="34" charset="0"/>
                      </a:endParaRPr>
                    </a:p>
                  </a:txBody>
                  <a:tcPr marL="60960" marR="60960" marT="60960" marB="60960"/>
                </a:tc>
                <a:tc>
                  <a:txBody>
                    <a:bodyPr/>
                    <a:lstStyle/>
                    <a:p>
                      <a:pPr algn="ctr" fontAlgn="t"/>
                      <a:r>
                        <a:rPr lang="en-GB" dirty="0">
                          <a:effectLst/>
                        </a:rPr>
                        <a:t>Example</a:t>
                      </a:r>
                      <a:endParaRPr lang="en-GB" dirty="0">
                        <a:effectLst/>
                        <a:latin typeface="Helvetica" panose="020B0604020202020204" pitchFamily="34" charset="0"/>
                        <a:cs typeface="Helvetica" panose="020B0604020202020204" pitchFamily="34" charset="0"/>
                      </a:endParaRPr>
                    </a:p>
                  </a:txBody>
                  <a:tcPr marL="60960" marR="60960" marT="60960" marB="60960"/>
                </a:tc>
                <a:tc>
                  <a:txBody>
                    <a:bodyPr/>
                    <a:lstStyle/>
                    <a:p>
                      <a:pPr algn="ctr" fontAlgn="t"/>
                      <a:r>
                        <a:rPr lang="en-GB">
                          <a:effectLst/>
                        </a:rPr>
                        <a:t>RDBMS Equivalent</a:t>
                      </a:r>
                      <a:endParaRPr lang="en-GB">
                        <a:effectLst/>
                        <a:latin typeface="Helvetica" panose="020B0604020202020204" pitchFamily="34" charset="0"/>
                        <a:cs typeface="Helvetica" panose="020B0604020202020204" pitchFamily="34" charset="0"/>
                      </a:endParaRPr>
                    </a:p>
                  </a:txBody>
                  <a:tcPr marL="60960" marR="60960" marT="60960" marB="60960"/>
                </a:tc>
                <a:extLst>
                  <a:ext uri="{0D108BD9-81ED-4DB2-BD59-A6C34878D82A}">
                    <a16:rowId xmlns:a16="http://schemas.microsoft.com/office/drawing/2014/main" val="10000"/>
                  </a:ext>
                </a:extLst>
              </a:tr>
              <a:tr h="478848">
                <a:tc>
                  <a:txBody>
                    <a:bodyPr/>
                    <a:lstStyle/>
                    <a:p>
                      <a:pPr fontAlgn="t"/>
                      <a:r>
                        <a:rPr lang="en-GB" sz="1400" dirty="0">
                          <a:effectLst/>
                        </a:rPr>
                        <a:t>Equality</a:t>
                      </a:r>
                      <a:endParaRPr lang="en-GB" sz="14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{&lt;key&gt;:&lt;value&gt;}</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err="1">
                          <a:effectLst/>
                        </a:rPr>
                        <a:t>db.mycollection.find</a:t>
                      </a:r>
                      <a:r>
                        <a:rPr lang="en-GB" sz="1200" dirty="0">
                          <a:effectLst/>
                        </a:rPr>
                        <a:t>({"</a:t>
                      </a:r>
                      <a:r>
                        <a:rPr lang="en-GB" sz="1200" dirty="0" err="1">
                          <a:effectLst/>
                        </a:rPr>
                        <a:t>by":“google</a:t>
                      </a:r>
                      <a:r>
                        <a:rPr lang="en-GB" sz="1200" dirty="0">
                          <a:effectLst/>
                        </a:rPr>
                        <a:t>"})</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where by = ‘</a:t>
                      </a:r>
                      <a:r>
                        <a:rPr lang="en-GB" sz="1200" dirty="0" err="1">
                          <a:effectLst/>
                        </a:rPr>
                        <a:t>google</a:t>
                      </a:r>
                      <a:r>
                        <a:rPr lang="en-GB" sz="1200" dirty="0">
                          <a:effectLst/>
                        </a:rPr>
                        <a:t>'</a:t>
                      </a:r>
                      <a:endParaRPr lang="en-GB" sz="1200" dirty="0">
                        <a:effectLst/>
                        <a:latin typeface="Helvetica" panose="020B0604020202020204" pitchFamily="34" charset="0"/>
                        <a:cs typeface="Helvetica" panose="020B0604020202020204" pitchFamily="34" charset="0"/>
                      </a:endParaRPr>
                    </a:p>
                  </a:txBody>
                  <a:tcPr marL="60960" marR="60960" marT="60960" marB="60960"/>
                </a:tc>
                <a:extLst>
                  <a:ext uri="{0D108BD9-81ED-4DB2-BD59-A6C34878D82A}">
                    <a16:rowId xmlns:a16="http://schemas.microsoft.com/office/drawing/2014/main" val="10001"/>
                  </a:ext>
                </a:extLst>
              </a:tr>
              <a:tr h="478848">
                <a:tc>
                  <a:txBody>
                    <a:bodyPr/>
                    <a:lstStyle/>
                    <a:p>
                      <a:pPr fontAlgn="t"/>
                      <a:r>
                        <a:rPr lang="en-GB" sz="1400" dirty="0">
                          <a:effectLst/>
                        </a:rPr>
                        <a:t>Less Than</a:t>
                      </a:r>
                      <a:endParaRPr lang="en-GB" sz="14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{&lt;key&gt;:{$</a:t>
                      </a:r>
                      <a:r>
                        <a:rPr lang="en-GB" sz="1200" dirty="0" err="1">
                          <a:effectLst/>
                        </a:rPr>
                        <a:t>lt</a:t>
                      </a:r>
                      <a:r>
                        <a:rPr lang="en-GB" sz="1200" dirty="0">
                          <a:effectLst/>
                        </a:rPr>
                        <a:t>:&lt;value&gt;}}</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err="1">
                          <a:effectLst/>
                        </a:rPr>
                        <a:t>db.mycollection.find</a:t>
                      </a:r>
                      <a:r>
                        <a:rPr lang="en-GB" sz="1200" dirty="0">
                          <a:effectLst/>
                        </a:rPr>
                        <a:t>({"likes":{$lt:50}})</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where likes &lt; 50</a:t>
                      </a:r>
                      <a:endParaRPr lang="en-GB" sz="1200" dirty="0">
                        <a:effectLst/>
                        <a:latin typeface="Helvetica" panose="020B0604020202020204" pitchFamily="34" charset="0"/>
                        <a:cs typeface="Helvetica" panose="020B0604020202020204" pitchFamily="34" charset="0"/>
                      </a:endParaRPr>
                    </a:p>
                  </a:txBody>
                  <a:tcPr marL="60960" marR="60960" marT="60960" marB="60960"/>
                </a:tc>
                <a:extLst>
                  <a:ext uri="{0D108BD9-81ED-4DB2-BD59-A6C34878D82A}">
                    <a16:rowId xmlns:a16="http://schemas.microsoft.com/office/drawing/2014/main" val="10002"/>
                  </a:ext>
                </a:extLst>
              </a:tr>
              <a:tr h="478848">
                <a:tc>
                  <a:txBody>
                    <a:bodyPr/>
                    <a:lstStyle/>
                    <a:p>
                      <a:pPr fontAlgn="t"/>
                      <a:r>
                        <a:rPr lang="en-GB" sz="1400">
                          <a:effectLst/>
                        </a:rPr>
                        <a:t>Less Than Equals</a:t>
                      </a:r>
                      <a:endParaRPr lang="en-GB" sz="140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{&lt;key&gt;:{$</a:t>
                      </a:r>
                      <a:r>
                        <a:rPr lang="en-GB" sz="1200" dirty="0" err="1">
                          <a:effectLst/>
                        </a:rPr>
                        <a:t>lte</a:t>
                      </a:r>
                      <a:r>
                        <a:rPr lang="en-GB" sz="1200" dirty="0">
                          <a:effectLst/>
                        </a:rPr>
                        <a:t>:&lt;value&gt;}}</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err="1">
                          <a:effectLst/>
                        </a:rPr>
                        <a:t>db.mycollection.find</a:t>
                      </a:r>
                      <a:r>
                        <a:rPr lang="en-GB" sz="1200" dirty="0">
                          <a:effectLst/>
                        </a:rPr>
                        <a:t>({"likes":{$lte:50}})</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where likes &lt;= 50</a:t>
                      </a:r>
                      <a:endParaRPr lang="en-GB" sz="1200" dirty="0">
                        <a:effectLst/>
                        <a:latin typeface="Helvetica" panose="020B0604020202020204" pitchFamily="34" charset="0"/>
                        <a:cs typeface="Helvetica" panose="020B0604020202020204" pitchFamily="34" charset="0"/>
                      </a:endParaRPr>
                    </a:p>
                  </a:txBody>
                  <a:tcPr marL="60960" marR="60960" marT="60960" marB="60960"/>
                </a:tc>
                <a:extLst>
                  <a:ext uri="{0D108BD9-81ED-4DB2-BD59-A6C34878D82A}">
                    <a16:rowId xmlns:a16="http://schemas.microsoft.com/office/drawing/2014/main" val="10003"/>
                  </a:ext>
                </a:extLst>
              </a:tr>
              <a:tr h="478848">
                <a:tc>
                  <a:txBody>
                    <a:bodyPr/>
                    <a:lstStyle/>
                    <a:p>
                      <a:pPr fontAlgn="t"/>
                      <a:r>
                        <a:rPr lang="en-GB" sz="1400">
                          <a:effectLst/>
                        </a:rPr>
                        <a:t>Greater Than</a:t>
                      </a:r>
                      <a:endParaRPr lang="en-GB" sz="140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a:effectLst/>
                        </a:rPr>
                        <a:t>{&lt;key&gt;:{$gt:&lt;value&gt;}}</a:t>
                      </a:r>
                      <a:endParaRPr lang="en-GB" sz="120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err="1">
                          <a:effectLst/>
                        </a:rPr>
                        <a:t>db.mycollection.find</a:t>
                      </a:r>
                      <a:r>
                        <a:rPr lang="en-GB" sz="1200" dirty="0">
                          <a:effectLst/>
                        </a:rPr>
                        <a:t>({"likes":{$gt:50}})</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where likes &gt; 50</a:t>
                      </a:r>
                      <a:endParaRPr lang="en-GB" sz="1200" dirty="0">
                        <a:effectLst/>
                        <a:latin typeface="Helvetica" panose="020B0604020202020204" pitchFamily="34" charset="0"/>
                        <a:cs typeface="Helvetica" panose="020B0604020202020204" pitchFamily="34" charset="0"/>
                      </a:endParaRPr>
                    </a:p>
                  </a:txBody>
                  <a:tcPr marL="60960" marR="60960" marT="60960" marB="60960"/>
                </a:tc>
                <a:extLst>
                  <a:ext uri="{0D108BD9-81ED-4DB2-BD59-A6C34878D82A}">
                    <a16:rowId xmlns:a16="http://schemas.microsoft.com/office/drawing/2014/main" val="10004"/>
                  </a:ext>
                </a:extLst>
              </a:tr>
              <a:tr h="478848">
                <a:tc>
                  <a:txBody>
                    <a:bodyPr/>
                    <a:lstStyle/>
                    <a:p>
                      <a:pPr fontAlgn="t"/>
                      <a:r>
                        <a:rPr lang="en-GB" sz="1400">
                          <a:effectLst/>
                        </a:rPr>
                        <a:t>Greater Than Equals</a:t>
                      </a:r>
                      <a:endParaRPr lang="en-GB" sz="140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a:effectLst/>
                        </a:rPr>
                        <a:t>{&lt;key&gt;:{$gte:&lt;value&gt;}}</a:t>
                      </a:r>
                      <a:endParaRPr lang="en-GB" sz="120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err="1">
                          <a:effectLst/>
                        </a:rPr>
                        <a:t>db.mycollection.find</a:t>
                      </a:r>
                      <a:r>
                        <a:rPr lang="en-GB" sz="1200" dirty="0">
                          <a:effectLst/>
                        </a:rPr>
                        <a:t>({"likes":{$gte:50}})</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where likes &gt;= 50</a:t>
                      </a:r>
                      <a:endParaRPr lang="en-GB" sz="1200" dirty="0">
                        <a:effectLst/>
                        <a:latin typeface="Helvetica" panose="020B0604020202020204" pitchFamily="34" charset="0"/>
                        <a:cs typeface="Helvetica" panose="020B0604020202020204" pitchFamily="34" charset="0"/>
                      </a:endParaRPr>
                    </a:p>
                  </a:txBody>
                  <a:tcPr marL="60960" marR="60960" marT="60960" marB="60960"/>
                </a:tc>
                <a:extLst>
                  <a:ext uri="{0D108BD9-81ED-4DB2-BD59-A6C34878D82A}">
                    <a16:rowId xmlns:a16="http://schemas.microsoft.com/office/drawing/2014/main" val="10005"/>
                  </a:ext>
                </a:extLst>
              </a:tr>
              <a:tr h="478848">
                <a:tc>
                  <a:txBody>
                    <a:bodyPr/>
                    <a:lstStyle/>
                    <a:p>
                      <a:pPr fontAlgn="t"/>
                      <a:r>
                        <a:rPr lang="en-GB" sz="1400">
                          <a:effectLst/>
                        </a:rPr>
                        <a:t>Not Equals</a:t>
                      </a:r>
                      <a:endParaRPr lang="en-GB" sz="140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a:effectLst/>
                        </a:rPr>
                        <a:t>{&lt;key&gt;:{$ne:&lt;value&gt;}}</a:t>
                      </a:r>
                      <a:endParaRPr lang="en-GB" sz="120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err="1">
                          <a:effectLst/>
                        </a:rPr>
                        <a:t>db.mycollection.find</a:t>
                      </a:r>
                      <a:r>
                        <a:rPr lang="en-GB" sz="1200" dirty="0">
                          <a:effectLst/>
                        </a:rPr>
                        <a:t>({"likes":{$ne:50}})</a:t>
                      </a:r>
                      <a:endParaRPr lang="en-GB" sz="1200" dirty="0">
                        <a:effectLst/>
                        <a:latin typeface="Helvetica" panose="020B0604020202020204" pitchFamily="34" charset="0"/>
                        <a:cs typeface="Helvetica" panose="020B0604020202020204" pitchFamily="34" charset="0"/>
                      </a:endParaRPr>
                    </a:p>
                  </a:txBody>
                  <a:tcPr marL="60960" marR="60960" marT="60960" marB="60960"/>
                </a:tc>
                <a:tc>
                  <a:txBody>
                    <a:bodyPr/>
                    <a:lstStyle/>
                    <a:p>
                      <a:pPr fontAlgn="t"/>
                      <a:r>
                        <a:rPr lang="en-GB" sz="1200" dirty="0">
                          <a:effectLst/>
                        </a:rPr>
                        <a:t>where likes != 50</a:t>
                      </a:r>
                      <a:endParaRPr lang="en-GB" sz="1200" dirty="0">
                        <a:effectLst/>
                        <a:latin typeface="Helvetica" panose="020B0604020202020204" pitchFamily="34" charset="0"/>
                        <a:cs typeface="Helvetica" panose="020B0604020202020204" pitchFamily="34" charset="0"/>
                      </a:endParaRPr>
                    </a:p>
                  </a:txBody>
                  <a:tcPr marL="60960" marR="60960" marT="60960" marB="6096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47748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CRUD Operations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26</a:t>
            </a:fld>
            <a:endParaRPr lang="en-GB" dirty="0"/>
          </a:p>
        </p:txBody>
      </p:sp>
      <p:sp>
        <p:nvSpPr>
          <p:cNvPr id="5" name="AutoShape 2" descr="The components of a MongoDB insertOne operations.">
            <a:extLst>
              <a:ext uri="{FF2B5EF4-FFF2-40B4-BE49-F238E27FC236}">
                <a16:creationId xmlns:a16="http://schemas.microsoft.com/office/drawing/2014/main" id="{00D7314E-91ED-F21E-86B0-2068CF4B1A25}"/>
              </a:ext>
            </a:extLst>
          </p:cNvPr>
          <p:cNvSpPr>
            <a:spLocks noChangeAspect="1" noChangeArrowheads="1"/>
          </p:cNvSpPr>
          <p:nvPr/>
        </p:nvSpPr>
        <p:spPr bwMode="auto">
          <a:xfrm>
            <a:off x="244032" y="1490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4" descr="The components of a MongoDB insertOne operations.">
            <a:extLst>
              <a:ext uri="{FF2B5EF4-FFF2-40B4-BE49-F238E27FC236}">
                <a16:creationId xmlns:a16="http://schemas.microsoft.com/office/drawing/2014/main" id="{82406F66-E497-C40F-4BBC-2EA8500F6EE1}"/>
              </a:ext>
            </a:extLst>
          </p:cNvPr>
          <p:cNvSpPr>
            <a:spLocks noChangeAspect="1" noChangeArrowheads="1"/>
          </p:cNvSpPr>
          <p:nvPr/>
        </p:nvSpPr>
        <p:spPr bwMode="auto">
          <a:xfrm>
            <a:off x="396432" y="3014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descr="The components of a MongoDB insertOne operations.">
            <a:extLst>
              <a:ext uri="{FF2B5EF4-FFF2-40B4-BE49-F238E27FC236}">
                <a16:creationId xmlns:a16="http://schemas.microsoft.com/office/drawing/2014/main" id="{058DBFE3-3342-8A84-BC5E-312DD99C4C06}"/>
              </a:ext>
            </a:extLst>
          </p:cNvPr>
          <p:cNvSpPr>
            <a:spLocks noChangeAspect="1" noChangeArrowheads="1"/>
          </p:cNvSpPr>
          <p:nvPr/>
        </p:nvSpPr>
        <p:spPr bwMode="auto">
          <a:xfrm>
            <a:off x="548832" y="4538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TextBox 9">
            <a:extLst>
              <a:ext uri="{FF2B5EF4-FFF2-40B4-BE49-F238E27FC236}">
                <a16:creationId xmlns:a16="http://schemas.microsoft.com/office/drawing/2014/main" id="{46DF4D74-8C79-6666-642C-CFB1C38BC497}"/>
              </a:ext>
            </a:extLst>
          </p:cNvPr>
          <p:cNvSpPr txBox="1"/>
          <p:nvPr/>
        </p:nvSpPr>
        <p:spPr>
          <a:xfrm>
            <a:off x="272781" y="879622"/>
            <a:ext cx="8964488" cy="707886"/>
          </a:xfrm>
          <a:prstGeom prst="rect">
            <a:avLst/>
          </a:prstGeom>
          <a:noFill/>
        </p:spPr>
        <p:txBody>
          <a:bodyPr wrap="square" rtlCol="0">
            <a:spAutoFit/>
          </a:bodyPr>
          <a:lstStyle/>
          <a:p>
            <a:r>
              <a:rPr lang="en-GB" sz="2000" dirty="0">
                <a:latin typeface="Helvetica" panose="020B0604020202020204" pitchFamily="34" charset="0"/>
                <a:cs typeface="Helvetica" panose="020B0604020202020204" pitchFamily="34" charset="0"/>
              </a:rPr>
              <a:t>MongoDB's</a:t>
            </a:r>
            <a:r>
              <a:rPr lang="en-GB" sz="2000" dirty="0"/>
              <a:t> </a:t>
            </a:r>
            <a:r>
              <a:rPr lang="en-GB" sz="2000" dirty="0">
                <a:latin typeface="Helvetica" panose="020B0604020202020204" pitchFamily="34" charset="0"/>
                <a:cs typeface="Helvetica" panose="020B0604020202020204" pitchFamily="34" charset="0"/>
              </a:rPr>
              <a:t>update</a:t>
            </a:r>
            <a:r>
              <a:rPr lang="en-GB" sz="2000" b="1" dirty="0">
                <a:latin typeface="Courier New" panose="02070309020205020404" pitchFamily="49" charset="0"/>
                <a:cs typeface="Courier New" panose="02070309020205020404" pitchFamily="49" charset="0"/>
              </a:rPr>
              <a:t> </a:t>
            </a:r>
            <a:r>
              <a:rPr lang="en-GB" sz="2000" dirty="0">
                <a:latin typeface="Helvetica" panose="020B0604020202020204" pitchFamily="34" charset="0"/>
                <a:cs typeface="Helvetica" panose="020B0604020202020204" pitchFamily="34" charset="0"/>
              </a:rPr>
              <a:t>methods are used to update document(s) into a collection. The update methods update the values in the existing documents.</a:t>
            </a:r>
          </a:p>
        </p:txBody>
      </p:sp>
      <p:sp>
        <p:nvSpPr>
          <p:cNvPr id="12" name="TextBox 11">
            <a:extLst>
              <a:ext uri="{FF2B5EF4-FFF2-40B4-BE49-F238E27FC236}">
                <a16:creationId xmlns:a16="http://schemas.microsoft.com/office/drawing/2014/main" id="{EA002148-B970-6581-EA5A-FB9A5EF4F8BB}"/>
              </a:ext>
            </a:extLst>
          </p:cNvPr>
          <p:cNvSpPr txBox="1"/>
          <p:nvPr/>
        </p:nvSpPr>
        <p:spPr>
          <a:xfrm>
            <a:off x="269259" y="2420888"/>
            <a:ext cx="9367721" cy="646331"/>
          </a:xfrm>
          <a:prstGeom prst="rect">
            <a:avLst/>
          </a:prstGeom>
          <a:solidFill>
            <a:schemeClr val="bg1">
              <a:lumMod val="85000"/>
            </a:schemeClr>
          </a:solidFill>
        </p:spPr>
        <p:txBody>
          <a:bodyPr wrap="square" rtlCol="0">
            <a:spAutoFit/>
          </a:bodyPr>
          <a:lstStyle/>
          <a:p>
            <a:r>
              <a:rPr lang="en-GB" dirty="0">
                <a:latin typeface="Courier New" panose="02070309020205020404" pitchFamily="49" charset="0"/>
                <a:cs typeface="Courier New" panose="02070309020205020404" pitchFamily="49" charset="0"/>
              </a:rPr>
              <a:t>&gt;</a:t>
            </a:r>
            <a:r>
              <a:rPr lang="en-GB" dirty="0" err="1">
                <a:latin typeface="Courier New" panose="02070309020205020404" pitchFamily="49" charset="0"/>
                <a:cs typeface="Courier New" panose="02070309020205020404" pitchFamily="49" charset="0"/>
              </a:rPr>
              <a:t>db.students.updateOne</a:t>
            </a:r>
            <a:r>
              <a:rPr lang="en-GB" dirty="0">
                <a:latin typeface="Courier New" panose="02070309020205020404" pitchFamily="49" charset="0"/>
                <a:cs typeface="Courier New" panose="02070309020205020404" pitchFamily="49" charset="0"/>
              </a:rPr>
              <a:t>( { name: "John Doe" }, </a:t>
            </a:r>
          </a:p>
          <a:p>
            <a:r>
              <a:rPr lang="en-GB" dirty="0">
                <a:latin typeface="Courier New" panose="02070309020205020404" pitchFamily="49" charset="0"/>
                <a:cs typeface="Courier New" panose="02070309020205020404" pitchFamily="49" charset="0"/>
              </a:rPr>
              <a:t>			    { $set: { course: "Data Science" } });</a:t>
            </a:r>
            <a:endParaRPr lang="en-GB" b="1"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A06DD6E5-2086-9801-B1C3-D66D77127AF7}"/>
              </a:ext>
            </a:extLst>
          </p:cNvPr>
          <p:cNvSpPr txBox="1"/>
          <p:nvPr/>
        </p:nvSpPr>
        <p:spPr>
          <a:xfrm>
            <a:off x="272480" y="1708445"/>
            <a:ext cx="4680520" cy="400110"/>
          </a:xfrm>
          <a:prstGeom prst="rect">
            <a:avLst/>
          </a:prstGeom>
          <a:noFill/>
        </p:spPr>
        <p:txBody>
          <a:bodyPr wrap="square" rtlCol="0">
            <a:spAutoFit/>
          </a:bodyPr>
          <a:lstStyle/>
          <a:p>
            <a:r>
              <a:rPr lang="en-GB" sz="2000" b="1" dirty="0">
                <a:latin typeface="Helvetica" panose="020B0604020202020204" pitchFamily="34" charset="0"/>
                <a:cs typeface="Helvetica" panose="020B0604020202020204" pitchFamily="34" charset="0"/>
              </a:rPr>
              <a:t>Update only one document</a:t>
            </a:r>
          </a:p>
        </p:txBody>
      </p:sp>
      <p:sp>
        <p:nvSpPr>
          <p:cNvPr id="14" name="TextBox 13">
            <a:extLst>
              <a:ext uri="{FF2B5EF4-FFF2-40B4-BE49-F238E27FC236}">
                <a16:creationId xmlns:a16="http://schemas.microsoft.com/office/drawing/2014/main" id="{4FF5CC25-714B-7183-4613-6CABB9F89A66}"/>
              </a:ext>
            </a:extLst>
          </p:cNvPr>
          <p:cNvSpPr txBox="1"/>
          <p:nvPr/>
        </p:nvSpPr>
        <p:spPr>
          <a:xfrm>
            <a:off x="219799" y="3540583"/>
            <a:ext cx="4680520" cy="400110"/>
          </a:xfrm>
          <a:prstGeom prst="rect">
            <a:avLst/>
          </a:prstGeom>
          <a:noFill/>
        </p:spPr>
        <p:txBody>
          <a:bodyPr wrap="square" rtlCol="0">
            <a:spAutoFit/>
          </a:bodyPr>
          <a:lstStyle/>
          <a:p>
            <a:r>
              <a:rPr lang="en-GB" sz="2000" b="1" dirty="0">
                <a:latin typeface="Helvetica" panose="020B0604020202020204" pitchFamily="34" charset="0"/>
                <a:cs typeface="Helvetica" panose="020B0604020202020204" pitchFamily="34" charset="0"/>
              </a:rPr>
              <a:t>Update multiple documents</a:t>
            </a:r>
          </a:p>
        </p:txBody>
      </p:sp>
      <p:sp>
        <p:nvSpPr>
          <p:cNvPr id="15" name="TextBox 14">
            <a:extLst>
              <a:ext uri="{FF2B5EF4-FFF2-40B4-BE49-F238E27FC236}">
                <a16:creationId xmlns:a16="http://schemas.microsoft.com/office/drawing/2014/main" id="{EE78D8AF-9A48-E918-A3BA-3B257B79D1BC}"/>
              </a:ext>
            </a:extLst>
          </p:cNvPr>
          <p:cNvSpPr txBox="1"/>
          <p:nvPr/>
        </p:nvSpPr>
        <p:spPr>
          <a:xfrm>
            <a:off x="235769" y="4038576"/>
            <a:ext cx="8857401" cy="707886"/>
          </a:xfrm>
          <a:prstGeom prst="rect">
            <a:avLst/>
          </a:prstGeom>
          <a:solidFill>
            <a:schemeClr val="bg1">
              <a:lumMod val="85000"/>
            </a:schemeClr>
          </a:solidFill>
        </p:spPr>
        <p:txBody>
          <a:bodyPr wrap="square" rtlCol="0">
            <a:spAutoFit/>
          </a:bodyPr>
          <a:lstStyle/>
          <a:p>
            <a:r>
              <a:rPr lang="en-GB" sz="2000" dirty="0">
                <a:latin typeface="Courier New" panose="02070309020205020404" pitchFamily="49" charset="0"/>
                <a:cs typeface="Courier New" panose="02070309020205020404" pitchFamily="49" charset="0"/>
              </a:rPr>
              <a:t>&gt;</a:t>
            </a:r>
            <a:r>
              <a:rPr lang="en-GB" sz="2000" dirty="0" err="1">
                <a:latin typeface="Courier New" panose="02070309020205020404" pitchFamily="49" charset="0"/>
                <a:cs typeface="Courier New" panose="02070309020205020404" pitchFamily="49" charset="0"/>
              </a:rPr>
              <a:t>db.students.updateMany</a:t>
            </a:r>
            <a:r>
              <a:rPr lang="en-GB" sz="2000" dirty="0">
                <a:latin typeface="Courier New" panose="02070309020205020404" pitchFamily="49" charset="0"/>
                <a:cs typeface="Courier New" panose="02070309020205020404" pitchFamily="49" charset="0"/>
              </a:rPr>
              <a:t>( { course: "Biology" }, { $set: { department: "Life Sciences" } });</a:t>
            </a:r>
          </a:p>
        </p:txBody>
      </p:sp>
      <p:sp>
        <p:nvSpPr>
          <p:cNvPr id="17" name="Rectangle 16">
            <a:extLst>
              <a:ext uri="{FF2B5EF4-FFF2-40B4-BE49-F238E27FC236}">
                <a16:creationId xmlns:a16="http://schemas.microsoft.com/office/drawing/2014/main" id="{A9137ED2-0873-5CA7-A620-0B4633F33BBD}"/>
              </a:ext>
            </a:extLst>
          </p:cNvPr>
          <p:cNvSpPr/>
          <p:nvPr/>
        </p:nvSpPr>
        <p:spPr>
          <a:xfrm>
            <a:off x="3546506" y="2479605"/>
            <a:ext cx="2808312" cy="276484"/>
          </a:xfrm>
          <a:prstGeom prst="rect">
            <a:avLst/>
          </a:prstGeom>
          <a:solidFill>
            <a:srgbClr val="FF0066">
              <a:alpha val="20000"/>
            </a:srgbClr>
          </a:solidFill>
          <a:ln>
            <a:solidFill>
              <a:srgbClr val="0081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19" name="TextBox 18">
            <a:extLst>
              <a:ext uri="{FF2B5EF4-FFF2-40B4-BE49-F238E27FC236}">
                <a16:creationId xmlns:a16="http://schemas.microsoft.com/office/drawing/2014/main" id="{984ED2BE-7782-600E-1D57-C295DFDC9F2A}"/>
              </a:ext>
            </a:extLst>
          </p:cNvPr>
          <p:cNvSpPr txBox="1"/>
          <p:nvPr/>
        </p:nvSpPr>
        <p:spPr>
          <a:xfrm>
            <a:off x="3872880" y="1875337"/>
            <a:ext cx="3955333" cy="369332"/>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Filter to find the document to update</a:t>
            </a:r>
          </a:p>
        </p:txBody>
      </p:sp>
      <p:cxnSp>
        <p:nvCxnSpPr>
          <p:cNvPr id="21" name="Straight Arrow Connector 20">
            <a:extLst>
              <a:ext uri="{FF2B5EF4-FFF2-40B4-BE49-F238E27FC236}">
                <a16:creationId xmlns:a16="http://schemas.microsoft.com/office/drawing/2014/main" id="{54796C5A-6B02-0FD2-535E-9DB16AB019C1}"/>
              </a:ext>
            </a:extLst>
          </p:cNvPr>
          <p:cNvCxnSpPr/>
          <p:nvPr/>
        </p:nvCxnSpPr>
        <p:spPr>
          <a:xfrm flipH="1">
            <a:off x="5313040" y="2206237"/>
            <a:ext cx="144016" cy="273368"/>
          </a:xfrm>
          <a:prstGeom prst="straightConnector1">
            <a:avLst/>
          </a:prstGeom>
          <a:ln w="22225">
            <a:tailEnd type="triangle"/>
          </a:ln>
        </p:spPr>
        <p:style>
          <a:lnRef idx="1">
            <a:schemeClr val="accent2"/>
          </a:lnRef>
          <a:fillRef idx="0">
            <a:schemeClr val="accent2"/>
          </a:fillRef>
          <a:effectRef idx="0">
            <a:schemeClr val="accent2"/>
          </a:effectRef>
          <a:fontRef idx="minor">
            <a:schemeClr val="tx1"/>
          </a:fontRef>
        </p:style>
      </p:cxnSp>
      <p:sp>
        <p:nvSpPr>
          <p:cNvPr id="22" name="Rectangle 21">
            <a:extLst>
              <a:ext uri="{FF2B5EF4-FFF2-40B4-BE49-F238E27FC236}">
                <a16:creationId xmlns:a16="http://schemas.microsoft.com/office/drawing/2014/main" id="{707F5180-B06D-94F5-ACDA-386427F247CB}"/>
              </a:ext>
            </a:extLst>
          </p:cNvPr>
          <p:cNvSpPr/>
          <p:nvPr/>
        </p:nvSpPr>
        <p:spPr>
          <a:xfrm>
            <a:off x="3829524" y="2773412"/>
            <a:ext cx="4579859" cy="276484"/>
          </a:xfrm>
          <a:prstGeom prst="rect">
            <a:avLst/>
          </a:prstGeom>
          <a:solidFill>
            <a:schemeClr val="accent3">
              <a:lumMod val="60000"/>
              <a:lumOff val="40000"/>
              <a:alpha val="20000"/>
            </a:schemeClr>
          </a:solidFill>
          <a:ln>
            <a:solidFill>
              <a:srgbClr val="0081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24" name="TextBox 23">
            <a:extLst>
              <a:ext uri="{FF2B5EF4-FFF2-40B4-BE49-F238E27FC236}">
                <a16:creationId xmlns:a16="http://schemas.microsoft.com/office/drawing/2014/main" id="{97BB3CD6-DBD9-CD0D-65B2-05B132F5651F}"/>
              </a:ext>
            </a:extLst>
          </p:cNvPr>
          <p:cNvSpPr txBox="1"/>
          <p:nvPr/>
        </p:nvSpPr>
        <p:spPr>
          <a:xfrm>
            <a:off x="4949780" y="3187036"/>
            <a:ext cx="2088232" cy="369332"/>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Update operation</a:t>
            </a:r>
          </a:p>
        </p:txBody>
      </p:sp>
      <p:cxnSp>
        <p:nvCxnSpPr>
          <p:cNvPr id="26" name="Straight Arrow Connector 25">
            <a:extLst>
              <a:ext uri="{FF2B5EF4-FFF2-40B4-BE49-F238E27FC236}">
                <a16:creationId xmlns:a16="http://schemas.microsoft.com/office/drawing/2014/main" id="{63D4E9E8-126C-9937-A7EE-8E86384838C0}"/>
              </a:ext>
            </a:extLst>
          </p:cNvPr>
          <p:cNvCxnSpPr>
            <a:cxnSpLocks/>
          </p:cNvCxnSpPr>
          <p:nvPr/>
        </p:nvCxnSpPr>
        <p:spPr>
          <a:xfrm flipV="1">
            <a:off x="5931117" y="3058558"/>
            <a:ext cx="188336" cy="232560"/>
          </a:xfrm>
          <a:prstGeom prst="straightConnector1">
            <a:avLst/>
          </a:prstGeom>
          <a:ln w="22225">
            <a:tailEnd type="triangle"/>
          </a:ln>
        </p:spPr>
        <p:style>
          <a:lnRef idx="1">
            <a:schemeClr val="accent2"/>
          </a:lnRef>
          <a:fillRef idx="0">
            <a:schemeClr val="accent2"/>
          </a:fillRef>
          <a:effectRef idx="0">
            <a:schemeClr val="accent2"/>
          </a:effectRef>
          <a:fontRef idx="minor">
            <a:schemeClr val="tx1"/>
          </a:fontRef>
        </p:style>
      </p:cxnSp>
      <p:sp>
        <p:nvSpPr>
          <p:cNvPr id="34" name="TextBox 33">
            <a:extLst>
              <a:ext uri="{FF2B5EF4-FFF2-40B4-BE49-F238E27FC236}">
                <a16:creationId xmlns:a16="http://schemas.microsoft.com/office/drawing/2014/main" id="{E0533B9D-9952-4072-4BD3-245F04FE1E71}"/>
              </a:ext>
            </a:extLst>
          </p:cNvPr>
          <p:cNvSpPr txBox="1"/>
          <p:nvPr/>
        </p:nvSpPr>
        <p:spPr>
          <a:xfrm>
            <a:off x="441612" y="5103355"/>
            <a:ext cx="8068192" cy="707886"/>
          </a:xfrm>
          <a:prstGeom prst="rect">
            <a:avLst/>
          </a:prstGeom>
          <a:noFill/>
        </p:spPr>
        <p:txBody>
          <a:bodyPr wrap="square">
            <a:spAutoFit/>
          </a:bodyPr>
          <a:lstStyle/>
          <a:p>
            <a:pPr marL="285750" indent="-285750">
              <a:buFont typeface="Arial" panose="020B0604020202020204" pitchFamily="34" charset="0"/>
              <a:buChar char="•"/>
            </a:pPr>
            <a:r>
              <a:rPr lang="en-GB" sz="2000" b="1" dirty="0" err="1">
                <a:latin typeface="Courier New" panose="02070309020205020404" pitchFamily="49" charset="0"/>
                <a:cs typeface="Courier New" panose="02070309020205020404" pitchFamily="49" charset="0"/>
              </a:rPr>
              <a:t>updateOne</a:t>
            </a:r>
            <a:r>
              <a:rPr lang="en-GB" sz="2000" b="1" dirty="0">
                <a:latin typeface="Courier New" panose="02070309020205020404" pitchFamily="49" charset="0"/>
                <a:cs typeface="Courier New" panose="02070309020205020404" pitchFamily="49" charset="0"/>
              </a:rPr>
              <a:t>()</a:t>
            </a:r>
            <a:r>
              <a:rPr lang="en-GB" sz="2000" dirty="0">
                <a:latin typeface="Helvetica" panose="020B0604020202020204" pitchFamily="34" charset="0"/>
                <a:cs typeface="Helvetica" panose="020B0604020202020204" pitchFamily="34" charset="0"/>
              </a:rPr>
              <a:t>affects only the first document that matches the filter.</a:t>
            </a:r>
          </a:p>
          <a:p>
            <a:pPr marL="285750" indent="-285750">
              <a:buFont typeface="Arial" panose="020B0604020202020204" pitchFamily="34" charset="0"/>
              <a:buChar char="•"/>
            </a:pPr>
            <a:r>
              <a:rPr lang="en-GB" sz="2000" b="1" dirty="0" err="1">
                <a:latin typeface="Courier New" panose="02070309020205020404" pitchFamily="49" charset="0"/>
                <a:cs typeface="Courier New" panose="02070309020205020404" pitchFamily="49" charset="0"/>
              </a:rPr>
              <a:t>updateMany</a:t>
            </a:r>
            <a:r>
              <a:rPr lang="en-GB" sz="2000" b="1" dirty="0">
                <a:latin typeface="Courier New" panose="02070309020205020404" pitchFamily="49" charset="0"/>
                <a:cs typeface="Courier New" panose="02070309020205020404" pitchFamily="49" charset="0"/>
              </a:rPr>
              <a:t>()</a:t>
            </a:r>
            <a:r>
              <a:rPr lang="en-GB" sz="2000" dirty="0">
                <a:latin typeface="Helvetica" panose="020B0604020202020204" pitchFamily="34" charset="0"/>
                <a:cs typeface="Helvetica" panose="020B0604020202020204" pitchFamily="34" charset="0"/>
              </a:rPr>
              <a:t>affects all matching documents.</a:t>
            </a:r>
          </a:p>
        </p:txBody>
      </p:sp>
    </p:spTree>
    <p:extLst>
      <p:ext uri="{BB962C8B-B14F-4D97-AF65-F5344CB8AC3E}">
        <p14:creationId xmlns:p14="http://schemas.microsoft.com/office/powerpoint/2010/main" val="337566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ircle(in)">
                                      <p:cBhvr>
                                        <p:cTn id="7" dur="1000"/>
                                        <p:tgtEl>
                                          <p:spTgt spid="17"/>
                                        </p:tgtEl>
                                      </p:cBhvr>
                                    </p:animEffect>
                                  </p:childTnLst>
                                </p:cTn>
                              </p:par>
                              <p:par>
                                <p:cTn id="8" presetID="6" presetClass="entr" presetSubtype="16"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circle(in)">
                                      <p:cBhvr>
                                        <p:cTn id="10" dur="1000"/>
                                        <p:tgtEl>
                                          <p:spTgt spid="21"/>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ircle(in)">
                                      <p:cBhvr>
                                        <p:cTn id="13" dur="10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circle(in)">
                                      <p:cBhvr>
                                        <p:cTn id="18" dur="1000"/>
                                        <p:tgtEl>
                                          <p:spTgt spid="22"/>
                                        </p:tgtEl>
                                      </p:cBhvr>
                                    </p:animEffect>
                                  </p:childTnLst>
                                </p:cTn>
                              </p:par>
                              <p:par>
                                <p:cTn id="19" presetID="6" presetClass="entr" presetSubtype="16"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circle(in)">
                                      <p:cBhvr>
                                        <p:cTn id="21" dur="1000"/>
                                        <p:tgtEl>
                                          <p:spTgt spid="26"/>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circle(in)">
                                      <p:cBhvr>
                                        <p:cTn id="24" dur="10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animBg="1"/>
      <p:bldP spid="19" grpId="0"/>
      <p:bldP spid="22" grpId="0" animBg="1"/>
      <p:bldP spid="24" grpId="0"/>
      <p:bldP spid="3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5957" y="-24899"/>
            <a:ext cx="6336703" cy="780762"/>
          </a:xfrm>
        </p:spPr>
        <p:txBody>
          <a:bodyPr/>
          <a:lstStyle/>
          <a:p>
            <a:r>
              <a:rPr lang="en-GB" sz="3200" dirty="0"/>
              <a:t>CRUD Operations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27</a:t>
            </a:fld>
            <a:endParaRPr lang="en-GB" dirty="0"/>
          </a:p>
        </p:txBody>
      </p:sp>
      <p:sp>
        <p:nvSpPr>
          <p:cNvPr id="5" name="AutoShape 2" descr="The components of a MongoDB insertOne operations.">
            <a:extLst>
              <a:ext uri="{FF2B5EF4-FFF2-40B4-BE49-F238E27FC236}">
                <a16:creationId xmlns:a16="http://schemas.microsoft.com/office/drawing/2014/main" id="{00D7314E-91ED-F21E-86B0-2068CF4B1A25}"/>
              </a:ext>
            </a:extLst>
          </p:cNvPr>
          <p:cNvSpPr>
            <a:spLocks noChangeAspect="1" noChangeArrowheads="1"/>
          </p:cNvSpPr>
          <p:nvPr/>
        </p:nvSpPr>
        <p:spPr bwMode="auto">
          <a:xfrm>
            <a:off x="244032" y="1490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AutoShape 4" descr="The components of a MongoDB insertOne operations.">
            <a:extLst>
              <a:ext uri="{FF2B5EF4-FFF2-40B4-BE49-F238E27FC236}">
                <a16:creationId xmlns:a16="http://schemas.microsoft.com/office/drawing/2014/main" id="{82406F66-E497-C40F-4BBC-2EA8500F6EE1}"/>
              </a:ext>
            </a:extLst>
          </p:cNvPr>
          <p:cNvSpPr>
            <a:spLocks noChangeAspect="1" noChangeArrowheads="1"/>
          </p:cNvSpPr>
          <p:nvPr/>
        </p:nvSpPr>
        <p:spPr bwMode="auto">
          <a:xfrm>
            <a:off x="396432" y="3014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AutoShape 6" descr="The components of a MongoDB insertOne operations.">
            <a:extLst>
              <a:ext uri="{FF2B5EF4-FFF2-40B4-BE49-F238E27FC236}">
                <a16:creationId xmlns:a16="http://schemas.microsoft.com/office/drawing/2014/main" id="{058DBFE3-3342-8A84-BC5E-312DD99C4C06}"/>
              </a:ext>
            </a:extLst>
          </p:cNvPr>
          <p:cNvSpPr>
            <a:spLocks noChangeAspect="1" noChangeArrowheads="1"/>
          </p:cNvSpPr>
          <p:nvPr/>
        </p:nvSpPr>
        <p:spPr bwMode="auto">
          <a:xfrm>
            <a:off x="548832" y="4538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TextBox 9">
            <a:extLst>
              <a:ext uri="{FF2B5EF4-FFF2-40B4-BE49-F238E27FC236}">
                <a16:creationId xmlns:a16="http://schemas.microsoft.com/office/drawing/2014/main" id="{46DF4D74-8C79-6666-642C-CFB1C38BC497}"/>
              </a:ext>
            </a:extLst>
          </p:cNvPr>
          <p:cNvSpPr txBox="1"/>
          <p:nvPr/>
        </p:nvSpPr>
        <p:spPr>
          <a:xfrm>
            <a:off x="272781" y="879622"/>
            <a:ext cx="8964488" cy="400110"/>
          </a:xfrm>
          <a:prstGeom prst="rect">
            <a:avLst/>
          </a:prstGeom>
          <a:noFill/>
        </p:spPr>
        <p:txBody>
          <a:bodyPr wrap="square" rtlCol="0">
            <a:spAutoFit/>
          </a:bodyPr>
          <a:lstStyle/>
          <a:p>
            <a:r>
              <a:rPr lang="en-GB" sz="2000" dirty="0">
                <a:latin typeface="Helvetica" panose="020B0604020202020204" pitchFamily="34" charset="0"/>
                <a:cs typeface="Helvetica" panose="020B0604020202020204" pitchFamily="34" charset="0"/>
              </a:rPr>
              <a:t>MongoDB has two specific and modern methods to perform delete operation. </a:t>
            </a:r>
          </a:p>
        </p:txBody>
      </p:sp>
      <p:sp>
        <p:nvSpPr>
          <p:cNvPr id="12" name="TextBox 11">
            <a:extLst>
              <a:ext uri="{FF2B5EF4-FFF2-40B4-BE49-F238E27FC236}">
                <a16:creationId xmlns:a16="http://schemas.microsoft.com/office/drawing/2014/main" id="{EA002148-B970-6581-EA5A-FB9A5EF4F8BB}"/>
              </a:ext>
            </a:extLst>
          </p:cNvPr>
          <p:cNvSpPr txBox="1"/>
          <p:nvPr/>
        </p:nvSpPr>
        <p:spPr>
          <a:xfrm>
            <a:off x="1460123" y="2420888"/>
            <a:ext cx="6771973" cy="369332"/>
          </a:xfrm>
          <a:prstGeom prst="rect">
            <a:avLst/>
          </a:prstGeom>
          <a:solidFill>
            <a:schemeClr val="bg1">
              <a:lumMod val="85000"/>
            </a:schemeClr>
          </a:solidFill>
        </p:spPr>
        <p:txBody>
          <a:bodyPr wrap="square" rtlCol="0">
            <a:spAutoFit/>
          </a:bodyPr>
          <a:lstStyle/>
          <a:p>
            <a:r>
              <a:rPr lang="en-GB" dirty="0">
                <a:latin typeface="Courier New" panose="02070309020205020404" pitchFamily="49" charset="0"/>
                <a:cs typeface="Courier New" panose="02070309020205020404" pitchFamily="49" charset="0"/>
              </a:rPr>
              <a:t>&gt;</a:t>
            </a:r>
            <a:r>
              <a:rPr lang="en-GB" dirty="0" err="1">
                <a:latin typeface="Courier New" panose="02070309020205020404" pitchFamily="49" charset="0"/>
                <a:cs typeface="Courier New" panose="02070309020205020404" pitchFamily="49" charset="0"/>
              </a:rPr>
              <a:t>db.collection.deleteOne</a:t>
            </a:r>
            <a:r>
              <a:rPr lang="en-GB" dirty="0">
                <a:latin typeface="Courier New" panose="02070309020205020404" pitchFamily="49" charset="0"/>
                <a:cs typeface="Courier New" panose="02070309020205020404" pitchFamily="49" charset="0"/>
              </a:rPr>
              <a:t>({ name: "John Doe" });</a:t>
            </a:r>
            <a:endParaRPr lang="en-GB" b="1"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A06DD6E5-2086-9801-B1C3-D66D77127AF7}"/>
              </a:ext>
            </a:extLst>
          </p:cNvPr>
          <p:cNvSpPr txBox="1"/>
          <p:nvPr/>
        </p:nvSpPr>
        <p:spPr>
          <a:xfrm>
            <a:off x="272480" y="1708445"/>
            <a:ext cx="4680520" cy="400110"/>
          </a:xfrm>
          <a:prstGeom prst="rect">
            <a:avLst/>
          </a:prstGeom>
          <a:noFill/>
        </p:spPr>
        <p:txBody>
          <a:bodyPr wrap="square" rtlCol="0">
            <a:spAutoFit/>
          </a:bodyPr>
          <a:lstStyle/>
          <a:p>
            <a:r>
              <a:rPr lang="en-GB" sz="2000" b="1" dirty="0">
                <a:latin typeface="Helvetica" panose="020B0604020202020204" pitchFamily="34" charset="0"/>
                <a:cs typeface="Helvetica" panose="020B0604020202020204" pitchFamily="34" charset="0"/>
              </a:rPr>
              <a:t>Delete only one document</a:t>
            </a:r>
          </a:p>
        </p:txBody>
      </p:sp>
      <p:sp>
        <p:nvSpPr>
          <p:cNvPr id="14" name="TextBox 13">
            <a:extLst>
              <a:ext uri="{FF2B5EF4-FFF2-40B4-BE49-F238E27FC236}">
                <a16:creationId xmlns:a16="http://schemas.microsoft.com/office/drawing/2014/main" id="{4FF5CC25-714B-7183-4613-6CABB9F89A66}"/>
              </a:ext>
            </a:extLst>
          </p:cNvPr>
          <p:cNvSpPr txBox="1"/>
          <p:nvPr/>
        </p:nvSpPr>
        <p:spPr>
          <a:xfrm>
            <a:off x="219799" y="3540583"/>
            <a:ext cx="4680520" cy="400110"/>
          </a:xfrm>
          <a:prstGeom prst="rect">
            <a:avLst/>
          </a:prstGeom>
          <a:noFill/>
        </p:spPr>
        <p:txBody>
          <a:bodyPr wrap="square" rtlCol="0">
            <a:spAutoFit/>
          </a:bodyPr>
          <a:lstStyle/>
          <a:p>
            <a:r>
              <a:rPr lang="en-GB" sz="2000" b="1" dirty="0">
                <a:latin typeface="Helvetica" panose="020B0604020202020204" pitchFamily="34" charset="0"/>
                <a:cs typeface="Helvetica" panose="020B0604020202020204" pitchFamily="34" charset="0"/>
              </a:rPr>
              <a:t>Delete multiple documents</a:t>
            </a:r>
          </a:p>
        </p:txBody>
      </p:sp>
      <p:sp>
        <p:nvSpPr>
          <p:cNvPr id="15" name="TextBox 14">
            <a:extLst>
              <a:ext uri="{FF2B5EF4-FFF2-40B4-BE49-F238E27FC236}">
                <a16:creationId xmlns:a16="http://schemas.microsoft.com/office/drawing/2014/main" id="{EE78D8AF-9A48-E918-A3BA-3B257B79D1BC}"/>
              </a:ext>
            </a:extLst>
          </p:cNvPr>
          <p:cNvSpPr txBox="1"/>
          <p:nvPr/>
        </p:nvSpPr>
        <p:spPr>
          <a:xfrm>
            <a:off x="524299" y="4125244"/>
            <a:ext cx="8857401" cy="400110"/>
          </a:xfrm>
          <a:prstGeom prst="rect">
            <a:avLst/>
          </a:prstGeom>
          <a:solidFill>
            <a:schemeClr val="bg1">
              <a:lumMod val="85000"/>
            </a:schemeClr>
          </a:solidFill>
        </p:spPr>
        <p:txBody>
          <a:bodyPr wrap="square" rtlCol="0">
            <a:spAutoFit/>
          </a:bodyPr>
          <a:lstStyle/>
          <a:p>
            <a:r>
              <a:rPr lang="en-GB" sz="2000" dirty="0">
                <a:latin typeface="Courier New" panose="02070309020205020404" pitchFamily="49" charset="0"/>
                <a:cs typeface="Courier New" panose="02070309020205020404" pitchFamily="49" charset="0"/>
              </a:rPr>
              <a:t>&gt;</a:t>
            </a:r>
            <a:r>
              <a:rPr lang="en-GB" sz="2000" dirty="0" err="1">
                <a:latin typeface="Courier New" panose="02070309020205020404" pitchFamily="49" charset="0"/>
                <a:cs typeface="Courier New" panose="02070309020205020404" pitchFamily="49" charset="0"/>
              </a:rPr>
              <a:t>db.collection.deleteMany</a:t>
            </a:r>
            <a:r>
              <a:rPr lang="en-GB" sz="2000" dirty="0">
                <a:latin typeface="Courier New" panose="02070309020205020404" pitchFamily="49" charset="0"/>
                <a:cs typeface="Courier New" panose="02070309020205020404" pitchFamily="49" charset="0"/>
              </a:rPr>
              <a:t>({ age: { $</a:t>
            </a:r>
            <a:r>
              <a:rPr lang="en-GB" sz="2000" dirty="0" err="1">
                <a:latin typeface="Courier New" panose="02070309020205020404" pitchFamily="49" charset="0"/>
                <a:cs typeface="Courier New" panose="02070309020205020404" pitchFamily="49" charset="0"/>
              </a:rPr>
              <a:t>lt</a:t>
            </a:r>
            <a:r>
              <a:rPr lang="en-GB" sz="2000" dirty="0">
                <a:latin typeface="Courier New" panose="02070309020205020404" pitchFamily="49" charset="0"/>
                <a:cs typeface="Courier New" panose="02070309020205020404" pitchFamily="49" charset="0"/>
              </a:rPr>
              <a:t>: 30 } });</a:t>
            </a:r>
          </a:p>
        </p:txBody>
      </p:sp>
      <p:sp>
        <p:nvSpPr>
          <p:cNvPr id="17" name="Rectangle 16">
            <a:extLst>
              <a:ext uri="{FF2B5EF4-FFF2-40B4-BE49-F238E27FC236}">
                <a16:creationId xmlns:a16="http://schemas.microsoft.com/office/drawing/2014/main" id="{A9137ED2-0873-5CA7-A620-0B4633F33BBD}"/>
              </a:ext>
            </a:extLst>
          </p:cNvPr>
          <p:cNvSpPr/>
          <p:nvPr/>
        </p:nvSpPr>
        <p:spPr>
          <a:xfrm>
            <a:off x="4919728" y="2467667"/>
            <a:ext cx="2808312" cy="276484"/>
          </a:xfrm>
          <a:prstGeom prst="rect">
            <a:avLst/>
          </a:prstGeom>
          <a:solidFill>
            <a:srgbClr val="FF0066">
              <a:alpha val="20000"/>
            </a:srgbClr>
          </a:solidFill>
          <a:ln>
            <a:solidFill>
              <a:srgbClr val="0081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19" name="TextBox 18">
            <a:extLst>
              <a:ext uri="{FF2B5EF4-FFF2-40B4-BE49-F238E27FC236}">
                <a16:creationId xmlns:a16="http://schemas.microsoft.com/office/drawing/2014/main" id="{984ED2BE-7782-600E-1D57-C295DFDC9F2A}"/>
              </a:ext>
            </a:extLst>
          </p:cNvPr>
          <p:cNvSpPr txBox="1"/>
          <p:nvPr/>
        </p:nvSpPr>
        <p:spPr>
          <a:xfrm>
            <a:off x="4724993" y="1894450"/>
            <a:ext cx="3955333" cy="369332"/>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Filter to find the document to delete</a:t>
            </a:r>
          </a:p>
        </p:txBody>
      </p:sp>
      <p:cxnSp>
        <p:nvCxnSpPr>
          <p:cNvPr id="21" name="Straight Arrow Connector 20">
            <a:extLst>
              <a:ext uri="{FF2B5EF4-FFF2-40B4-BE49-F238E27FC236}">
                <a16:creationId xmlns:a16="http://schemas.microsoft.com/office/drawing/2014/main" id="{54796C5A-6B02-0FD2-535E-9DB16AB019C1}"/>
              </a:ext>
            </a:extLst>
          </p:cNvPr>
          <p:cNvCxnSpPr/>
          <p:nvPr/>
        </p:nvCxnSpPr>
        <p:spPr>
          <a:xfrm flipH="1">
            <a:off x="6503904" y="2206237"/>
            <a:ext cx="144016" cy="273368"/>
          </a:xfrm>
          <a:prstGeom prst="straightConnector1">
            <a:avLst/>
          </a:prstGeom>
          <a:ln w="22225">
            <a:tailEnd type="triangle"/>
          </a:ln>
        </p:spPr>
        <p:style>
          <a:lnRef idx="1">
            <a:schemeClr val="accent2"/>
          </a:lnRef>
          <a:fillRef idx="0">
            <a:schemeClr val="accent2"/>
          </a:fillRef>
          <a:effectRef idx="0">
            <a:schemeClr val="accent2"/>
          </a:effectRef>
          <a:fontRef idx="minor">
            <a:schemeClr val="tx1"/>
          </a:fontRef>
        </p:style>
      </p:cxnSp>
      <p:sp>
        <p:nvSpPr>
          <p:cNvPr id="34" name="TextBox 33">
            <a:extLst>
              <a:ext uri="{FF2B5EF4-FFF2-40B4-BE49-F238E27FC236}">
                <a16:creationId xmlns:a16="http://schemas.microsoft.com/office/drawing/2014/main" id="{E0533B9D-9952-4072-4BD3-245F04FE1E71}"/>
              </a:ext>
            </a:extLst>
          </p:cNvPr>
          <p:cNvSpPr txBox="1"/>
          <p:nvPr/>
        </p:nvSpPr>
        <p:spPr>
          <a:xfrm>
            <a:off x="520771" y="4804947"/>
            <a:ext cx="8068192" cy="400110"/>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This deletes all documents where </a:t>
            </a:r>
            <a:r>
              <a:rPr lang="en-GB" sz="2000" dirty="0">
                <a:latin typeface="Courier New" panose="02070309020205020404" pitchFamily="49" charset="0"/>
                <a:cs typeface="Courier New" panose="02070309020205020404" pitchFamily="49" charset="0"/>
              </a:rPr>
              <a:t>age</a:t>
            </a:r>
            <a:r>
              <a:rPr lang="en-GB" sz="2000" dirty="0">
                <a:latin typeface="Helvetica" panose="020B0604020202020204" pitchFamily="34" charset="0"/>
                <a:cs typeface="Helvetica" panose="020B0604020202020204" pitchFamily="34" charset="0"/>
              </a:rPr>
              <a:t> is less than 30.</a:t>
            </a:r>
          </a:p>
        </p:txBody>
      </p:sp>
      <p:sp>
        <p:nvSpPr>
          <p:cNvPr id="4" name="TextBox 3">
            <a:extLst>
              <a:ext uri="{FF2B5EF4-FFF2-40B4-BE49-F238E27FC236}">
                <a16:creationId xmlns:a16="http://schemas.microsoft.com/office/drawing/2014/main" id="{35FA269D-820E-5F8D-60D9-487C189B49FF}"/>
              </a:ext>
            </a:extLst>
          </p:cNvPr>
          <p:cNvSpPr txBox="1"/>
          <p:nvPr/>
        </p:nvSpPr>
        <p:spPr>
          <a:xfrm>
            <a:off x="296292" y="2986700"/>
            <a:ext cx="8857401" cy="369332"/>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This deletes the first document that matches the filter </a:t>
            </a:r>
            <a:r>
              <a:rPr lang="en-GB" dirty="0">
                <a:latin typeface="Courier New" panose="02070309020205020404" pitchFamily="49" charset="0"/>
                <a:cs typeface="Courier New" panose="02070309020205020404" pitchFamily="49" charset="0"/>
              </a:rPr>
              <a:t>{ name: "John Doe" }.</a:t>
            </a:r>
          </a:p>
        </p:txBody>
      </p:sp>
    </p:spTree>
    <p:extLst>
      <p:ext uri="{BB962C8B-B14F-4D97-AF65-F5344CB8AC3E}">
        <p14:creationId xmlns:p14="http://schemas.microsoft.com/office/powerpoint/2010/main" val="161183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ircle(in)">
                                      <p:cBhvr>
                                        <p:cTn id="7" dur="1000"/>
                                        <p:tgtEl>
                                          <p:spTgt spid="17"/>
                                        </p:tgtEl>
                                      </p:cBhvr>
                                    </p:animEffect>
                                  </p:childTnLst>
                                </p:cTn>
                              </p:par>
                              <p:par>
                                <p:cTn id="8" presetID="6" presetClass="entr" presetSubtype="16"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circle(in)">
                                      <p:cBhvr>
                                        <p:cTn id="10" dur="1000"/>
                                        <p:tgtEl>
                                          <p:spTgt spid="21"/>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ircle(in)">
                                      <p:cBhvr>
                                        <p:cTn id="13" dur="10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animBg="1"/>
      <p:bldP spid="19" grpId="0"/>
      <p:bldP spid="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4002" y="69128"/>
            <a:ext cx="8473787" cy="767465"/>
          </a:xfrm>
        </p:spPr>
        <p:txBody>
          <a:bodyPr wrap="square" anchor="ctr">
            <a:normAutofit/>
          </a:bodyPr>
          <a:lstStyle/>
          <a:p>
            <a:r>
              <a:rPr lang="en-GB" dirty="0"/>
              <a:t>Indexing in MongoDB </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28</a:t>
            </a:fld>
            <a:endParaRPr lang="en-GB"/>
          </a:p>
        </p:txBody>
      </p:sp>
      <p:sp>
        <p:nvSpPr>
          <p:cNvPr id="10" name="TextBox 9">
            <a:extLst>
              <a:ext uri="{FF2B5EF4-FFF2-40B4-BE49-F238E27FC236}">
                <a16:creationId xmlns:a16="http://schemas.microsoft.com/office/drawing/2014/main" id="{DF533840-5635-19B5-AAFB-5D157346FFE5}"/>
              </a:ext>
            </a:extLst>
          </p:cNvPr>
          <p:cNvSpPr txBox="1"/>
          <p:nvPr/>
        </p:nvSpPr>
        <p:spPr>
          <a:xfrm>
            <a:off x="294449" y="901591"/>
            <a:ext cx="9317101" cy="2031325"/>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Indexes are special data structures that store a portion of the data set in an efficient form.</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They allow MongoDB to quickly find and retrieve specific documents based on query conditions.</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Without indexes, MongoDB must scan the entire collection to find matching documents, which can be inefficient for large datasets.</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MongoDB creates a unique index on the </a:t>
            </a:r>
            <a:r>
              <a:rPr lang="en-GB" b="1" dirty="0">
                <a:latin typeface="Helvetica" panose="020B0604020202020204" pitchFamily="34" charset="0"/>
                <a:cs typeface="Helvetica" panose="020B0604020202020204" pitchFamily="34" charset="0"/>
              </a:rPr>
              <a:t>_id </a:t>
            </a:r>
            <a:r>
              <a:rPr lang="en-GB" dirty="0">
                <a:latin typeface="Helvetica" panose="020B0604020202020204" pitchFamily="34" charset="0"/>
                <a:cs typeface="Helvetica" panose="020B0604020202020204" pitchFamily="34" charset="0"/>
              </a:rPr>
              <a:t>field during the creation of a collection</a:t>
            </a:r>
          </a:p>
        </p:txBody>
      </p:sp>
      <p:grpSp>
        <p:nvGrpSpPr>
          <p:cNvPr id="40" name="Group 39">
            <a:extLst>
              <a:ext uri="{FF2B5EF4-FFF2-40B4-BE49-F238E27FC236}">
                <a16:creationId xmlns:a16="http://schemas.microsoft.com/office/drawing/2014/main" id="{4C5F986D-3F42-741A-315D-6E58301C2D14}"/>
              </a:ext>
            </a:extLst>
          </p:cNvPr>
          <p:cNvGrpSpPr/>
          <p:nvPr/>
        </p:nvGrpSpPr>
        <p:grpSpPr>
          <a:xfrm>
            <a:off x="3080792" y="3497735"/>
            <a:ext cx="1685219" cy="2739577"/>
            <a:chOff x="1424608" y="3065687"/>
            <a:chExt cx="1685219" cy="2739577"/>
          </a:xfrm>
        </p:grpSpPr>
        <p:grpSp>
          <p:nvGrpSpPr>
            <p:cNvPr id="38" name="Group 37">
              <a:extLst>
                <a:ext uri="{FF2B5EF4-FFF2-40B4-BE49-F238E27FC236}">
                  <a16:creationId xmlns:a16="http://schemas.microsoft.com/office/drawing/2014/main" id="{CE49C9E7-E544-ADC1-52BC-1FD64E143E22}"/>
                </a:ext>
              </a:extLst>
            </p:cNvPr>
            <p:cNvGrpSpPr/>
            <p:nvPr/>
          </p:nvGrpSpPr>
          <p:grpSpPr>
            <a:xfrm>
              <a:off x="1424608" y="3429000"/>
              <a:ext cx="1685219" cy="2376264"/>
              <a:chOff x="848544" y="3573016"/>
              <a:chExt cx="1685219" cy="2376264"/>
            </a:xfrm>
          </p:grpSpPr>
          <p:grpSp>
            <p:nvGrpSpPr>
              <p:cNvPr id="36" name="Group 35">
                <a:extLst>
                  <a:ext uri="{FF2B5EF4-FFF2-40B4-BE49-F238E27FC236}">
                    <a16:creationId xmlns:a16="http://schemas.microsoft.com/office/drawing/2014/main" id="{4449D3CE-A27B-774C-3769-A3E68409F226}"/>
                  </a:ext>
                </a:extLst>
              </p:cNvPr>
              <p:cNvGrpSpPr/>
              <p:nvPr/>
            </p:nvGrpSpPr>
            <p:grpSpPr>
              <a:xfrm>
                <a:off x="848544" y="3627208"/>
                <a:ext cx="1685219" cy="2233700"/>
                <a:chOff x="881645" y="4077072"/>
                <a:chExt cx="1685219" cy="2233700"/>
              </a:xfrm>
            </p:grpSpPr>
            <p:grpSp>
              <p:nvGrpSpPr>
                <p:cNvPr id="16" name="Group 15">
                  <a:extLst>
                    <a:ext uri="{FF2B5EF4-FFF2-40B4-BE49-F238E27FC236}">
                      <a16:creationId xmlns:a16="http://schemas.microsoft.com/office/drawing/2014/main" id="{C6A90484-08F1-0882-C42B-3714C65E14D8}"/>
                    </a:ext>
                  </a:extLst>
                </p:cNvPr>
                <p:cNvGrpSpPr/>
                <p:nvPr/>
              </p:nvGrpSpPr>
              <p:grpSpPr>
                <a:xfrm>
                  <a:off x="904874" y="4077072"/>
                  <a:ext cx="1661990" cy="422176"/>
                  <a:chOff x="929088" y="4077072"/>
                  <a:chExt cx="1661990" cy="422176"/>
                </a:xfrm>
              </p:grpSpPr>
              <p:pic>
                <p:nvPicPr>
                  <p:cNvPr id="4098" name="Picture 2" descr="Free Document SVG, PNG Icon, Symbol. Download Image.">
                    <a:extLst>
                      <a:ext uri="{FF2B5EF4-FFF2-40B4-BE49-F238E27FC236}">
                        <a16:creationId xmlns:a16="http://schemas.microsoft.com/office/drawing/2014/main" id="{19F155DB-19BB-40CF-5B37-ED90B2D79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088"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Free Document SVG, PNG Icon, Symbol. Download Image.">
                    <a:extLst>
                      <a:ext uri="{FF2B5EF4-FFF2-40B4-BE49-F238E27FC236}">
                        <a16:creationId xmlns:a16="http://schemas.microsoft.com/office/drawing/2014/main" id="{5E44230F-682B-6E73-CFF4-150299B81F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264"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Free Document SVG, PNG Icon, Symbol. Download Image.">
                    <a:extLst>
                      <a:ext uri="{FF2B5EF4-FFF2-40B4-BE49-F238E27FC236}">
                        <a16:creationId xmlns:a16="http://schemas.microsoft.com/office/drawing/2014/main" id="{2B0F3AA1-A66A-7EE1-1C06-B08050CAE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440"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Free Document SVG, PNG Icon, Symbol. Download Image.">
                    <a:extLst>
                      <a:ext uri="{FF2B5EF4-FFF2-40B4-BE49-F238E27FC236}">
                        <a16:creationId xmlns:a16="http://schemas.microsoft.com/office/drawing/2014/main" id="{1D2E8E06-EBA2-6583-814C-EA878C36C1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8902" y="4077072"/>
                    <a:ext cx="422176" cy="42217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16">
                  <a:extLst>
                    <a:ext uri="{FF2B5EF4-FFF2-40B4-BE49-F238E27FC236}">
                      <a16:creationId xmlns:a16="http://schemas.microsoft.com/office/drawing/2014/main" id="{BCFAB78B-4266-D8E1-875B-2C302769D170}"/>
                    </a:ext>
                  </a:extLst>
                </p:cNvPr>
                <p:cNvGrpSpPr/>
                <p:nvPr/>
              </p:nvGrpSpPr>
              <p:grpSpPr>
                <a:xfrm>
                  <a:off x="892175" y="4524351"/>
                  <a:ext cx="1661990" cy="422176"/>
                  <a:chOff x="929088" y="4077072"/>
                  <a:chExt cx="1661990" cy="422176"/>
                </a:xfrm>
              </p:grpSpPr>
              <p:pic>
                <p:nvPicPr>
                  <p:cNvPr id="18" name="Picture 2" descr="Free Document SVG, PNG Icon, Symbol. Download Image.">
                    <a:extLst>
                      <a:ext uri="{FF2B5EF4-FFF2-40B4-BE49-F238E27FC236}">
                        <a16:creationId xmlns:a16="http://schemas.microsoft.com/office/drawing/2014/main" id="{666A2DFD-114E-768C-13BB-478358646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088"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Free Document SVG, PNG Icon, Symbol. Download Image.">
                    <a:extLst>
                      <a:ext uri="{FF2B5EF4-FFF2-40B4-BE49-F238E27FC236}">
                        <a16:creationId xmlns:a16="http://schemas.microsoft.com/office/drawing/2014/main" id="{0A1F720C-50B8-D01B-FF80-D7B63975E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264"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Free Document SVG, PNG Icon, Symbol. Download Image.">
                    <a:extLst>
                      <a:ext uri="{FF2B5EF4-FFF2-40B4-BE49-F238E27FC236}">
                        <a16:creationId xmlns:a16="http://schemas.microsoft.com/office/drawing/2014/main" id="{C658ECA0-7833-8D45-3A17-3DD17F9F8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440"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Free Document SVG, PNG Icon, Symbol. Download Image.">
                    <a:extLst>
                      <a:ext uri="{FF2B5EF4-FFF2-40B4-BE49-F238E27FC236}">
                        <a16:creationId xmlns:a16="http://schemas.microsoft.com/office/drawing/2014/main" id="{BF31DC6C-E333-150D-EB41-9711C0DA1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8902" y="4077072"/>
                    <a:ext cx="422176" cy="42217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6770CC4D-AD8D-A9E9-A4E5-F8C6ECF617A3}"/>
                    </a:ext>
                  </a:extLst>
                </p:cNvPr>
                <p:cNvGrpSpPr/>
                <p:nvPr/>
              </p:nvGrpSpPr>
              <p:grpSpPr>
                <a:xfrm>
                  <a:off x="895876" y="4979641"/>
                  <a:ext cx="1661990" cy="422176"/>
                  <a:chOff x="929088" y="4077072"/>
                  <a:chExt cx="1661990" cy="422176"/>
                </a:xfrm>
              </p:grpSpPr>
              <p:pic>
                <p:nvPicPr>
                  <p:cNvPr id="23" name="Picture 2" descr="Free Document SVG, PNG Icon, Symbol. Download Image.">
                    <a:extLst>
                      <a:ext uri="{FF2B5EF4-FFF2-40B4-BE49-F238E27FC236}">
                        <a16:creationId xmlns:a16="http://schemas.microsoft.com/office/drawing/2014/main" id="{8FE5077B-99FE-DA94-C003-11679C7857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088"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Free Document SVG, PNG Icon, Symbol. Download Image.">
                    <a:extLst>
                      <a:ext uri="{FF2B5EF4-FFF2-40B4-BE49-F238E27FC236}">
                        <a16:creationId xmlns:a16="http://schemas.microsoft.com/office/drawing/2014/main" id="{C6FD7008-AF5D-754F-679C-B1323AADCF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264"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Free Document SVG, PNG Icon, Symbol. Download Image.">
                    <a:extLst>
                      <a:ext uri="{FF2B5EF4-FFF2-40B4-BE49-F238E27FC236}">
                        <a16:creationId xmlns:a16="http://schemas.microsoft.com/office/drawing/2014/main" id="{41E73C8D-30DF-5871-BD6D-CD472AAA34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440"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Free Document SVG, PNG Icon, Symbol. Download Image.">
                    <a:extLst>
                      <a:ext uri="{FF2B5EF4-FFF2-40B4-BE49-F238E27FC236}">
                        <a16:creationId xmlns:a16="http://schemas.microsoft.com/office/drawing/2014/main" id="{BB009431-88B5-110C-440D-0023E3FE12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8902" y="4077072"/>
                    <a:ext cx="422176" cy="42217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8" name="Straight Connector 27">
                  <a:extLst>
                    <a:ext uri="{FF2B5EF4-FFF2-40B4-BE49-F238E27FC236}">
                      <a16:creationId xmlns:a16="http://schemas.microsoft.com/office/drawing/2014/main" id="{CA23D51B-12B8-BCBD-603E-3157D0F51A1E}"/>
                    </a:ext>
                  </a:extLst>
                </p:cNvPr>
                <p:cNvCxnSpPr/>
                <p:nvPr/>
              </p:nvCxnSpPr>
              <p:spPr>
                <a:xfrm>
                  <a:off x="992560" y="5507360"/>
                  <a:ext cx="1440160" cy="0"/>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592F24C-5187-12BC-D8BA-483E993C6275}"/>
                    </a:ext>
                  </a:extLst>
                </p:cNvPr>
                <p:cNvCxnSpPr/>
                <p:nvPr/>
              </p:nvCxnSpPr>
              <p:spPr>
                <a:xfrm>
                  <a:off x="983360" y="5661248"/>
                  <a:ext cx="1440160" cy="0"/>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B3B8BF4-3818-81B4-69A6-CF1685D897A8}"/>
                    </a:ext>
                  </a:extLst>
                </p:cNvPr>
                <p:cNvCxnSpPr/>
                <p:nvPr/>
              </p:nvCxnSpPr>
              <p:spPr>
                <a:xfrm>
                  <a:off x="992560" y="5805264"/>
                  <a:ext cx="1440160" cy="0"/>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5E0FA0F4-59EB-667C-1A84-5B03333773A2}"/>
                    </a:ext>
                  </a:extLst>
                </p:cNvPr>
                <p:cNvGrpSpPr/>
                <p:nvPr/>
              </p:nvGrpSpPr>
              <p:grpSpPr>
                <a:xfrm>
                  <a:off x="881645" y="5888596"/>
                  <a:ext cx="1661990" cy="422176"/>
                  <a:chOff x="929088" y="4077072"/>
                  <a:chExt cx="1661990" cy="422176"/>
                </a:xfrm>
              </p:grpSpPr>
              <p:pic>
                <p:nvPicPr>
                  <p:cNvPr id="32" name="Picture 2" descr="Free Document SVG, PNG Icon, Symbol. Download Image.">
                    <a:extLst>
                      <a:ext uri="{FF2B5EF4-FFF2-40B4-BE49-F238E27FC236}">
                        <a16:creationId xmlns:a16="http://schemas.microsoft.com/office/drawing/2014/main" id="{77C9956B-00CD-460A-E89A-A78DA6DA35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088"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Free Document SVG, PNG Icon, Symbol. Download Image.">
                    <a:extLst>
                      <a:ext uri="{FF2B5EF4-FFF2-40B4-BE49-F238E27FC236}">
                        <a16:creationId xmlns:a16="http://schemas.microsoft.com/office/drawing/2014/main" id="{02F03F33-8065-45C0-53FE-413ACAF1A6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264"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Free Document SVG, PNG Icon, Symbol. Download Image.">
                    <a:extLst>
                      <a:ext uri="{FF2B5EF4-FFF2-40B4-BE49-F238E27FC236}">
                        <a16:creationId xmlns:a16="http://schemas.microsoft.com/office/drawing/2014/main" id="{1FBF73C5-0363-7FBE-A821-5D2F97EFB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440" y="4077072"/>
                    <a:ext cx="422176" cy="42217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Free Document SVG, PNG Icon, Symbol. Download Image.">
                    <a:extLst>
                      <a:ext uri="{FF2B5EF4-FFF2-40B4-BE49-F238E27FC236}">
                        <a16:creationId xmlns:a16="http://schemas.microsoft.com/office/drawing/2014/main" id="{76006EA5-8D60-2BA8-E61A-29F7F4EDA1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8902" y="4077072"/>
                    <a:ext cx="422176" cy="422176"/>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7" name="Rectangle 36">
                <a:extLst>
                  <a:ext uri="{FF2B5EF4-FFF2-40B4-BE49-F238E27FC236}">
                    <a16:creationId xmlns:a16="http://schemas.microsoft.com/office/drawing/2014/main" id="{228B1234-11F3-B454-5E6B-5570F14A1281}"/>
                  </a:ext>
                </a:extLst>
              </p:cNvPr>
              <p:cNvSpPr/>
              <p:nvPr/>
            </p:nvSpPr>
            <p:spPr>
              <a:xfrm>
                <a:off x="848544" y="3573016"/>
                <a:ext cx="1685219" cy="2376264"/>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grpSp>
        <p:sp>
          <p:nvSpPr>
            <p:cNvPr id="39" name="TextBox 38">
              <a:extLst>
                <a:ext uri="{FF2B5EF4-FFF2-40B4-BE49-F238E27FC236}">
                  <a16:creationId xmlns:a16="http://schemas.microsoft.com/office/drawing/2014/main" id="{31728918-1576-B9B5-2F4F-F760AD0B0904}"/>
                </a:ext>
              </a:extLst>
            </p:cNvPr>
            <p:cNvSpPr txBox="1"/>
            <p:nvPr/>
          </p:nvSpPr>
          <p:spPr>
            <a:xfrm>
              <a:off x="1806425" y="3065687"/>
              <a:ext cx="907940" cy="369332"/>
            </a:xfrm>
            <a:prstGeom prst="rect">
              <a:avLst/>
            </a:prstGeom>
            <a:noFill/>
          </p:spPr>
          <p:txBody>
            <a:bodyPr wrap="square" rtlCol="0">
              <a:spAutoFit/>
            </a:bodyPr>
            <a:lstStyle/>
            <a:p>
              <a:r>
                <a:rPr lang="en-GB" b="1" dirty="0">
                  <a:latin typeface="Helvetica" panose="020B0604020202020204" pitchFamily="34" charset="0"/>
                  <a:cs typeface="Helvetica" panose="020B0604020202020204" pitchFamily="34" charset="0"/>
                </a:rPr>
                <a:t>Books</a:t>
              </a:r>
            </a:p>
          </p:txBody>
        </p:sp>
      </p:grpSp>
      <p:sp>
        <p:nvSpPr>
          <p:cNvPr id="41" name="Rectangle 40">
            <a:extLst>
              <a:ext uri="{FF2B5EF4-FFF2-40B4-BE49-F238E27FC236}">
                <a16:creationId xmlns:a16="http://schemas.microsoft.com/office/drawing/2014/main" id="{9ECBAEBE-2DB8-0C0E-DDBE-34A62A805271}"/>
              </a:ext>
            </a:extLst>
          </p:cNvPr>
          <p:cNvSpPr>
            <a:spLocks noChangeArrowheads="1"/>
          </p:cNvSpPr>
          <p:nvPr/>
        </p:nvSpPr>
        <p:spPr bwMode="auto">
          <a:xfrm>
            <a:off x="687512" y="3035965"/>
            <a:ext cx="5630911" cy="461665"/>
          </a:xfrm>
          <a:prstGeom prst="rect">
            <a:avLst/>
          </a:prstGeom>
          <a:solidFill>
            <a:schemeClr val="accent2">
              <a:lumMod val="7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r>
              <a:rPr kumimoji="0" lang="en-US" sz="2400" b="0" i="0" u="none" strike="noStrike" cap="none" normalizeH="0" baseline="0" dirty="0" err="1">
                <a:ln>
                  <a:noFill/>
                </a:ln>
                <a:solidFill>
                  <a:schemeClr val="bg1"/>
                </a:solidFill>
                <a:effectLst/>
                <a:latin typeface="Courier New" panose="02070309020205020404" pitchFamily="49" charset="0"/>
                <a:cs typeface="Courier New" panose="02070309020205020404" pitchFamily="49" charset="0"/>
              </a:rPr>
              <a:t>db.Books.find</a:t>
            </a:r>
            <a:r>
              <a:rPr kumimoji="0" lang="en-US" sz="24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a:t>
            </a:r>
            <a:r>
              <a:rPr lang="en-US" sz="2400" b="1" dirty="0">
                <a:solidFill>
                  <a:schemeClr val="bg1"/>
                </a:solidFill>
                <a:latin typeface="Courier New" panose="02070309020205020404" pitchFamily="49" charset="0"/>
                <a:cs typeface="Courier New" panose="02070309020205020404" pitchFamily="49" charset="0"/>
              </a:rPr>
              <a:t>rating”:10}</a:t>
            </a:r>
            <a:r>
              <a:rPr kumimoji="0" lang="en-US" sz="24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a:t>
            </a:r>
            <a:r>
              <a:rPr kumimoji="0" lang="en-US" sz="24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sp>
        <p:nvSpPr>
          <p:cNvPr id="42" name="TextBox 41">
            <a:extLst>
              <a:ext uri="{FF2B5EF4-FFF2-40B4-BE49-F238E27FC236}">
                <a16:creationId xmlns:a16="http://schemas.microsoft.com/office/drawing/2014/main" id="{0BC99F56-6DB6-D969-4554-A88D6E9A2B01}"/>
              </a:ext>
            </a:extLst>
          </p:cNvPr>
          <p:cNvSpPr txBox="1"/>
          <p:nvPr/>
        </p:nvSpPr>
        <p:spPr>
          <a:xfrm>
            <a:off x="712079" y="3648085"/>
            <a:ext cx="1959894" cy="2308324"/>
          </a:xfrm>
          <a:prstGeom prst="rect">
            <a:avLst/>
          </a:prstGeom>
          <a:noFill/>
        </p:spPr>
        <p:txBody>
          <a:bodyPr wrap="square" rtlCol="0">
            <a:spAutoFit/>
          </a:bodyPr>
          <a:lstStyle/>
          <a:p>
            <a:r>
              <a:rPr lang="en-GB" dirty="0">
                <a:latin typeface="Helvetica" panose="020B0604020202020204" pitchFamily="34" charset="0"/>
                <a:cs typeface="Helvetica" panose="020B0604020202020204" pitchFamily="34" charset="0"/>
              </a:rPr>
              <a:t>Without indexing, it will scan all the documents.</a:t>
            </a:r>
          </a:p>
          <a:p>
            <a:endParaRPr lang="en-GB" dirty="0">
              <a:latin typeface="Helvetica" panose="020B0604020202020204" pitchFamily="34" charset="0"/>
              <a:cs typeface="Helvetica" panose="020B0604020202020204" pitchFamily="34" charset="0"/>
            </a:endParaRPr>
          </a:p>
          <a:p>
            <a:r>
              <a:rPr lang="en-GB" dirty="0">
                <a:latin typeface="Helvetica" panose="020B0604020202020204" pitchFamily="34" charset="0"/>
                <a:cs typeface="Helvetica" panose="020B0604020202020204" pitchFamily="34" charset="0"/>
              </a:rPr>
              <a:t>There could be millions of documents to scan.</a:t>
            </a:r>
          </a:p>
        </p:txBody>
      </p:sp>
      <p:grpSp>
        <p:nvGrpSpPr>
          <p:cNvPr id="4111" name="Group 4110">
            <a:extLst>
              <a:ext uri="{FF2B5EF4-FFF2-40B4-BE49-F238E27FC236}">
                <a16:creationId xmlns:a16="http://schemas.microsoft.com/office/drawing/2014/main" id="{D5FC062A-983D-7043-9815-17F1631505F7}"/>
              </a:ext>
            </a:extLst>
          </p:cNvPr>
          <p:cNvGrpSpPr/>
          <p:nvPr/>
        </p:nvGrpSpPr>
        <p:grpSpPr>
          <a:xfrm>
            <a:off x="5181351" y="3511751"/>
            <a:ext cx="2070746" cy="2790580"/>
            <a:chOff x="5181351" y="3511751"/>
            <a:chExt cx="2070746" cy="2790580"/>
          </a:xfrm>
        </p:grpSpPr>
        <p:grpSp>
          <p:nvGrpSpPr>
            <p:cNvPr id="45" name="Group 44">
              <a:extLst>
                <a:ext uri="{FF2B5EF4-FFF2-40B4-BE49-F238E27FC236}">
                  <a16:creationId xmlns:a16="http://schemas.microsoft.com/office/drawing/2014/main" id="{77BE4377-3703-4DF4-386F-B36CB609D8A1}"/>
                </a:ext>
              </a:extLst>
            </p:cNvPr>
            <p:cNvGrpSpPr/>
            <p:nvPr/>
          </p:nvGrpSpPr>
          <p:grpSpPr>
            <a:xfrm>
              <a:off x="5856779" y="3840118"/>
              <a:ext cx="1080120" cy="2462213"/>
              <a:chOff x="6187740" y="3861048"/>
              <a:chExt cx="1080120" cy="2462213"/>
            </a:xfrm>
          </p:grpSpPr>
          <p:sp>
            <p:nvSpPr>
              <p:cNvPr id="43" name="Rectangle 42">
                <a:extLst>
                  <a:ext uri="{FF2B5EF4-FFF2-40B4-BE49-F238E27FC236}">
                    <a16:creationId xmlns:a16="http://schemas.microsoft.com/office/drawing/2014/main" id="{455012B5-86DC-A203-6279-529F8C7DB5F5}"/>
                  </a:ext>
                </a:extLst>
              </p:cNvPr>
              <p:cNvSpPr/>
              <p:nvPr/>
            </p:nvSpPr>
            <p:spPr>
              <a:xfrm>
                <a:off x="6187740" y="3864843"/>
                <a:ext cx="1080120" cy="2376264"/>
              </a:xfrm>
              <a:prstGeom prst="rect">
                <a:avLst/>
              </a:prstGeom>
              <a:solidFill>
                <a:schemeClr val="accent1">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Lucida Sans"/>
                  <a:cs typeface="Lucida Sans"/>
                </a:endParaRPr>
              </a:p>
            </p:txBody>
          </p:sp>
          <p:sp>
            <p:nvSpPr>
              <p:cNvPr id="44" name="TextBox 43">
                <a:extLst>
                  <a:ext uri="{FF2B5EF4-FFF2-40B4-BE49-F238E27FC236}">
                    <a16:creationId xmlns:a16="http://schemas.microsoft.com/office/drawing/2014/main" id="{90D3A605-C69D-C75E-9661-34EECB238BE8}"/>
                  </a:ext>
                </a:extLst>
              </p:cNvPr>
              <p:cNvSpPr txBox="1"/>
              <p:nvPr/>
            </p:nvSpPr>
            <p:spPr>
              <a:xfrm>
                <a:off x="6551856" y="3861048"/>
                <a:ext cx="613956" cy="2462213"/>
              </a:xfrm>
              <a:prstGeom prst="rect">
                <a:avLst/>
              </a:prstGeom>
              <a:noFill/>
            </p:spPr>
            <p:txBody>
              <a:bodyPr wrap="square" rtlCol="0">
                <a:spAutoFit/>
              </a:bodyPr>
              <a:lstStyle/>
              <a:p>
                <a:r>
                  <a:rPr lang="en-GB" sz="1700" dirty="0">
                    <a:latin typeface="Helvetica" panose="020B0604020202020204" pitchFamily="34" charset="0"/>
                    <a:cs typeface="Helvetica" panose="020B0604020202020204" pitchFamily="34" charset="0"/>
                  </a:rPr>
                  <a:t>1</a:t>
                </a:r>
              </a:p>
              <a:p>
                <a:r>
                  <a:rPr lang="en-GB" sz="1700" dirty="0">
                    <a:solidFill>
                      <a:srgbClr val="FF0066"/>
                    </a:solidFill>
                    <a:latin typeface="Helvetica" panose="020B0604020202020204" pitchFamily="34" charset="0"/>
                    <a:cs typeface="Helvetica" panose="020B0604020202020204" pitchFamily="34" charset="0"/>
                  </a:rPr>
                  <a:t>10</a:t>
                </a:r>
              </a:p>
              <a:p>
                <a:r>
                  <a:rPr lang="en-GB" sz="1700" dirty="0">
                    <a:latin typeface="Helvetica" panose="020B0604020202020204" pitchFamily="34" charset="0"/>
                    <a:cs typeface="Helvetica" panose="020B0604020202020204" pitchFamily="34" charset="0"/>
                  </a:rPr>
                  <a:t>4</a:t>
                </a:r>
              </a:p>
              <a:p>
                <a:r>
                  <a:rPr lang="en-GB" sz="1700" dirty="0">
                    <a:latin typeface="Helvetica" panose="020B0604020202020204" pitchFamily="34" charset="0"/>
                    <a:cs typeface="Helvetica" panose="020B0604020202020204" pitchFamily="34" charset="0"/>
                  </a:rPr>
                  <a:t>7</a:t>
                </a:r>
              </a:p>
              <a:p>
                <a:r>
                  <a:rPr lang="en-GB" sz="1700" dirty="0">
                    <a:solidFill>
                      <a:srgbClr val="FF0066"/>
                    </a:solidFill>
                    <a:latin typeface="Helvetica" panose="020B0604020202020204" pitchFamily="34" charset="0"/>
                    <a:cs typeface="Helvetica" panose="020B0604020202020204" pitchFamily="34" charset="0"/>
                  </a:rPr>
                  <a:t>10</a:t>
                </a:r>
              </a:p>
              <a:p>
                <a:r>
                  <a:rPr lang="en-GB" sz="1700" dirty="0">
                    <a:latin typeface="Helvetica" panose="020B0604020202020204" pitchFamily="34" charset="0"/>
                    <a:cs typeface="Helvetica" panose="020B0604020202020204" pitchFamily="34" charset="0"/>
                  </a:rPr>
                  <a:t>5</a:t>
                </a:r>
              </a:p>
              <a:p>
                <a:r>
                  <a:rPr lang="en-GB" sz="1700" dirty="0">
                    <a:solidFill>
                      <a:srgbClr val="FF0066"/>
                    </a:solidFill>
                    <a:latin typeface="Helvetica" panose="020B0604020202020204" pitchFamily="34" charset="0"/>
                    <a:cs typeface="Helvetica" panose="020B0604020202020204" pitchFamily="34" charset="0"/>
                  </a:rPr>
                  <a:t>10</a:t>
                </a:r>
              </a:p>
              <a:p>
                <a:r>
                  <a:rPr lang="en-GB" sz="1700" dirty="0">
                    <a:latin typeface="Helvetica" panose="020B0604020202020204" pitchFamily="34" charset="0"/>
                    <a:cs typeface="Helvetica" panose="020B0604020202020204" pitchFamily="34" charset="0"/>
                  </a:rPr>
                  <a:t>2</a:t>
                </a:r>
              </a:p>
              <a:p>
                <a:r>
                  <a:rPr lang="en-GB" sz="1700" dirty="0">
                    <a:latin typeface="Helvetica" panose="020B0604020202020204" pitchFamily="34" charset="0"/>
                    <a:cs typeface="Helvetica" panose="020B0604020202020204" pitchFamily="34" charset="0"/>
                  </a:rPr>
                  <a:t>6    </a:t>
                </a:r>
                <a:r>
                  <a:rPr lang="en-GB" dirty="0">
                    <a:latin typeface="Helvetica" panose="020B0604020202020204" pitchFamily="34" charset="0"/>
                    <a:cs typeface="Helvetica" panose="020B0604020202020204" pitchFamily="34" charset="0"/>
                  </a:rPr>
                  <a:t>      </a:t>
                </a:r>
              </a:p>
            </p:txBody>
          </p:sp>
        </p:grpSp>
        <p:sp>
          <p:nvSpPr>
            <p:cNvPr id="46" name="TextBox 45">
              <a:extLst>
                <a:ext uri="{FF2B5EF4-FFF2-40B4-BE49-F238E27FC236}">
                  <a16:creationId xmlns:a16="http://schemas.microsoft.com/office/drawing/2014/main" id="{0B0AB80E-6387-B6FC-AC8A-660C7FFFCD7C}"/>
                </a:ext>
              </a:extLst>
            </p:cNvPr>
            <p:cNvSpPr txBox="1"/>
            <p:nvPr/>
          </p:nvSpPr>
          <p:spPr>
            <a:xfrm>
              <a:off x="5181351" y="3511751"/>
              <a:ext cx="2070746" cy="338554"/>
            </a:xfrm>
            <a:prstGeom prst="rect">
              <a:avLst/>
            </a:prstGeom>
            <a:noFill/>
          </p:spPr>
          <p:txBody>
            <a:bodyPr wrap="square" rtlCol="0">
              <a:spAutoFit/>
            </a:bodyPr>
            <a:lstStyle/>
            <a:p>
              <a:r>
                <a:rPr lang="en-GB" sz="1600" b="1" dirty="0">
                  <a:latin typeface="Helvetica" panose="020B0604020202020204" pitchFamily="34" charset="0"/>
                  <a:cs typeface="Helvetica" panose="020B0604020202020204" pitchFamily="34" charset="0"/>
                </a:rPr>
                <a:t>Book_Rating Index</a:t>
              </a:r>
            </a:p>
          </p:txBody>
        </p:sp>
      </p:grpSp>
      <p:grpSp>
        <p:nvGrpSpPr>
          <p:cNvPr id="4185" name="Group 4184">
            <a:extLst>
              <a:ext uri="{FF2B5EF4-FFF2-40B4-BE49-F238E27FC236}">
                <a16:creationId xmlns:a16="http://schemas.microsoft.com/office/drawing/2014/main" id="{8F0006F5-6DE7-A4D0-50D4-52656A4F3320}"/>
              </a:ext>
            </a:extLst>
          </p:cNvPr>
          <p:cNvGrpSpPr/>
          <p:nvPr/>
        </p:nvGrpSpPr>
        <p:grpSpPr>
          <a:xfrm>
            <a:off x="4756228" y="4034231"/>
            <a:ext cx="1526273" cy="2090596"/>
            <a:chOff x="4758783" y="4006184"/>
            <a:chExt cx="1526273" cy="2090596"/>
          </a:xfrm>
        </p:grpSpPr>
        <p:grpSp>
          <p:nvGrpSpPr>
            <p:cNvPr id="4147" name="Group 4146">
              <a:extLst>
                <a:ext uri="{FF2B5EF4-FFF2-40B4-BE49-F238E27FC236}">
                  <a16:creationId xmlns:a16="http://schemas.microsoft.com/office/drawing/2014/main" id="{1F788E75-B13F-1F69-1411-AEA08DDD8D31}"/>
                </a:ext>
              </a:extLst>
            </p:cNvPr>
            <p:cNvGrpSpPr/>
            <p:nvPr/>
          </p:nvGrpSpPr>
          <p:grpSpPr>
            <a:xfrm>
              <a:off x="4766007" y="5349012"/>
              <a:ext cx="1511992" cy="0"/>
              <a:chOff x="4766011" y="4005064"/>
              <a:chExt cx="1511992" cy="0"/>
            </a:xfrm>
          </p:grpSpPr>
          <p:cxnSp>
            <p:nvCxnSpPr>
              <p:cNvPr id="4157" name="Straight Arrow Connector 4156">
                <a:extLst>
                  <a:ext uri="{FF2B5EF4-FFF2-40B4-BE49-F238E27FC236}">
                    <a16:creationId xmlns:a16="http://schemas.microsoft.com/office/drawing/2014/main" id="{64FCE478-3B22-0C90-49AA-0D80757A7852}"/>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58" name="Straight Connector 4157">
                <a:extLst>
                  <a:ext uri="{FF2B5EF4-FFF2-40B4-BE49-F238E27FC236}">
                    <a16:creationId xmlns:a16="http://schemas.microsoft.com/office/drawing/2014/main" id="{029F3EF1-793A-B5A6-12FE-70CEB442A553}"/>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nvGrpSpPr>
            <p:cNvPr id="4148" name="Group 4147">
              <a:extLst>
                <a:ext uri="{FF2B5EF4-FFF2-40B4-BE49-F238E27FC236}">
                  <a16:creationId xmlns:a16="http://schemas.microsoft.com/office/drawing/2014/main" id="{E965E3B3-8260-2935-1165-D39A1718FA23}"/>
                </a:ext>
              </a:extLst>
            </p:cNvPr>
            <p:cNvGrpSpPr/>
            <p:nvPr/>
          </p:nvGrpSpPr>
          <p:grpSpPr>
            <a:xfrm>
              <a:off x="4758783" y="5592724"/>
              <a:ext cx="1511992" cy="0"/>
              <a:chOff x="4766011" y="4005064"/>
              <a:chExt cx="1511992" cy="0"/>
            </a:xfrm>
          </p:grpSpPr>
          <p:cxnSp>
            <p:nvCxnSpPr>
              <p:cNvPr id="4155" name="Straight Arrow Connector 4154">
                <a:extLst>
                  <a:ext uri="{FF2B5EF4-FFF2-40B4-BE49-F238E27FC236}">
                    <a16:creationId xmlns:a16="http://schemas.microsoft.com/office/drawing/2014/main" id="{0D0F6881-1C0B-66A0-6121-11CD61EF27BA}"/>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56" name="Straight Connector 4155">
                <a:extLst>
                  <a:ext uri="{FF2B5EF4-FFF2-40B4-BE49-F238E27FC236}">
                    <a16:creationId xmlns:a16="http://schemas.microsoft.com/office/drawing/2014/main" id="{CE20E8B3-F157-9E83-99CE-B75E38FE193F}"/>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nvGrpSpPr>
            <p:cNvPr id="4149" name="Group 4148">
              <a:extLst>
                <a:ext uri="{FF2B5EF4-FFF2-40B4-BE49-F238E27FC236}">
                  <a16:creationId xmlns:a16="http://schemas.microsoft.com/office/drawing/2014/main" id="{F5778E7B-A864-F465-45C9-5EFA0051909D}"/>
                </a:ext>
              </a:extLst>
            </p:cNvPr>
            <p:cNvGrpSpPr/>
            <p:nvPr/>
          </p:nvGrpSpPr>
          <p:grpSpPr>
            <a:xfrm>
              <a:off x="4766011" y="5808748"/>
              <a:ext cx="1511992" cy="0"/>
              <a:chOff x="4766011" y="4005064"/>
              <a:chExt cx="1511992" cy="0"/>
            </a:xfrm>
          </p:grpSpPr>
          <p:cxnSp>
            <p:nvCxnSpPr>
              <p:cNvPr id="4153" name="Straight Arrow Connector 4152">
                <a:extLst>
                  <a:ext uri="{FF2B5EF4-FFF2-40B4-BE49-F238E27FC236}">
                    <a16:creationId xmlns:a16="http://schemas.microsoft.com/office/drawing/2014/main" id="{1EC1F125-BDA1-35F1-BB59-10CF473AD418}"/>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54" name="Straight Connector 4153">
                <a:extLst>
                  <a:ext uri="{FF2B5EF4-FFF2-40B4-BE49-F238E27FC236}">
                    <a16:creationId xmlns:a16="http://schemas.microsoft.com/office/drawing/2014/main" id="{C4130AD0-89A4-00BE-65AA-1A0F635AA59C}"/>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nvGrpSpPr>
            <p:cNvPr id="4150" name="Group 4149">
              <a:extLst>
                <a:ext uri="{FF2B5EF4-FFF2-40B4-BE49-F238E27FC236}">
                  <a16:creationId xmlns:a16="http://schemas.microsoft.com/office/drawing/2014/main" id="{497EF730-6F14-3722-235B-AAF233B8F13E}"/>
                </a:ext>
              </a:extLst>
            </p:cNvPr>
            <p:cNvGrpSpPr/>
            <p:nvPr/>
          </p:nvGrpSpPr>
          <p:grpSpPr>
            <a:xfrm>
              <a:off x="4773064" y="6096780"/>
              <a:ext cx="1511992" cy="0"/>
              <a:chOff x="4766011" y="4005064"/>
              <a:chExt cx="1511992" cy="0"/>
            </a:xfrm>
          </p:grpSpPr>
          <p:cxnSp>
            <p:nvCxnSpPr>
              <p:cNvPr id="4151" name="Straight Arrow Connector 4150">
                <a:extLst>
                  <a:ext uri="{FF2B5EF4-FFF2-40B4-BE49-F238E27FC236}">
                    <a16:creationId xmlns:a16="http://schemas.microsoft.com/office/drawing/2014/main" id="{05761E07-94F8-3D58-213C-7F4CFF1F5EB3}"/>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52" name="Straight Connector 4151">
                <a:extLst>
                  <a:ext uri="{FF2B5EF4-FFF2-40B4-BE49-F238E27FC236}">
                    <a16:creationId xmlns:a16="http://schemas.microsoft.com/office/drawing/2014/main" id="{580BDEB8-0FE6-DBB9-F696-ECA71045DB2A}"/>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nvGrpSpPr>
            <p:cNvPr id="4170" name="Group 4169">
              <a:extLst>
                <a:ext uri="{FF2B5EF4-FFF2-40B4-BE49-F238E27FC236}">
                  <a16:creationId xmlns:a16="http://schemas.microsoft.com/office/drawing/2014/main" id="{B5ABBEA0-6184-CB30-932F-660B9DC71C81}"/>
                </a:ext>
              </a:extLst>
            </p:cNvPr>
            <p:cNvGrpSpPr/>
            <p:nvPr/>
          </p:nvGrpSpPr>
          <p:grpSpPr>
            <a:xfrm>
              <a:off x="4766007" y="4006184"/>
              <a:ext cx="1511992" cy="0"/>
              <a:chOff x="4766011" y="4005064"/>
              <a:chExt cx="1511992" cy="0"/>
            </a:xfrm>
          </p:grpSpPr>
          <p:cxnSp>
            <p:nvCxnSpPr>
              <p:cNvPr id="4171" name="Straight Arrow Connector 4170">
                <a:extLst>
                  <a:ext uri="{FF2B5EF4-FFF2-40B4-BE49-F238E27FC236}">
                    <a16:creationId xmlns:a16="http://schemas.microsoft.com/office/drawing/2014/main" id="{EBEE7BA0-3406-C34E-2999-73C0E4D93030}"/>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72" name="Straight Connector 4171">
                <a:extLst>
                  <a:ext uri="{FF2B5EF4-FFF2-40B4-BE49-F238E27FC236}">
                    <a16:creationId xmlns:a16="http://schemas.microsoft.com/office/drawing/2014/main" id="{54554BA2-E1AB-5682-7624-47059CD23005}"/>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nvGrpSpPr>
            <p:cNvPr id="4173" name="Group 4172">
              <a:extLst>
                <a:ext uri="{FF2B5EF4-FFF2-40B4-BE49-F238E27FC236}">
                  <a16:creationId xmlns:a16="http://schemas.microsoft.com/office/drawing/2014/main" id="{BA0D812B-073A-5501-3465-81DB36BF4737}"/>
                </a:ext>
              </a:extLst>
            </p:cNvPr>
            <p:cNvGrpSpPr/>
            <p:nvPr/>
          </p:nvGrpSpPr>
          <p:grpSpPr>
            <a:xfrm>
              <a:off x="4766007" y="4294216"/>
              <a:ext cx="1511992" cy="0"/>
              <a:chOff x="4766011" y="4005064"/>
              <a:chExt cx="1511992" cy="0"/>
            </a:xfrm>
          </p:grpSpPr>
          <p:cxnSp>
            <p:nvCxnSpPr>
              <p:cNvPr id="4174" name="Straight Arrow Connector 4173">
                <a:extLst>
                  <a:ext uri="{FF2B5EF4-FFF2-40B4-BE49-F238E27FC236}">
                    <a16:creationId xmlns:a16="http://schemas.microsoft.com/office/drawing/2014/main" id="{1D4FA91F-B5BF-0D2C-E817-00DBCF77DCA8}"/>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75" name="Straight Connector 4174">
                <a:extLst>
                  <a:ext uri="{FF2B5EF4-FFF2-40B4-BE49-F238E27FC236}">
                    <a16:creationId xmlns:a16="http://schemas.microsoft.com/office/drawing/2014/main" id="{E722586A-72EC-5F3B-9CDF-13F67EF28473}"/>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nvGrpSpPr>
            <p:cNvPr id="4176" name="Group 4175">
              <a:extLst>
                <a:ext uri="{FF2B5EF4-FFF2-40B4-BE49-F238E27FC236}">
                  <a16:creationId xmlns:a16="http://schemas.microsoft.com/office/drawing/2014/main" id="{36C15EB2-6BE8-CA7B-CB00-5A76B76B2A4D}"/>
                </a:ext>
              </a:extLst>
            </p:cNvPr>
            <p:cNvGrpSpPr/>
            <p:nvPr/>
          </p:nvGrpSpPr>
          <p:grpSpPr>
            <a:xfrm>
              <a:off x="4766007" y="4529008"/>
              <a:ext cx="1511992" cy="45719"/>
              <a:chOff x="4766011" y="4005064"/>
              <a:chExt cx="1511992" cy="0"/>
            </a:xfrm>
          </p:grpSpPr>
          <p:cxnSp>
            <p:nvCxnSpPr>
              <p:cNvPr id="4177" name="Straight Arrow Connector 4176">
                <a:extLst>
                  <a:ext uri="{FF2B5EF4-FFF2-40B4-BE49-F238E27FC236}">
                    <a16:creationId xmlns:a16="http://schemas.microsoft.com/office/drawing/2014/main" id="{139C6F5F-2343-C610-D93D-C21F05797C1D}"/>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78" name="Straight Connector 4177">
                <a:extLst>
                  <a:ext uri="{FF2B5EF4-FFF2-40B4-BE49-F238E27FC236}">
                    <a16:creationId xmlns:a16="http://schemas.microsoft.com/office/drawing/2014/main" id="{3CD75403-C005-BEBF-522E-CFC8AFCFA1E9}"/>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nvGrpSpPr>
            <p:cNvPr id="4179" name="Group 4178">
              <a:extLst>
                <a:ext uri="{FF2B5EF4-FFF2-40B4-BE49-F238E27FC236}">
                  <a16:creationId xmlns:a16="http://schemas.microsoft.com/office/drawing/2014/main" id="{6C15603B-A244-9A5D-3EBD-2285CBCFF1FB}"/>
                </a:ext>
              </a:extLst>
            </p:cNvPr>
            <p:cNvGrpSpPr/>
            <p:nvPr/>
          </p:nvGrpSpPr>
          <p:grpSpPr>
            <a:xfrm>
              <a:off x="4766007" y="4820029"/>
              <a:ext cx="1511992" cy="0"/>
              <a:chOff x="4766011" y="4005064"/>
              <a:chExt cx="1511992" cy="0"/>
            </a:xfrm>
          </p:grpSpPr>
          <p:cxnSp>
            <p:nvCxnSpPr>
              <p:cNvPr id="4180" name="Straight Arrow Connector 4179">
                <a:extLst>
                  <a:ext uri="{FF2B5EF4-FFF2-40B4-BE49-F238E27FC236}">
                    <a16:creationId xmlns:a16="http://schemas.microsoft.com/office/drawing/2014/main" id="{2EE2CD6F-D9BF-ADC7-EE9F-6B7F5C09FEDE}"/>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81" name="Straight Connector 4180">
                <a:extLst>
                  <a:ext uri="{FF2B5EF4-FFF2-40B4-BE49-F238E27FC236}">
                    <a16:creationId xmlns:a16="http://schemas.microsoft.com/office/drawing/2014/main" id="{078A7EB7-746A-6C42-83C2-6554C123B42C}"/>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nvGrpSpPr>
            <p:cNvPr id="4182" name="Group 4181">
              <a:extLst>
                <a:ext uri="{FF2B5EF4-FFF2-40B4-BE49-F238E27FC236}">
                  <a16:creationId xmlns:a16="http://schemas.microsoft.com/office/drawing/2014/main" id="{9964B750-0DBE-3428-290F-96CEEA851680}"/>
                </a:ext>
              </a:extLst>
            </p:cNvPr>
            <p:cNvGrpSpPr/>
            <p:nvPr/>
          </p:nvGrpSpPr>
          <p:grpSpPr>
            <a:xfrm>
              <a:off x="4766007" y="5086304"/>
              <a:ext cx="1511992" cy="0"/>
              <a:chOff x="4766011" y="4005064"/>
              <a:chExt cx="1511992" cy="0"/>
            </a:xfrm>
          </p:grpSpPr>
          <p:cxnSp>
            <p:nvCxnSpPr>
              <p:cNvPr id="4183" name="Straight Arrow Connector 4182">
                <a:extLst>
                  <a:ext uri="{FF2B5EF4-FFF2-40B4-BE49-F238E27FC236}">
                    <a16:creationId xmlns:a16="http://schemas.microsoft.com/office/drawing/2014/main" id="{8D47CB63-93A1-6EDE-866F-0620885A8912}"/>
                  </a:ext>
                </a:extLst>
              </p:cNvPr>
              <p:cNvCxnSpPr/>
              <p:nvPr/>
            </p:nvCxnSpPr>
            <p:spPr>
              <a:xfrm flipH="1">
                <a:off x="5450003" y="4005064"/>
                <a:ext cx="828000" cy="0"/>
              </a:xfrm>
              <a:prstGeom prst="straightConnector1">
                <a:avLst/>
              </a:prstGeom>
              <a:ln w="22225">
                <a:tailEnd type="stealth"/>
              </a:ln>
            </p:spPr>
            <p:style>
              <a:lnRef idx="1">
                <a:schemeClr val="dk1"/>
              </a:lnRef>
              <a:fillRef idx="0">
                <a:schemeClr val="dk1"/>
              </a:fillRef>
              <a:effectRef idx="0">
                <a:schemeClr val="dk1"/>
              </a:effectRef>
              <a:fontRef idx="minor">
                <a:schemeClr val="tx1"/>
              </a:fontRef>
            </p:style>
          </p:cxnSp>
          <p:cxnSp>
            <p:nvCxnSpPr>
              <p:cNvPr id="4184" name="Straight Connector 4183">
                <a:extLst>
                  <a:ext uri="{FF2B5EF4-FFF2-40B4-BE49-F238E27FC236}">
                    <a16:creationId xmlns:a16="http://schemas.microsoft.com/office/drawing/2014/main" id="{D89640E1-EB66-BD5F-6B21-090E5FD9D247}"/>
                  </a:ext>
                </a:extLst>
              </p:cNvPr>
              <p:cNvCxnSpPr/>
              <p:nvPr/>
            </p:nvCxnSpPr>
            <p:spPr>
              <a:xfrm flipH="1">
                <a:off x="4766011" y="4005064"/>
                <a:ext cx="756000" cy="0"/>
              </a:xfrm>
              <a:prstGeom prst="line">
                <a:avLst/>
              </a:prstGeom>
              <a:ln w="22225"/>
            </p:spPr>
            <p:style>
              <a:lnRef idx="1">
                <a:schemeClr val="dk1"/>
              </a:lnRef>
              <a:fillRef idx="0">
                <a:schemeClr val="dk1"/>
              </a:fillRef>
              <a:effectRef idx="0">
                <a:schemeClr val="dk1"/>
              </a:effectRef>
              <a:fontRef idx="minor">
                <a:schemeClr val="tx1"/>
              </a:fontRef>
            </p:style>
          </p:cxnSp>
        </p:grpSp>
      </p:grpSp>
      <p:sp>
        <p:nvSpPr>
          <p:cNvPr id="4186" name="TextBox 4185">
            <a:extLst>
              <a:ext uri="{FF2B5EF4-FFF2-40B4-BE49-F238E27FC236}">
                <a16:creationId xmlns:a16="http://schemas.microsoft.com/office/drawing/2014/main" id="{6037FA7E-7EA6-D750-1872-39BE9BC01597}"/>
              </a:ext>
            </a:extLst>
          </p:cNvPr>
          <p:cNvSpPr txBox="1"/>
          <p:nvPr/>
        </p:nvSpPr>
        <p:spPr>
          <a:xfrm>
            <a:off x="7550818" y="3693914"/>
            <a:ext cx="2226717" cy="2308324"/>
          </a:xfrm>
          <a:prstGeom prst="rect">
            <a:avLst/>
          </a:prstGeom>
          <a:noFill/>
        </p:spPr>
        <p:txBody>
          <a:bodyPr wrap="square" rtlCol="0">
            <a:spAutoFit/>
          </a:bodyPr>
          <a:lstStyle/>
          <a:p>
            <a:r>
              <a:rPr lang="en-GB" sz="1600" dirty="0">
                <a:latin typeface="Helvetica" panose="020B0604020202020204" pitchFamily="34" charset="0"/>
                <a:cs typeface="Helvetica" panose="020B0604020202020204" pitchFamily="34" charset="0"/>
              </a:rPr>
              <a:t>With indexing, only the index values associated with the query will be scanned to find appropriate documents.</a:t>
            </a:r>
          </a:p>
          <a:p>
            <a:endParaRPr lang="en-GB" sz="1600" dirty="0">
              <a:latin typeface="Helvetica" panose="020B0604020202020204" pitchFamily="34" charset="0"/>
              <a:cs typeface="Helvetica" panose="020B0604020202020204" pitchFamily="34" charset="0"/>
            </a:endParaRPr>
          </a:p>
          <a:p>
            <a:r>
              <a:rPr lang="en-GB" sz="1600" dirty="0">
                <a:latin typeface="Helvetica" panose="020B0604020202020204" pitchFamily="34" charset="0"/>
                <a:cs typeface="Helvetica" panose="020B0604020202020204" pitchFamily="34" charset="0"/>
              </a:rPr>
              <a:t>Results in faster query.</a:t>
            </a:r>
          </a:p>
        </p:txBody>
      </p:sp>
    </p:spTree>
    <p:extLst>
      <p:ext uri="{BB962C8B-B14F-4D97-AF65-F5344CB8AC3E}">
        <p14:creationId xmlns:p14="http://schemas.microsoft.com/office/powerpoint/2010/main" val="368238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arn(inVertical)">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barn(inVertical)">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circle(in)">
                                      <p:cBhvr>
                                        <p:cTn id="17" dur="10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111"/>
                                        </p:tgtEl>
                                        <p:attrNameLst>
                                          <p:attrName>style.visibility</p:attrName>
                                        </p:attrNameLst>
                                      </p:cBhvr>
                                      <p:to>
                                        <p:strVal val="visible"/>
                                      </p:to>
                                    </p:set>
                                    <p:animEffect transition="in" filter="circle(in)">
                                      <p:cBhvr>
                                        <p:cTn id="22" dur="2000"/>
                                        <p:tgtEl>
                                          <p:spTgt spid="41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185"/>
                                        </p:tgtEl>
                                        <p:attrNameLst>
                                          <p:attrName>style.visibility</p:attrName>
                                        </p:attrNameLst>
                                      </p:cBhvr>
                                      <p:to>
                                        <p:strVal val="visible"/>
                                      </p:to>
                                    </p:set>
                                    <p:animEffect transition="in" filter="wipe(right)">
                                      <p:cBhvr>
                                        <p:cTn id="27" dur="500"/>
                                        <p:tgtEl>
                                          <p:spTgt spid="4185"/>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4186"/>
                                        </p:tgtEl>
                                        <p:attrNameLst>
                                          <p:attrName>style.visibility</p:attrName>
                                        </p:attrNameLst>
                                      </p:cBhvr>
                                      <p:to>
                                        <p:strVal val="visible"/>
                                      </p:to>
                                    </p:set>
                                    <p:animEffect transition="in" filter="circle(in)">
                                      <p:cBhvr>
                                        <p:cTn id="32" dur="1000"/>
                                        <p:tgtEl>
                                          <p:spTgt spid="4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p:bldP spid="418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4002" y="69128"/>
            <a:ext cx="8473787" cy="767465"/>
          </a:xfrm>
        </p:spPr>
        <p:txBody>
          <a:bodyPr wrap="square" anchor="ctr">
            <a:normAutofit/>
          </a:bodyPr>
          <a:lstStyle/>
          <a:p>
            <a:r>
              <a:rPr lang="en-GB" dirty="0"/>
              <a:t>Types of Indexes in MongoDB</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29</a:t>
            </a:fld>
            <a:endParaRPr lang="en-GB"/>
          </a:p>
        </p:txBody>
      </p:sp>
      <p:sp>
        <p:nvSpPr>
          <p:cNvPr id="10" name="TextBox 9">
            <a:extLst>
              <a:ext uri="{FF2B5EF4-FFF2-40B4-BE49-F238E27FC236}">
                <a16:creationId xmlns:a16="http://schemas.microsoft.com/office/drawing/2014/main" id="{DF533840-5635-19B5-AAFB-5D157346FFE5}"/>
              </a:ext>
            </a:extLst>
          </p:cNvPr>
          <p:cNvSpPr txBox="1"/>
          <p:nvPr/>
        </p:nvSpPr>
        <p:spPr>
          <a:xfrm>
            <a:off x="488504" y="1196752"/>
            <a:ext cx="9317101" cy="3170099"/>
          </a:xfrm>
          <a:prstGeom prst="rect">
            <a:avLst/>
          </a:prstGeom>
          <a:noFill/>
        </p:spPr>
        <p:txBody>
          <a:bodyPr wrap="square">
            <a:spAutoFit/>
          </a:bodyPr>
          <a:lstStyle/>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Single Field Index: </a:t>
            </a:r>
            <a:r>
              <a:rPr lang="en-GB" sz="2000" dirty="0">
                <a:latin typeface="Helvetica" panose="020B0604020202020204" pitchFamily="34" charset="0"/>
                <a:cs typeface="Helvetica" panose="020B0604020202020204" pitchFamily="34" charset="0"/>
              </a:rPr>
              <a:t>The most common type, indexing a single field.</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Compound Index: </a:t>
            </a:r>
            <a:r>
              <a:rPr lang="en-GB" sz="2000" dirty="0">
                <a:latin typeface="Helvetica" panose="020B0604020202020204" pitchFamily="34" charset="0"/>
                <a:cs typeface="Helvetica" panose="020B0604020202020204" pitchFamily="34" charset="0"/>
              </a:rPr>
              <a:t>Indexes on multiple fields to optimise queries with multiple conditions.</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Multikey Index: </a:t>
            </a:r>
            <a:r>
              <a:rPr lang="en-GB" sz="2000" dirty="0">
                <a:latin typeface="Helvetica" panose="020B0604020202020204" pitchFamily="34" charset="0"/>
                <a:cs typeface="Helvetica" panose="020B0604020202020204" pitchFamily="34" charset="0"/>
              </a:rPr>
              <a:t>Used for fields containing arrays.</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Text Index: </a:t>
            </a:r>
            <a:r>
              <a:rPr lang="en-GB" sz="2000" dirty="0">
                <a:latin typeface="Helvetica" panose="020B0604020202020204" pitchFamily="34" charset="0"/>
                <a:cs typeface="Helvetica" panose="020B0604020202020204" pitchFamily="34" charset="0"/>
              </a:rPr>
              <a:t>Supports text search for string data.</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Geospatial Index: </a:t>
            </a:r>
            <a:r>
              <a:rPr lang="en-GB" sz="2000" dirty="0">
                <a:latin typeface="Helvetica" panose="020B0604020202020204" pitchFamily="34" charset="0"/>
                <a:cs typeface="Helvetica" panose="020B0604020202020204" pitchFamily="34" charset="0"/>
              </a:rPr>
              <a:t>Allows for location-based queries.</a:t>
            </a:r>
          </a:p>
        </p:txBody>
      </p:sp>
    </p:spTree>
    <p:extLst>
      <p:ext uri="{BB962C8B-B14F-4D97-AF65-F5344CB8AC3E}">
        <p14:creationId xmlns:p14="http://schemas.microsoft.com/office/powerpoint/2010/main" val="1298737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4002" y="69128"/>
            <a:ext cx="8473787" cy="767465"/>
          </a:xfrm>
        </p:spPr>
        <p:txBody>
          <a:bodyPr wrap="square" anchor="ctr">
            <a:normAutofit/>
          </a:bodyPr>
          <a:lstStyle/>
          <a:p>
            <a:r>
              <a:rPr lang="en-GB" dirty="0"/>
              <a:t>How to Create an Index</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30</a:t>
            </a:fld>
            <a:endParaRPr lang="en-GB"/>
          </a:p>
        </p:txBody>
      </p:sp>
      <p:sp>
        <p:nvSpPr>
          <p:cNvPr id="4" name="TextBox 3">
            <a:extLst>
              <a:ext uri="{FF2B5EF4-FFF2-40B4-BE49-F238E27FC236}">
                <a16:creationId xmlns:a16="http://schemas.microsoft.com/office/drawing/2014/main" id="{3AF990BA-7565-7434-6C5D-B681AA26272D}"/>
              </a:ext>
            </a:extLst>
          </p:cNvPr>
          <p:cNvSpPr txBox="1"/>
          <p:nvPr/>
        </p:nvSpPr>
        <p:spPr>
          <a:xfrm>
            <a:off x="366681" y="980728"/>
            <a:ext cx="4953000" cy="369332"/>
          </a:xfrm>
          <a:prstGeom prst="rect">
            <a:avLst/>
          </a:prstGeom>
          <a:noFill/>
        </p:spPr>
        <p:txBody>
          <a:bodyPr wrap="square">
            <a:spAutoFit/>
          </a:bodyPr>
          <a:lstStyle/>
          <a:p>
            <a:r>
              <a:rPr lang="en-GB" b="1" dirty="0">
                <a:latin typeface="Helvetica" panose="020B0604020202020204" pitchFamily="34" charset="0"/>
                <a:cs typeface="Helvetica" panose="020B0604020202020204" pitchFamily="34" charset="0"/>
              </a:rPr>
              <a:t>Single Field Index:</a:t>
            </a:r>
          </a:p>
        </p:txBody>
      </p:sp>
      <p:sp>
        <p:nvSpPr>
          <p:cNvPr id="8" name="TextBox 7">
            <a:extLst>
              <a:ext uri="{FF2B5EF4-FFF2-40B4-BE49-F238E27FC236}">
                <a16:creationId xmlns:a16="http://schemas.microsoft.com/office/drawing/2014/main" id="{11CDD385-37E5-708B-4A6C-5B8D22AE0324}"/>
              </a:ext>
            </a:extLst>
          </p:cNvPr>
          <p:cNvSpPr txBox="1"/>
          <p:nvPr/>
        </p:nvSpPr>
        <p:spPr>
          <a:xfrm>
            <a:off x="2072680" y="1551033"/>
            <a:ext cx="7034213" cy="400110"/>
          </a:xfrm>
          <a:prstGeom prst="rect">
            <a:avLst/>
          </a:prstGeom>
          <a:solidFill>
            <a:schemeClr val="accent2"/>
          </a:solidFill>
        </p:spPr>
        <p:txBody>
          <a:bodyPr wrap="square">
            <a:spAutoFit/>
          </a:bodyPr>
          <a:lstStyle/>
          <a:p>
            <a:r>
              <a:rPr lang="en-GB" sz="2000" b="1" dirty="0" err="1">
                <a:latin typeface="Courier New" panose="02070309020205020404" pitchFamily="49" charset="0"/>
                <a:cs typeface="Courier New" panose="02070309020205020404" pitchFamily="49" charset="0"/>
              </a:rPr>
              <a:t>db.collection.createIndex</a:t>
            </a:r>
            <a:r>
              <a:rPr lang="en-GB" sz="2000" b="1" dirty="0">
                <a:latin typeface="Courier New" panose="02070309020205020404" pitchFamily="49" charset="0"/>
                <a:cs typeface="Courier New" panose="02070309020205020404" pitchFamily="49" charset="0"/>
              </a:rPr>
              <a:t>({ </a:t>
            </a:r>
            <a:r>
              <a:rPr lang="en-GB" sz="2000" b="1" dirty="0" err="1">
                <a:latin typeface="Courier New" panose="02070309020205020404" pitchFamily="49" charset="0"/>
                <a:cs typeface="Courier New" panose="02070309020205020404" pitchFamily="49" charset="0"/>
              </a:rPr>
              <a:t>fieldName</a:t>
            </a:r>
            <a:r>
              <a:rPr lang="en-GB" sz="2000" b="1" dirty="0">
                <a:latin typeface="Courier New" panose="02070309020205020404" pitchFamily="49" charset="0"/>
                <a:cs typeface="Courier New" panose="02070309020205020404" pitchFamily="49" charset="0"/>
              </a:rPr>
              <a:t>: 1 });</a:t>
            </a:r>
          </a:p>
        </p:txBody>
      </p:sp>
      <p:grpSp>
        <p:nvGrpSpPr>
          <p:cNvPr id="15" name="Group 14">
            <a:extLst>
              <a:ext uri="{FF2B5EF4-FFF2-40B4-BE49-F238E27FC236}">
                <a16:creationId xmlns:a16="http://schemas.microsoft.com/office/drawing/2014/main" id="{DC234AD4-590B-0A61-172C-8DB1176F08B6}"/>
              </a:ext>
            </a:extLst>
          </p:cNvPr>
          <p:cNvGrpSpPr/>
          <p:nvPr/>
        </p:nvGrpSpPr>
        <p:grpSpPr>
          <a:xfrm>
            <a:off x="5961112" y="980728"/>
            <a:ext cx="3888432" cy="612032"/>
            <a:chOff x="6017568" y="980728"/>
            <a:chExt cx="3888432" cy="612032"/>
          </a:xfrm>
        </p:grpSpPr>
        <p:sp>
          <p:nvSpPr>
            <p:cNvPr id="11" name="TextBox 10">
              <a:extLst>
                <a:ext uri="{FF2B5EF4-FFF2-40B4-BE49-F238E27FC236}">
                  <a16:creationId xmlns:a16="http://schemas.microsoft.com/office/drawing/2014/main" id="{FF7EB2C9-6C4B-8191-6C31-95415AE9C2E4}"/>
                </a:ext>
              </a:extLst>
            </p:cNvPr>
            <p:cNvSpPr txBox="1"/>
            <p:nvPr/>
          </p:nvSpPr>
          <p:spPr>
            <a:xfrm>
              <a:off x="6017568" y="980728"/>
              <a:ext cx="3888432" cy="369332"/>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(1 for ascending, -1 for descending)</a:t>
              </a:r>
            </a:p>
          </p:txBody>
        </p:sp>
        <p:cxnSp>
          <p:nvCxnSpPr>
            <p:cNvPr id="14" name="Straight Arrow Connector 13">
              <a:extLst>
                <a:ext uri="{FF2B5EF4-FFF2-40B4-BE49-F238E27FC236}">
                  <a16:creationId xmlns:a16="http://schemas.microsoft.com/office/drawing/2014/main" id="{5CCE3C00-8BAC-35AF-66DC-35C585A32B27}"/>
                </a:ext>
              </a:extLst>
            </p:cNvPr>
            <p:cNvCxnSpPr/>
            <p:nvPr/>
          </p:nvCxnSpPr>
          <p:spPr>
            <a:xfrm flipV="1">
              <a:off x="8193360" y="1268760"/>
              <a:ext cx="0" cy="324000"/>
            </a:xfrm>
            <a:prstGeom prst="straightConnector1">
              <a:avLst/>
            </a:prstGeom>
            <a:ln w="25400">
              <a:solidFill>
                <a:srgbClr val="C00000"/>
              </a:solidFill>
              <a:tailEnd type="triangle"/>
            </a:ln>
          </p:spPr>
          <p:style>
            <a:lnRef idx="1">
              <a:schemeClr val="accent2"/>
            </a:lnRef>
            <a:fillRef idx="0">
              <a:schemeClr val="accent2"/>
            </a:fillRef>
            <a:effectRef idx="0">
              <a:schemeClr val="accent2"/>
            </a:effectRef>
            <a:fontRef idx="minor">
              <a:schemeClr val="tx1"/>
            </a:fontRef>
          </p:style>
        </p:cxnSp>
      </p:grpSp>
      <p:sp>
        <p:nvSpPr>
          <p:cNvPr id="17" name="TextBox 16">
            <a:extLst>
              <a:ext uri="{FF2B5EF4-FFF2-40B4-BE49-F238E27FC236}">
                <a16:creationId xmlns:a16="http://schemas.microsoft.com/office/drawing/2014/main" id="{20ED252E-3486-4938-EE6A-453E03CE9678}"/>
              </a:ext>
            </a:extLst>
          </p:cNvPr>
          <p:cNvSpPr txBox="1"/>
          <p:nvPr/>
        </p:nvSpPr>
        <p:spPr>
          <a:xfrm>
            <a:off x="377825" y="2296251"/>
            <a:ext cx="2332484" cy="369332"/>
          </a:xfrm>
          <a:prstGeom prst="rect">
            <a:avLst/>
          </a:prstGeom>
          <a:noFill/>
        </p:spPr>
        <p:txBody>
          <a:bodyPr wrap="square">
            <a:spAutoFit/>
          </a:bodyPr>
          <a:lstStyle/>
          <a:p>
            <a:r>
              <a:rPr lang="en-GB" b="1" dirty="0">
                <a:latin typeface="Helvetica" panose="020B0604020202020204" pitchFamily="34" charset="0"/>
                <a:cs typeface="Helvetica" panose="020B0604020202020204" pitchFamily="34" charset="0"/>
              </a:rPr>
              <a:t>Compound Index:</a:t>
            </a:r>
          </a:p>
        </p:txBody>
      </p:sp>
      <p:sp>
        <p:nvSpPr>
          <p:cNvPr id="18" name="TextBox 17">
            <a:extLst>
              <a:ext uri="{FF2B5EF4-FFF2-40B4-BE49-F238E27FC236}">
                <a16:creationId xmlns:a16="http://schemas.microsoft.com/office/drawing/2014/main" id="{F08A2FCB-CD9F-E206-BB91-DE0C7E4EDD89}"/>
              </a:ext>
            </a:extLst>
          </p:cNvPr>
          <p:cNvSpPr txBox="1"/>
          <p:nvPr/>
        </p:nvSpPr>
        <p:spPr>
          <a:xfrm>
            <a:off x="1168054" y="2985863"/>
            <a:ext cx="8352928" cy="400110"/>
          </a:xfrm>
          <a:prstGeom prst="rect">
            <a:avLst/>
          </a:prstGeom>
          <a:solidFill>
            <a:schemeClr val="accent2"/>
          </a:solidFill>
        </p:spPr>
        <p:txBody>
          <a:bodyPr wrap="square">
            <a:spAutoFit/>
          </a:bodyPr>
          <a:lstStyle/>
          <a:p>
            <a:r>
              <a:rPr lang="en-GB" sz="2000" b="1" dirty="0" err="1">
                <a:latin typeface="Courier New" panose="02070309020205020404" pitchFamily="49" charset="0"/>
                <a:cs typeface="Courier New" panose="02070309020205020404" pitchFamily="49" charset="0"/>
              </a:rPr>
              <a:t>db.collection.createIndex</a:t>
            </a:r>
            <a:r>
              <a:rPr lang="en-GB" sz="2000" b="1" dirty="0">
                <a:latin typeface="Courier New" panose="02070309020205020404" pitchFamily="49" charset="0"/>
                <a:cs typeface="Courier New" panose="02070309020205020404" pitchFamily="49" charset="0"/>
              </a:rPr>
              <a:t>({ field1: 1, field2: -1 });</a:t>
            </a:r>
          </a:p>
        </p:txBody>
      </p:sp>
      <p:sp>
        <p:nvSpPr>
          <p:cNvPr id="20" name="TextBox 19">
            <a:extLst>
              <a:ext uri="{FF2B5EF4-FFF2-40B4-BE49-F238E27FC236}">
                <a16:creationId xmlns:a16="http://schemas.microsoft.com/office/drawing/2014/main" id="{7045FA5B-EBA4-C7BE-D8C3-8F159939196F}"/>
              </a:ext>
            </a:extLst>
          </p:cNvPr>
          <p:cNvSpPr txBox="1"/>
          <p:nvPr/>
        </p:nvSpPr>
        <p:spPr>
          <a:xfrm>
            <a:off x="488504" y="3586946"/>
            <a:ext cx="4953000" cy="369332"/>
          </a:xfrm>
          <a:prstGeom prst="rect">
            <a:avLst/>
          </a:prstGeom>
          <a:noFill/>
        </p:spPr>
        <p:txBody>
          <a:bodyPr wrap="square">
            <a:spAutoFit/>
          </a:bodyPr>
          <a:lstStyle/>
          <a:p>
            <a:r>
              <a:rPr lang="en-GB" b="1" dirty="0">
                <a:latin typeface="Helvetica" panose="020B0604020202020204" pitchFamily="34" charset="0"/>
                <a:cs typeface="Helvetica" panose="020B0604020202020204" pitchFamily="34" charset="0"/>
              </a:rPr>
              <a:t>Multikey Index:</a:t>
            </a:r>
          </a:p>
        </p:txBody>
      </p:sp>
      <p:sp>
        <p:nvSpPr>
          <p:cNvPr id="22" name="TextBox 21">
            <a:extLst>
              <a:ext uri="{FF2B5EF4-FFF2-40B4-BE49-F238E27FC236}">
                <a16:creationId xmlns:a16="http://schemas.microsoft.com/office/drawing/2014/main" id="{8BEBB626-2A7D-3A61-7A25-0A0D24A8217A}"/>
              </a:ext>
            </a:extLst>
          </p:cNvPr>
          <p:cNvSpPr txBox="1"/>
          <p:nvPr/>
        </p:nvSpPr>
        <p:spPr>
          <a:xfrm>
            <a:off x="469082" y="4018507"/>
            <a:ext cx="4953000" cy="923330"/>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used to index fields that contain arrays</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creates separate index entries for each element of the array</a:t>
            </a:r>
          </a:p>
        </p:txBody>
      </p:sp>
      <p:sp>
        <p:nvSpPr>
          <p:cNvPr id="24" name="TextBox 23">
            <a:extLst>
              <a:ext uri="{FF2B5EF4-FFF2-40B4-BE49-F238E27FC236}">
                <a16:creationId xmlns:a16="http://schemas.microsoft.com/office/drawing/2014/main" id="{73E0C874-352B-81E9-2038-89CF14E0063F}"/>
              </a:ext>
            </a:extLst>
          </p:cNvPr>
          <p:cNvSpPr txBox="1"/>
          <p:nvPr/>
        </p:nvSpPr>
        <p:spPr>
          <a:xfrm>
            <a:off x="5313040" y="3666924"/>
            <a:ext cx="4536504" cy="1569660"/>
          </a:xfrm>
          <a:prstGeom prst="rect">
            <a:avLst/>
          </a:prstGeom>
          <a:solidFill>
            <a:schemeClr val="accent5">
              <a:lumMod val="20000"/>
              <a:lumOff val="80000"/>
            </a:schemeClr>
          </a:solidFill>
        </p:spPr>
        <p:txBody>
          <a:bodyPr wrap="square">
            <a:spAutoFit/>
          </a:bodyPr>
          <a:lstStyle/>
          <a:p>
            <a:r>
              <a:rPr lang="en-GB" sz="1600" dirty="0">
                <a:latin typeface="Courier New" panose="02070309020205020404" pitchFamily="49" charset="0"/>
                <a:cs typeface="Courier New" panose="02070309020205020404" pitchFamily="49" charset="0"/>
              </a:rPr>
              <a:t>{</a:t>
            </a:r>
          </a:p>
          <a:p>
            <a:r>
              <a:rPr lang="en-GB" sz="1600" dirty="0">
                <a:latin typeface="Courier New" panose="02070309020205020404" pitchFamily="49" charset="0"/>
                <a:cs typeface="Courier New" panose="02070309020205020404" pitchFamily="49" charset="0"/>
              </a:rPr>
              <a:t> "_id": 1, </a:t>
            </a:r>
          </a:p>
          <a:p>
            <a:r>
              <a:rPr lang="en-GB" sz="1600" dirty="0">
                <a:latin typeface="Courier New" panose="02070309020205020404" pitchFamily="49" charset="0"/>
                <a:cs typeface="Courier New" panose="02070309020205020404" pitchFamily="49" charset="0"/>
              </a:rPr>
              <a:t>"name": "Alice", </a:t>
            </a:r>
          </a:p>
          <a:p>
            <a:r>
              <a:rPr lang="en-GB" sz="1600" dirty="0">
                <a:latin typeface="Courier New" panose="02070309020205020404" pitchFamily="49" charset="0"/>
                <a:cs typeface="Courier New" panose="02070309020205020404" pitchFamily="49" charset="0"/>
              </a:rPr>
              <a:t>"age": 22, </a:t>
            </a:r>
          </a:p>
          <a:p>
            <a:r>
              <a:rPr lang="en-GB" sz="1600" dirty="0">
                <a:latin typeface="Courier New" panose="02070309020205020404" pitchFamily="49" charset="0"/>
                <a:cs typeface="Courier New" panose="02070309020205020404" pitchFamily="49" charset="0"/>
              </a:rPr>
              <a:t>"hobbies": ["reading", "cycling"] </a:t>
            </a:r>
          </a:p>
          <a:p>
            <a:r>
              <a:rPr lang="en-GB" sz="1600" dirty="0">
                <a:latin typeface="Courier New" panose="02070309020205020404" pitchFamily="49" charset="0"/>
                <a:cs typeface="Courier New" panose="02070309020205020404" pitchFamily="49" charset="0"/>
              </a:rPr>
              <a:t>}</a:t>
            </a:r>
          </a:p>
        </p:txBody>
      </p:sp>
      <p:sp>
        <p:nvSpPr>
          <p:cNvPr id="26" name="TextBox 25">
            <a:extLst>
              <a:ext uri="{FF2B5EF4-FFF2-40B4-BE49-F238E27FC236}">
                <a16:creationId xmlns:a16="http://schemas.microsoft.com/office/drawing/2014/main" id="{B61C70F0-6D4A-7651-36BF-D09E08F8442B}"/>
              </a:ext>
            </a:extLst>
          </p:cNvPr>
          <p:cNvSpPr txBox="1"/>
          <p:nvPr/>
        </p:nvSpPr>
        <p:spPr>
          <a:xfrm>
            <a:off x="2687067" y="5454902"/>
            <a:ext cx="6298381" cy="400110"/>
          </a:xfrm>
          <a:prstGeom prst="rect">
            <a:avLst/>
          </a:prstGeom>
          <a:solidFill>
            <a:schemeClr val="accent2"/>
          </a:solidFill>
        </p:spPr>
        <p:txBody>
          <a:bodyPr wrap="square">
            <a:spAutoFit/>
          </a:bodyPr>
          <a:lstStyle/>
          <a:p>
            <a:r>
              <a:rPr lang="en-GB" sz="2000" b="1" dirty="0" err="1">
                <a:latin typeface="Courier New" panose="02070309020205020404" pitchFamily="49" charset="0"/>
                <a:cs typeface="Courier New" panose="02070309020205020404" pitchFamily="49" charset="0"/>
              </a:rPr>
              <a:t>db.students.createIndex</a:t>
            </a:r>
            <a:r>
              <a:rPr lang="en-GB" sz="2000" b="1" dirty="0">
                <a:latin typeface="Courier New" panose="02070309020205020404" pitchFamily="49" charset="0"/>
                <a:cs typeface="Courier New" panose="02070309020205020404" pitchFamily="49" charset="0"/>
              </a:rPr>
              <a:t>({ hobbies: 1 });</a:t>
            </a:r>
          </a:p>
        </p:txBody>
      </p:sp>
    </p:spTree>
    <p:extLst>
      <p:ext uri="{BB962C8B-B14F-4D97-AF65-F5344CB8AC3E}">
        <p14:creationId xmlns:p14="http://schemas.microsoft.com/office/powerpoint/2010/main" val="159447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circle(in)">
                                      <p:cBhvr>
                                        <p:cTn id="12" dur="2000"/>
                                        <p:tgtEl>
                                          <p:spTgt spid="17"/>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circle(in)">
                                      <p:cBhvr>
                                        <p:cTn id="15" dur="20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barn(inVertical)">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ppt_x"/>
                                          </p:val>
                                        </p:tav>
                                        <p:tav tm="100000">
                                          <p:val>
                                            <p:strVal val="#ppt_x"/>
                                          </p:val>
                                        </p:tav>
                                      </p:tavLst>
                                    </p:anim>
                                    <p:anim calcmode="lin" valueType="num">
                                      <p:cBhvr additive="base">
                                        <p:cTn id="3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20" grpId="0"/>
      <p:bldP spid="22" grpId="0"/>
      <p:bldP spid="24" grpId="0" animBg="1"/>
      <p:bldP spid="2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4002" y="69128"/>
            <a:ext cx="8473787" cy="767465"/>
          </a:xfrm>
        </p:spPr>
        <p:txBody>
          <a:bodyPr wrap="square" anchor="ctr">
            <a:normAutofit/>
          </a:bodyPr>
          <a:lstStyle/>
          <a:p>
            <a:r>
              <a:rPr lang="en-GB" dirty="0"/>
              <a:t>Analysing Index Performance</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31</a:t>
            </a:fld>
            <a:endParaRPr lang="en-GB"/>
          </a:p>
        </p:txBody>
      </p:sp>
      <p:sp>
        <p:nvSpPr>
          <p:cNvPr id="5" name="TextBox 4">
            <a:extLst>
              <a:ext uri="{FF2B5EF4-FFF2-40B4-BE49-F238E27FC236}">
                <a16:creationId xmlns:a16="http://schemas.microsoft.com/office/drawing/2014/main" id="{4605D679-AC2F-03E1-1902-63DC6679146D}"/>
              </a:ext>
            </a:extLst>
          </p:cNvPr>
          <p:cNvSpPr txBox="1"/>
          <p:nvPr/>
        </p:nvSpPr>
        <p:spPr>
          <a:xfrm>
            <a:off x="488504" y="1124744"/>
            <a:ext cx="8741345" cy="1323439"/>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The </a:t>
            </a:r>
            <a:r>
              <a:rPr lang="en-GB" sz="2000" b="1" dirty="0">
                <a:latin typeface="Courier New" panose="02070309020205020404" pitchFamily="49" charset="0"/>
                <a:cs typeface="Courier New" panose="02070309020205020404" pitchFamily="49" charset="0"/>
              </a:rPr>
              <a:t>explain()</a:t>
            </a:r>
            <a:r>
              <a:rPr lang="en-GB" sz="2000" dirty="0">
                <a:latin typeface="Helvetica" panose="020B0604020202020204" pitchFamily="34" charset="0"/>
                <a:cs typeface="Helvetica" panose="020B0604020202020204" pitchFamily="34" charset="0"/>
              </a:rPr>
              <a:t> method shows how MongoDB processes a query and whether an index was used.</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Helps in identifying slow queries and opportunities for optimisation.</a:t>
            </a:r>
          </a:p>
        </p:txBody>
      </p:sp>
      <p:sp>
        <p:nvSpPr>
          <p:cNvPr id="10" name="TextBox 9">
            <a:extLst>
              <a:ext uri="{FF2B5EF4-FFF2-40B4-BE49-F238E27FC236}">
                <a16:creationId xmlns:a16="http://schemas.microsoft.com/office/drawing/2014/main" id="{4CFBA7E3-E433-66A7-2CED-798941A67597}"/>
              </a:ext>
            </a:extLst>
          </p:cNvPr>
          <p:cNvSpPr txBox="1"/>
          <p:nvPr/>
        </p:nvSpPr>
        <p:spPr>
          <a:xfrm>
            <a:off x="812540" y="3186836"/>
            <a:ext cx="8280920" cy="400110"/>
          </a:xfrm>
          <a:prstGeom prst="rect">
            <a:avLst/>
          </a:prstGeom>
          <a:solidFill>
            <a:schemeClr val="accent2"/>
          </a:solidFill>
        </p:spPr>
        <p:txBody>
          <a:bodyPr wrap="square">
            <a:spAutoFit/>
          </a:bodyPr>
          <a:lstStyle/>
          <a:p>
            <a:r>
              <a:rPr lang="en-GB" sz="2000" b="1" dirty="0" err="1">
                <a:latin typeface="Courier New" panose="02070309020205020404" pitchFamily="49" charset="0"/>
                <a:cs typeface="Courier New" panose="02070309020205020404" pitchFamily="49" charset="0"/>
              </a:rPr>
              <a:t>db.collection.find</a:t>
            </a:r>
            <a:r>
              <a:rPr lang="en-GB" sz="2000" b="1" dirty="0">
                <a:latin typeface="Courier New" panose="02070309020205020404" pitchFamily="49" charset="0"/>
                <a:cs typeface="Courier New" panose="02070309020205020404" pitchFamily="49" charset="0"/>
              </a:rPr>
              <a:t>({ </a:t>
            </a:r>
            <a:r>
              <a:rPr lang="en-GB" sz="2000" b="1" dirty="0" err="1">
                <a:latin typeface="Courier New" panose="02070309020205020404" pitchFamily="49" charset="0"/>
                <a:cs typeface="Courier New" panose="02070309020205020404" pitchFamily="49" charset="0"/>
              </a:rPr>
              <a:t>fieldName</a:t>
            </a:r>
            <a:r>
              <a:rPr lang="en-GB" sz="2000" b="1" dirty="0">
                <a:latin typeface="Courier New" panose="02070309020205020404" pitchFamily="49" charset="0"/>
                <a:cs typeface="Courier New" panose="02070309020205020404" pitchFamily="49" charset="0"/>
              </a:rPr>
              <a:t>: "value" }).explain();</a:t>
            </a:r>
          </a:p>
        </p:txBody>
      </p:sp>
    </p:spTree>
    <p:extLst>
      <p:ext uri="{BB962C8B-B14F-4D97-AF65-F5344CB8AC3E}">
        <p14:creationId xmlns:p14="http://schemas.microsoft.com/office/powerpoint/2010/main" val="42716380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64002" y="69128"/>
            <a:ext cx="8473787" cy="767465"/>
          </a:xfrm>
        </p:spPr>
        <p:txBody>
          <a:bodyPr wrap="square" anchor="ctr">
            <a:normAutofit/>
          </a:bodyPr>
          <a:lstStyle/>
          <a:p>
            <a:r>
              <a:rPr lang="en-GB" dirty="0"/>
              <a:t>When to Use Indexing</a:t>
            </a:r>
          </a:p>
        </p:txBody>
      </p:sp>
      <p:sp>
        <p:nvSpPr>
          <p:cNvPr id="12" name="Date Placeholder 4">
            <a:extLst>
              <a:ext uri="{FF2B5EF4-FFF2-40B4-BE49-F238E27FC236}">
                <a16:creationId xmlns:a16="http://schemas.microsoft.com/office/drawing/2014/main" id="{13B1CCB2-3D2D-9145-6AE1-A5B6D1318ED3}"/>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19 October,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32</a:t>
            </a:fld>
            <a:endParaRPr lang="en-GB"/>
          </a:p>
        </p:txBody>
      </p:sp>
      <p:sp>
        <p:nvSpPr>
          <p:cNvPr id="5" name="TextBox 4">
            <a:extLst>
              <a:ext uri="{FF2B5EF4-FFF2-40B4-BE49-F238E27FC236}">
                <a16:creationId xmlns:a16="http://schemas.microsoft.com/office/drawing/2014/main" id="{4605D679-AC2F-03E1-1902-63DC6679146D}"/>
              </a:ext>
            </a:extLst>
          </p:cNvPr>
          <p:cNvSpPr txBox="1"/>
          <p:nvPr/>
        </p:nvSpPr>
        <p:spPr>
          <a:xfrm>
            <a:off x="377825" y="980728"/>
            <a:ext cx="9217024" cy="2246769"/>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Use indexes on fields frequently queried or sorted.</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Avoid over-indexing, as each index uses storage and can slow down writes.</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Regularly monitor performance to ensure indexes are beneficial.</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Compound indexes for queries involving multiple fields.</a:t>
            </a:r>
          </a:p>
        </p:txBody>
      </p:sp>
    </p:spTree>
    <p:extLst>
      <p:ext uri="{BB962C8B-B14F-4D97-AF65-F5344CB8AC3E}">
        <p14:creationId xmlns:p14="http://schemas.microsoft.com/office/powerpoint/2010/main" val="3924167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AC74A10-DE2D-4116-A2DE-523D729BAD57}"/>
              </a:ext>
            </a:extLst>
          </p:cNvPr>
          <p:cNvSpPr>
            <a:spLocks noGrp="1"/>
          </p:cNvSpPr>
          <p:nvPr>
            <p:ph type="sldNum" sz="quarter" idx="12"/>
          </p:nvPr>
        </p:nvSpPr>
        <p:spPr/>
        <p:txBody>
          <a:bodyPr/>
          <a:lstStyle/>
          <a:p>
            <a:pPr>
              <a:defRPr/>
            </a:pPr>
            <a:fld id="{09B5ADBA-EE88-1840-8B71-40682D165005}" type="slidenum">
              <a:rPr lang="en-GB" smtClean="0"/>
              <a:pPr>
                <a:defRPr/>
              </a:pPr>
              <a:t>33</a:t>
            </a:fld>
            <a:endParaRPr lang="en-GB" dirty="0"/>
          </a:p>
        </p:txBody>
      </p:sp>
      <p:sp>
        <p:nvSpPr>
          <p:cNvPr id="8" name="Content Placeholder 2">
            <a:extLst>
              <a:ext uri="{FF2B5EF4-FFF2-40B4-BE49-F238E27FC236}">
                <a16:creationId xmlns:a16="http://schemas.microsoft.com/office/drawing/2014/main" id="{0CAEA833-7FC5-4738-B55E-A41BE3BB8F6F}"/>
              </a:ext>
            </a:extLst>
          </p:cNvPr>
          <p:cNvSpPr txBox="1">
            <a:spLocks/>
          </p:cNvSpPr>
          <p:nvPr/>
        </p:nvSpPr>
        <p:spPr bwMode="auto">
          <a:xfrm>
            <a:off x="3800872" y="2996952"/>
            <a:ext cx="2160239"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rmAutofit fontScale="85000" lnSpcReduction="10000"/>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Clr>
                <a:srgbClr val="C00000"/>
              </a:buClr>
              <a:buNone/>
            </a:pPr>
            <a:r>
              <a:rPr lang="en-GB" sz="3600" dirty="0">
                <a:latin typeface="Comic Sans MS" panose="030F0702030302020204" pitchFamily="66" charset="0"/>
              </a:rPr>
              <a:t>Questions?</a:t>
            </a:r>
          </a:p>
        </p:txBody>
      </p:sp>
      <p:sp>
        <p:nvSpPr>
          <p:cNvPr id="13" name="Footer Placeholder 4">
            <a:extLst>
              <a:ext uri="{FF2B5EF4-FFF2-40B4-BE49-F238E27FC236}">
                <a16:creationId xmlns:a16="http://schemas.microsoft.com/office/drawing/2014/main" id="{B05BF201-15EA-4712-87E8-E69CA936FC58}"/>
              </a:ext>
            </a:extLst>
          </p:cNvPr>
          <p:cNvSpPr>
            <a:spLocks noGrp="1"/>
          </p:cNvSpPr>
          <p:nvPr>
            <p:ph type="ftr" sz="quarter" idx="11"/>
          </p:nvPr>
        </p:nvSpPr>
        <p:spPr>
          <a:xfrm>
            <a:off x="2864768" y="6337300"/>
            <a:ext cx="6645945" cy="365125"/>
          </a:xfrm>
        </p:spPr>
        <p:txBody>
          <a:bodyPr/>
          <a:lstStyle/>
          <a:p>
            <a:pPr>
              <a:spcAft>
                <a:spcPts val="600"/>
              </a:spcAft>
              <a:defRPr/>
            </a:pPr>
            <a:r>
              <a:rPr lang="en-GB" dirty="0"/>
              <a:t>COS6009-B: Large Scale Data Driven Applications</a:t>
            </a:r>
          </a:p>
        </p:txBody>
      </p:sp>
    </p:spTree>
    <p:extLst>
      <p:ext uri="{BB962C8B-B14F-4D97-AF65-F5344CB8AC3E}">
        <p14:creationId xmlns:p14="http://schemas.microsoft.com/office/powerpoint/2010/main" val="10066440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4tdmoahdib7mdmitiproiyp2m6ucjj"/>
</p:tagLst>
</file>

<file path=ppt/theme/theme1.xml><?xml version="1.0" encoding="utf-8"?>
<a:theme xmlns:a="http://schemas.openxmlformats.org/drawingml/2006/main" name="UOB3687_Bradford PPT_Green_External_TEMPLATE">
  <a:themeElements>
    <a:clrScheme name="UOB Green">
      <a:dk1>
        <a:sysClr val="windowText" lastClr="000000"/>
      </a:dk1>
      <a:lt1>
        <a:sysClr val="window" lastClr="FFFFFF"/>
      </a:lt1>
      <a:dk2>
        <a:srgbClr val="005359"/>
      </a:dk2>
      <a:lt2>
        <a:srgbClr val="FFFFFF"/>
      </a:lt2>
      <a:accent1>
        <a:srgbClr val="87A529"/>
      </a:accent1>
      <a:accent2>
        <a:srgbClr val="009EB2"/>
      </a:accent2>
      <a:accent3>
        <a:srgbClr val="395E14"/>
      </a:accent3>
      <a:accent4>
        <a:srgbClr val="E6E7E8"/>
      </a:accent4>
      <a:accent5>
        <a:srgbClr val="C0E064"/>
      </a:accent5>
      <a:accent6>
        <a:srgbClr val="005359"/>
      </a:accent6>
      <a:hlink>
        <a:srgbClr val="009EB2"/>
      </a:hlink>
      <a:folHlink>
        <a:srgbClr val="87A52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0081BE"/>
          </a:solidFill>
        </a:ln>
        <a:effectLst/>
      </a:spPr>
      <a:bodyPr anchor="ctr"/>
      <a:lstStyle>
        <a:defPPr algn="ctr">
          <a:defRPr dirty="0">
            <a:latin typeface="Lucida Sans"/>
            <a:cs typeface="Lucida Sans"/>
          </a:defRPr>
        </a:defPPr>
      </a:lstStyle>
      <a:style>
        <a:lnRef idx="1">
          <a:schemeClr val="accent1"/>
        </a:lnRef>
        <a:fillRef idx="3">
          <a:schemeClr val="accent1"/>
        </a:fillRef>
        <a:effectRef idx="2">
          <a:schemeClr val="accent1"/>
        </a:effectRef>
        <a:fontRef idx="minor">
          <a:schemeClr val="lt1"/>
        </a:fontRef>
      </a:style>
    </a:spDef>
    <a:lnDef>
      <a:spPr>
        <a:ln w="12700">
          <a:solidFill>
            <a:srgbClr val="87A529"/>
          </a:solidFill>
          <a:prstDash val="sys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Lucida Sans Unicode" panose="020B0602030504020204" pitchFamily="34" charset="0"/>
            <a:cs typeface="Lucida Sans Unicode" panose="020B0602030504020204"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462028F1181324286088878907BF764" ma:contentTypeVersion="14" ma:contentTypeDescription="Create a new document." ma:contentTypeScope="" ma:versionID="90976bd7b8c99da3d8fa7de315a6c862">
  <xsd:schema xmlns:xsd="http://www.w3.org/2001/XMLSchema" xmlns:xs="http://www.w3.org/2001/XMLSchema" xmlns:p="http://schemas.microsoft.com/office/2006/metadata/properties" xmlns:ns3="8112531f-664b-410e-b854-b0b109d7936d" xmlns:ns4="b544e34c-2ecd-4376-93c2-9ba4477ab504" targetNamespace="http://schemas.microsoft.com/office/2006/metadata/properties" ma:root="true" ma:fieldsID="40b278b0f625431f435dc1ad5c24d1a0" ns3:_="" ns4:_="">
    <xsd:import namespace="8112531f-664b-410e-b854-b0b109d7936d"/>
    <xsd:import namespace="b544e34c-2ecd-4376-93c2-9ba4477ab50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AutoKeyPoints" minOccurs="0"/>
                <xsd:element ref="ns3:MediaServiceKeyPoints" minOccurs="0"/>
                <xsd:element ref="ns3:MediaServiceGenerationTime" minOccurs="0"/>
                <xsd:element ref="ns3:MediaServiceEventHashCode" minOccurs="0"/>
                <xsd:element ref="ns4:SharedWithUsers" minOccurs="0"/>
                <xsd:element ref="ns4:SharedWithDetails" minOccurs="0"/>
                <xsd:element ref="ns4:SharingHintHash"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12531f-664b-410e-b854-b0b109d793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544e34c-2ecd-4376-93c2-9ba4477ab50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CE5C33-72EA-487D-B241-32E996B7F0F7}">
  <ds:schemaRefs>
    <ds:schemaRef ds:uri="http://schemas.microsoft.com/sharepoint/v3/contenttype/forms"/>
  </ds:schemaRefs>
</ds:datastoreItem>
</file>

<file path=customXml/itemProps2.xml><?xml version="1.0" encoding="utf-8"?>
<ds:datastoreItem xmlns:ds="http://schemas.openxmlformats.org/officeDocument/2006/customXml" ds:itemID="{E69E357C-CCDC-4DFE-B552-9384A2F6389B}">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8112531f-664b-410e-b854-b0b109d7936d"/>
    <ds:schemaRef ds:uri="b544e34c-2ecd-4376-93c2-9ba4477ab504"/>
    <ds:schemaRef ds:uri="http://purl.org/dc/terms/"/>
    <ds:schemaRef ds:uri="http://schemas.openxmlformats.org/package/2006/metadata/core-properties"/>
    <ds:schemaRef ds:uri="http://purl.org/dc/dcmitype/"/>
    <ds:schemaRef ds:uri="http://www.w3.org/XML/1998/namespace"/>
  </ds:schemaRefs>
</ds:datastoreItem>
</file>

<file path=customXml/itemProps3.xml><?xml version="1.0" encoding="utf-8"?>
<ds:datastoreItem xmlns:ds="http://schemas.openxmlformats.org/officeDocument/2006/customXml" ds:itemID="{7E933D7E-1225-4F91-9BD7-501C0957F9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12531f-664b-410e-b854-b0b109d7936d"/>
    <ds:schemaRef ds:uri="b544e34c-2ecd-4376-93c2-9ba4477ab5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9723</TotalTime>
  <Words>3388</Words>
  <Application>Microsoft Office PowerPoint</Application>
  <PresentationFormat>A4 Paper (210x297 mm)</PresentationFormat>
  <Paragraphs>617</Paragraphs>
  <Slides>33</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Calibri</vt:lpstr>
      <vt:lpstr>Comic Sans MS</vt:lpstr>
      <vt:lpstr>Courier New</vt:lpstr>
      <vt:lpstr>Garamond</vt:lpstr>
      <vt:lpstr>Georgia</vt:lpstr>
      <vt:lpstr>Helvetica</vt:lpstr>
      <vt:lpstr>Lucida Sans</vt:lpstr>
      <vt:lpstr>Lucida Sans Unicode</vt:lpstr>
      <vt:lpstr>Trebuchet MS</vt:lpstr>
      <vt:lpstr>UOB3687_Bradford PPT_Green_External_TEMPLATE</vt:lpstr>
      <vt:lpstr>Large Scale Data Driven Applications</vt:lpstr>
      <vt:lpstr>Outline</vt:lpstr>
      <vt:lpstr>Collection Modelling</vt:lpstr>
      <vt:lpstr>FK-PK in Relational DBs</vt:lpstr>
      <vt:lpstr>How to Define FK-PK</vt:lpstr>
      <vt:lpstr>FK-PK in Relational DBs</vt:lpstr>
      <vt:lpstr>Relationships In MongoDB</vt:lpstr>
      <vt:lpstr>Referencing</vt:lpstr>
      <vt:lpstr>Referencing</vt:lpstr>
      <vt:lpstr>Embedding</vt:lpstr>
      <vt:lpstr>Embedding</vt:lpstr>
      <vt:lpstr>Embedding</vt:lpstr>
      <vt:lpstr>Embedding</vt:lpstr>
      <vt:lpstr>Embedding</vt:lpstr>
      <vt:lpstr>Embedding</vt:lpstr>
      <vt:lpstr>Basic Database Operations</vt:lpstr>
      <vt:lpstr>Basic Database Operations- Collection</vt:lpstr>
      <vt:lpstr>Basic Database Operations- Collection</vt:lpstr>
      <vt:lpstr>Basic Database Operations- Collection</vt:lpstr>
      <vt:lpstr>CRUD Operations</vt:lpstr>
      <vt:lpstr>CRUD Operations</vt:lpstr>
      <vt:lpstr>CRUD Operations</vt:lpstr>
      <vt:lpstr>CRUD Operations</vt:lpstr>
      <vt:lpstr>CRUD Operations</vt:lpstr>
      <vt:lpstr>CRUD Operations</vt:lpstr>
      <vt:lpstr>CRUD Operations</vt:lpstr>
      <vt:lpstr>CRUD Operations</vt:lpstr>
      <vt:lpstr>Indexing in MongoDB </vt:lpstr>
      <vt:lpstr>Types of Indexes in MongoDB</vt:lpstr>
      <vt:lpstr>How to Create an Index</vt:lpstr>
      <vt:lpstr>Analysing Index Performance</vt:lpstr>
      <vt:lpstr>When to Use Indexing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Technologies</dc:title>
  <dc:creator>SK</dc:creator>
  <cp:lastModifiedBy>Sohag Kabir</cp:lastModifiedBy>
  <cp:revision>71</cp:revision>
  <dcterms:created xsi:type="dcterms:W3CDTF">2020-01-19T15:58:01Z</dcterms:created>
  <dcterms:modified xsi:type="dcterms:W3CDTF">2024-10-19T17:55:31Z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0x0101004462028F1181324286088878907BF764</vt:lpwstr>
  </property>
</Properties>
</file>