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9"/>
  </p:notesMasterIdLst>
  <p:handoutMasterIdLst>
    <p:handoutMasterId r:id="rId40"/>
  </p:handoutMasterIdLst>
  <p:sldIdLst>
    <p:sldId id="256" r:id="rId5"/>
    <p:sldId id="258" r:id="rId6"/>
    <p:sldId id="279" r:id="rId7"/>
    <p:sldId id="328" r:id="rId8"/>
    <p:sldId id="331" r:id="rId9"/>
    <p:sldId id="332" r:id="rId10"/>
    <p:sldId id="333" r:id="rId11"/>
    <p:sldId id="334" r:id="rId12"/>
    <p:sldId id="335" r:id="rId13"/>
    <p:sldId id="336" r:id="rId14"/>
    <p:sldId id="337" r:id="rId15"/>
    <p:sldId id="338" r:id="rId16"/>
    <p:sldId id="330" r:id="rId17"/>
    <p:sldId id="340" r:id="rId18"/>
    <p:sldId id="341" r:id="rId19"/>
    <p:sldId id="339" r:id="rId20"/>
    <p:sldId id="342" r:id="rId21"/>
    <p:sldId id="343" r:id="rId22"/>
    <p:sldId id="345" r:id="rId23"/>
    <p:sldId id="348" r:id="rId24"/>
    <p:sldId id="347" r:id="rId25"/>
    <p:sldId id="346" r:id="rId26"/>
    <p:sldId id="349" r:id="rId27"/>
    <p:sldId id="350" r:id="rId28"/>
    <p:sldId id="352" r:id="rId29"/>
    <p:sldId id="351" r:id="rId30"/>
    <p:sldId id="353" r:id="rId31"/>
    <p:sldId id="355" r:id="rId32"/>
    <p:sldId id="356" r:id="rId33"/>
    <p:sldId id="268" r:id="rId34"/>
    <p:sldId id="357" r:id="rId35"/>
    <p:sldId id="358" r:id="rId36"/>
    <p:sldId id="354" r:id="rId37"/>
    <p:sldId id="344" r:id="rId38"/>
  </p:sldIdLst>
  <p:sldSz cx="9906000" cy="6858000" type="A4"/>
  <p:notesSz cx="6858000" cy="9144000"/>
  <p:custDataLst>
    <p:tags r:id="rId41"/>
  </p:custDataLst>
  <p:defaultTextStyle>
    <a:defPPr>
      <a:defRPr lang="en-US"/>
    </a:defPPr>
    <a:lvl1pPr algn="l"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p:defaultTextStyle>
  <p:extLst>
    <p:ext uri="{EFAFB233-063F-42B5-8137-9DF3F51BA10A}">
      <p15:sldGuideLst xmlns:p15="http://schemas.microsoft.com/office/powerpoint/2012/main">
        <p15:guide id="1" orient="horz">
          <p15:clr>
            <a:srgbClr val="A4A3A4"/>
          </p15:clr>
        </p15:guide>
        <p15:guide id="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33CC"/>
    <a:srgbClr val="FFE181"/>
    <a:srgbClr val="FFD03B"/>
    <a:srgbClr val="FFDA65"/>
    <a:srgbClr val="96C5CD"/>
    <a:srgbClr val="9FACC1"/>
    <a:srgbClr val="8BA7B7"/>
    <a:srgbClr val="8986A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FDB04E-6320-4A0C-A5C9-BF738384E02A}" v="737" dt="2024-10-11T10:38:19.0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97" autoAdjust="0"/>
    <p:restoredTop sz="87309" autoAdjust="0"/>
  </p:normalViewPr>
  <p:slideViewPr>
    <p:cSldViewPr showGuides="1">
      <p:cViewPr>
        <p:scale>
          <a:sx n="80" d="100"/>
          <a:sy n="80" d="100"/>
        </p:scale>
        <p:origin x="1860" y="504"/>
      </p:cViewPr>
      <p:guideLst>
        <p:guide orient="horz"/>
        <p:guide/>
      </p:guideLst>
    </p:cSldViewPr>
  </p:slideViewPr>
  <p:notesTextViewPr>
    <p:cViewPr>
      <p:scale>
        <a:sx n="3" d="2"/>
        <a:sy n="3" d="2"/>
      </p:scale>
      <p:origin x="0" y="0"/>
    </p:cViewPr>
  </p:notesTextViewPr>
  <p:notesViewPr>
    <p:cSldViewPr showGuides="1">
      <p:cViewPr varScale="1">
        <p:scale>
          <a:sx n="55" d="100"/>
          <a:sy n="55" d="100"/>
        </p:scale>
        <p:origin x="-2502"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hag Kabir" userId="e9b0da40-aef8-480a-bb63-d1daacecf555" providerId="ADAL" clId="{B93E19F7-CF17-4898-9657-10FD6636A87B}"/>
    <pc:docChg chg="undo custSel addSld delSld modSld sldOrd">
      <pc:chgData name="Sohag Kabir" userId="e9b0da40-aef8-480a-bb63-d1daacecf555" providerId="ADAL" clId="{B93E19F7-CF17-4898-9657-10FD6636A87B}" dt="2024-10-05T17:07:53.200" v="3293" actId="1076"/>
      <pc:docMkLst>
        <pc:docMk/>
      </pc:docMkLst>
      <pc:sldChg chg="modSp mod">
        <pc:chgData name="Sohag Kabir" userId="e9b0da40-aef8-480a-bb63-d1daacecf555" providerId="ADAL" clId="{B93E19F7-CF17-4898-9657-10FD6636A87B}" dt="2024-10-05T10:17:01.352" v="1" actId="27636"/>
        <pc:sldMkLst>
          <pc:docMk/>
          <pc:sldMk cId="2795566495" sldId="256"/>
        </pc:sldMkLst>
        <pc:spChg chg="mod">
          <ac:chgData name="Sohag Kabir" userId="e9b0da40-aef8-480a-bb63-d1daacecf555" providerId="ADAL" clId="{B93E19F7-CF17-4898-9657-10FD6636A87B}" dt="2024-10-05T10:17:01.352" v="1" actId="27636"/>
          <ac:spMkLst>
            <pc:docMk/>
            <pc:sldMk cId="2795566495" sldId="256"/>
            <ac:spMk id="7" creationId="{2A7F24C1-BF6E-43D8-A57F-60FFBF172E51}"/>
          </ac:spMkLst>
        </pc:spChg>
      </pc:sldChg>
      <pc:sldChg chg="addSp delSp modSp mod delAnim modAnim">
        <pc:chgData name="Sohag Kabir" userId="e9b0da40-aef8-480a-bb63-d1daacecf555" providerId="ADAL" clId="{B93E19F7-CF17-4898-9657-10FD6636A87B}" dt="2024-10-05T16:03:26.564" v="2920" actId="6549"/>
        <pc:sldMkLst>
          <pc:docMk/>
          <pc:sldMk cId="1234101355" sldId="258"/>
        </pc:sldMkLst>
        <pc:spChg chg="mod">
          <ac:chgData name="Sohag Kabir" userId="e9b0da40-aef8-480a-bb63-d1daacecf555" providerId="ADAL" clId="{B93E19F7-CF17-4898-9657-10FD6636A87B}" dt="2024-10-05T10:18:58.769" v="26" actId="255"/>
          <ac:spMkLst>
            <pc:docMk/>
            <pc:sldMk cId="1234101355" sldId="258"/>
            <ac:spMk id="2" creationId="{DE13D453-4D7B-47BF-AED4-27D56C3644AA}"/>
          </ac:spMkLst>
        </pc:spChg>
        <pc:spChg chg="add mod">
          <ac:chgData name="Sohag Kabir" userId="e9b0da40-aef8-480a-bb63-d1daacecf555" providerId="ADAL" clId="{B93E19F7-CF17-4898-9657-10FD6636A87B}" dt="2024-10-05T16:03:26.564" v="2920" actId="6549"/>
          <ac:spMkLst>
            <pc:docMk/>
            <pc:sldMk cId="1234101355" sldId="258"/>
            <ac:spMk id="3" creationId="{2FEE6F10-BAF0-90B1-17AF-10D6EFC928B2}"/>
          </ac:spMkLst>
        </pc:spChg>
        <pc:spChg chg="del">
          <ac:chgData name="Sohag Kabir" userId="e9b0da40-aef8-480a-bb63-d1daacecf555" providerId="ADAL" clId="{B93E19F7-CF17-4898-9657-10FD6636A87B}" dt="2024-10-05T10:19:56.771" v="30" actId="478"/>
          <ac:spMkLst>
            <pc:docMk/>
            <pc:sldMk cId="1234101355" sldId="258"/>
            <ac:spMk id="13" creationId="{51E7DD38-3A4E-E236-8DA6-E2E51A13D62A}"/>
          </ac:spMkLst>
        </pc:spChg>
        <pc:spChg chg="del">
          <ac:chgData name="Sohag Kabir" userId="e9b0da40-aef8-480a-bb63-d1daacecf555" providerId="ADAL" clId="{B93E19F7-CF17-4898-9657-10FD6636A87B}" dt="2024-10-05T10:20:05.483" v="34" actId="478"/>
          <ac:spMkLst>
            <pc:docMk/>
            <pc:sldMk cId="1234101355" sldId="258"/>
            <ac:spMk id="15" creationId="{515006A4-5FEA-C619-68BB-7F6D6368B102}"/>
          </ac:spMkLst>
        </pc:spChg>
        <pc:spChg chg="del mod">
          <ac:chgData name="Sohag Kabir" userId="e9b0da40-aef8-480a-bb63-d1daacecf555" providerId="ADAL" clId="{B93E19F7-CF17-4898-9657-10FD6636A87B}" dt="2024-10-05T10:20:01.873" v="33" actId="478"/>
          <ac:spMkLst>
            <pc:docMk/>
            <pc:sldMk cId="1234101355" sldId="258"/>
            <ac:spMk id="16" creationId="{FD0D1805-9FC8-5CA2-20E3-B6DD0E688E0D}"/>
          </ac:spMkLst>
        </pc:spChg>
        <pc:picChg chg="del mod">
          <ac:chgData name="Sohag Kabir" userId="e9b0da40-aef8-480a-bb63-d1daacecf555" providerId="ADAL" clId="{B93E19F7-CF17-4898-9657-10FD6636A87B}" dt="2024-10-05T10:19:00.901" v="28" actId="478"/>
          <ac:picMkLst>
            <pc:docMk/>
            <pc:sldMk cId="1234101355" sldId="258"/>
            <ac:picMk id="12" creationId="{C8B76F36-681D-536B-E450-91882A118005}"/>
          </ac:picMkLst>
        </pc:picChg>
        <pc:picChg chg="del">
          <ac:chgData name="Sohag Kabir" userId="e9b0da40-aef8-480a-bb63-d1daacecf555" providerId="ADAL" clId="{B93E19F7-CF17-4898-9657-10FD6636A87B}" dt="2024-10-05T10:19:58.595" v="31" actId="478"/>
          <ac:picMkLst>
            <pc:docMk/>
            <pc:sldMk cId="1234101355" sldId="258"/>
            <ac:picMk id="17" creationId="{3A5C98C1-69C8-50CA-86DE-E22EA0C90F03}"/>
          </ac:picMkLst>
        </pc:picChg>
        <pc:picChg chg="del">
          <ac:chgData name="Sohag Kabir" userId="e9b0da40-aef8-480a-bb63-d1daacecf555" providerId="ADAL" clId="{B93E19F7-CF17-4898-9657-10FD6636A87B}" dt="2024-10-05T10:20:07.704" v="35" actId="478"/>
          <ac:picMkLst>
            <pc:docMk/>
            <pc:sldMk cId="1234101355" sldId="258"/>
            <ac:picMk id="18" creationId="{C6ED1E53-424E-0203-4AE3-CAB061ED8CAF}"/>
          </ac:picMkLst>
        </pc:picChg>
        <pc:picChg chg="del">
          <ac:chgData name="Sohag Kabir" userId="e9b0da40-aef8-480a-bb63-d1daacecf555" providerId="ADAL" clId="{B93E19F7-CF17-4898-9657-10FD6636A87B}" dt="2024-10-05T10:19:03.577" v="29" actId="478"/>
          <ac:picMkLst>
            <pc:docMk/>
            <pc:sldMk cId="1234101355" sldId="258"/>
            <ac:picMk id="1026" creationId="{0CA2D96E-5837-5AB6-3300-9A61DF99D7A8}"/>
          </ac:picMkLst>
        </pc:picChg>
      </pc:sldChg>
      <pc:sldChg chg="addSp delSp modSp mod">
        <pc:chgData name="Sohag Kabir" userId="e9b0da40-aef8-480a-bb63-d1daacecf555" providerId="ADAL" clId="{B93E19F7-CF17-4898-9657-10FD6636A87B}" dt="2024-10-05T11:59:21.075" v="2287" actId="2711"/>
        <pc:sldMkLst>
          <pc:docMk/>
          <pc:sldMk cId="2490493203" sldId="259"/>
        </pc:sldMkLst>
        <pc:spChg chg="mod">
          <ac:chgData name="Sohag Kabir" userId="e9b0da40-aef8-480a-bb63-d1daacecf555" providerId="ADAL" clId="{B93E19F7-CF17-4898-9657-10FD6636A87B}" dt="2024-10-05T11:56:42.914" v="2271"/>
          <ac:spMkLst>
            <pc:docMk/>
            <pc:sldMk cId="2490493203" sldId="259"/>
            <ac:spMk id="2" creationId="{3530B774-9001-449E-924A-4229028B4A25}"/>
          </ac:spMkLst>
        </pc:spChg>
        <pc:spChg chg="add mod">
          <ac:chgData name="Sohag Kabir" userId="e9b0da40-aef8-480a-bb63-d1daacecf555" providerId="ADAL" clId="{B93E19F7-CF17-4898-9657-10FD6636A87B}" dt="2024-10-05T11:57:55.344" v="2277" actId="255"/>
          <ac:spMkLst>
            <pc:docMk/>
            <pc:sldMk cId="2490493203" sldId="259"/>
            <ac:spMk id="3" creationId="{5DCBADA2-21C0-2FB7-7BEF-BAA931BE9BEF}"/>
          </ac:spMkLst>
        </pc:spChg>
        <pc:spChg chg="add mod">
          <ac:chgData name="Sohag Kabir" userId="e9b0da40-aef8-480a-bb63-d1daacecf555" providerId="ADAL" clId="{B93E19F7-CF17-4898-9657-10FD6636A87B}" dt="2024-10-05T11:58:04.679" v="2278" actId="1076"/>
          <ac:spMkLst>
            <pc:docMk/>
            <pc:sldMk cId="2490493203" sldId="259"/>
            <ac:spMk id="4" creationId="{B3213A80-DE3C-A647-3F8D-60F2C40F201E}"/>
          </ac:spMkLst>
        </pc:spChg>
        <pc:spChg chg="add mod">
          <ac:chgData name="Sohag Kabir" userId="e9b0da40-aef8-480a-bb63-d1daacecf555" providerId="ADAL" clId="{B93E19F7-CF17-4898-9657-10FD6636A87B}" dt="2024-10-05T11:58:58.073" v="2286" actId="2711"/>
          <ac:spMkLst>
            <pc:docMk/>
            <pc:sldMk cId="2490493203" sldId="259"/>
            <ac:spMk id="5" creationId="{9D77F72E-E895-6A2B-15B0-F5FE24931878}"/>
          </ac:spMkLst>
        </pc:spChg>
        <pc:spChg chg="add mod">
          <ac:chgData name="Sohag Kabir" userId="e9b0da40-aef8-480a-bb63-d1daacecf555" providerId="ADAL" clId="{B93E19F7-CF17-4898-9657-10FD6636A87B}" dt="2024-10-05T11:59:21.075" v="2287" actId="2711"/>
          <ac:spMkLst>
            <pc:docMk/>
            <pc:sldMk cId="2490493203" sldId="259"/>
            <ac:spMk id="7" creationId="{AA52F217-716B-6404-DDE5-B070F55EDC85}"/>
          </ac:spMkLst>
        </pc:spChg>
        <pc:spChg chg="add mod">
          <ac:chgData name="Sohag Kabir" userId="e9b0da40-aef8-480a-bb63-d1daacecf555" providerId="ADAL" clId="{B93E19F7-CF17-4898-9657-10FD6636A87B}" dt="2024-10-05T11:58:42.924" v="2285" actId="2711"/>
          <ac:spMkLst>
            <pc:docMk/>
            <pc:sldMk cId="2490493203" sldId="259"/>
            <ac:spMk id="11" creationId="{1D2939FD-9105-8DD1-DFC7-A1DD15ABF9C3}"/>
          </ac:spMkLst>
        </pc:spChg>
        <pc:picChg chg="del">
          <ac:chgData name="Sohag Kabir" userId="e9b0da40-aef8-480a-bb63-d1daacecf555" providerId="ADAL" clId="{B93E19F7-CF17-4898-9657-10FD6636A87B}" dt="2024-10-05T11:56:31.668" v="2270" actId="478"/>
          <ac:picMkLst>
            <pc:docMk/>
            <pc:sldMk cId="2490493203" sldId="259"/>
            <ac:picMk id="8" creationId="{9EEC136A-2A0B-36E6-F70E-7045D9828D75}"/>
          </ac:picMkLst>
        </pc:picChg>
        <pc:picChg chg="del">
          <ac:chgData name="Sohag Kabir" userId="e9b0da40-aef8-480a-bb63-d1daacecf555" providerId="ADAL" clId="{B93E19F7-CF17-4898-9657-10FD6636A87B}" dt="2024-10-05T11:56:29.816" v="2269" actId="478"/>
          <ac:picMkLst>
            <pc:docMk/>
            <pc:sldMk cId="2490493203" sldId="259"/>
            <ac:picMk id="10" creationId="{CCF6FCBE-5BEB-47F3-0D9E-3634B0A5CAF6}"/>
          </ac:picMkLst>
        </pc:picChg>
      </pc:sldChg>
      <pc:sldChg chg="del">
        <pc:chgData name="Sohag Kabir" userId="e9b0da40-aef8-480a-bb63-d1daacecf555" providerId="ADAL" clId="{B93E19F7-CF17-4898-9657-10FD6636A87B}" dt="2024-10-05T13:26:17.661" v="2425" actId="47"/>
        <pc:sldMkLst>
          <pc:docMk/>
          <pc:sldMk cId="1583876998" sldId="261"/>
        </pc:sldMkLst>
      </pc:sldChg>
      <pc:sldChg chg="del">
        <pc:chgData name="Sohag Kabir" userId="e9b0da40-aef8-480a-bb63-d1daacecf555" providerId="ADAL" clId="{B93E19F7-CF17-4898-9657-10FD6636A87B}" dt="2024-10-05T13:26:20.417" v="2426" actId="47"/>
        <pc:sldMkLst>
          <pc:docMk/>
          <pc:sldMk cId="4146333179" sldId="264"/>
        </pc:sldMkLst>
      </pc:sldChg>
      <pc:sldChg chg="addSp delSp modSp mod modAnim">
        <pc:chgData name="Sohag Kabir" userId="e9b0da40-aef8-480a-bb63-d1daacecf555" providerId="ADAL" clId="{B93E19F7-CF17-4898-9657-10FD6636A87B}" dt="2024-10-05T12:49:17.027" v="2376"/>
        <pc:sldMkLst>
          <pc:docMk/>
          <pc:sldMk cId="1671400381" sldId="265"/>
        </pc:sldMkLst>
        <pc:spChg chg="mod">
          <ac:chgData name="Sohag Kabir" userId="e9b0da40-aef8-480a-bb63-d1daacecf555" providerId="ADAL" clId="{B93E19F7-CF17-4898-9657-10FD6636A87B}" dt="2024-10-05T12:29:45.172" v="2357" actId="255"/>
          <ac:spMkLst>
            <pc:docMk/>
            <pc:sldMk cId="1671400381" sldId="265"/>
            <ac:spMk id="2" creationId="{F2A4DAD3-1E36-4CAD-94D1-E06B348A4ADD}"/>
          </ac:spMkLst>
        </pc:spChg>
        <pc:spChg chg="add mod">
          <ac:chgData name="Sohag Kabir" userId="e9b0da40-aef8-480a-bb63-d1daacecf555" providerId="ADAL" clId="{B93E19F7-CF17-4898-9657-10FD6636A87B}" dt="2024-10-05T12:31:05.055" v="2359" actId="1076"/>
          <ac:spMkLst>
            <pc:docMk/>
            <pc:sldMk cId="1671400381" sldId="265"/>
            <ac:spMk id="3" creationId="{FF1D6A8F-9F8F-D533-C2C2-463FB2DA3631}"/>
          </ac:spMkLst>
        </pc:spChg>
        <pc:spChg chg="add mod">
          <ac:chgData name="Sohag Kabir" userId="e9b0da40-aef8-480a-bb63-d1daacecf555" providerId="ADAL" clId="{B93E19F7-CF17-4898-9657-10FD6636A87B}" dt="2024-10-05T12:34:49.581" v="2370" actId="20577"/>
          <ac:spMkLst>
            <pc:docMk/>
            <pc:sldMk cId="1671400381" sldId="265"/>
            <ac:spMk id="4" creationId="{76C20FB3-59A9-10DA-33FD-4C721EB51BEB}"/>
          </ac:spMkLst>
        </pc:spChg>
        <pc:spChg chg="add mod">
          <ac:chgData name="Sohag Kabir" userId="e9b0da40-aef8-480a-bb63-d1daacecf555" providerId="ADAL" clId="{B93E19F7-CF17-4898-9657-10FD6636A87B}" dt="2024-10-05T12:46:09.056" v="2372" actId="115"/>
          <ac:spMkLst>
            <pc:docMk/>
            <pc:sldMk cId="1671400381" sldId="265"/>
            <ac:spMk id="5" creationId="{B1044B2D-80D3-8F50-4839-2137DB75AC2B}"/>
          </ac:spMkLst>
        </pc:spChg>
        <pc:spChg chg="del">
          <ac:chgData name="Sohag Kabir" userId="e9b0da40-aef8-480a-bb63-d1daacecf555" providerId="ADAL" clId="{B93E19F7-CF17-4898-9657-10FD6636A87B}" dt="2024-10-05T12:29:10.899" v="2352" actId="478"/>
          <ac:spMkLst>
            <pc:docMk/>
            <pc:sldMk cId="1671400381" sldId="265"/>
            <ac:spMk id="9" creationId="{D2DB1874-C0DE-779E-4007-ECE4F0580246}"/>
          </ac:spMkLst>
        </pc:spChg>
        <pc:spChg chg="del">
          <ac:chgData name="Sohag Kabir" userId="e9b0da40-aef8-480a-bb63-d1daacecf555" providerId="ADAL" clId="{B93E19F7-CF17-4898-9657-10FD6636A87B}" dt="2024-10-05T12:29:19.212" v="2355" actId="478"/>
          <ac:spMkLst>
            <pc:docMk/>
            <pc:sldMk cId="1671400381" sldId="265"/>
            <ac:spMk id="10" creationId="{C72B4FCD-4F84-43FF-E373-0E7E8665FC65}"/>
          </ac:spMkLst>
        </pc:spChg>
        <pc:spChg chg="add mod">
          <ac:chgData name="Sohag Kabir" userId="e9b0da40-aef8-480a-bb63-d1daacecf555" providerId="ADAL" clId="{B93E19F7-CF17-4898-9657-10FD6636A87B}" dt="2024-10-05T12:31:05.055" v="2359" actId="1076"/>
          <ac:spMkLst>
            <pc:docMk/>
            <pc:sldMk cId="1671400381" sldId="265"/>
            <ac:spMk id="11" creationId="{0FC84BF6-83B4-537B-B197-5298C529F397}"/>
          </ac:spMkLst>
        </pc:spChg>
        <pc:spChg chg="del">
          <ac:chgData name="Sohag Kabir" userId="e9b0da40-aef8-480a-bb63-d1daacecf555" providerId="ADAL" clId="{B93E19F7-CF17-4898-9657-10FD6636A87B}" dt="2024-10-05T12:29:16.589" v="2354" actId="478"/>
          <ac:spMkLst>
            <pc:docMk/>
            <pc:sldMk cId="1671400381" sldId="265"/>
            <ac:spMk id="12" creationId="{C344E8A4-372A-23BF-49B1-8767B696DC13}"/>
          </ac:spMkLst>
        </pc:spChg>
        <pc:spChg chg="add mod">
          <ac:chgData name="Sohag Kabir" userId="e9b0da40-aef8-480a-bb63-d1daacecf555" providerId="ADAL" clId="{B93E19F7-CF17-4898-9657-10FD6636A87B}" dt="2024-10-05T12:31:05.055" v="2359" actId="1076"/>
          <ac:spMkLst>
            <pc:docMk/>
            <pc:sldMk cId="1671400381" sldId="265"/>
            <ac:spMk id="13" creationId="{0FD02050-7BB1-1966-28CD-206C3D47ED21}"/>
          </ac:spMkLst>
        </pc:spChg>
        <pc:spChg chg="del">
          <ac:chgData name="Sohag Kabir" userId="e9b0da40-aef8-480a-bb63-d1daacecf555" providerId="ADAL" clId="{B93E19F7-CF17-4898-9657-10FD6636A87B}" dt="2024-10-05T12:29:13.553" v="2353" actId="478"/>
          <ac:spMkLst>
            <pc:docMk/>
            <pc:sldMk cId="1671400381" sldId="265"/>
            <ac:spMk id="14" creationId="{238C606A-9D8F-4C6C-B481-062B5EB30391}"/>
          </ac:spMkLst>
        </pc:spChg>
        <pc:spChg chg="add mod">
          <ac:chgData name="Sohag Kabir" userId="e9b0da40-aef8-480a-bb63-d1daacecf555" providerId="ADAL" clId="{B93E19F7-CF17-4898-9657-10FD6636A87B}" dt="2024-10-05T12:31:05.055" v="2359" actId="1076"/>
          <ac:spMkLst>
            <pc:docMk/>
            <pc:sldMk cId="1671400381" sldId="265"/>
            <ac:spMk id="15" creationId="{3A306778-1C21-80A2-3057-B10769E8A080}"/>
          </ac:spMkLst>
        </pc:spChg>
        <pc:spChg chg="add mod">
          <ac:chgData name="Sohag Kabir" userId="e9b0da40-aef8-480a-bb63-d1daacecf555" providerId="ADAL" clId="{B93E19F7-CF17-4898-9657-10FD6636A87B}" dt="2024-10-05T12:32:38.381" v="2365" actId="1076"/>
          <ac:spMkLst>
            <pc:docMk/>
            <pc:sldMk cId="1671400381" sldId="265"/>
            <ac:spMk id="16" creationId="{B1733F3C-DA91-EB34-E403-6F10E8E9683F}"/>
          </ac:spMkLst>
        </pc:spChg>
        <pc:spChg chg="add mod">
          <ac:chgData name="Sohag Kabir" userId="e9b0da40-aef8-480a-bb63-d1daacecf555" providerId="ADAL" clId="{B93E19F7-CF17-4898-9657-10FD6636A87B}" dt="2024-10-05T12:32:26.195" v="2363" actId="1076"/>
          <ac:spMkLst>
            <pc:docMk/>
            <pc:sldMk cId="1671400381" sldId="265"/>
            <ac:spMk id="17" creationId="{16E68E23-0C9A-B343-9113-506616B65C02}"/>
          </ac:spMkLst>
        </pc:spChg>
        <pc:picChg chg="del">
          <ac:chgData name="Sohag Kabir" userId="e9b0da40-aef8-480a-bb63-d1daacecf555" providerId="ADAL" clId="{B93E19F7-CF17-4898-9657-10FD6636A87B}" dt="2024-10-05T12:29:08.657" v="2351" actId="478"/>
          <ac:picMkLst>
            <pc:docMk/>
            <pc:sldMk cId="1671400381" sldId="265"/>
            <ac:picMk id="7" creationId="{AADCAB66-92D2-95F8-4276-DF3BE39A4E8E}"/>
          </ac:picMkLst>
        </pc:picChg>
      </pc:sldChg>
      <pc:sldChg chg="addSp delSp modSp mod delAnim">
        <pc:chgData name="Sohag Kabir" userId="e9b0da40-aef8-480a-bb63-d1daacecf555" providerId="ADAL" clId="{B93E19F7-CF17-4898-9657-10FD6636A87B}" dt="2024-10-05T13:07:51.210" v="2401" actId="113"/>
        <pc:sldMkLst>
          <pc:docMk/>
          <pc:sldMk cId="1480265116" sldId="266"/>
        </pc:sldMkLst>
        <pc:spChg chg="add mod">
          <ac:chgData name="Sohag Kabir" userId="e9b0da40-aef8-480a-bb63-d1daacecf555" providerId="ADAL" clId="{B93E19F7-CF17-4898-9657-10FD6636A87B}" dt="2024-10-05T13:03:26.546" v="2392" actId="207"/>
          <ac:spMkLst>
            <pc:docMk/>
            <pc:sldMk cId="1480265116" sldId="266"/>
            <ac:spMk id="2" creationId="{C41871F3-B595-E36C-AF47-CCEBC8A95B2E}"/>
          </ac:spMkLst>
        </pc:spChg>
        <pc:spChg chg="add mod">
          <ac:chgData name="Sohag Kabir" userId="e9b0da40-aef8-480a-bb63-d1daacecf555" providerId="ADAL" clId="{B93E19F7-CF17-4898-9657-10FD6636A87B}" dt="2024-10-05T13:04:08.936" v="2397" actId="14100"/>
          <ac:spMkLst>
            <pc:docMk/>
            <pc:sldMk cId="1480265116" sldId="266"/>
            <ac:spMk id="3" creationId="{677288F0-F0F5-CD03-B0DC-F0852D06708C}"/>
          </ac:spMkLst>
        </pc:spChg>
        <pc:spChg chg="mod">
          <ac:chgData name="Sohag Kabir" userId="e9b0da40-aef8-480a-bb63-d1daacecf555" providerId="ADAL" clId="{B93E19F7-CF17-4898-9657-10FD6636A87B}" dt="2024-10-05T13:01:02.224" v="2384" actId="1076"/>
          <ac:spMkLst>
            <pc:docMk/>
            <pc:sldMk cId="1480265116" sldId="266"/>
            <ac:spMk id="4" creationId="{8B3BBD20-CA54-1CCC-FDC5-4B2C938D023F}"/>
          </ac:spMkLst>
        </pc:spChg>
        <pc:spChg chg="add mod">
          <ac:chgData name="Sohag Kabir" userId="e9b0da40-aef8-480a-bb63-d1daacecf555" providerId="ADAL" clId="{B93E19F7-CF17-4898-9657-10FD6636A87B}" dt="2024-10-05T13:07:51.210" v="2401" actId="113"/>
          <ac:spMkLst>
            <pc:docMk/>
            <pc:sldMk cId="1480265116" sldId="266"/>
            <ac:spMk id="7" creationId="{BC63AF23-A25D-5605-6DA9-36B36320F996}"/>
          </ac:spMkLst>
        </pc:spChg>
        <pc:spChg chg="add del mod">
          <ac:chgData name="Sohag Kabir" userId="e9b0da40-aef8-480a-bb63-d1daacecf555" providerId="ADAL" clId="{B93E19F7-CF17-4898-9657-10FD6636A87B}" dt="2024-10-05T13:02:33.353" v="2386" actId="478"/>
          <ac:spMkLst>
            <pc:docMk/>
            <pc:sldMk cId="1480265116" sldId="266"/>
            <ac:spMk id="9" creationId="{954EA3AE-56F8-BAF9-DDBD-CCA7704776EE}"/>
          </ac:spMkLst>
        </pc:spChg>
        <pc:grpChg chg="del">
          <ac:chgData name="Sohag Kabir" userId="e9b0da40-aef8-480a-bb63-d1daacecf555" providerId="ADAL" clId="{B93E19F7-CF17-4898-9657-10FD6636A87B}" dt="2024-10-05T12:53:23.481" v="2378" actId="478"/>
          <ac:grpSpMkLst>
            <pc:docMk/>
            <pc:sldMk cId="1480265116" sldId="266"/>
            <ac:grpSpMk id="22" creationId="{83734901-8D72-C4F9-8A2C-2F0FA82EE86F}"/>
          </ac:grpSpMkLst>
        </pc:grpChg>
        <pc:picChg chg="del">
          <ac:chgData name="Sohag Kabir" userId="e9b0da40-aef8-480a-bb63-d1daacecf555" providerId="ADAL" clId="{B93E19F7-CF17-4898-9657-10FD6636A87B}" dt="2024-10-05T12:53:21.585" v="2377" actId="478"/>
          <ac:picMkLst>
            <pc:docMk/>
            <pc:sldMk cId="1480265116" sldId="266"/>
            <ac:picMk id="5" creationId="{73C3FC7A-B18C-801D-A078-C8C8D407B711}"/>
          </ac:picMkLst>
        </pc:picChg>
      </pc:sldChg>
      <pc:sldChg chg="del">
        <pc:chgData name="Sohag Kabir" userId="e9b0da40-aef8-480a-bb63-d1daacecf555" providerId="ADAL" clId="{B93E19F7-CF17-4898-9657-10FD6636A87B}" dt="2024-10-05T13:26:20.417" v="2426" actId="47"/>
        <pc:sldMkLst>
          <pc:docMk/>
          <pc:sldMk cId="4000026248" sldId="270"/>
        </pc:sldMkLst>
      </pc:sldChg>
      <pc:sldChg chg="del">
        <pc:chgData name="Sohag Kabir" userId="e9b0da40-aef8-480a-bb63-d1daacecf555" providerId="ADAL" clId="{B93E19F7-CF17-4898-9657-10FD6636A87B}" dt="2024-10-05T13:26:12.295" v="2423" actId="47"/>
        <pc:sldMkLst>
          <pc:docMk/>
          <pc:sldMk cId="4132999612" sldId="271"/>
        </pc:sldMkLst>
      </pc:sldChg>
      <pc:sldChg chg="addSp delSp modSp mod modAnim">
        <pc:chgData name="Sohag Kabir" userId="e9b0da40-aef8-480a-bb63-d1daacecf555" providerId="ADAL" clId="{B93E19F7-CF17-4898-9657-10FD6636A87B}" dt="2024-10-05T12:08:24.078" v="2332" actId="20577"/>
        <pc:sldMkLst>
          <pc:docMk/>
          <pc:sldMk cId="249088773" sldId="274"/>
        </pc:sldMkLst>
        <pc:spChg chg="mod">
          <ac:chgData name="Sohag Kabir" userId="e9b0da40-aef8-480a-bb63-d1daacecf555" providerId="ADAL" clId="{B93E19F7-CF17-4898-9657-10FD6636A87B}" dt="2024-10-05T12:01:28.763" v="2290" actId="255"/>
          <ac:spMkLst>
            <pc:docMk/>
            <pc:sldMk cId="249088773" sldId="274"/>
            <ac:spMk id="2" creationId="{3530B774-9001-449E-924A-4229028B4A25}"/>
          </ac:spMkLst>
        </pc:spChg>
        <pc:spChg chg="add mod">
          <ac:chgData name="Sohag Kabir" userId="e9b0da40-aef8-480a-bb63-d1daacecf555" providerId="ADAL" clId="{B93E19F7-CF17-4898-9657-10FD6636A87B}" dt="2024-10-05T12:02:48.565" v="2298" actId="1076"/>
          <ac:spMkLst>
            <pc:docMk/>
            <pc:sldMk cId="249088773" sldId="274"/>
            <ac:spMk id="3" creationId="{4A53CAC7-C63D-FD07-64B6-21A515D61196}"/>
          </ac:spMkLst>
        </pc:spChg>
        <pc:spChg chg="add mod">
          <ac:chgData name="Sohag Kabir" userId="e9b0da40-aef8-480a-bb63-d1daacecf555" providerId="ADAL" clId="{B93E19F7-CF17-4898-9657-10FD6636A87B}" dt="2024-10-05T12:03:44.769" v="2303" actId="1076"/>
          <ac:spMkLst>
            <pc:docMk/>
            <pc:sldMk cId="249088773" sldId="274"/>
            <ac:spMk id="7" creationId="{002BECB4-813A-AB3D-E83A-8F72DA4CB88A}"/>
          </ac:spMkLst>
        </pc:spChg>
        <pc:spChg chg="add mod">
          <ac:chgData name="Sohag Kabir" userId="e9b0da40-aef8-480a-bb63-d1daacecf555" providerId="ADAL" clId="{B93E19F7-CF17-4898-9657-10FD6636A87B}" dt="2024-10-05T12:08:24.078" v="2332" actId="20577"/>
          <ac:spMkLst>
            <pc:docMk/>
            <pc:sldMk cId="249088773" sldId="274"/>
            <ac:spMk id="18" creationId="{C8396839-4867-B84D-99D5-F365B7222258}"/>
          </ac:spMkLst>
        </pc:spChg>
        <pc:spChg chg="add mod">
          <ac:chgData name="Sohag Kabir" userId="e9b0da40-aef8-480a-bb63-d1daacecf555" providerId="ADAL" clId="{B93E19F7-CF17-4898-9657-10FD6636A87B}" dt="2024-10-05T12:06:24.041" v="2321" actId="1076"/>
          <ac:spMkLst>
            <pc:docMk/>
            <pc:sldMk cId="249088773" sldId="274"/>
            <ac:spMk id="19" creationId="{6F470AD4-F11C-D6F9-6B93-4615BA0031CD}"/>
          </ac:spMkLst>
        </pc:spChg>
        <pc:grpChg chg="del">
          <ac:chgData name="Sohag Kabir" userId="e9b0da40-aef8-480a-bb63-d1daacecf555" providerId="ADAL" clId="{B93E19F7-CF17-4898-9657-10FD6636A87B}" dt="2024-10-05T12:01:31.453" v="2291" actId="478"/>
          <ac:grpSpMkLst>
            <pc:docMk/>
            <pc:sldMk cId="249088773" sldId="274"/>
            <ac:grpSpMk id="36" creationId="{BEBC9702-2A01-C721-E8B5-B7EECD7F03AE}"/>
          </ac:grpSpMkLst>
        </pc:grpChg>
        <pc:graphicFrameChg chg="add mod modGraphic">
          <ac:chgData name="Sohag Kabir" userId="e9b0da40-aef8-480a-bb63-d1daacecf555" providerId="ADAL" clId="{B93E19F7-CF17-4898-9657-10FD6636A87B}" dt="2024-10-05T12:03:07.454" v="2301" actId="14100"/>
          <ac:graphicFrameMkLst>
            <pc:docMk/>
            <pc:sldMk cId="249088773" sldId="274"/>
            <ac:graphicFrameMk id="4" creationId="{9D9EBFBC-0A97-636A-E0DE-6CEFDA69CF87}"/>
          </ac:graphicFrameMkLst>
        </pc:graphicFrameChg>
        <pc:graphicFrameChg chg="add mod modGraphic">
          <ac:chgData name="Sohag Kabir" userId="e9b0da40-aef8-480a-bb63-d1daacecf555" providerId="ADAL" clId="{B93E19F7-CF17-4898-9657-10FD6636A87B}" dt="2024-10-05T12:04:15.632" v="2307" actId="14100"/>
          <ac:graphicFrameMkLst>
            <pc:docMk/>
            <pc:sldMk cId="249088773" sldId="274"/>
            <ac:graphicFrameMk id="8" creationId="{1365D5D7-FA64-0D30-6987-DF1DE3E8BD76}"/>
          </ac:graphicFrameMkLst>
        </pc:graphicFrameChg>
        <pc:cxnChg chg="mod">
          <ac:chgData name="Sohag Kabir" userId="e9b0da40-aef8-480a-bb63-d1daacecf555" providerId="ADAL" clId="{B93E19F7-CF17-4898-9657-10FD6636A87B}" dt="2024-10-05T12:01:31.453" v="2291" actId="478"/>
          <ac:cxnSpMkLst>
            <pc:docMk/>
            <pc:sldMk cId="249088773" sldId="274"/>
            <ac:cxnSpMk id="23" creationId="{BAB9D8A7-BAE2-14D2-26AA-5D60C2C583F1}"/>
          </ac:cxnSpMkLst>
        </pc:cxnChg>
        <pc:cxnChg chg="mod">
          <ac:chgData name="Sohag Kabir" userId="e9b0da40-aef8-480a-bb63-d1daacecf555" providerId="ADAL" clId="{B93E19F7-CF17-4898-9657-10FD6636A87B}" dt="2024-10-05T12:01:31.453" v="2291" actId="478"/>
          <ac:cxnSpMkLst>
            <pc:docMk/>
            <pc:sldMk cId="249088773" sldId="274"/>
            <ac:cxnSpMk id="25" creationId="{555FD488-9101-BF30-73C5-DC2346552816}"/>
          </ac:cxnSpMkLst>
        </pc:cxnChg>
        <pc:cxnChg chg="mod">
          <ac:chgData name="Sohag Kabir" userId="e9b0da40-aef8-480a-bb63-d1daacecf555" providerId="ADAL" clId="{B93E19F7-CF17-4898-9657-10FD6636A87B}" dt="2024-10-05T12:01:31.453" v="2291" actId="478"/>
          <ac:cxnSpMkLst>
            <pc:docMk/>
            <pc:sldMk cId="249088773" sldId="274"/>
            <ac:cxnSpMk id="29" creationId="{F0DD0348-E42C-2026-F990-022B9E2F6279}"/>
          </ac:cxnSpMkLst>
        </pc:cxnChg>
        <pc:cxnChg chg="mod">
          <ac:chgData name="Sohag Kabir" userId="e9b0da40-aef8-480a-bb63-d1daacecf555" providerId="ADAL" clId="{B93E19F7-CF17-4898-9657-10FD6636A87B}" dt="2024-10-05T12:01:31.453" v="2291" actId="478"/>
          <ac:cxnSpMkLst>
            <pc:docMk/>
            <pc:sldMk cId="249088773" sldId="274"/>
            <ac:cxnSpMk id="31" creationId="{7C077BDD-FCEA-AF2F-E984-BA3444044752}"/>
          </ac:cxnSpMkLst>
        </pc:cxnChg>
        <pc:cxnChg chg="mod">
          <ac:chgData name="Sohag Kabir" userId="e9b0da40-aef8-480a-bb63-d1daacecf555" providerId="ADAL" clId="{B93E19F7-CF17-4898-9657-10FD6636A87B}" dt="2024-10-05T12:01:31.453" v="2291" actId="478"/>
          <ac:cxnSpMkLst>
            <pc:docMk/>
            <pc:sldMk cId="249088773" sldId="274"/>
            <ac:cxnSpMk id="33" creationId="{F253A55A-A466-85FA-4075-4B574D3D9DDE}"/>
          </ac:cxnSpMkLst>
        </pc:cxnChg>
        <pc:cxnChg chg="mod">
          <ac:chgData name="Sohag Kabir" userId="e9b0da40-aef8-480a-bb63-d1daacecf555" providerId="ADAL" clId="{B93E19F7-CF17-4898-9657-10FD6636A87B}" dt="2024-10-05T12:01:31.453" v="2291" actId="478"/>
          <ac:cxnSpMkLst>
            <pc:docMk/>
            <pc:sldMk cId="249088773" sldId="274"/>
            <ac:cxnSpMk id="35" creationId="{94C74513-F00D-15A8-6843-5A9C444FDB64}"/>
          </ac:cxnSpMkLst>
        </pc:cxnChg>
      </pc:sldChg>
      <pc:sldChg chg="del">
        <pc:chgData name="Sohag Kabir" userId="e9b0da40-aef8-480a-bb63-d1daacecf555" providerId="ADAL" clId="{B93E19F7-CF17-4898-9657-10FD6636A87B}" dt="2024-10-05T13:26:00.550" v="2420" actId="47"/>
        <pc:sldMkLst>
          <pc:docMk/>
          <pc:sldMk cId="161335234" sldId="275"/>
        </pc:sldMkLst>
      </pc:sldChg>
      <pc:sldChg chg="del">
        <pc:chgData name="Sohag Kabir" userId="e9b0da40-aef8-480a-bb63-d1daacecf555" providerId="ADAL" clId="{B93E19F7-CF17-4898-9657-10FD6636A87B}" dt="2024-10-05T13:26:20.417" v="2426" actId="47"/>
        <pc:sldMkLst>
          <pc:docMk/>
          <pc:sldMk cId="2518863157" sldId="276"/>
        </pc:sldMkLst>
      </pc:sldChg>
      <pc:sldChg chg="del">
        <pc:chgData name="Sohag Kabir" userId="e9b0da40-aef8-480a-bb63-d1daacecf555" providerId="ADAL" clId="{B93E19F7-CF17-4898-9657-10FD6636A87B}" dt="2024-10-05T13:26:00.550" v="2420" actId="47"/>
        <pc:sldMkLst>
          <pc:docMk/>
          <pc:sldMk cId="3470196385" sldId="277"/>
        </pc:sldMkLst>
      </pc:sldChg>
      <pc:sldChg chg="del">
        <pc:chgData name="Sohag Kabir" userId="e9b0da40-aef8-480a-bb63-d1daacecf555" providerId="ADAL" clId="{B93E19F7-CF17-4898-9657-10FD6636A87B}" dt="2024-10-05T13:26:04.740" v="2421" actId="47"/>
        <pc:sldMkLst>
          <pc:docMk/>
          <pc:sldMk cId="4215629215" sldId="278"/>
        </pc:sldMkLst>
      </pc:sldChg>
      <pc:sldChg chg="addSp delSp modSp mod delAnim modAnim">
        <pc:chgData name="Sohag Kabir" userId="e9b0da40-aef8-480a-bb63-d1daacecf555" providerId="ADAL" clId="{B93E19F7-CF17-4898-9657-10FD6636A87B}" dt="2024-10-05T10:37:48.361" v="132"/>
        <pc:sldMkLst>
          <pc:docMk/>
          <pc:sldMk cId="616367942" sldId="279"/>
        </pc:sldMkLst>
        <pc:spChg chg="mod">
          <ac:chgData name="Sohag Kabir" userId="e9b0da40-aef8-480a-bb63-d1daacecf555" providerId="ADAL" clId="{B93E19F7-CF17-4898-9657-10FD6636A87B}" dt="2024-10-05T10:29:07.892" v="88" actId="6549"/>
          <ac:spMkLst>
            <pc:docMk/>
            <pc:sldMk cId="616367942" sldId="279"/>
            <ac:spMk id="2" creationId="{DE13D453-4D7B-47BF-AED4-27D56C3644AA}"/>
          </ac:spMkLst>
        </pc:spChg>
        <pc:spChg chg="add mod">
          <ac:chgData name="Sohag Kabir" userId="e9b0da40-aef8-480a-bb63-d1daacecf555" providerId="ADAL" clId="{B93E19F7-CF17-4898-9657-10FD6636A87B}" dt="2024-10-05T10:35:28.672" v="112" actId="1076"/>
          <ac:spMkLst>
            <pc:docMk/>
            <pc:sldMk cId="616367942" sldId="279"/>
            <ac:spMk id="5" creationId="{8143AF44-8037-97CC-53ED-2FE1F44FC034}"/>
          </ac:spMkLst>
        </pc:spChg>
        <pc:spChg chg="add mod">
          <ac:chgData name="Sohag Kabir" userId="e9b0da40-aef8-480a-bb63-d1daacecf555" providerId="ADAL" clId="{B93E19F7-CF17-4898-9657-10FD6636A87B}" dt="2024-10-05T10:37:39.784" v="131" actId="1076"/>
          <ac:spMkLst>
            <pc:docMk/>
            <pc:sldMk cId="616367942" sldId="279"/>
            <ac:spMk id="9" creationId="{B06106E6-D5F4-FBA7-3A0D-73F4DF202DD3}"/>
          </ac:spMkLst>
        </pc:spChg>
        <pc:spChg chg="del mod">
          <ac:chgData name="Sohag Kabir" userId="e9b0da40-aef8-480a-bb63-d1daacecf555" providerId="ADAL" clId="{B93E19F7-CF17-4898-9657-10FD6636A87B}" dt="2024-10-05T10:22:07.361" v="57" actId="478"/>
          <ac:spMkLst>
            <pc:docMk/>
            <pc:sldMk cId="616367942" sldId="279"/>
            <ac:spMk id="17" creationId="{AE07A529-53E8-8DF5-1062-AD0057D37E2E}"/>
          </ac:spMkLst>
        </pc:spChg>
        <pc:spChg chg="del mod">
          <ac:chgData name="Sohag Kabir" userId="e9b0da40-aef8-480a-bb63-d1daacecf555" providerId="ADAL" clId="{B93E19F7-CF17-4898-9657-10FD6636A87B}" dt="2024-10-05T10:22:16.473" v="61" actId="478"/>
          <ac:spMkLst>
            <pc:docMk/>
            <pc:sldMk cId="616367942" sldId="279"/>
            <ac:spMk id="22" creationId="{99AB6468-528C-A815-2057-77E3B2587DAB}"/>
          </ac:spMkLst>
        </pc:spChg>
        <pc:spChg chg="del">
          <ac:chgData name="Sohag Kabir" userId="e9b0da40-aef8-480a-bb63-d1daacecf555" providerId="ADAL" clId="{B93E19F7-CF17-4898-9657-10FD6636A87B}" dt="2024-10-05T10:22:20.060" v="63" actId="478"/>
          <ac:spMkLst>
            <pc:docMk/>
            <pc:sldMk cId="616367942" sldId="279"/>
            <ac:spMk id="31" creationId="{83B548FD-DDFE-7A74-AB64-22EAD0B1ADC5}"/>
          </ac:spMkLst>
        </pc:spChg>
        <pc:grpChg chg="del">
          <ac:chgData name="Sohag Kabir" userId="e9b0da40-aef8-480a-bb63-d1daacecf555" providerId="ADAL" clId="{B93E19F7-CF17-4898-9657-10FD6636A87B}" dt="2024-10-05T10:22:09.432" v="58" actId="478"/>
          <ac:grpSpMkLst>
            <pc:docMk/>
            <pc:sldMk cId="616367942" sldId="279"/>
            <ac:grpSpMk id="16" creationId="{DB6FE659-BA02-BE9A-F5AA-73DE71D41BE5}"/>
          </ac:grpSpMkLst>
        </pc:grpChg>
        <pc:grpChg chg="del">
          <ac:chgData name="Sohag Kabir" userId="e9b0da40-aef8-480a-bb63-d1daacecf555" providerId="ADAL" clId="{B93E19F7-CF17-4898-9657-10FD6636A87B}" dt="2024-10-05T10:22:18.103" v="62" actId="478"/>
          <ac:grpSpMkLst>
            <pc:docMk/>
            <pc:sldMk cId="616367942" sldId="279"/>
            <ac:grpSpMk id="20" creationId="{5D781849-0FED-DD65-FB9E-2D69A7200C70}"/>
          </ac:grpSpMkLst>
        </pc:grpChg>
        <pc:grpChg chg="del">
          <ac:chgData name="Sohag Kabir" userId="e9b0da40-aef8-480a-bb63-d1daacecf555" providerId="ADAL" clId="{B93E19F7-CF17-4898-9657-10FD6636A87B}" dt="2024-10-05T10:22:11.124" v="59" actId="478"/>
          <ac:grpSpMkLst>
            <pc:docMk/>
            <pc:sldMk cId="616367942" sldId="279"/>
            <ac:grpSpMk id="30" creationId="{D9EC2A41-88AF-B394-C3A2-D134ECCB53CC}"/>
          </ac:grpSpMkLst>
        </pc:grpChg>
      </pc:sldChg>
      <pc:sldChg chg="addSp delSp modSp mod delAnim">
        <pc:chgData name="Sohag Kabir" userId="e9b0da40-aef8-480a-bb63-d1daacecf555" providerId="ADAL" clId="{B93E19F7-CF17-4898-9657-10FD6636A87B}" dt="2024-10-05T11:25:29.334" v="1237" actId="113"/>
        <pc:sldMkLst>
          <pc:docMk/>
          <pc:sldMk cId="641033179" sldId="280"/>
        </pc:sldMkLst>
        <pc:spChg chg="mod">
          <ac:chgData name="Sohag Kabir" userId="e9b0da40-aef8-480a-bb63-d1daacecf555" providerId="ADAL" clId="{B93E19F7-CF17-4898-9657-10FD6636A87B}" dt="2024-10-05T10:52:16.557" v="220" actId="255"/>
          <ac:spMkLst>
            <pc:docMk/>
            <pc:sldMk cId="641033179" sldId="280"/>
            <ac:spMk id="2" creationId="{DE13D453-4D7B-47BF-AED4-27D56C3644AA}"/>
          </ac:spMkLst>
        </pc:spChg>
        <pc:spChg chg="del">
          <ac:chgData name="Sohag Kabir" userId="e9b0da40-aef8-480a-bb63-d1daacecf555" providerId="ADAL" clId="{B93E19F7-CF17-4898-9657-10FD6636A87B}" dt="2024-10-05T10:49:01.498" v="157" actId="478"/>
          <ac:spMkLst>
            <pc:docMk/>
            <pc:sldMk cId="641033179" sldId="280"/>
            <ac:spMk id="8" creationId="{A0985119-32A5-C2F9-D3E3-A5C753C11C2B}"/>
          </ac:spMkLst>
        </pc:spChg>
        <pc:spChg chg="del">
          <ac:chgData name="Sohag Kabir" userId="e9b0da40-aef8-480a-bb63-d1daacecf555" providerId="ADAL" clId="{B93E19F7-CF17-4898-9657-10FD6636A87B}" dt="2024-10-05T10:48:58.112" v="156" actId="478"/>
          <ac:spMkLst>
            <pc:docMk/>
            <pc:sldMk cId="641033179" sldId="280"/>
            <ac:spMk id="9" creationId="{83DBB9E9-BFA8-182A-7B39-9D86B867C339}"/>
          </ac:spMkLst>
        </pc:spChg>
        <pc:graphicFrameChg chg="add mod modGraphic">
          <ac:chgData name="Sohag Kabir" userId="e9b0da40-aef8-480a-bb63-d1daacecf555" providerId="ADAL" clId="{B93E19F7-CF17-4898-9657-10FD6636A87B}" dt="2024-10-05T11:25:29.334" v="1237" actId="113"/>
          <ac:graphicFrameMkLst>
            <pc:docMk/>
            <pc:sldMk cId="641033179" sldId="280"/>
            <ac:graphicFrameMk id="3" creationId="{5E0E26A6-CCC8-2BBF-4CE9-1FE499F39FFC}"/>
          </ac:graphicFrameMkLst>
        </pc:graphicFrameChg>
        <pc:picChg chg="del">
          <ac:chgData name="Sohag Kabir" userId="e9b0da40-aef8-480a-bb63-d1daacecf555" providerId="ADAL" clId="{B93E19F7-CF17-4898-9657-10FD6636A87B}" dt="2024-10-05T10:48:53.071" v="155" actId="478"/>
          <ac:picMkLst>
            <pc:docMk/>
            <pc:sldMk cId="641033179" sldId="280"/>
            <ac:picMk id="4" creationId="{36020D2A-540F-A16C-2A73-0DED848EEB84}"/>
          </ac:picMkLst>
        </pc:picChg>
      </pc:sldChg>
      <pc:sldChg chg="addSp delSp modSp mod delAnim">
        <pc:chgData name="Sohag Kabir" userId="e9b0da40-aef8-480a-bb63-d1daacecf555" providerId="ADAL" clId="{B93E19F7-CF17-4898-9657-10FD6636A87B}" dt="2024-10-05T11:55:12.779" v="2268" actId="1076"/>
        <pc:sldMkLst>
          <pc:docMk/>
          <pc:sldMk cId="1477951119" sldId="281"/>
        </pc:sldMkLst>
        <pc:spChg chg="mod">
          <ac:chgData name="Sohag Kabir" userId="e9b0da40-aef8-480a-bb63-d1daacecf555" providerId="ADAL" clId="{B93E19F7-CF17-4898-9657-10FD6636A87B}" dt="2024-10-05T11:54:20.699" v="2260"/>
          <ac:spMkLst>
            <pc:docMk/>
            <pc:sldMk cId="1477951119" sldId="281"/>
            <ac:spMk id="2" creationId="{DE13D453-4D7B-47BF-AED4-27D56C3644AA}"/>
          </ac:spMkLst>
        </pc:spChg>
        <pc:spChg chg="del mod">
          <ac:chgData name="Sohag Kabir" userId="e9b0da40-aef8-480a-bb63-d1daacecf555" providerId="ADAL" clId="{B93E19F7-CF17-4898-9657-10FD6636A87B}" dt="2024-10-05T11:52:24.155" v="2255" actId="478"/>
          <ac:spMkLst>
            <pc:docMk/>
            <pc:sldMk cId="1477951119" sldId="281"/>
            <ac:spMk id="9" creationId="{83DBB9E9-BFA8-182A-7B39-9D86B867C339}"/>
          </ac:spMkLst>
        </pc:spChg>
        <pc:spChg chg="del">
          <ac:chgData name="Sohag Kabir" userId="e9b0da40-aef8-480a-bb63-d1daacecf555" providerId="ADAL" clId="{B93E19F7-CF17-4898-9657-10FD6636A87B}" dt="2024-10-05T11:52:32.676" v="2256" actId="478"/>
          <ac:spMkLst>
            <pc:docMk/>
            <pc:sldMk cId="1477951119" sldId="281"/>
            <ac:spMk id="11" creationId="{688F0361-647D-318E-0CBC-1A54F270F376}"/>
          </ac:spMkLst>
        </pc:spChg>
        <pc:spChg chg="del">
          <ac:chgData name="Sohag Kabir" userId="e9b0da40-aef8-480a-bb63-d1daacecf555" providerId="ADAL" clId="{B93E19F7-CF17-4898-9657-10FD6636A87B}" dt="2024-10-05T11:52:39.555" v="2259" actId="478"/>
          <ac:spMkLst>
            <pc:docMk/>
            <pc:sldMk cId="1477951119" sldId="281"/>
            <ac:spMk id="12" creationId="{10F1B2D9-9696-056B-9B1C-F7645B049421}"/>
          </ac:spMkLst>
        </pc:spChg>
        <pc:picChg chg="del">
          <ac:chgData name="Sohag Kabir" userId="e9b0da40-aef8-480a-bb63-d1daacecf555" providerId="ADAL" clId="{B93E19F7-CF17-4898-9657-10FD6636A87B}" dt="2024-10-05T11:52:19.639" v="2253" actId="478"/>
          <ac:picMkLst>
            <pc:docMk/>
            <pc:sldMk cId="1477951119" sldId="281"/>
            <ac:picMk id="3" creationId="{24EEC880-794D-40E7-B5E5-8A0EDAC074A1}"/>
          </ac:picMkLst>
        </pc:picChg>
        <pc:picChg chg="add mod modCrop">
          <ac:chgData name="Sohag Kabir" userId="e9b0da40-aef8-480a-bb63-d1daacecf555" providerId="ADAL" clId="{B93E19F7-CF17-4898-9657-10FD6636A87B}" dt="2024-10-05T11:55:12.779" v="2268" actId="1076"/>
          <ac:picMkLst>
            <pc:docMk/>
            <pc:sldMk cId="1477951119" sldId="281"/>
            <ac:picMk id="4" creationId="{46AA2E3E-7D4A-164A-083A-E82118BA255B}"/>
          </ac:picMkLst>
        </pc:picChg>
        <pc:picChg chg="del">
          <ac:chgData name="Sohag Kabir" userId="e9b0da40-aef8-480a-bb63-d1daacecf555" providerId="ADAL" clId="{B93E19F7-CF17-4898-9657-10FD6636A87B}" dt="2024-10-05T11:52:35.131" v="2257" actId="478"/>
          <ac:picMkLst>
            <pc:docMk/>
            <pc:sldMk cId="1477951119" sldId="281"/>
            <ac:picMk id="5" creationId="{5B003D8C-8732-218C-B62B-44FC9E55136B}"/>
          </ac:picMkLst>
        </pc:picChg>
        <pc:picChg chg="del">
          <ac:chgData name="Sohag Kabir" userId="e9b0da40-aef8-480a-bb63-d1daacecf555" providerId="ADAL" clId="{B93E19F7-CF17-4898-9657-10FD6636A87B}" dt="2024-10-05T11:52:37.133" v="2258" actId="478"/>
          <ac:picMkLst>
            <pc:docMk/>
            <pc:sldMk cId="1477951119" sldId="281"/>
            <ac:picMk id="10" creationId="{D2549343-6F27-7B0D-4142-BDF2D1B7359E}"/>
          </ac:picMkLst>
        </pc:picChg>
      </pc:sldChg>
      <pc:sldChg chg="del">
        <pc:chgData name="Sohag Kabir" userId="e9b0da40-aef8-480a-bb63-d1daacecf555" providerId="ADAL" clId="{B93E19F7-CF17-4898-9657-10FD6636A87B}" dt="2024-10-05T13:26:00.550" v="2420" actId="47"/>
        <pc:sldMkLst>
          <pc:docMk/>
          <pc:sldMk cId="3529504122" sldId="282"/>
        </pc:sldMkLst>
      </pc:sldChg>
      <pc:sldChg chg="del">
        <pc:chgData name="Sohag Kabir" userId="e9b0da40-aef8-480a-bb63-d1daacecf555" providerId="ADAL" clId="{B93E19F7-CF17-4898-9657-10FD6636A87B}" dt="2024-10-05T13:26:00.550" v="2420" actId="47"/>
        <pc:sldMkLst>
          <pc:docMk/>
          <pc:sldMk cId="3093025796" sldId="283"/>
        </pc:sldMkLst>
      </pc:sldChg>
      <pc:sldChg chg="del">
        <pc:chgData name="Sohag Kabir" userId="e9b0da40-aef8-480a-bb63-d1daacecf555" providerId="ADAL" clId="{B93E19F7-CF17-4898-9657-10FD6636A87B}" dt="2024-10-05T13:26:04.740" v="2421" actId="47"/>
        <pc:sldMkLst>
          <pc:docMk/>
          <pc:sldMk cId="3299150616" sldId="284"/>
        </pc:sldMkLst>
      </pc:sldChg>
      <pc:sldChg chg="del">
        <pc:chgData name="Sohag Kabir" userId="e9b0da40-aef8-480a-bb63-d1daacecf555" providerId="ADAL" clId="{B93E19F7-CF17-4898-9657-10FD6636A87B}" dt="2024-10-05T13:26:04.740" v="2421" actId="47"/>
        <pc:sldMkLst>
          <pc:docMk/>
          <pc:sldMk cId="1975243977" sldId="285"/>
        </pc:sldMkLst>
      </pc:sldChg>
      <pc:sldChg chg="del">
        <pc:chgData name="Sohag Kabir" userId="e9b0da40-aef8-480a-bb63-d1daacecf555" providerId="ADAL" clId="{B93E19F7-CF17-4898-9657-10FD6636A87B}" dt="2024-10-05T13:26:09.729" v="2422" actId="47"/>
        <pc:sldMkLst>
          <pc:docMk/>
          <pc:sldMk cId="3773334495" sldId="286"/>
        </pc:sldMkLst>
      </pc:sldChg>
      <pc:sldChg chg="del">
        <pc:chgData name="Sohag Kabir" userId="e9b0da40-aef8-480a-bb63-d1daacecf555" providerId="ADAL" clId="{B93E19F7-CF17-4898-9657-10FD6636A87B}" dt="2024-10-05T13:26:09.729" v="2422" actId="47"/>
        <pc:sldMkLst>
          <pc:docMk/>
          <pc:sldMk cId="743092061" sldId="287"/>
        </pc:sldMkLst>
      </pc:sldChg>
      <pc:sldChg chg="del">
        <pc:chgData name="Sohag Kabir" userId="e9b0da40-aef8-480a-bb63-d1daacecf555" providerId="ADAL" clId="{B93E19F7-CF17-4898-9657-10FD6636A87B}" dt="2024-10-05T13:26:09.729" v="2422" actId="47"/>
        <pc:sldMkLst>
          <pc:docMk/>
          <pc:sldMk cId="2923510616" sldId="288"/>
        </pc:sldMkLst>
      </pc:sldChg>
      <pc:sldChg chg="del">
        <pc:chgData name="Sohag Kabir" userId="e9b0da40-aef8-480a-bb63-d1daacecf555" providerId="ADAL" clId="{B93E19F7-CF17-4898-9657-10FD6636A87B}" dt="2024-10-05T13:26:12.295" v="2423" actId="47"/>
        <pc:sldMkLst>
          <pc:docMk/>
          <pc:sldMk cId="2324322734" sldId="289"/>
        </pc:sldMkLst>
      </pc:sldChg>
      <pc:sldChg chg="del">
        <pc:chgData name="Sohag Kabir" userId="e9b0da40-aef8-480a-bb63-d1daacecf555" providerId="ADAL" clId="{B93E19F7-CF17-4898-9657-10FD6636A87B}" dt="2024-10-05T13:26:12.295" v="2423" actId="47"/>
        <pc:sldMkLst>
          <pc:docMk/>
          <pc:sldMk cId="2997775987" sldId="290"/>
        </pc:sldMkLst>
      </pc:sldChg>
      <pc:sldChg chg="del">
        <pc:chgData name="Sohag Kabir" userId="e9b0da40-aef8-480a-bb63-d1daacecf555" providerId="ADAL" clId="{B93E19F7-CF17-4898-9657-10FD6636A87B}" dt="2024-10-05T13:26:14.963" v="2424" actId="47"/>
        <pc:sldMkLst>
          <pc:docMk/>
          <pc:sldMk cId="522993105" sldId="291"/>
        </pc:sldMkLst>
      </pc:sldChg>
      <pc:sldChg chg="del">
        <pc:chgData name="Sohag Kabir" userId="e9b0da40-aef8-480a-bb63-d1daacecf555" providerId="ADAL" clId="{B93E19F7-CF17-4898-9657-10FD6636A87B}" dt="2024-10-05T13:26:14.963" v="2424" actId="47"/>
        <pc:sldMkLst>
          <pc:docMk/>
          <pc:sldMk cId="1047879687" sldId="292"/>
        </pc:sldMkLst>
      </pc:sldChg>
      <pc:sldChg chg="del">
        <pc:chgData name="Sohag Kabir" userId="e9b0da40-aef8-480a-bb63-d1daacecf555" providerId="ADAL" clId="{B93E19F7-CF17-4898-9657-10FD6636A87B}" dt="2024-10-05T13:26:17.661" v="2425" actId="47"/>
        <pc:sldMkLst>
          <pc:docMk/>
          <pc:sldMk cId="84711293" sldId="293"/>
        </pc:sldMkLst>
      </pc:sldChg>
      <pc:sldChg chg="del">
        <pc:chgData name="Sohag Kabir" userId="e9b0da40-aef8-480a-bb63-d1daacecf555" providerId="ADAL" clId="{B93E19F7-CF17-4898-9657-10FD6636A87B}" dt="2024-10-05T13:26:14.963" v="2424" actId="47"/>
        <pc:sldMkLst>
          <pc:docMk/>
          <pc:sldMk cId="1163318038" sldId="294"/>
        </pc:sldMkLst>
      </pc:sldChg>
      <pc:sldChg chg="del">
        <pc:chgData name="Sohag Kabir" userId="e9b0da40-aef8-480a-bb63-d1daacecf555" providerId="ADAL" clId="{B93E19F7-CF17-4898-9657-10FD6636A87B}" dt="2024-10-05T13:26:17.661" v="2425" actId="47"/>
        <pc:sldMkLst>
          <pc:docMk/>
          <pc:sldMk cId="1736692387" sldId="295"/>
        </pc:sldMkLst>
      </pc:sldChg>
      <pc:sldChg chg="del">
        <pc:chgData name="Sohag Kabir" userId="e9b0da40-aef8-480a-bb63-d1daacecf555" providerId="ADAL" clId="{B93E19F7-CF17-4898-9657-10FD6636A87B}" dt="2024-10-05T13:28:11.196" v="2427" actId="2696"/>
        <pc:sldMkLst>
          <pc:docMk/>
          <pc:sldMk cId="1404130163" sldId="296"/>
        </pc:sldMkLst>
      </pc:sldChg>
      <pc:sldChg chg="del">
        <pc:chgData name="Sohag Kabir" userId="e9b0da40-aef8-480a-bb63-d1daacecf555" providerId="ADAL" clId="{B93E19F7-CF17-4898-9657-10FD6636A87B}" dt="2024-10-05T13:28:11.196" v="2427" actId="2696"/>
        <pc:sldMkLst>
          <pc:docMk/>
          <pc:sldMk cId="3364632169" sldId="297"/>
        </pc:sldMkLst>
      </pc:sldChg>
      <pc:sldChg chg="del">
        <pc:chgData name="Sohag Kabir" userId="e9b0da40-aef8-480a-bb63-d1daacecf555" providerId="ADAL" clId="{B93E19F7-CF17-4898-9657-10FD6636A87B}" dt="2024-10-05T16:53:08.551" v="3143" actId="2696"/>
        <pc:sldMkLst>
          <pc:docMk/>
          <pc:sldMk cId="683997717" sldId="298"/>
        </pc:sldMkLst>
      </pc:sldChg>
      <pc:sldChg chg="addSp delSp modSp add mod delAnim">
        <pc:chgData name="Sohag Kabir" userId="e9b0da40-aef8-480a-bb63-d1daacecf555" providerId="ADAL" clId="{B93E19F7-CF17-4898-9657-10FD6636A87B}" dt="2024-10-05T10:43:25.794" v="154" actId="14100"/>
        <pc:sldMkLst>
          <pc:docMk/>
          <pc:sldMk cId="2123858380" sldId="299"/>
        </pc:sldMkLst>
        <pc:spChg chg="del">
          <ac:chgData name="Sohag Kabir" userId="e9b0da40-aef8-480a-bb63-d1daacecf555" providerId="ADAL" clId="{B93E19F7-CF17-4898-9657-10FD6636A87B}" dt="2024-10-05T10:41:18.271" v="135" actId="478"/>
          <ac:spMkLst>
            <pc:docMk/>
            <pc:sldMk cId="2123858380" sldId="299"/>
            <ac:spMk id="5" creationId="{8143AF44-8037-97CC-53ED-2FE1F44FC034}"/>
          </ac:spMkLst>
        </pc:spChg>
        <pc:spChg chg="add mod">
          <ac:chgData name="Sohag Kabir" userId="e9b0da40-aef8-480a-bb63-d1daacecf555" providerId="ADAL" clId="{B93E19F7-CF17-4898-9657-10FD6636A87B}" dt="2024-10-05T10:43:25.794" v="154" actId="14100"/>
          <ac:spMkLst>
            <pc:docMk/>
            <pc:sldMk cId="2123858380" sldId="299"/>
            <ac:spMk id="8" creationId="{25475156-E9E2-8B99-9CBE-9207C1E8E81F}"/>
          </ac:spMkLst>
        </pc:spChg>
        <pc:spChg chg="del">
          <ac:chgData name="Sohag Kabir" userId="e9b0da40-aef8-480a-bb63-d1daacecf555" providerId="ADAL" clId="{B93E19F7-CF17-4898-9657-10FD6636A87B}" dt="2024-10-05T10:38:39.118" v="134" actId="478"/>
          <ac:spMkLst>
            <pc:docMk/>
            <pc:sldMk cId="2123858380" sldId="299"/>
            <ac:spMk id="9" creationId="{B06106E6-D5F4-FBA7-3A0D-73F4DF202DD3}"/>
          </ac:spMkLst>
        </pc:spChg>
        <pc:picChg chg="add mod">
          <ac:chgData name="Sohag Kabir" userId="e9b0da40-aef8-480a-bb63-d1daacecf555" providerId="ADAL" clId="{B93E19F7-CF17-4898-9657-10FD6636A87B}" dt="2024-10-05T10:41:36.583" v="139" actId="14100"/>
          <ac:picMkLst>
            <pc:docMk/>
            <pc:sldMk cId="2123858380" sldId="299"/>
            <ac:picMk id="3" creationId="{776E4644-0C9D-8AD1-0535-525E6C1A383A}"/>
          </ac:picMkLst>
        </pc:picChg>
      </pc:sldChg>
      <pc:sldChg chg="modSp add mod">
        <pc:chgData name="Sohag Kabir" userId="e9b0da40-aef8-480a-bb63-d1daacecf555" providerId="ADAL" clId="{B93E19F7-CF17-4898-9657-10FD6636A87B}" dt="2024-10-05T11:25:22.271" v="1236" actId="113"/>
        <pc:sldMkLst>
          <pc:docMk/>
          <pc:sldMk cId="1426418876" sldId="300"/>
        </pc:sldMkLst>
        <pc:spChg chg="mod">
          <ac:chgData name="Sohag Kabir" userId="e9b0da40-aef8-480a-bb63-d1daacecf555" providerId="ADAL" clId="{B93E19F7-CF17-4898-9657-10FD6636A87B}" dt="2024-10-05T11:08:04.628" v="612" actId="14100"/>
          <ac:spMkLst>
            <pc:docMk/>
            <pc:sldMk cId="1426418876" sldId="300"/>
            <ac:spMk id="2" creationId="{DE13D453-4D7B-47BF-AED4-27D56C3644AA}"/>
          </ac:spMkLst>
        </pc:spChg>
        <pc:graphicFrameChg chg="mod modGraphic">
          <ac:chgData name="Sohag Kabir" userId="e9b0da40-aef8-480a-bb63-d1daacecf555" providerId="ADAL" clId="{B93E19F7-CF17-4898-9657-10FD6636A87B}" dt="2024-10-05T11:25:22.271" v="1236" actId="113"/>
          <ac:graphicFrameMkLst>
            <pc:docMk/>
            <pc:sldMk cId="1426418876" sldId="300"/>
            <ac:graphicFrameMk id="3" creationId="{5E0E26A6-CCC8-2BBF-4CE9-1FE499F39FFC}"/>
          </ac:graphicFrameMkLst>
        </pc:graphicFrameChg>
      </pc:sldChg>
      <pc:sldChg chg="modSp add mod">
        <pc:chgData name="Sohag Kabir" userId="e9b0da40-aef8-480a-bb63-d1daacecf555" providerId="ADAL" clId="{B93E19F7-CF17-4898-9657-10FD6636A87B}" dt="2024-10-05T11:51:39.950" v="2252" actId="113"/>
        <pc:sldMkLst>
          <pc:docMk/>
          <pc:sldMk cId="4245518297" sldId="301"/>
        </pc:sldMkLst>
        <pc:spChg chg="mod">
          <ac:chgData name="Sohag Kabir" userId="e9b0da40-aef8-480a-bb63-d1daacecf555" providerId="ADAL" clId="{B93E19F7-CF17-4898-9657-10FD6636A87B}" dt="2024-10-05T11:26:32.301" v="1263" actId="20577"/>
          <ac:spMkLst>
            <pc:docMk/>
            <pc:sldMk cId="4245518297" sldId="301"/>
            <ac:spMk id="2" creationId="{DE13D453-4D7B-47BF-AED4-27D56C3644AA}"/>
          </ac:spMkLst>
        </pc:spChg>
        <pc:graphicFrameChg chg="mod modGraphic">
          <ac:chgData name="Sohag Kabir" userId="e9b0da40-aef8-480a-bb63-d1daacecf555" providerId="ADAL" clId="{B93E19F7-CF17-4898-9657-10FD6636A87B}" dt="2024-10-05T11:51:39.950" v="2252" actId="113"/>
          <ac:graphicFrameMkLst>
            <pc:docMk/>
            <pc:sldMk cId="4245518297" sldId="301"/>
            <ac:graphicFrameMk id="3" creationId="{5E0E26A6-CCC8-2BBF-4CE9-1FE499F39FFC}"/>
          </ac:graphicFrameMkLst>
        </pc:graphicFrameChg>
      </pc:sldChg>
      <pc:sldChg chg="modSp add mod">
        <pc:chgData name="Sohag Kabir" userId="e9b0da40-aef8-480a-bb63-d1daacecf555" providerId="ADAL" clId="{B93E19F7-CF17-4898-9657-10FD6636A87B}" dt="2024-10-05T11:48:50.124" v="2245" actId="207"/>
        <pc:sldMkLst>
          <pc:docMk/>
          <pc:sldMk cId="846972630" sldId="302"/>
        </pc:sldMkLst>
        <pc:graphicFrameChg chg="mod modGraphic">
          <ac:chgData name="Sohag Kabir" userId="e9b0da40-aef8-480a-bb63-d1daacecf555" providerId="ADAL" clId="{B93E19F7-CF17-4898-9657-10FD6636A87B}" dt="2024-10-05T11:48:50.124" v="2245" actId="207"/>
          <ac:graphicFrameMkLst>
            <pc:docMk/>
            <pc:sldMk cId="846972630" sldId="302"/>
            <ac:graphicFrameMk id="3" creationId="{5E0E26A6-CCC8-2BBF-4CE9-1FE499F39FFC}"/>
          </ac:graphicFrameMkLst>
        </pc:graphicFrameChg>
      </pc:sldChg>
      <pc:sldChg chg="addSp delSp modSp add mod addAnim delAnim">
        <pc:chgData name="Sohag Kabir" userId="e9b0da40-aef8-480a-bb63-d1daacecf555" providerId="ADAL" clId="{B93E19F7-CF17-4898-9657-10FD6636A87B}" dt="2024-10-05T12:12:26.606" v="2350" actId="20577"/>
        <pc:sldMkLst>
          <pc:docMk/>
          <pc:sldMk cId="3111864872" sldId="303"/>
        </pc:sldMkLst>
        <pc:spChg chg="del">
          <ac:chgData name="Sohag Kabir" userId="e9b0da40-aef8-480a-bb63-d1daacecf555" providerId="ADAL" clId="{B93E19F7-CF17-4898-9657-10FD6636A87B}" dt="2024-10-05T12:09:50.079" v="2334" actId="478"/>
          <ac:spMkLst>
            <pc:docMk/>
            <pc:sldMk cId="3111864872" sldId="303"/>
            <ac:spMk id="3" creationId="{4A53CAC7-C63D-FD07-64B6-21A515D61196}"/>
          </ac:spMkLst>
        </pc:spChg>
        <pc:spChg chg="add mod">
          <ac:chgData name="Sohag Kabir" userId="e9b0da40-aef8-480a-bb63-d1daacecf555" providerId="ADAL" clId="{B93E19F7-CF17-4898-9657-10FD6636A87B}" dt="2024-10-05T12:10:05.734" v="2338" actId="1076"/>
          <ac:spMkLst>
            <pc:docMk/>
            <pc:sldMk cId="3111864872" sldId="303"/>
            <ac:spMk id="5" creationId="{015E5EFF-5540-010A-D066-2C5D27390FB0}"/>
          </ac:spMkLst>
        </pc:spChg>
        <pc:spChg chg="mod">
          <ac:chgData name="Sohag Kabir" userId="e9b0da40-aef8-480a-bb63-d1daacecf555" providerId="ADAL" clId="{B93E19F7-CF17-4898-9657-10FD6636A87B}" dt="2024-10-05T12:12:26.606" v="2350" actId="20577"/>
          <ac:spMkLst>
            <pc:docMk/>
            <pc:sldMk cId="3111864872" sldId="303"/>
            <ac:spMk id="18" creationId="{C8396839-4867-B84D-99D5-F365B7222258}"/>
          </ac:spMkLst>
        </pc:spChg>
        <pc:graphicFrameChg chg="add del mod modGraphic">
          <ac:chgData name="Sohag Kabir" userId="e9b0da40-aef8-480a-bb63-d1daacecf555" providerId="ADAL" clId="{B93E19F7-CF17-4898-9657-10FD6636A87B}" dt="2024-10-05T12:11:54.650" v="2349" actId="1076"/>
          <ac:graphicFrameMkLst>
            <pc:docMk/>
            <pc:sldMk cId="3111864872" sldId="303"/>
            <ac:graphicFrameMk id="8" creationId="{1365D5D7-FA64-0D30-6987-DF1DE3E8BD76}"/>
          </ac:graphicFrameMkLst>
        </pc:graphicFrameChg>
      </pc:sldChg>
      <pc:sldChg chg="addSp delSp modSp add mod">
        <pc:chgData name="Sohag Kabir" userId="e9b0da40-aef8-480a-bb63-d1daacecf555" providerId="ADAL" clId="{B93E19F7-CF17-4898-9657-10FD6636A87B}" dt="2024-10-05T13:25:10.268" v="2419" actId="255"/>
        <pc:sldMkLst>
          <pc:docMk/>
          <pc:sldMk cId="3848471798" sldId="304"/>
        </pc:sldMkLst>
        <pc:spChg chg="mod">
          <ac:chgData name="Sohag Kabir" userId="e9b0da40-aef8-480a-bb63-d1daacecf555" providerId="ADAL" clId="{B93E19F7-CF17-4898-9657-10FD6636A87B}" dt="2024-10-05T13:22:52.316" v="2403"/>
          <ac:spMkLst>
            <pc:docMk/>
            <pc:sldMk cId="3848471798" sldId="304"/>
            <ac:spMk id="2" creationId="{C41871F3-B595-E36C-AF47-CCEBC8A95B2E}"/>
          </ac:spMkLst>
        </pc:spChg>
        <pc:spChg chg="del">
          <ac:chgData name="Sohag Kabir" userId="e9b0da40-aef8-480a-bb63-d1daacecf555" providerId="ADAL" clId="{B93E19F7-CF17-4898-9657-10FD6636A87B}" dt="2024-10-05T13:22:59.495" v="2405" actId="478"/>
          <ac:spMkLst>
            <pc:docMk/>
            <pc:sldMk cId="3848471798" sldId="304"/>
            <ac:spMk id="3" creationId="{677288F0-F0F5-CD03-B0DC-F0852D06708C}"/>
          </ac:spMkLst>
        </pc:spChg>
        <pc:spChg chg="add del mod">
          <ac:chgData name="Sohag Kabir" userId="e9b0da40-aef8-480a-bb63-d1daacecf555" providerId="ADAL" clId="{B93E19F7-CF17-4898-9657-10FD6636A87B}" dt="2024-10-05T13:23:11.591" v="2406" actId="478"/>
          <ac:spMkLst>
            <pc:docMk/>
            <pc:sldMk cId="3848471798" sldId="304"/>
            <ac:spMk id="5" creationId="{9898B6D7-18BE-0544-81A8-D82BE7070F8A}"/>
          </ac:spMkLst>
        </pc:spChg>
        <pc:spChg chg="del">
          <ac:chgData name="Sohag Kabir" userId="e9b0da40-aef8-480a-bb63-d1daacecf555" providerId="ADAL" clId="{B93E19F7-CF17-4898-9657-10FD6636A87B}" dt="2024-10-05T13:22:58.079" v="2404" actId="478"/>
          <ac:spMkLst>
            <pc:docMk/>
            <pc:sldMk cId="3848471798" sldId="304"/>
            <ac:spMk id="7" creationId="{BC63AF23-A25D-5605-6DA9-36B36320F996}"/>
          </ac:spMkLst>
        </pc:spChg>
        <pc:spChg chg="add mod">
          <ac:chgData name="Sohag Kabir" userId="e9b0da40-aef8-480a-bb63-d1daacecf555" providerId="ADAL" clId="{B93E19F7-CF17-4898-9657-10FD6636A87B}" dt="2024-10-05T13:24:21.403" v="2414" actId="113"/>
          <ac:spMkLst>
            <pc:docMk/>
            <pc:sldMk cId="3848471798" sldId="304"/>
            <ac:spMk id="9" creationId="{CD50F2F8-1B2B-49A9-19F1-DB709D949017}"/>
          </ac:spMkLst>
        </pc:spChg>
        <pc:spChg chg="add mod">
          <ac:chgData name="Sohag Kabir" userId="e9b0da40-aef8-480a-bb63-d1daacecf555" providerId="ADAL" clId="{B93E19F7-CF17-4898-9657-10FD6636A87B}" dt="2024-10-05T13:25:10.268" v="2419" actId="255"/>
          <ac:spMkLst>
            <pc:docMk/>
            <pc:sldMk cId="3848471798" sldId="304"/>
            <ac:spMk id="10" creationId="{00E9F602-A3E5-2A9F-2415-D3BCE043D970}"/>
          </ac:spMkLst>
        </pc:spChg>
        <pc:spChg chg="add mod">
          <ac:chgData name="Sohag Kabir" userId="e9b0da40-aef8-480a-bb63-d1daacecf555" providerId="ADAL" clId="{B93E19F7-CF17-4898-9657-10FD6636A87B}" dt="2024-10-05T13:24:55.804" v="2417" actId="113"/>
          <ac:spMkLst>
            <pc:docMk/>
            <pc:sldMk cId="3848471798" sldId="304"/>
            <ac:spMk id="11" creationId="{AF86D1AE-A74F-85E0-A187-4D1857150FEF}"/>
          </ac:spMkLst>
        </pc:spChg>
        <pc:spChg chg="add mod">
          <ac:chgData name="Sohag Kabir" userId="e9b0da40-aef8-480a-bb63-d1daacecf555" providerId="ADAL" clId="{B93E19F7-CF17-4898-9657-10FD6636A87B}" dt="2024-10-05T13:23:21.823" v="2408" actId="1076"/>
          <ac:spMkLst>
            <pc:docMk/>
            <pc:sldMk cId="3848471798" sldId="304"/>
            <ac:spMk id="14" creationId="{A2F61D9D-25BA-DC84-A2E1-582A0F34418B}"/>
          </ac:spMkLst>
        </pc:spChg>
        <pc:spChg chg="add mod">
          <ac:chgData name="Sohag Kabir" userId="e9b0da40-aef8-480a-bb63-d1daacecf555" providerId="ADAL" clId="{B93E19F7-CF17-4898-9657-10FD6636A87B}" dt="2024-10-05T13:23:21.823" v="2408" actId="1076"/>
          <ac:spMkLst>
            <pc:docMk/>
            <pc:sldMk cId="3848471798" sldId="304"/>
            <ac:spMk id="15" creationId="{0998D7DF-3631-0AFC-4F75-315D4EC54AB5}"/>
          </ac:spMkLst>
        </pc:spChg>
        <pc:graphicFrameChg chg="add mod">
          <ac:chgData name="Sohag Kabir" userId="e9b0da40-aef8-480a-bb63-d1daacecf555" providerId="ADAL" clId="{B93E19F7-CF17-4898-9657-10FD6636A87B}" dt="2024-10-05T13:23:21.823" v="2408" actId="1076"/>
          <ac:graphicFrameMkLst>
            <pc:docMk/>
            <pc:sldMk cId="3848471798" sldId="304"/>
            <ac:graphicFrameMk id="12" creationId="{1DAFEA42-501C-66BE-C6CF-46F60F090DB5}"/>
          </ac:graphicFrameMkLst>
        </pc:graphicFrameChg>
        <pc:graphicFrameChg chg="add mod">
          <ac:chgData name="Sohag Kabir" userId="e9b0da40-aef8-480a-bb63-d1daacecf555" providerId="ADAL" clId="{B93E19F7-CF17-4898-9657-10FD6636A87B}" dt="2024-10-05T13:23:21.823" v="2408" actId="1076"/>
          <ac:graphicFrameMkLst>
            <pc:docMk/>
            <pc:sldMk cId="3848471798" sldId="304"/>
            <ac:graphicFrameMk id="13" creationId="{081B124B-A8AF-B868-834D-AE0938E734CE}"/>
          </ac:graphicFrameMkLst>
        </pc:graphicFrameChg>
      </pc:sldChg>
      <pc:sldChg chg="addSp delSp modSp add mod modAnim">
        <pc:chgData name="Sohag Kabir" userId="e9b0da40-aef8-480a-bb63-d1daacecf555" providerId="ADAL" clId="{B93E19F7-CF17-4898-9657-10FD6636A87B}" dt="2024-10-05T13:32:33.670" v="2448" actId="1076"/>
        <pc:sldMkLst>
          <pc:docMk/>
          <pc:sldMk cId="1153240218" sldId="305"/>
        </pc:sldMkLst>
        <pc:spChg chg="mod">
          <ac:chgData name="Sohag Kabir" userId="e9b0da40-aef8-480a-bb63-d1daacecf555" providerId="ADAL" clId="{B93E19F7-CF17-4898-9657-10FD6636A87B}" dt="2024-10-05T13:28:52.372" v="2430" actId="1076"/>
          <ac:spMkLst>
            <pc:docMk/>
            <pc:sldMk cId="1153240218" sldId="305"/>
            <ac:spMk id="2" creationId="{C41871F3-B595-E36C-AF47-CCEBC8A95B2E}"/>
          </ac:spMkLst>
        </pc:spChg>
        <pc:spChg chg="add mod">
          <ac:chgData name="Sohag Kabir" userId="e9b0da40-aef8-480a-bb63-d1daacecf555" providerId="ADAL" clId="{B93E19F7-CF17-4898-9657-10FD6636A87B}" dt="2024-10-05T13:30:49.911" v="2439" actId="1076"/>
          <ac:spMkLst>
            <pc:docMk/>
            <pc:sldMk cId="1153240218" sldId="305"/>
            <ac:spMk id="3" creationId="{B5B3383F-3495-18F9-D8E4-55694B3E22AC}"/>
          </ac:spMkLst>
        </pc:spChg>
        <pc:spChg chg="add mod">
          <ac:chgData name="Sohag Kabir" userId="e9b0da40-aef8-480a-bb63-d1daacecf555" providerId="ADAL" clId="{B93E19F7-CF17-4898-9657-10FD6636A87B}" dt="2024-10-05T13:32:31.967" v="2447" actId="1076"/>
          <ac:spMkLst>
            <pc:docMk/>
            <pc:sldMk cId="1153240218" sldId="305"/>
            <ac:spMk id="5" creationId="{D3C9AED7-9BE9-ABF0-7BAD-38B772E3CA82}"/>
          </ac:spMkLst>
        </pc:spChg>
        <pc:spChg chg="add mod">
          <ac:chgData name="Sohag Kabir" userId="e9b0da40-aef8-480a-bb63-d1daacecf555" providerId="ADAL" clId="{B93E19F7-CF17-4898-9657-10FD6636A87B}" dt="2024-10-05T13:32:33.670" v="2448" actId="1076"/>
          <ac:spMkLst>
            <pc:docMk/>
            <pc:sldMk cId="1153240218" sldId="305"/>
            <ac:spMk id="7" creationId="{DF1CD9A0-79D2-1AE1-FB7A-FC44A5225AE3}"/>
          </ac:spMkLst>
        </pc:spChg>
        <pc:spChg chg="del">
          <ac:chgData name="Sohag Kabir" userId="e9b0da40-aef8-480a-bb63-d1daacecf555" providerId="ADAL" clId="{B93E19F7-CF17-4898-9657-10FD6636A87B}" dt="2024-10-05T13:28:56.523" v="2431" actId="478"/>
          <ac:spMkLst>
            <pc:docMk/>
            <pc:sldMk cId="1153240218" sldId="305"/>
            <ac:spMk id="9" creationId="{CD50F2F8-1B2B-49A9-19F1-DB709D949017}"/>
          </ac:spMkLst>
        </pc:spChg>
        <pc:spChg chg="del">
          <ac:chgData name="Sohag Kabir" userId="e9b0da40-aef8-480a-bb63-d1daacecf555" providerId="ADAL" clId="{B93E19F7-CF17-4898-9657-10FD6636A87B}" dt="2024-10-05T13:28:56.523" v="2431" actId="478"/>
          <ac:spMkLst>
            <pc:docMk/>
            <pc:sldMk cId="1153240218" sldId="305"/>
            <ac:spMk id="10" creationId="{00E9F602-A3E5-2A9F-2415-D3BCE043D970}"/>
          </ac:spMkLst>
        </pc:spChg>
        <pc:spChg chg="del">
          <ac:chgData name="Sohag Kabir" userId="e9b0da40-aef8-480a-bb63-d1daacecf555" providerId="ADAL" clId="{B93E19F7-CF17-4898-9657-10FD6636A87B}" dt="2024-10-05T13:28:56.523" v="2431" actId="478"/>
          <ac:spMkLst>
            <pc:docMk/>
            <pc:sldMk cId="1153240218" sldId="305"/>
            <ac:spMk id="11" creationId="{AF86D1AE-A74F-85E0-A187-4D1857150FEF}"/>
          </ac:spMkLst>
        </pc:spChg>
        <pc:spChg chg="del">
          <ac:chgData name="Sohag Kabir" userId="e9b0da40-aef8-480a-bb63-d1daacecf555" providerId="ADAL" clId="{B93E19F7-CF17-4898-9657-10FD6636A87B}" dt="2024-10-05T13:28:56.523" v="2431" actId="478"/>
          <ac:spMkLst>
            <pc:docMk/>
            <pc:sldMk cId="1153240218" sldId="305"/>
            <ac:spMk id="14" creationId="{A2F61D9D-25BA-DC84-A2E1-582A0F34418B}"/>
          </ac:spMkLst>
        </pc:spChg>
        <pc:spChg chg="del">
          <ac:chgData name="Sohag Kabir" userId="e9b0da40-aef8-480a-bb63-d1daacecf555" providerId="ADAL" clId="{B93E19F7-CF17-4898-9657-10FD6636A87B}" dt="2024-10-05T13:28:56.523" v="2431" actId="478"/>
          <ac:spMkLst>
            <pc:docMk/>
            <pc:sldMk cId="1153240218" sldId="305"/>
            <ac:spMk id="15" creationId="{0998D7DF-3631-0AFC-4F75-315D4EC54AB5}"/>
          </ac:spMkLst>
        </pc:spChg>
        <pc:graphicFrameChg chg="del">
          <ac:chgData name="Sohag Kabir" userId="e9b0da40-aef8-480a-bb63-d1daacecf555" providerId="ADAL" clId="{B93E19F7-CF17-4898-9657-10FD6636A87B}" dt="2024-10-05T13:28:56.523" v="2431" actId="478"/>
          <ac:graphicFrameMkLst>
            <pc:docMk/>
            <pc:sldMk cId="1153240218" sldId="305"/>
            <ac:graphicFrameMk id="12" creationId="{1DAFEA42-501C-66BE-C6CF-46F60F090DB5}"/>
          </ac:graphicFrameMkLst>
        </pc:graphicFrameChg>
        <pc:graphicFrameChg chg="del">
          <ac:chgData name="Sohag Kabir" userId="e9b0da40-aef8-480a-bb63-d1daacecf555" providerId="ADAL" clId="{B93E19F7-CF17-4898-9657-10FD6636A87B}" dt="2024-10-05T13:28:56.523" v="2431" actId="478"/>
          <ac:graphicFrameMkLst>
            <pc:docMk/>
            <pc:sldMk cId="1153240218" sldId="305"/>
            <ac:graphicFrameMk id="13" creationId="{081B124B-A8AF-B868-834D-AE0938E734CE}"/>
          </ac:graphicFrameMkLst>
        </pc:graphicFrameChg>
      </pc:sldChg>
      <pc:sldChg chg="addSp delSp modSp add mod delAnim modAnim">
        <pc:chgData name="Sohag Kabir" userId="e9b0da40-aef8-480a-bb63-d1daacecf555" providerId="ADAL" clId="{B93E19F7-CF17-4898-9657-10FD6636A87B}" dt="2024-10-05T13:50:05.637" v="2496" actId="14100"/>
        <pc:sldMkLst>
          <pc:docMk/>
          <pc:sldMk cId="2096964769" sldId="306"/>
        </pc:sldMkLst>
        <pc:spChg chg="del">
          <ac:chgData name="Sohag Kabir" userId="e9b0da40-aef8-480a-bb63-d1daacecf555" providerId="ADAL" clId="{B93E19F7-CF17-4898-9657-10FD6636A87B}" dt="2024-10-05T13:34:49.323" v="2454" actId="478"/>
          <ac:spMkLst>
            <pc:docMk/>
            <pc:sldMk cId="2096964769" sldId="306"/>
            <ac:spMk id="2" creationId="{C41871F3-B595-E36C-AF47-CCEBC8A95B2E}"/>
          </ac:spMkLst>
        </pc:spChg>
        <pc:spChg chg="del">
          <ac:chgData name="Sohag Kabir" userId="e9b0da40-aef8-480a-bb63-d1daacecf555" providerId="ADAL" clId="{B93E19F7-CF17-4898-9657-10FD6636A87B}" dt="2024-10-05T13:34:52.987" v="2456" actId="478"/>
          <ac:spMkLst>
            <pc:docMk/>
            <pc:sldMk cId="2096964769" sldId="306"/>
            <ac:spMk id="3" creationId="{B5B3383F-3495-18F9-D8E4-55694B3E22AC}"/>
          </ac:spMkLst>
        </pc:spChg>
        <pc:spChg chg="mod">
          <ac:chgData name="Sohag Kabir" userId="e9b0da40-aef8-480a-bb63-d1daacecf555" providerId="ADAL" clId="{B93E19F7-CF17-4898-9657-10FD6636A87B}" dt="2024-10-05T13:34:44.243" v="2453" actId="255"/>
          <ac:spMkLst>
            <pc:docMk/>
            <pc:sldMk cId="2096964769" sldId="306"/>
            <ac:spMk id="4" creationId="{8B3BBD20-CA54-1CCC-FDC5-4B2C938D023F}"/>
          </ac:spMkLst>
        </pc:spChg>
        <pc:spChg chg="del">
          <ac:chgData name="Sohag Kabir" userId="e9b0da40-aef8-480a-bb63-d1daacecf555" providerId="ADAL" clId="{B93E19F7-CF17-4898-9657-10FD6636A87B}" dt="2024-10-05T13:34:54.180" v="2457" actId="478"/>
          <ac:spMkLst>
            <pc:docMk/>
            <pc:sldMk cId="2096964769" sldId="306"/>
            <ac:spMk id="5" creationId="{D3C9AED7-9BE9-ABF0-7BAD-38B772E3CA82}"/>
          </ac:spMkLst>
        </pc:spChg>
        <pc:spChg chg="del">
          <ac:chgData name="Sohag Kabir" userId="e9b0da40-aef8-480a-bb63-d1daacecf555" providerId="ADAL" clId="{B93E19F7-CF17-4898-9657-10FD6636A87B}" dt="2024-10-05T13:34:55.896" v="2458" actId="478"/>
          <ac:spMkLst>
            <pc:docMk/>
            <pc:sldMk cId="2096964769" sldId="306"/>
            <ac:spMk id="7" creationId="{DF1CD9A0-79D2-1AE1-FB7A-FC44A5225AE3}"/>
          </ac:spMkLst>
        </pc:spChg>
        <pc:spChg chg="add del mod">
          <ac:chgData name="Sohag Kabir" userId="e9b0da40-aef8-480a-bb63-d1daacecf555" providerId="ADAL" clId="{B93E19F7-CF17-4898-9657-10FD6636A87B}" dt="2024-10-05T13:34:52.080" v="2455" actId="478"/>
          <ac:spMkLst>
            <pc:docMk/>
            <pc:sldMk cId="2096964769" sldId="306"/>
            <ac:spMk id="9" creationId="{C23F14D2-B20E-F552-92DE-EDEE1B4B42EB}"/>
          </ac:spMkLst>
        </pc:spChg>
        <pc:spChg chg="add mod">
          <ac:chgData name="Sohag Kabir" userId="e9b0da40-aef8-480a-bb63-d1daacecf555" providerId="ADAL" clId="{B93E19F7-CF17-4898-9657-10FD6636A87B}" dt="2024-10-05T13:48:32.150" v="2492" actId="20577"/>
          <ac:spMkLst>
            <pc:docMk/>
            <pc:sldMk cId="2096964769" sldId="306"/>
            <ac:spMk id="10" creationId="{B2167580-6AE3-B019-0A0B-25B81FEC490F}"/>
          </ac:spMkLst>
        </pc:spChg>
        <pc:spChg chg="add mod">
          <ac:chgData name="Sohag Kabir" userId="e9b0da40-aef8-480a-bb63-d1daacecf555" providerId="ADAL" clId="{B93E19F7-CF17-4898-9657-10FD6636A87B}" dt="2024-10-05T13:50:05.637" v="2496" actId="14100"/>
          <ac:spMkLst>
            <pc:docMk/>
            <pc:sldMk cId="2096964769" sldId="306"/>
            <ac:spMk id="11" creationId="{16C08D9D-8210-7594-DCB1-8636CADD417A}"/>
          </ac:spMkLst>
        </pc:spChg>
        <pc:spChg chg="add mod">
          <ac:chgData name="Sohag Kabir" userId="e9b0da40-aef8-480a-bb63-d1daacecf555" providerId="ADAL" clId="{B93E19F7-CF17-4898-9657-10FD6636A87B}" dt="2024-10-05T13:35:30.987" v="2462" actId="1076"/>
          <ac:spMkLst>
            <pc:docMk/>
            <pc:sldMk cId="2096964769" sldId="306"/>
            <ac:spMk id="14" creationId="{134DAA3B-FD39-1994-7742-282CD08FDB49}"/>
          </ac:spMkLst>
        </pc:spChg>
        <pc:spChg chg="add mod">
          <ac:chgData name="Sohag Kabir" userId="e9b0da40-aef8-480a-bb63-d1daacecf555" providerId="ADAL" clId="{B93E19F7-CF17-4898-9657-10FD6636A87B}" dt="2024-10-05T13:35:30.987" v="2462" actId="1076"/>
          <ac:spMkLst>
            <pc:docMk/>
            <pc:sldMk cId="2096964769" sldId="306"/>
            <ac:spMk id="15" creationId="{48718829-4A29-D25E-0D6E-B11E0C2F51C8}"/>
          </ac:spMkLst>
        </pc:spChg>
        <pc:spChg chg="add mod">
          <ac:chgData name="Sohag Kabir" userId="e9b0da40-aef8-480a-bb63-d1daacecf555" providerId="ADAL" clId="{B93E19F7-CF17-4898-9657-10FD6636A87B}" dt="2024-10-05T13:47:33.958" v="2490" actId="1076"/>
          <ac:spMkLst>
            <pc:docMk/>
            <pc:sldMk cId="2096964769" sldId="306"/>
            <ac:spMk id="16" creationId="{CEA3C46F-B05F-05C3-021B-D8713F34F20E}"/>
          </ac:spMkLst>
        </pc:spChg>
        <pc:spChg chg="add mod">
          <ac:chgData name="Sohag Kabir" userId="e9b0da40-aef8-480a-bb63-d1daacecf555" providerId="ADAL" clId="{B93E19F7-CF17-4898-9657-10FD6636A87B}" dt="2024-10-05T13:35:30.987" v="2462" actId="1076"/>
          <ac:spMkLst>
            <pc:docMk/>
            <pc:sldMk cId="2096964769" sldId="306"/>
            <ac:spMk id="19" creationId="{4C8E8417-F9EF-BCBA-63EF-6F9F1E77FB3B}"/>
          </ac:spMkLst>
        </pc:spChg>
        <pc:graphicFrameChg chg="add mod modGraphic">
          <ac:chgData name="Sohag Kabir" userId="e9b0da40-aef8-480a-bb63-d1daacecf555" providerId="ADAL" clId="{B93E19F7-CF17-4898-9657-10FD6636A87B}" dt="2024-10-05T13:45:27.118" v="2469" actId="207"/>
          <ac:graphicFrameMkLst>
            <pc:docMk/>
            <pc:sldMk cId="2096964769" sldId="306"/>
            <ac:graphicFrameMk id="12" creationId="{04AF308F-67D8-575D-87D6-1C89DA2E768E}"/>
          </ac:graphicFrameMkLst>
        </pc:graphicFrameChg>
        <pc:graphicFrameChg chg="add mod modGraphic">
          <ac:chgData name="Sohag Kabir" userId="e9b0da40-aef8-480a-bb63-d1daacecf555" providerId="ADAL" clId="{B93E19F7-CF17-4898-9657-10FD6636A87B}" dt="2024-10-05T13:45:37.466" v="2470" actId="207"/>
          <ac:graphicFrameMkLst>
            <pc:docMk/>
            <pc:sldMk cId="2096964769" sldId="306"/>
            <ac:graphicFrameMk id="13" creationId="{04E29480-DA40-6D18-BE63-B63F72CFC601}"/>
          </ac:graphicFrameMkLst>
        </pc:graphicFrameChg>
        <pc:cxnChg chg="add mod">
          <ac:chgData name="Sohag Kabir" userId="e9b0da40-aef8-480a-bb63-d1daacecf555" providerId="ADAL" clId="{B93E19F7-CF17-4898-9657-10FD6636A87B}" dt="2024-10-05T13:35:30.987" v="2462" actId="1076"/>
          <ac:cxnSpMkLst>
            <pc:docMk/>
            <pc:sldMk cId="2096964769" sldId="306"/>
            <ac:cxnSpMk id="17" creationId="{E4F47166-E16A-2E97-B890-D0C584FACE0F}"/>
          </ac:cxnSpMkLst>
        </pc:cxnChg>
        <pc:cxnChg chg="add mod">
          <ac:chgData name="Sohag Kabir" userId="e9b0da40-aef8-480a-bb63-d1daacecf555" providerId="ADAL" clId="{B93E19F7-CF17-4898-9657-10FD6636A87B}" dt="2024-10-05T13:35:30.987" v="2462" actId="1076"/>
          <ac:cxnSpMkLst>
            <pc:docMk/>
            <pc:sldMk cId="2096964769" sldId="306"/>
            <ac:cxnSpMk id="18" creationId="{FEE7526F-4867-7105-D47F-EFCFFC45A8E4}"/>
          </ac:cxnSpMkLst>
        </pc:cxnChg>
      </pc:sldChg>
      <pc:sldChg chg="addSp delSp modSp add mod delAnim modAnim">
        <pc:chgData name="Sohag Kabir" userId="e9b0da40-aef8-480a-bb63-d1daacecf555" providerId="ADAL" clId="{B93E19F7-CF17-4898-9657-10FD6636A87B}" dt="2024-10-05T13:53:51.490" v="2521" actId="1076"/>
        <pc:sldMkLst>
          <pc:docMk/>
          <pc:sldMk cId="3822761777" sldId="307"/>
        </pc:sldMkLst>
        <pc:spChg chg="add del mod">
          <ac:chgData name="Sohag Kabir" userId="e9b0da40-aef8-480a-bb63-d1daacecf555" providerId="ADAL" clId="{B93E19F7-CF17-4898-9657-10FD6636A87B}" dt="2024-10-05T13:50:55.459" v="2501" actId="478"/>
          <ac:spMkLst>
            <pc:docMk/>
            <pc:sldMk cId="3822761777" sldId="307"/>
            <ac:spMk id="2" creationId="{F3BAF6B0-BEC8-7477-E801-C7EBE00A934E}"/>
          </ac:spMkLst>
        </pc:spChg>
        <pc:spChg chg="add mod">
          <ac:chgData name="Sohag Kabir" userId="e9b0da40-aef8-480a-bb63-d1daacecf555" providerId="ADAL" clId="{B93E19F7-CF17-4898-9657-10FD6636A87B}" dt="2024-10-05T13:53:48.598" v="2520" actId="1076"/>
          <ac:spMkLst>
            <pc:docMk/>
            <pc:sldMk cId="3822761777" sldId="307"/>
            <ac:spMk id="3" creationId="{0C4F1D13-7504-0E39-3F4E-FB3DFAEE379A}"/>
          </ac:spMkLst>
        </pc:spChg>
        <pc:spChg chg="mod">
          <ac:chgData name="Sohag Kabir" userId="e9b0da40-aef8-480a-bb63-d1daacecf555" providerId="ADAL" clId="{B93E19F7-CF17-4898-9657-10FD6636A87B}" dt="2024-10-05T13:50:49.110" v="2498"/>
          <ac:spMkLst>
            <pc:docMk/>
            <pc:sldMk cId="3822761777" sldId="307"/>
            <ac:spMk id="4" creationId="{8B3BBD20-CA54-1CCC-FDC5-4B2C938D023F}"/>
          </ac:spMkLst>
        </pc:spChg>
        <pc:spChg chg="add mod">
          <ac:chgData name="Sohag Kabir" userId="e9b0da40-aef8-480a-bb63-d1daacecf555" providerId="ADAL" clId="{B93E19F7-CF17-4898-9657-10FD6636A87B}" dt="2024-10-05T13:53:51.490" v="2521" actId="1076"/>
          <ac:spMkLst>
            <pc:docMk/>
            <pc:sldMk cId="3822761777" sldId="307"/>
            <ac:spMk id="5" creationId="{8FBE6B5F-C7ED-EFF3-C325-5DCB0BCE061B}"/>
          </ac:spMkLst>
        </pc:spChg>
        <pc:spChg chg="add mod">
          <ac:chgData name="Sohag Kabir" userId="e9b0da40-aef8-480a-bb63-d1daacecf555" providerId="ADAL" clId="{B93E19F7-CF17-4898-9657-10FD6636A87B}" dt="2024-10-05T13:53:12.622" v="2513" actId="27636"/>
          <ac:spMkLst>
            <pc:docMk/>
            <pc:sldMk cId="3822761777" sldId="307"/>
            <ac:spMk id="7" creationId="{E5397D9E-053A-D30F-5EC0-13FF2FA32234}"/>
          </ac:spMkLst>
        </pc:spChg>
        <pc:spChg chg="add mod">
          <ac:chgData name="Sohag Kabir" userId="e9b0da40-aef8-480a-bb63-d1daacecf555" providerId="ADAL" clId="{B93E19F7-CF17-4898-9657-10FD6636A87B}" dt="2024-10-05T13:53:17.045" v="2514" actId="1076"/>
          <ac:spMkLst>
            <pc:docMk/>
            <pc:sldMk cId="3822761777" sldId="307"/>
            <ac:spMk id="9" creationId="{63329360-C29D-60BE-A3DB-B1E388AC1C06}"/>
          </ac:spMkLst>
        </pc:spChg>
        <pc:spChg chg="del">
          <ac:chgData name="Sohag Kabir" userId="e9b0da40-aef8-480a-bb63-d1daacecf555" providerId="ADAL" clId="{B93E19F7-CF17-4898-9657-10FD6636A87B}" dt="2024-10-05T13:50:52.715" v="2499" actId="478"/>
          <ac:spMkLst>
            <pc:docMk/>
            <pc:sldMk cId="3822761777" sldId="307"/>
            <ac:spMk id="10" creationId="{B2167580-6AE3-B019-0A0B-25B81FEC490F}"/>
          </ac:spMkLst>
        </pc:spChg>
        <pc:spChg chg="del">
          <ac:chgData name="Sohag Kabir" userId="e9b0da40-aef8-480a-bb63-d1daacecf555" providerId="ADAL" clId="{B93E19F7-CF17-4898-9657-10FD6636A87B}" dt="2024-10-05T13:50:58.875" v="2502" actId="478"/>
          <ac:spMkLst>
            <pc:docMk/>
            <pc:sldMk cId="3822761777" sldId="307"/>
            <ac:spMk id="11" creationId="{16C08D9D-8210-7594-DCB1-8636CADD417A}"/>
          </ac:spMkLst>
        </pc:spChg>
        <pc:spChg chg="del">
          <ac:chgData name="Sohag Kabir" userId="e9b0da40-aef8-480a-bb63-d1daacecf555" providerId="ADAL" clId="{B93E19F7-CF17-4898-9657-10FD6636A87B}" dt="2024-10-05T13:50:58.875" v="2502" actId="478"/>
          <ac:spMkLst>
            <pc:docMk/>
            <pc:sldMk cId="3822761777" sldId="307"/>
            <ac:spMk id="14" creationId="{134DAA3B-FD39-1994-7742-282CD08FDB49}"/>
          </ac:spMkLst>
        </pc:spChg>
        <pc:spChg chg="del">
          <ac:chgData name="Sohag Kabir" userId="e9b0da40-aef8-480a-bb63-d1daacecf555" providerId="ADAL" clId="{B93E19F7-CF17-4898-9657-10FD6636A87B}" dt="2024-10-05T13:50:58.875" v="2502" actId="478"/>
          <ac:spMkLst>
            <pc:docMk/>
            <pc:sldMk cId="3822761777" sldId="307"/>
            <ac:spMk id="15" creationId="{48718829-4A29-D25E-0D6E-B11E0C2F51C8}"/>
          </ac:spMkLst>
        </pc:spChg>
        <pc:spChg chg="del">
          <ac:chgData name="Sohag Kabir" userId="e9b0da40-aef8-480a-bb63-d1daacecf555" providerId="ADAL" clId="{B93E19F7-CF17-4898-9657-10FD6636A87B}" dt="2024-10-05T13:50:59.911" v="2503" actId="478"/>
          <ac:spMkLst>
            <pc:docMk/>
            <pc:sldMk cId="3822761777" sldId="307"/>
            <ac:spMk id="16" creationId="{CEA3C46F-B05F-05C3-021B-D8713F34F20E}"/>
          </ac:spMkLst>
        </pc:spChg>
        <pc:spChg chg="del">
          <ac:chgData name="Sohag Kabir" userId="e9b0da40-aef8-480a-bb63-d1daacecf555" providerId="ADAL" clId="{B93E19F7-CF17-4898-9657-10FD6636A87B}" dt="2024-10-05T13:50:54.431" v="2500" actId="478"/>
          <ac:spMkLst>
            <pc:docMk/>
            <pc:sldMk cId="3822761777" sldId="307"/>
            <ac:spMk id="19" creationId="{4C8E8417-F9EF-BCBA-63EF-6F9F1E77FB3B}"/>
          </ac:spMkLst>
        </pc:spChg>
        <pc:graphicFrameChg chg="del">
          <ac:chgData name="Sohag Kabir" userId="e9b0da40-aef8-480a-bb63-d1daacecf555" providerId="ADAL" clId="{B93E19F7-CF17-4898-9657-10FD6636A87B}" dt="2024-10-05T13:50:58.875" v="2502" actId="478"/>
          <ac:graphicFrameMkLst>
            <pc:docMk/>
            <pc:sldMk cId="3822761777" sldId="307"/>
            <ac:graphicFrameMk id="12" creationId="{04AF308F-67D8-575D-87D6-1C89DA2E768E}"/>
          </ac:graphicFrameMkLst>
        </pc:graphicFrameChg>
        <pc:graphicFrameChg chg="del">
          <ac:chgData name="Sohag Kabir" userId="e9b0da40-aef8-480a-bb63-d1daacecf555" providerId="ADAL" clId="{B93E19F7-CF17-4898-9657-10FD6636A87B}" dt="2024-10-05T13:50:58.875" v="2502" actId="478"/>
          <ac:graphicFrameMkLst>
            <pc:docMk/>
            <pc:sldMk cId="3822761777" sldId="307"/>
            <ac:graphicFrameMk id="13" creationId="{04E29480-DA40-6D18-BE63-B63F72CFC601}"/>
          </ac:graphicFrameMkLst>
        </pc:graphicFrameChg>
        <pc:cxnChg chg="del">
          <ac:chgData name="Sohag Kabir" userId="e9b0da40-aef8-480a-bb63-d1daacecf555" providerId="ADAL" clId="{B93E19F7-CF17-4898-9657-10FD6636A87B}" dt="2024-10-05T13:50:58.875" v="2502" actId="478"/>
          <ac:cxnSpMkLst>
            <pc:docMk/>
            <pc:sldMk cId="3822761777" sldId="307"/>
            <ac:cxnSpMk id="17" creationId="{E4F47166-E16A-2E97-B890-D0C584FACE0F}"/>
          </ac:cxnSpMkLst>
        </pc:cxnChg>
        <pc:cxnChg chg="del">
          <ac:chgData name="Sohag Kabir" userId="e9b0da40-aef8-480a-bb63-d1daacecf555" providerId="ADAL" clId="{B93E19F7-CF17-4898-9657-10FD6636A87B}" dt="2024-10-05T13:50:58.875" v="2502" actId="478"/>
          <ac:cxnSpMkLst>
            <pc:docMk/>
            <pc:sldMk cId="3822761777" sldId="307"/>
            <ac:cxnSpMk id="18" creationId="{FEE7526F-4867-7105-D47F-EFCFFC45A8E4}"/>
          </ac:cxnSpMkLst>
        </pc:cxnChg>
      </pc:sldChg>
      <pc:sldChg chg="addSp delSp modSp add mod delAnim modAnim">
        <pc:chgData name="Sohag Kabir" userId="e9b0da40-aef8-480a-bb63-d1daacecf555" providerId="ADAL" clId="{B93E19F7-CF17-4898-9657-10FD6636A87B}" dt="2024-10-05T15:15:11.112" v="2654" actId="1076"/>
        <pc:sldMkLst>
          <pc:docMk/>
          <pc:sldMk cId="486127999" sldId="308"/>
        </pc:sldMkLst>
        <pc:spChg chg="add del mod">
          <ac:chgData name="Sohag Kabir" userId="e9b0da40-aef8-480a-bb63-d1daacecf555" providerId="ADAL" clId="{B93E19F7-CF17-4898-9657-10FD6636A87B}" dt="2024-10-05T14:57:16.552" v="2527" actId="478"/>
          <ac:spMkLst>
            <pc:docMk/>
            <pc:sldMk cId="486127999" sldId="308"/>
            <ac:spMk id="2" creationId="{F9D377D4-B6AC-C662-F5AE-C07F1945B342}"/>
          </ac:spMkLst>
        </pc:spChg>
        <pc:spChg chg="del">
          <ac:chgData name="Sohag Kabir" userId="e9b0da40-aef8-480a-bb63-d1daacecf555" providerId="ADAL" clId="{B93E19F7-CF17-4898-9657-10FD6636A87B}" dt="2024-10-05T14:57:14.262" v="2526" actId="478"/>
          <ac:spMkLst>
            <pc:docMk/>
            <pc:sldMk cId="486127999" sldId="308"/>
            <ac:spMk id="3" creationId="{0C4F1D13-7504-0E39-3F4E-FB3DFAEE379A}"/>
          </ac:spMkLst>
        </pc:spChg>
        <pc:spChg chg="mod">
          <ac:chgData name="Sohag Kabir" userId="e9b0da40-aef8-480a-bb63-d1daacecf555" providerId="ADAL" clId="{B93E19F7-CF17-4898-9657-10FD6636A87B}" dt="2024-10-05T15:00:41.948" v="2610" actId="20577"/>
          <ac:spMkLst>
            <pc:docMk/>
            <pc:sldMk cId="486127999" sldId="308"/>
            <ac:spMk id="4" creationId="{8B3BBD20-CA54-1CCC-FDC5-4B2C938D023F}"/>
          </ac:spMkLst>
        </pc:spChg>
        <pc:spChg chg="del">
          <ac:chgData name="Sohag Kabir" userId="e9b0da40-aef8-480a-bb63-d1daacecf555" providerId="ADAL" clId="{B93E19F7-CF17-4898-9657-10FD6636A87B}" dt="2024-10-05T14:57:04.841" v="2523" actId="478"/>
          <ac:spMkLst>
            <pc:docMk/>
            <pc:sldMk cId="486127999" sldId="308"/>
            <ac:spMk id="5" creationId="{8FBE6B5F-C7ED-EFF3-C325-5DCB0BCE061B}"/>
          </ac:spMkLst>
        </pc:spChg>
        <pc:spChg chg="del">
          <ac:chgData name="Sohag Kabir" userId="e9b0da40-aef8-480a-bb63-d1daacecf555" providerId="ADAL" clId="{B93E19F7-CF17-4898-9657-10FD6636A87B}" dt="2024-10-05T14:57:09.421" v="2524" actId="478"/>
          <ac:spMkLst>
            <pc:docMk/>
            <pc:sldMk cId="486127999" sldId="308"/>
            <ac:spMk id="7" creationId="{E5397D9E-053A-D30F-5EC0-13FF2FA32234}"/>
          </ac:spMkLst>
        </pc:spChg>
        <pc:spChg chg="del">
          <ac:chgData name="Sohag Kabir" userId="e9b0da40-aef8-480a-bb63-d1daacecf555" providerId="ADAL" clId="{B93E19F7-CF17-4898-9657-10FD6636A87B}" dt="2024-10-05T14:57:11.555" v="2525" actId="478"/>
          <ac:spMkLst>
            <pc:docMk/>
            <pc:sldMk cId="486127999" sldId="308"/>
            <ac:spMk id="9" creationId="{63329360-C29D-60BE-A3DB-B1E388AC1C06}"/>
          </ac:spMkLst>
        </pc:spChg>
        <pc:spChg chg="add mod">
          <ac:chgData name="Sohag Kabir" userId="e9b0da40-aef8-480a-bb63-d1daacecf555" providerId="ADAL" clId="{B93E19F7-CF17-4898-9657-10FD6636A87B}" dt="2024-10-05T15:15:11.112" v="2654" actId="1076"/>
          <ac:spMkLst>
            <pc:docMk/>
            <pc:sldMk cId="486127999" sldId="308"/>
            <ac:spMk id="11" creationId="{7CB2361F-A402-B8C2-A81A-41FE849B4D99}"/>
          </ac:spMkLst>
        </pc:spChg>
        <pc:spChg chg="add mod">
          <ac:chgData name="Sohag Kabir" userId="e9b0da40-aef8-480a-bb63-d1daacecf555" providerId="ADAL" clId="{B93E19F7-CF17-4898-9657-10FD6636A87B}" dt="2024-10-05T15:14:45.217" v="2649" actId="2711"/>
          <ac:spMkLst>
            <pc:docMk/>
            <pc:sldMk cId="486127999" sldId="308"/>
            <ac:spMk id="12" creationId="{BB4F1B59-0E32-B224-0487-3A6469ADCC4D}"/>
          </ac:spMkLst>
        </pc:spChg>
        <pc:spChg chg="add mod">
          <ac:chgData name="Sohag Kabir" userId="e9b0da40-aef8-480a-bb63-d1daacecf555" providerId="ADAL" clId="{B93E19F7-CF17-4898-9657-10FD6636A87B}" dt="2024-10-05T15:00:16.125" v="2609"/>
          <ac:spMkLst>
            <pc:docMk/>
            <pc:sldMk cId="486127999" sldId="308"/>
            <ac:spMk id="14" creationId="{107CEA64-5A89-E765-8B27-27EA17D7B0C6}"/>
          </ac:spMkLst>
        </pc:spChg>
        <pc:graphicFrameChg chg="add mod modGraphic">
          <ac:chgData name="Sohag Kabir" userId="e9b0da40-aef8-480a-bb63-d1daacecf555" providerId="ADAL" clId="{B93E19F7-CF17-4898-9657-10FD6636A87B}" dt="2024-10-05T15:01:00.868" v="2612" actId="115"/>
          <ac:graphicFrameMkLst>
            <pc:docMk/>
            <pc:sldMk cId="486127999" sldId="308"/>
            <ac:graphicFrameMk id="10" creationId="{BB843080-E7CA-A2DB-47E0-214B70A2E3CD}"/>
          </ac:graphicFrameMkLst>
        </pc:graphicFrameChg>
        <pc:graphicFrameChg chg="add mod modGraphic">
          <ac:chgData name="Sohag Kabir" userId="e9b0da40-aef8-480a-bb63-d1daacecf555" providerId="ADAL" clId="{B93E19F7-CF17-4898-9657-10FD6636A87B}" dt="2024-10-05T15:00:57.957" v="2611" actId="115"/>
          <ac:graphicFrameMkLst>
            <pc:docMk/>
            <pc:sldMk cId="486127999" sldId="308"/>
            <ac:graphicFrameMk id="13" creationId="{43F94652-1285-A2F1-70C5-B60602CCFA52}"/>
          </ac:graphicFrameMkLst>
        </pc:graphicFrameChg>
      </pc:sldChg>
      <pc:sldChg chg="addSp delSp modSp add mod">
        <pc:chgData name="Sohag Kabir" userId="e9b0da40-aef8-480a-bb63-d1daacecf555" providerId="ADAL" clId="{B93E19F7-CF17-4898-9657-10FD6636A87B}" dt="2024-10-05T15:15:19.436" v="2656" actId="1076"/>
        <pc:sldMkLst>
          <pc:docMk/>
          <pc:sldMk cId="722230659" sldId="309"/>
        </pc:sldMkLst>
        <pc:spChg chg="add mod">
          <ac:chgData name="Sohag Kabir" userId="e9b0da40-aef8-480a-bb63-d1daacecf555" providerId="ADAL" clId="{B93E19F7-CF17-4898-9657-10FD6636A87B}" dt="2024-10-05T15:01:36.848" v="2615"/>
          <ac:spMkLst>
            <pc:docMk/>
            <pc:sldMk cId="722230659" sldId="309"/>
            <ac:spMk id="2" creationId="{B0AEA295-1E93-12D0-4884-24057EE77261}"/>
          </ac:spMkLst>
        </pc:spChg>
        <pc:spChg chg="add mod">
          <ac:chgData name="Sohag Kabir" userId="e9b0da40-aef8-480a-bb63-d1daacecf555" providerId="ADAL" clId="{B93E19F7-CF17-4898-9657-10FD6636A87B}" dt="2024-10-05T15:02:29.843" v="2622" actId="2711"/>
          <ac:spMkLst>
            <pc:docMk/>
            <pc:sldMk cId="722230659" sldId="309"/>
            <ac:spMk id="3" creationId="{C1DB10CC-F017-9600-CA24-6FED2CBC1749}"/>
          </ac:spMkLst>
        </pc:spChg>
        <pc:spChg chg="del">
          <ac:chgData name="Sohag Kabir" userId="e9b0da40-aef8-480a-bb63-d1daacecf555" providerId="ADAL" clId="{B93E19F7-CF17-4898-9657-10FD6636A87B}" dt="2024-10-05T15:01:26.775" v="2614" actId="478"/>
          <ac:spMkLst>
            <pc:docMk/>
            <pc:sldMk cId="722230659" sldId="309"/>
            <ac:spMk id="4" creationId="{8B3BBD20-CA54-1CCC-FDC5-4B2C938D023F}"/>
          </ac:spMkLst>
        </pc:spChg>
        <pc:spChg chg="add mod">
          <ac:chgData name="Sohag Kabir" userId="e9b0da40-aef8-480a-bb63-d1daacecf555" providerId="ADAL" clId="{B93E19F7-CF17-4898-9657-10FD6636A87B}" dt="2024-10-05T15:02:20.200" v="2619" actId="1076"/>
          <ac:spMkLst>
            <pc:docMk/>
            <pc:sldMk cId="722230659" sldId="309"/>
            <ac:spMk id="5" creationId="{6B6AB2DA-B46F-0A99-1390-A523FD766EDF}"/>
          </ac:spMkLst>
        </pc:spChg>
        <pc:spChg chg="add mod">
          <ac:chgData name="Sohag Kabir" userId="e9b0da40-aef8-480a-bb63-d1daacecf555" providerId="ADAL" clId="{B93E19F7-CF17-4898-9657-10FD6636A87B}" dt="2024-10-05T15:13:16.474" v="2643" actId="207"/>
          <ac:spMkLst>
            <pc:docMk/>
            <pc:sldMk cId="722230659" sldId="309"/>
            <ac:spMk id="7" creationId="{7DA11DF3-B7D7-733B-93C7-B5A7D1A3F4EB}"/>
          </ac:spMkLst>
        </pc:spChg>
        <pc:spChg chg="add mod">
          <ac:chgData name="Sohag Kabir" userId="e9b0da40-aef8-480a-bb63-d1daacecf555" providerId="ADAL" clId="{B93E19F7-CF17-4898-9657-10FD6636A87B}" dt="2024-10-05T15:14:16.231" v="2646" actId="1076"/>
          <ac:spMkLst>
            <pc:docMk/>
            <pc:sldMk cId="722230659" sldId="309"/>
            <ac:spMk id="9" creationId="{881550EA-DF4B-8AC4-086B-BE54A0A6B11A}"/>
          </ac:spMkLst>
        </pc:spChg>
        <pc:spChg chg="del">
          <ac:chgData name="Sohag Kabir" userId="e9b0da40-aef8-480a-bb63-d1daacecf555" providerId="ADAL" clId="{B93E19F7-CF17-4898-9657-10FD6636A87B}" dt="2024-10-05T15:01:58.232" v="2617" actId="478"/>
          <ac:spMkLst>
            <pc:docMk/>
            <pc:sldMk cId="722230659" sldId="309"/>
            <ac:spMk id="11" creationId="{7CB2361F-A402-B8C2-A81A-41FE849B4D99}"/>
          </ac:spMkLst>
        </pc:spChg>
        <pc:spChg chg="del">
          <ac:chgData name="Sohag Kabir" userId="e9b0da40-aef8-480a-bb63-d1daacecf555" providerId="ADAL" clId="{B93E19F7-CF17-4898-9657-10FD6636A87B}" dt="2024-10-05T15:01:58.232" v="2617" actId="478"/>
          <ac:spMkLst>
            <pc:docMk/>
            <pc:sldMk cId="722230659" sldId="309"/>
            <ac:spMk id="12" creationId="{BB4F1B59-0E32-B224-0487-3A6469ADCC4D}"/>
          </ac:spMkLst>
        </pc:spChg>
        <pc:spChg chg="del">
          <ac:chgData name="Sohag Kabir" userId="e9b0da40-aef8-480a-bb63-d1daacecf555" providerId="ADAL" clId="{B93E19F7-CF17-4898-9657-10FD6636A87B}" dt="2024-10-05T15:01:54.601" v="2616" actId="478"/>
          <ac:spMkLst>
            <pc:docMk/>
            <pc:sldMk cId="722230659" sldId="309"/>
            <ac:spMk id="14" creationId="{107CEA64-5A89-E765-8B27-27EA17D7B0C6}"/>
          </ac:spMkLst>
        </pc:spChg>
        <pc:spChg chg="add mod">
          <ac:chgData name="Sohag Kabir" userId="e9b0da40-aef8-480a-bb63-d1daacecf555" providerId="ADAL" clId="{B93E19F7-CF17-4898-9657-10FD6636A87B}" dt="2024-10-05T15:04:07.486" v="2625" actId="2711"/>
          <ac:spMkLst>
            <pc:docMk/>
            <pc:sldMk cId="722230659" sldId="309"/>
            <ac:spMk id="15" creationId="{DD3EA391-0508-749A-168B-D11E3A06FA28}"/>
          </ac:spMkLst>
        </pc:spChg>
        <pc:spChg chg="add mod">
          <ac:chgData name="Sohag Kabir" userId="e9b0da40-aef8-480a-bb63-d1daacecf555" providerId="ADAL" clId="{B93E19F7-CF17-4898-9657-10FD6636A87B}" dt="2024-10-05T15:15:06.574" v="2652" actId="1076"/>
          <ac:spMkLst>
            <pc:docMk/>
            <pc:sldMk cId="722230659" sldId="309"/>
            <ac:spMk id="18" creationId="{EE77ACBE-343D-3E6C-7148-863131103E27}"/>
          </ac:spMkLst>
        </pc:spChg>
        <pc:spChg chg="add mod">
          <ac:chgData name="Sohag Kabir" userId="e9b0da40-aef8-480a-bb63-d1daacecf555" providerId="ADAL" clId="{B93E19F7-CF17-4898-9657-10FD6636A87B}" dt="2024-10-05T15:15:19.436" v="2656" actId="1076"/>
          <ac:spMkLst>
            <pc:docMk/>
            <pc:sldMk cId="722230659" sldId="309"/>
            <ac:spMk id="19" creationId="{56C6B8A7-F978-3EC6-ADD2-63CE5BCB6F0B}"/>
          </ac:spMkLst>
        </pc:spChg>
        <pc:graphicFrameChg chg="del">
          <ac:chgData name="Sohag Kabir" userId="e9b0da40-aef8-480a-bb63-d1daacecf555" providerId="ADAL" clId="{B93E19F7-CF17-4898-9657-10FD6636A87B}" dt="2024-10-05T15:01:58.232" v="2617" actId="478"/>
          <ac:graphicFrameMkLst>
            <pc:docMk/>
            <pc:sldMk cId="722230659" sldId="309"/>
            <ac:graphicFrameMk id="10" creationId="{BB843080-E7CA-A2DB-47E0-214B70A2E3CD}"/>
          </ac:graphicFrameMkLst>
        </pc:graphicFrameChg>
        <pc:graphicFrameChg chg="del">
          <ac:chgData name="Sohag Kabir" userId="e9b0da40-aef8-480a-bb63-d1daacecf555" providerId="ADAL" clId="{B93E19F7-CF17-4898-9657-10FD6636A87B}" dt="2024-10-05T15:01:58.232" v="2617" actId="478"/>
          <ac:graphicFrameMkLst>
            <pc:docMk/>
            <pc:sldMk cId="722230659" sldId="309"/>
            <ac:graphicFrameMk id="13" creationId="{43F94652-1285-A2F1-70C5-B60602CCFA52}"/>
          </ac:graphicFrameMkLst>
        </pc:graphicFrameChg>
        <pc:graphicFrameChg chg="add mod">
          <ac:chgData name="Sohag Kabir" userId="e9b0da40-aef8-480a-bb63-d1daacecf555" providerId="ADAL" clId="{B93E19F7-CF17-4898-9657-10FD6636A87B}" dt="2024-10-05T15:14:34.432" v="2648" actId="1076"/>
          <ac:graphicFrameMkLst>
            <pc:docMk/>
            <pc:sldMk cId="722230659" sldId="309"/>
            <ac:graphicFrameMk id="16" creationId="{2BB2A1A4-EE9D-F4E6-7DAC-33229BC4DBDD}"/>
          </ac:graphicFrameMkLst>
        </pc:graphicFrameChg>
        <pc:graphicFrameChg chg="add mod">
          <ac:chgData name="Sohag Kabir" userId="e9b0da40-aef8-480a-bb63-d1daacecf555" providerId="ADAL" clId="{B93E19F7-CF17-4898-9657-10FD6636A87B}" dt="2024-10-05T15:14:25.584" v="2647" actId="1076"/>
          <ac:graphicFrameMkLst>
            <pc:docMk/>
            <pc:sldMk cId="722230659" sldId="309"/>
            <ac:graphicFrameMk id="17" creationId="{E3B78874-221C-FB54-3813-8798D74E1FDC}"/>
          </ac:graphicFrameMkLst>
        </pc:graphicFrameChg>
      </pc:sldChg>
      <pc:sldChg chg="addSp delSp modSp add mod">
        <pc:chgData name="Sohag Kabir" userId="e9b0da40-aef8-480a-bb63-d1daacecf555" providerId="ADAL" clId="{B93E19F7-CF17-4898-9657-10FD6636A87B}" dt="2024-10-05T15:19:46.038" v="2678" actId="1076"/>
        <pc:sldMkLst>
          <pc:docMk/>
          <pc:sldMk cId="3109045321" sldId="310"/>
        </pc:sldMkLst>
        <pc:spChg chg="add mod">
          <ac:chgData name="Sohag Kabir" userId="e9b0da40-aef8-480a-bb63-d1daacecf555" providerId="ADAL" clId="{B93E19F7-CF17-4898-9657-10FD6636A87B}" dt="2024-10-05T15:18:15.860" v="2670" actId="207"/>
          <ac:spMkLst>
            <pc:docMk/>
            <pc:sldMk cId="3109045321" sldId="310"/>
            <ac:spMk id="4" creationId="{3BF102D5-A236-8EB4-C7B8-8336DAF9F3EF}"/>
          </ac:spMkLst>
        </pc:spChg>
        <pc:spChg chg="mod">
          <ac:chgData name="Sohag Kabir" userId="e9b0da40-aef8-480a-bb63-d1daacecf555" providerId="ADAL" clId="{B93E19F7-CF17-4898-9657-10FD6636A87B}" dt="2024-10-05T15:19:46.038" v="2678" actId="1076"/>
          <ac:spMkLst>
            <pc:docMk/>
            <pc:sldMk cId="3109045321" sldId="310"/>
            <ac:spMk id="7" creationId="{7DA11DF3-B7D7-733B-93C7-B5A7D1A3F4EB}"/>
          </ac:spMkLst>
        </pc:spChg>
        <pc:spChg chg="mod">
          <ac:chgData name="Sohag Kabir" userId="e9b0da40-aef8-480a-bb63-d1daacecf555" providerId="ADAL" clId="{B93E19F7-CF17-4898-9657-10FD6636A87B}" dt="2024-10-05T15:17:11.743" v="2662" actId="1076"/>
          <ac:spMkLst>
            <pc:docMk/>
            <pc:sldMk cId="3109045321" sldId="310"/>
            <ac:spMk id="9" creationId="{881550EA-DF4B-8AC4-086B-BE54A0A6B11A}"/>
          </ac:spMkLst>
        </pc:spChg>
        <pc:spChg chg="add mod">
          <ac:chgData name="Sohag Kabir" userId="e9b0da40-aef8-480a-bb63-d1daacecf555" providerId="ADAL" clId="{B93E19F7-CF17-4898-9657-10FD6636A87B}" dt="2024-10-05T15:19:11.781" v="2677" actId="2711"/>
          <ac:spMkLst>
            <pc:docMk/>
            <pc:sldMk cId="3109045321" sldId="310"/>
            <ac:spMk id="10" creationId="{509BB4DF-9803-44D7-DF03-DEDA0F0AB91B}"/>
          </ac:spMkLst>
        </pc:spChg>
        <pc:spChg chg="mod">
          <ac:chgData name="Sohag Kabir" userId="e9b0da40-aef8-480a-bb63-d1daacecf555" providerId="ADAL" clId="{B93E19F7-CF17-4898-9657-10FD6636A87B}" dt="2024-10-05T15:18:49.578" v="2674" actId="113"/>
          <ac:spMkLst>
            <pc:docMk/>
            <pc:sldMk cId="3109045321" sldId="310"/>
            <ac:spMk id="15" creationId="{DD3EA391-0508-749A-168B-D11E3A06FA28}"/>
          </ac:spMkLst>
        </pc:spChg>
        <pc:spChg chg="del">
          <ac:chgData name="Sohag Kabir" userId="e9b0da40-aef8-480a-bb63-d1daacecf555" providerId="ADAL" clId="{B93E19F7-CF17-4898-9657-10FD6636A87B}" dt="2024-10-05T15:16:55.864" v="2658" actId="478"/>
          <ac:spMkLst>
            <pc:docMk/>
            <pc:sldMk cId="3109045321" sldId="310"/>
            <ac:spMk id="18" creationId="{EE77ACBE-343D-3E6C-7148-863131103E27}"/>
          </ac:spMkLst>
        </pc:spChg>
        <pc:spChg chg="del">
          <ac:chgData name="Sohag Kabir" userId="e9b0da40-aef8-480a-bb63-d1daacecf555" providerId="ADAL" clId="{B93E19F7-CF17-4898-9657-10FD6636A87B}" dt="2024-10-05T15:17:05.969" v="2661" actId="478"/>
          <ac:spMkLst>
            <pc:docMk/>
            <pc:sldMk cId="3109045321" sldId="310"/>
            <ac:spMk id="19" creationId="{56C6B8A7-F978-3EC6-ADD2-63CE5BCB6F0B}"/>
          </ac:spMkLst>
        </pc:spChg>
        <pc:graphicFrameChg chg="del">
          <ac:chgData name="Sohag Kabir" userId="e9b0da40-aef8-480a-bb63-d1daacecf555" providerId="ADAL" clId="{B93E19F7-CF17-4898-9657-10FD6636A87B}" dt="2024-10-05T15:16:59.604" v="2659" actId="478"/>
          <ac:graphicFrameMkLst>
            <pc:docMk/>
            <pc:sldMk cId="3109045321" sldId="310"/>
            <ac:graphicFrameMk id="16" creationId="{2BB2A1A4-EE9D-F4E6-7DAC-33229BC4DBDD}"/>
          </ac:graphicFrameMkLst>
        </pc:graphicFrameChg>
        <pc:graphicFrameChg chg="del">
          <ac:chgData name="Sohag Kabir" userId="e9b0da40-aef8-480a-bb63-d1daacecf555" providerId="ADAL" clId="{B93E19F7-CF17-4898-9657-10FD6636A87B}" dt="2024-10-05T15:17:03.196" v="2660" actId="478"/>
          <ac:graphicFrameMkLst>
            <pc:docMk/>
            <pc:sldMk cId="3109045321" sldId="310"/>
            <ac:graphicFrameMk id="17" creationId="{E3B78874-221C-FB54-3813-8798D74E1FDC}"/>
          </ac:graphicFrameMkLst>
        </pc:graphicFrameChg>
      </pc:sldChg>
      <pc:sldChg chg="addSp delSp modSp add mod">
        <pc:chgData name="Sohag Kabir" userId="e9b0da40-aef8-480a-bb63-d1daacecf555" providerId="ADAL" clId="{B93E19F7-CF17-4898-9657-10FD6636A87B}" dt="2024-10-05T15:28:03.126" v="2708" actId="20577"/>
        <pc:sldMkLst>
          <pc:docMk/>
          <pc:sldMk cId="46135408" sldId="311"/>
        </pc:sldMkLst>
        <pc:spChg chg="del">
          <ac:chgData name="Sohag Kabir" userId="e9b0da40-aef8-480a-bb63-d1daacecf555" providerId="ADAL" clId="{B93E19F7-CF17-4898-9657-10FD6636A87B}" dt="2024-10-05T15:24:30.839" v="2682" actId="478"/>
          <ac:spMkLst>
            <pc:docMk/>
            <pc:sldMk cId="46135408" sldId="311"/>
            <ac:spMk id="4" creationId="{3BF102D5-A236-8EB4-C7B8-8336DAF9F3EF}"/>
          </ac:spMkLst>
        </pc:spChg>
        <pc:spChg chg="del">
          <ac:chgData name="Sohag Kabir" userId="e9b0da40-aef8-480a-bb63-d1daacecf555" providerId="ADAL" clId="{B93E19F7-CF17-4898-9657-10FD6636A87B}" dt="2024-10-05T15:24:26.919" v="2680" actId="478"/>
          <ac:spMkLst>
            <pc:docMk/>
            <pc:sldMk cId="46135408" sldId="311"/>
            <ac:spMk id="9" creationId="{881550EA-DF4B-8AC4-086B-BE54A0A6B11A}"/>
          </ac:spMkLst>
        </pc:spChg>
        <pc:spChg chg="del">
          <ac:chgData name="Sohag Kabir" userId="e9b0da40-aef8-480a-bb63-d1daacecf555" providerId="ADAL" clId="{B93E19F7-CF17-4898-9657-10FD6636A87B}" dt="2024-10-05T15:24:30.153" v="2681" actId="478"/>
          <ac:spMkLst>
            <pc:docMk/>
            <pc:sldMk cId="46135408" sldId="311"/>
            <ac:spMk id="10" creationId="{509BB4DF-9803-44D7-DF03-DEDA0F0AB91B}"/>
          </ac:spMkLst>
        </pc:spChg>
        <pc:spChg chg="add mod">
          <ac:chgData name="Sohag Kabir" userId="e9b0da40-aef8-480a-bb63-d1daacecf555" providerId="ADAL" clId="{B93E19F7-CF17-4898-9657-10FD6636A87B}" dt="2024-10-05T15:25:20.675" v="2690" actId="2711"/>
          <ac:spMkLst>
            <pc:docMk/>
            <pc:sldMk cId="46135408" sldId="311"/>
            <ac:spMk id="11" creationId="{17989832-1184-F644-DCE2-34925193156B}"/>
          </ac:spMkLst>
        </pc:spChg>
        <pc:spChg chg="add mod">
          <ac:chgData name="Sohag Kabir" userId="e9b0da40-aef8-480a-bb63-d1daacecf555" providerId="ADAL" clId="{B93E19F7-CF17-4898-9657-10FD6636A87B}" dt="2024-10-05T15:27:17.102" v="2706" actId="1076"/>
          <ac:spMkLst>
            <pc:docMk/>
            <pc:sldMk cId="46135408" sldId="311"/>
            <ac:spMk id="12" creationId="{5F8FC942-7736-D4B5-34B0-2E20AF79CC16}"/>
          </ac:spMkLst>
        </pc:spChg>
        <pc:spChg chg="add mod">
          <ac:chgData name="Sohag Kabir" userId="e9b0da40-aef8-480a-bb63-d1daacecf555" providerId="ADAL" clId="{B93E19F7-CF17-4898-9657-10FD6636A87B}" dt="2024-10-05T15:28:03.126" v="2708" actId="20577"/>
          <ac:spMkLst>
            <pc:docMk/>
            <pc:sldMk cId="46135408" sldId="311"/>
            <ac:spMk id="13" creationId="{B8CD22EC-97F5-0C68-1EBF-8E3CD278B841}"/>
          </ac:spMkLst>
        </pc:spChg>
        <pc:spChg chg="mod">
          <ac:chgData name="Sohag Kabir" userId="e9b0da40-aef8-480a-bb63-d1daacecf555" providerId="ADAL" clId="{B93E19F7-CF17-4898-9657-10FD6636A87B}" dt="2024-10-05T15:25:05.284" v="2688" actId="207"/>
          <ac:spMkLst>
            <pc:docMk/>
            <pc:sldMk cId="46135408" sldId="311"/>
            <ac:spMk id="15" creationId="{DD3EA391-0508-749A-168B-D11E3A06FA28}"/>
          </ac:spMkLst>
        </pc:spChg>
      </pc:sldChg>
      <pc:sldChg chg="addSp delSp modSp add mod delAnim modAnim">
        <pc:chgData name="Sohag Kabir" userId="e9b0da40-aef8-480a-bb63-d1daacecf555" providerId="ADAL" clId="{B93E19F7-CF17-4898-9657-10FD6636A87B}" dt="2024-10-05T15:51:59.215" v="2861" actId="20577"/>
        <pc:sldMkLst>
          <pc:docMk/>
          <pc:sldMk cId="972723603" sldId="312"/>
        </pc:sldMkLst>
        <pc:spChg chg="del">
          <ac:chgData name="Sohag Kabir" userId="e9b0da40-aef8-480a-bb63-d1daacecf555" providerId="ADAL" clId="{B93E19F7-CF17-4898-9657-10FD6636A87B}" dt="2024-10-05T15:28:50.640" v="2710" actId="478"/>
          <ac:spMkLst>
            <pc:docMk/>
            <pc:sldMk cId="972723603" sldId="312"/>
            <ac:spMk id="7" creationId="{7DA11DF3-B7D7-733B-93C7-B5A7D1A3F4EB}"/>
          </ac:spMkLst>
        </pc:spChg>
        <pc:spChg chg="add mod">
          <ac:chgData name="Sohag Kabir" userId="e9b0da40-aef8-480a-bb63-d1daacecf555" providerId="ADAL" clId="{B93E19F7-CF17-4898-9657-10FD6636A87B}" dt="2024-10-05T15:30:16.070" v="2721" actId="207"/>
          <ac:spMkLst>
            <pc:docMk/>
            <pc:sldMk cId="972723603" sldId="312"/>
            <ac:spMk id="9" creationId="{0EA4A4FE-63CC-D5E7-8C2A-19A94B023FB4}"/>
          </ac:spMkLst>
        </pc:spChg>
        <pc:spChg chg="add mod">
          <ac:chgData name="Sohag Kabir" userId="e9b0da40-aef8-480a-bb63-d1daacecf555" providerId="ADAL" clId="{B93E19F7-CF17-4898-9657-10FD6636A87B}" dt="2024-10-05T15:30:07.354" v="2717" actId="1076"/>
          <ac:spMkLst>
            <pc:docMk/>
            <pc:sldMk cId="972723603" sldId="312"/>
            <ac:spMk id="10" creationId="{2126FFE9-47E3-ED1C-C903-FC22E4F7EC9F}"/>
          </ac:spMkLst>
        </pc:spChg>
        <pc:spChg chg="del">
          <ac:chgData name="Sohag Kabir" userId="e9b0da40-aef8-480a-bb63-d1daacecf555" providerId="ADAL" clId="{B93E19F7-CF17-4898-9657-10FD6636A87B}" dt="2024-10-05T15:28:53.893" v="2711" actId="478"/>
          <ac:spMkLst>
            <pc:docMk/>
            <pc:sldMk cId="972723603" sldId="312"/>
            <ac:spMk id="11" creationId="{17989832-1184-F644-DCE2-34925193156B}"/>
          </ac:spMkLst>
        </pc:spChg>
        <pc:spChg chg="del">
          <ac:chgData name="Sohag Kabir" userId="e9b0da40-aef8-480a-bb63-d1daacecf555" providerId="ADAL" clId="{B93E19F7-CF17-4898-9657-10FD6636A87B}" dt="2024-10-05T15:28:59.114" v="2713" actId="478"/>
          <ac:spMkLst>
            <pc:docMk/>
            <pc:sldMk cId="972723603" sldId="312"/>
            <ac:spMk id="12" creationId="{5F8FC942-7736-D4B5-34B0-2E20AF79CC16}"/>
          </ac:spMkLst>
        </pc:spChg>
        <pc:spChg chg="del">
          <ac:chgData name="Sohag Kabir" userId="e9b0da40-aef8-480a-bb63-d1daacecf555" providerId="ADAL" clId="{B93E19F7-CF17-4898-9657-10FD6636A87B}" dt="2024-10-05T15:29:01.131" v="2714" actId="478"/>
          <ac:spMkLst>
            <pc:docMk/>
            <pc:sldMk cId="972723603" sldId="312"/>
            <ac:spMk id="13" creationId="{B8CD22EC-97F5-0C68-1EBF-8E3CD278B841}"/>
          </ac:spMkLst>
        </pc:spChg>
        <pc:spChg chg="del">
          <ac:chgData name="Sohag Kabir" userId="e9b0da40-aef8-480a-bb63-d1daacecf555" providerId="ADAL" clId="{B93E19F7-CF17-4898-9657-10FD6636A87B}" dt="2024-10-05T15:28:55.839" v="2712" actId="478"/>
          <ac:spMkLst>
            <pc:docMk/>
            <pc:sldMk cId="972723603" sldId="312"/>
            <ac:spMk id="15" creationId="{DD3EA391-0508-749A-168B-D11E3A06FA28}"/>
          </ac:spMkLst>
        </pc:spChg>
        <pc:spChg chg="add mod">
          <ac:chgData name="Sohag Kabir" userId="e9b0da40-aef8-480a-bb63-d1daacecf555" providerId="ADAL" clId="{B93E19F7-CF17-4898-9657-10FD6636A87B}" dt="2024-10-05T15:30:02.670" v="2716" actId="1076"/>
          <ac:spMkLst>
            <pc:docMk/>
            <pc:sldMk cId="972723603" sldId="312"/>
            <ac:spMk id="17" creationId="{DE2ED53C-3535-F084-BD5C-E695F42B4FCA}"/>
          </ac:spMkLst>
        </pc:spChg>
        <pc:spChg chg="add mod">
          <ac:chgData name="Sohag Kabir" userId="e9b0da40-aef8-480a-bb63-d1daacecf555" providerId="ADAL" clId="{B93E19F7-CF17-4898-9657-10FD6636A87B}" dt="2024-10-05T15:32:09.180" v="2739" actId="1076"/>
          <ac:spMkLst>
            <pc:docMk/>
            <pc:sldMk cId="972723603" sldId="312"/>
            <ac:spMk id="22" creationId="{581AE0CF-00EC-0E1B-3B2C-76C48A3A3F05}"/>
          </ac:spMkLst>
        </pc:spChg>
        <pc:spChg chg="add mod">
          <ac:chgData name="Sohag Kabir" userId="e9b0da40-aef8-480a-bb63-d1daacecf555" providerId="ADAL" clId="{B93E19F7-CF17-4898-9657-10FD6636A87B}" dt="2024-10-05T15:30:02.670" v="2716" actId="1076"/>
          <ac:spMkLst>
            <pc:docMk/>
            <pc:sldMk cId="972723603" sldId="312"/>
            <ac:spMk id="23" creationId="{62111ABD-7285-E6BA-4100-F87BC7056B9F}"/>
          </ac:spMkLst>
        </pc:spChg>
        <pc:spChg chg="add del mod">
          <ac:chgData name="Sohag Kabir" userId="e9b0da40-aef8-480a-bb63-d1daacecf555" providerId="ADAL" clId="{B93E19F7-CF17-4898-9657-10FD6636A87B}" dt="2024-10-05T15:51:40.099" v="2859" actId="478"/>
          <ac:spMkLst>
            <pc:docMk/>
            <pc:sldMk cId="972723603" sldId="312"/>
            <ac:spMk id="24" creationId="{1094F5EB-934A-07DC-3F01-F9949AC33D05}"/>
          </ac:spMkLst>
        </pc:spChg>
        <pc:spChg chg="add mod">
          <ac:chgData name="Sohag Kabir" userId="e9b0da40-aef8-480a-bb63-d1daacecf555" providerId="ADAL" clId="{B93E19F7-CF17-4898-9657-10FD6636A87B}" dt="2024-10-05T15:51:43.682" v="2860" actId="1076"/>
          <ac:spMkLst>
            <pc:docMk/>
            <pc:sldMk cId="972723603" sldId="312"/>
            <ac:spMk id="55" creationId="{7068D5B7-D851-F8B2-7625-7F5D4D14B364}"/>
          </ac:spMkLst>
        </pc:spChg>
        <pc:grpChg chg="add del mod">
          <ac:chgData name="Sohag Kabir" userId="e9b0da40-aef8-480a-bb63-d1daacecf555" providerId="ADAL" clId="{B93E19F7-CF17-4898-9657-10FD6636A87B}" dt="2024-10-05T15:39:46.662" v="2787" actId="478"/>
          <ac:grpSpMkLst>
            <pc:docMk/>
            <pc:sldMk cId="972723603" sldId="312"/>
            <ac:grpSpMk id="38" creationId="{2AD589E0-B4FC-8FAD-9D9B-35EB3B9CE2AF}"/>
          </ac:grpSpMkLst>
        </pc:grpChg>
        <pc:grpChg chg="add mod">
          <ac:chgData name="Sohag Kabir" userId="e9b0da40-aef8-480a-bb63-d1daacecf555" providerId="ADAL" clId="{B93E19F7-CF17-4898-9657-10FD6636A87B}" dt="2024-10-05T15:40:59.389" v="2794" actId="164"/>
          <ac:grpSpMkLst>
            <pc:docMk/>
            <pc:sldMk cId="972723603" sldId="312"/>
            <ac:grpSpMk id="54" creationId="{9064D32D-AD04-B93E-1561-14A134CDA535}"/>
          </ac:grpSpMkLst>
        </pc:grpChg>
        <pc:graphicFrameChg chg="add mod modGraphic">
          <ac:chgData name="Sohag Kabir" userId="e9b0da40-aef8-480a-bb63-d1daacecf555" providerId="ADAL" clId="{B93E19F7-CF17-4898-9657-10FD6636A87B}" dt="2024-10-05T15:32:02.701" v="2738" actId="14734"/>
          <ac:graphicFrameMkLst>
            <pc:docMk/>
            <pc:sldMk cId="972723603" sldId="312"/>
            <ac:graphicFrameMk id="4" creationId="{44634729-9557-1BA6-2CF4-CC65C815DD6A}"/>
          </ac:graphicFrameMkLst>
        </pc:graphicFrameChg>
        <pc:graphicFrameChg chg="add mod modGraphic">
          <ac:chgData name="Sohag Kabir" userId="e9b0da40-aef8-480a-bb63-d1daacecf555" providerId="ADAL" clId="{B93E19F7-CF17-4898-9657-10FD6636A87B}" dt="2024-10-05T15:51:59.215" v="2861" actId="20577"/>
          <ac:graphicFrameMkLst>
            <pc:docMk/>
            <pc:sldMk cId="972723603" sldId="312"/>
            <ac:graphicFrameMk id="14" creationId="{96CDC2C2-7C96-68B4-B82D-0DE9E7F87226}"/>
          </ac:graphicFrameMkLst>
        </pc:graphicFrameChg>
        <pc:graphicFrameChg chg="add mod">
          <ac:chgData name="Sohag Kabir" userId="e9b0da40-aef8-480a-bb63-d1daacecf555" providerId="ADAL" clId="{B93E19F7-CF17-4898-9657-10FD6636A87B}" dt="2024-10-05T15:51:24.579" v="2857" actId="1076"/>
          <ac:graphicFrameMkLst>
            <pc:docMk/>
            <pc:sldMk cId="972723603" sldId="312"/>
            <ac:graphicFrameMk id="16" creationId="{AFC31546-187B-07C2-6B9E-A53771919621}"/>
          </ac:graphicFrameMkLst>
        </pc:graphicFrameChg>
        <pc:cxnChg chg="add del mod">
          <ac:chgData name="Sohag Kabir" userId="e9b0da40-aef8-480a-bb63-d1daacecf555" providerId="ADAL" clId="{B93E19F7-CF17-4898-9657-10FD6636A87B}" dt="2024-10-05T15:35:34.790" v="2755" actId="478"/>
          <ac:cxnSpMkLst>
            <pc:docMk/>
            <pc:sldMk cId="972723603" sldId="312"/>
            <ac:cxnSpMk id="18" creationId="{D6654F0A-1601-A036-A7E7-7FAB3ECA8C52}"/>
          </ac:cxnSpMkLst>
        </pc:cxnChg>
        <pc:cxnChg chg="add del mod">
          <ac:chgData name="Sohag Kabir" userId="e9b0da40-aef8-480a-bb63-d1daacecf555" providerId="ADAL" clId="{B93E19F7-CF17-4898-9657-10FD6636A87B}" dt="2024-10-05T15:35:36.871" v="2756" actId="478"/>
          <ac:cxnSpMkLst>
            <pc:docMk/>
            <pc:sldMk cId="972723603" sldId="312"/>
            <ac:cxnSpMk id="19" creationId="{582D0E42-4611-709A-DE64-1A3B627F664F}"/>
          </ac:cxnSpMkLst>
        </pc:cxnChg>
        <pc:cxnChg chg="add del mod">
          <ac:chgData name="Sohag Kabir" userId="e9b0da40-aef8-480a-bb63-d1daacecf555" providerId="ADAL" clId="{B93E19F7-CF17-4898-9657-10FD6636A87B}" dt="2024-10-05T15:35:32.397" v="2754" actId="478"/>
          <ac:cxnSpMkLst>
            <pc:docMk/>
            <pc:sldMk cId="972723603" sldId="312"/>
            <ac:cxnSpMk id="20" creationId="{B53E1844-10D9-E14D-0D37-A46413ADBE94}"/>
          </ac:cxnSpMkLst>
        </pc:cxnChg>
        <pc:cxnChg chg="add del mod">
          <ac:chgData name="Sohag Kabir" userId="e9b0da40-aef8-480a-bb63-d1daacecf555" providerId="ADAL" clId="{B93E19F7-CF17-4898-9657-10FD6636A87B}" dt="2024-10-05T15:35:30.193" v="2753" actId="478"/>
          <ac:cxnSpMkLst>
            <pc:docMk/>
            <pc:sldMk cId="972723603" sldId="312"/>
            <ac:cxnSpMk id="21" creationId="{244A0ABB-A1EF-8C21-53BA-FEBC7E0C7C57}"/>
          </ac:cxnSpMkLst>
        </pc:cxnChg>
        <pc:cxnChg chg="add mod topLvl">
          <ac:chgData name="Sohag Kabir" userId="e9b0da40-aef8-480a-bb63-d1daacecf555" providerId="ADAL" clId="{B93E19F7-CF17-4898-9657-10FD6636A87B}" dt="2024-10-05T15:40:59.389" v="2794" actId="164"/>
          <ac:cxnSpMkLst>
            <pc:docMk/>
            <pc:sldMk cId="972723603" sldId="312"/>
            <ac:cxnSpMk id="33" creationId="{8A699203-ACCF-536D-88D6-6624089E732F}"/>
          </ac:cxnSpMkLst>
        </pc:cxnChg>
        <pc:cxnChg chg="add del mod topLvl">
          <ac:chgData name="Sohag Kabir" userId="e9b0da40-aef8-480a-bb63-d1daacecf555" providerId="ADAL" clId="{B93E19F7-CF17-4898-9657-10FD6636A87B}" dt="2024-10-05T15:39:46.662" v="2787" actId="478"/>
          <ac:cxnSpMkLst>
            <pc:docMk/>
            <pc:sldMk cId="972723603" sldId="312"/>
            <ac:cxnSpMk id="37" creationId="{190533B9-8302-717D-5D58-9EEA203F7459}"/>
          </ac:cxnSpMkLst>
        </pc:cxnChg>
        <pc:cxnChg chg="add mod">
          <ac:chgData name="Sohag Kabir" userId="e9b0da40-aef8-480a-bb63-d1daacecf555" providerId="ADAL" clId="{B93E19F7-CF17-4898-9657-10FD6636A87B}" dt="2024-10-05T15:37:43.437" v="2770" actId="208"/>
          <ac:cxnSpMkLst>
            <pc:docMk/>
            <pc:sldMk cId="972723603" sldId="312"/>
            <ac:cxnSpMk id="40" creationId="{6A4E58DC-EA93-2705-EDF8-615CA99F36D7}"/>
          </ac:cxnSpMkLst>
        </pc:cxnChg>
        <pc:cxnChg chg="add del mod">
          <ac:chgData name="Sohag Kabir" userId="e9b0da40-aef8-480a-bb63-d1daacecf555" providerId="ADAL" clId="{B93E19F7-CF17-4898-9657-10FD6636A87B}" dt="2024-10-05T15:38:13.033" v="2773" actId="478"/>
          <ac:cxnSpMkLst>
            <pc:docMk/>
            <pc:sldMk cId="972723603" sldId="312"/>
            <ac:cxnSpMk id="43" creationId="{FC410A21-93E7-D5B0-851E-0050310CFA42}"/>
          </ac:cxnSpMkLst>
        </pc:cxnChg>
        <pc:cxnChg chg="add mod">
          <ac:chgData name="Sohag Kabir" userId="e9b0da40-aef8-480a-bb63-d1daacecf555" providerId="ADAL" clId="{B93E19F7-CF17-4898-9657-10FD6636A87B}" dt="2024-10-05T15:39:15.588" v="2782" actId="208"/>
          <ac:cxnSpMkLst>
            <pc:docMk/>
            <pc:sldMk cId="972723603" sldId="312"/>
            <ac:cxnSpMk id="46" creationId="{991FF77C-173B-5DE6-6001-3B69845B4F88}"/>
          </ac:cxnSpMkLst>
        </pc:cxnChg>
        <pc:cxnChg chg="add del">
          <ac:chgData name="Sohag Kabir" userId="e9b0da40-aef8-480a-bb63-d1daacecf555" providerId="ADAL" clId="{B93E19F7-CF17-4898-9657-10FD6636A87B}" dt="2024-10-05T15:39:54.254" v="2789" actId="11529"/>
          <ac:cxnSpMkLst>
            <pc:docMk/>
            <pc:sldMk cId="972723603" sldId="312"/>
            <ac:cxnSpMk id="50" creationId="{5499B533-85BC-282E-B10C-7F6FC26D0411}"/>
          </ac:cxnSpMkLst>
        </pc:cxnChg>
        <pc:cxnChg chg="add mod">
          <ac:chgData name="Sohag Kabir" userId="e9b0da40-aef8-480a-bb63-d1daacecf555" providerId="ADAL" clId="{B93E19F7-CF17-4898-9657-10FD6636A87B}" dt="2024-10-05T15:40:59.389" v="2794" actId="164"/>
          <ac:cxnSpMkLst>
            <pc:docMk/>
            <pc:sldMk cId="972723603" sldId="312"/>
            <ac:cxnSpMk id="52" creationId="{9CA0DC7D-C14F-AACB-FAAF-9FF1ECE9412F}"/>
          </ac:cxnSpMkLst>
        </pc:cxnChg>
      </pc:sldChg>
      <pc:sldChg chg="addSp delSp modSp add mod delAnim">
        <pc:chgData name="Sohag Kabir" userId="e9b0da40-aef8-480a-bb63-d1daacecf555" providerId="ADAL" clId="{B93E19F7-CF17-4898-9657-10FD6636A87B}" dt="2024-10-05T15:55:31.184" v="2895" actId="1076"/>
        <pc:sldMkLst>
          <pc:docMk/>
          <pc:sldMk cId="239066561" sldId="313"/>
        </pc:sldMkLst>
        <pc:spChg chg="mod">
          <ac:chgData name="Sohag Kabir" userId="e9b0da40-aef8-480a-bb63-d1daacecf555" providerId="ADAL" clId="{B93E19F7-CF17-4898-9657-10FD6636A87B}" dt="2024-10-05T15:43:27.383" v="2811" actId="20577"/>
          <ac:spMkLst>
            <pc:docMk/>
            <pc:sldMk cId="239066561" sldId="313"/>
            <ac:spMk id="3" creationId="{C1DB10CC-F017-9600-CA24-6FED2CBC1749}"/>
          </ac:spMkLst>
        </pc:spChg>
        <pc:spChg chg="del">
          <ac:chgData name="Sohag Kabir" userId="e9b0da40-aef8-480a-bb63-d1daacecf555" providerId="ADAL" clId="{B93E19F7-CF17-4898-9657-10FD6636A87B}" dt="2024-10-05T15:43:39.667" v="2814" actId="478"/>
          <ac:spMkLst>
            <pc:docMk/>
            <pc:sldMk cId="239066561" sldId="313"/>
            <ac:spMk id="5" creationId="{6B6AB2DA-B46F-0A99-1390-A523FD766EDF}"/>
          </ac:spMkLst>
        </pc:spChg>
        <pc:spChg chg="del">
          <ac:chgData name="Sohag Kabir" userId="e9b0da40-aef8-480a-bb63-d1daacecf555" providerId="ADAL" clId="{B93E19F7-CF17-4898-9657-10FD6636A87B}" dt="2024-10-05T15:43:31.153" v="2812" actId="478"/>
          <ac:spMkLst>
            <pc:docMk/>
            <pc:sldMk cId="239066561" sldId="313"/>
            <ac:spMk id="9" creationId="{0EA4A4FE-63CC-D5E7-8C2A-19A94B023FB4}"/>
          </ac:spMkLst>
        </pc:spChg>
        <pc:spChg chg="del">
          <ac:chgData name="Sohag Kabir" userId="e9b0da40-aef8-480a-bb63-d1daacecf555" providerId="ADAL" clId="{B93E19F7-CF17-4898-9657-10FD6636A87B}" dt="2024-10-05T15:43:43.049" v="2815" actId="478"/>
          <ac:spMkLst>
            <pc:docMk/>
            <pc:sldMk cId="239066561" sldId="313"/>
            <ac:spMk id="10" creationId="{2126FFE9-47E3-ED1C-C903-FC22E4F7EC9F}"/>
          </ac:spMkLst>
        </pc:spChg>
        <pc:spChg chg="add del">
          <ac:chgData name="Sohag Kabir" userId="e9b0da40-aef8-480a-bb63-d1daacecf555" providerId="ADAL" clId="{B93E19F7-CF17-4898-9657-10FD6636A87B}" dt="2024-10-05T15:49:04.298" v="2840"/>
          <ac:spMkLst>
            <pc:docMk/>
            <pc:sldMk cId="239066561" sldId="313"/>
            <ac:spMk id="15" creationId="{7AA1B1C3-E9F1-2C53-1685-10C14B98BE85}"/>
          </ac:spMkLst>
        </pc:spChg>
        <pc:spChg chg="del">
          <ac:chgData name="Sohag Kabir" userId="e9b0da40-aef8-480a-bb63-d1daacecf555" providerId="ADAL" clId="{B93E19F7-CF17-4898-9657-10FD6636A87B}" dt="2024-10-05T15:43:39.667" v="2814" actId="478"/>
          <ac:spMkLst>
            <pc:docMk/>
            <pc:sldMk cId="239066561" sldId="313"/>
            <ac:spMk id="17" creationId="{DE2ED53C-3535-F084-BD5C-E695F42B4FCA}"/>
          </ac:spMkLst>
        </pc:spChg>
        <pc:spChg chg="add mod">
          <ac:chgData name="Sohag Kabir" userId="e9b0da40-aef8-480a-bb63-d1daacecf555" providerId="ADAL" clId="{B93E19F7-CF17-4898-9657-10FD6636A87B}" dt="2024-10-05T15:54:42.808" v="2874" actId="1076"/>
          <ac:spMkLst>
            <pc:docMk/>
            <pc:sldMk cId="239066561" sldId="313"/>
            <ac:spMk id="19" creationId="{A3C1245C-164A-6101-796E-3D6F84914C99}"/>
          </ac:spMkLst>
        </pc:spChg>
        <pc:spChg chg="add del">
          <ac:chgData name="Sohag Kabir" userId="e9b0da40-aef8-480a-bb63-d1daacecf555" providerId="ADAL" clId="{B93E19F7-CF17-4898-9657-10FD6636A87B}" dt="2024-10-05T15:53:34.172" v="2863"/>
          <ac:spMkLst>
            <pc:docMk/>
            <pc:sldMk cId="239066561" sldId="313"/>
            <ac:spMk id="20" creationId="{01ED2127-0381-FEF4-C91A-5FA0C7741738}"/>
          </ac:spMkLst>
        </pc:spChg>
        <pc:spChg chg="del">
          <ac:chgData name="Sohag Kabir" userId="e9b0da40-aef8-480a-bb63-d1daacecf555" providerId="ADAL" clId="{B93E19F7-CF17-4898-9657-10FD6636A87B}" dt="2024-10-05T15:43:39.667" v="2814" actId="478"/>
          <ac:spMkLst>
            <pc:docMk/>
            <pc:sldMk cId="239066561" sldId="313"/>
            <ac:spMk id="22" creationId="{581AE0CF-00EC-0E1B-3B2C-76C48A3A3F05}"/>
          </ac:spMkLst>
        </pc:spChg>
        <pc:spChg chg="del">
          <ac:chgData name="Sohag Kabir" userId="e9b0da40-aef8-480a-bb63-d1daacecf555" providerId="ADAL" clId="{B93E19F7-CF17-4898-9657-10FD6636A87B}" dt="2024-10-05T15:43:39.667" v="2814" actId="478"/>
          <ac:spMkLst>
            <pc:docMk/>
            <pc:sldMk cId="239066561" sldId="313"/>
            <ac:spMk id="23" creationId="{62111ABD-7285-E6BA-4100-F87BC7056B9F}"/>
          </ac:spMkLst>
        </pc:spChg>
        <pc:spChg chg="del">
          <ac:chgData name="Sohag Kabir" userId="e9b0da40-aef8-480a-bb63-d1daacecf555" providerId="ADAL" clId="{B93E19F7-CF17-4898-9657-10FD6636A87B}" dt="2024-10-05T15:43:39.667" v="2814" actId="478"/>
          <ac:spMkLst>
            <pc:docMk/>
            <pc:sldMk cId="239066561" sldId="313"/>
            <ac:spMk id="24" creationId="{1094F5EB-934A-07DC-3F01-F9949AC33D05}"/>
          </ac:spMkLst>
        </pc:spChg>
        <pc:spChg chg="add mod">
          <ac:chgData name="Sohag Kabir" userId="e9b0da40-aef8-480a-bb63-d1daacecf555" providerId="ADAL" clId="{B93E19F7-CF17-4898-9657-10FD6636A87B}" dt="2024-10-05T15:54:45.120" v="2875" actId="1076"/>
          <ac:spMkLst>
            <pc:docMk/>
            <pc:sldMk cId="239066561" sldId="313"/>
            <ac:spMk id="25" creationId="{B6B95082-828B-BBD2-37A6-3628E02ABC6F}"/>
          </ac:spMkLst>
        </pc:spChg>
        <pc:spChg chg="add mod">
          <ac:chgData name="Sohag Kabir" userId="e9b0da40-aef8-480a-bb63-d1daacecf555" providerId="ADAL" clId="{B93E19F7-CF17-4898-9657-10FD6636A87B}" dt="2024-10-05T15:55:31.184" v="2895" actId="1076"/>
          <ac:spMkLst>
            <pc:docMk/>
            <pc:sldMk cId="239066561" sldId="313"/>
            <ac:spMk id="27" creationId="{79ABA30F-70D3-DCDE-8FCA-7716564D6032}"/>
          </ac:spMkLst>
        </pc:spChg>
        <pc:grpChg chg="del">
          <ac:chgData name="Sohag Kabir" userId="e9b0da40-aef8-480a-bb63-d1daacecf555" providerId="ADAL" clId="{B93E19F7-CF17-4898-9657-10FD6636A87B}" dt="2024-10-05T15:43:39.667" v="2814" actId="478"/>
          <ac:grpSpMkLst>
            <pc:docMk/>
            <pc:sldMk cId="239066561" sldId="313"/>
            <ac:grpSpMk id="54" creationId="{9064D32D-AD04-B93E-1561-14A134CDA535}"/>
          </ac:grpSpMkLst>
        </pc:grpChg>
        <pc:graphicFrameChg chg="del">
          <ac:chgData name="Sohag Kabir" userId="e9b0da40-aef8-480a-bb63-d1daacecf555" providerId="ADAL" clId="{B93E19F7-CF17-4898-9657-10FD6636A87B}" dt="2024-10-05T15:43:34.016" v="2813" actId="478"/>
          <ac:graphicFrameMkLst>
            <pc:docMk/>
            <pc:sldMk cId="239066561" sldId="313"/>
            <ac:graphicFrameMk id="4" creationId="{44634729-9557-1BA6-2CF4-CC65C815DD6A}"/>
          </ac:graphicFrameMkLst>
        </pc:graphicFrameChg>
        <pc:graphicFrameChg chg="del">
          <ac:chgData name="Sohag Kabir" userId="e9b0da40-aef8-480a-bb63-d1daacecf555" providerId="ADAL" clId="{B93E19F7-CF17-4898-9657-10FD6636A87B}" dt="2024-10-05T15:43:39.667" v="2814" actId="478"/>
          <ac:graphicFrameMkLst>
            <pc:docMk/>
            <pc:sldMk cId="239066561" sldId="313"/>
            <ac:graphicFrameMk id="14" creationId="{96CDC2C2-7C96-68B4-B82D-0DE9E7F87226}"/>
          </ac:graphicFrameMkLst>
        </pc:graphicFrameChg>
        <pc:graphicFrameChg chg="del">
          <ac:chgData name="Sohag Kabir" userId="e9b0da40-aef8-480a-bb63-d1daacecf555" providerId="ADAL" clId="{B93E19F7-CF17-4898-9657-10FD6636A87B}" dt="2024-10-05T15:43:39.667" v="2814" actId="478"/>
          <ac:graphicFrameMkLst>
            <pc:docMk/>
            <pc:sldMk cId="239066561" sldId="313"/>
            <ac:graphicFrameMk id="16" creationId="{AFC31546-187B-07C2-6B9E-A53771919621}"/>
          </ac:graphicFrameMkLst>
        </pc:graphicFrameChg>
        <pc:picChg chg="add mod">
          <ac:chgData name="Sohag Kabir" userId="e9b0da40-aef8-480a-bb63-d1daacecf555" providerId="ADAL" clId="{B93E19F7-CF17-4898-9657-10FD6636A87B}" dt="2024-10-05T15:54:34.653" v="2872" actId="1076"/>
          <ac:picMkLst>
            <pc:docMk/>
            <pc:sldMk cId="239066561" sldId="313"/>
            <ac:picMk id="11" creationId="{A6E068B8-16EE-02B0-706F-0DB68AD39AD7}"/>
          </ac:picMkLst>
        </pc:picChg>
        <pc:picChg chg="add mod">
          <ac:chgData name="Sohag Kabir" userId="e9b0da40-aef8-480a-bb63-d1daacecf555" providerId="ADAL" clId="{B93E19F7-CF17-4898-9657-10FD6636A87B}" dt="2024-10-05T15:54:39.849" v="2873" actId="1076"/>
          <ac:picMkLst>
            <pc:docMk/>
            <pc:sldMk cId="239066561" sldId="313"/>
            <ac:picMk id="13" creationId="{4652618A-FDAB-80CE-D762-F2AD80DABF7C}"/>
          </ac:picMkLst>
        </pc:picChg>
        <pc:cxnChg chg="del">
          <ac:chgData name="Sohag Kabir" userId="e9b0da40-aef8-480a-bb63-d1daacecf555" providerId="ADAL" clId="{B93E19F7-CF17-4898-9657-10FD6636A87B}" dt="2024-10-05T15:43:39.667" v="2814" actId="478"/>
          <ac:cxnSpMkLst>
            <pc:docMk/>
            <pc:sldMk cId="239066561" sldId="313"/>
            <ac:cxnSpMk id="40" creationId="{6A4E58DC-EA93-2705-EDF8-615CA99F36D7}"/>
          </ac:cxnSpMkLst>
        </pc:cxnChg>
        <pc:cxnChg chg="del">
          <ac:chgData name="Sohag Kabir" userId="e9b0da40-aef8-480a-bb63-d1daacecf555" providerId="ADAL" clId="{B93E19F7-CF17-4898-9657-10FD6636A87B}" dt="2024-10-05T15:43:39.667" v="2814" actId="478"/>
          <ac:cxnSpMkLst>
            <pc:docMk/>
            <pc:sldMk cId="239066561" sldId="313"/>
            <ac:cxnSpMk id="46" creationId="{991FF77C-173B-5DE6-6001-3B69845B4F88}"/>
          </ac:cxnSpMkLst>
        </pc:cxnChg>
      </pc:sldChg>
      <pc:sldChg chg="addSp delSp modSp add mod">
        <pc:chgData name="Sohag Kabir" userId="e9b0da40-aef8-480a-bb63-d1daacecf555" providerId="ADAL" clId="{B93E19F7-CF17-4898-9657-10FD6636A87B}" dt="2024-10-05T15:58:36.317" v="2918" actId="1076"/>
        <pc:sldMkLst>
          <pc:docMk/>
          <pc:sldMk cId="915143749" sldId="314"/>
        </pc:sldMkLst>
        <pc:spChg chg="add mod">
          <ac:chgData name="Sohag Kabir" userId="e9b0da40-aef8-480a-bb63-d1daacecf555" providerId="ADAL" clId="{B93E19F7-CF17-4898-9657-10FD6636A87B}" dt="2024-10-05T15:55:46.243" v="2896"/>
          <ac:spMkLst>
            <pc:docMk/>
            <pc:sldMk cId="915143749" sldId="314"/>
            <ac:spMk id="10" creationId="{E5A1BAB9-0466-62F2-AA34-F2DD4296C5C7}"/>
          </ac:spMkLst>
        </pc:spChg>
        <pc:spChg chg="add mod">
          <ac:chgData name="Sohag Kabir" userId="e9b0da40-aef8-480a-bb63-d1daacecf555" providerId="ADAL" clId="{B93E19F7-CF17-4898-9657-10FD6636A87B}" dt="2024-10-05T15:58:26.832" v="2917" actId="1076"/>
          <ac:spMkLst>
            <pc:docMk/>
            <pc:sldMk cId="915143749" sldId="314"/>
            <ac:spMk id="14" creationId="{350D9874-D847-E2BC-23A3-E0A589852829}"/>
          </ac:spMkLst>
        </pc:spChg>
        <pc:spChg chg="add mod">
          <ac:chgData name="Sohag Kabir" userId="e9b0da40-aef8-480a-bb63-d1daacecf555" providerId="ADAL" clId="{B93E19F7-CF17-4898-9657-10FD6636A87B}" dt="2024-10-05T15:58:36.317" v="2918" actId="1076"/>
          <ac:spMkLst>
            <pc:docMk/>
            <pc:sldMk cId="915143749" sldId="314"/>
            <ac:spMk id="16" creationId="{DA31708D-2D74-648E-DDB0-543361F89EB9}"/>
          </ac:spMkLst>
        </pc:spChg>
        <pc:picChg chg="add mod">
          <ac:chgData name="Sohag Kabir" userId="e9b0da40-aef8-480a-bb63-d1daacecf555" providerId="ADAL" clId="{B93E19F7-CF17-4898-9657-10FD6636A87B}" dt="2024-10-05T15:55:50.456" v="2897" actId="1076"/>
          <ac:picMkLst>
            <pc:docMk/>
            <pc:sldMk cId="915143749" sldId="314"/>
            <ac:picMk id="5" creationId="{40F02713-0B73-5098-A717-9CFD4847E26F}"/>
          </ac:picMkLst>
        </pc:picChg>
        <pc:picChg chg="add mod">
          <ac:chgData name="Sohag Kabir" userId="e9b0da40-aef8-480a-bb63-d1daacecf555" providerId="ADAL" clId="{B93E19F7-CF17-4898-9657-10FD6636A87B}" dt="2024-10-05T15:56:47.335" v="2907" actId="1076"/>
          <ac:picMkLst>
            <pc:docMk/>
            <pc:sldMk cId="915143749" sldId="314"/>
            <ac:picMk id="9" creationId="{F93520AA-17ED-387F-CC8D-CFB664469D07}"/>
          </ac:picMkLst>
        </pc:picChg>
        <pc:picChg chg="del">
          <ac:chgData name="Sohag Kabir" userId="e9b0da40-aef8-480a-bb63-d1daacecf555" providerId="ADAL" clId="{B93E19F7-CF17-4898-9657-10FD6636A87B}" dt="2024-10-05T15:47:39.905" v="2827" actId="478"/>
          <ac:picMkLst>
            <pc:docMk/>
            <pc:sldMk cId="915143749" sldId="314"/>
            <ac:picMk id="11" creationId="{A6E068B8-16EE-02B0-706F-0DB68AD39AD7}"/>
          </ac:picMkLst>
        </pc:picChg>
        <pc:picChg chg="del">
          <ac:chgData name="Sohag Kabir" userId="e9b0da40-aef8-480a-bb63-d1daacecf555" providerId="ADAL" clId="{B93E19F7-CF17-4898-9657-10FD6636A87B}" dt="2024-10-05T15:47:49.399" v="2832" actId="478"/>
          <ac:picMkLst>
            <pc:docMk/>
            <pc:sldMk cId="915143749" sldId="314"/>
            <ac:picMk id="13" creationId="{4652618A-FDAB-80CE-D762-F2AD80DABF7C}"/>
          </ac:picMkLst>
        </pc:picChg>
      </pc:sldChg>
      <pc:sldChg chg="add del">
        <pc:chgData name="Sohag Kabir" userId="e9b0da40-aef8-480a-bb63-d1daacecf555" providerId="ADAL" clId="{B93E19F7-CF17-4898-9657-10FD6636A87B}" dt="2024-10-05T16:12:30.397" v="2963" actId="2696"/>
        <pc:sldMkLst>
          <pc:docMk/>
          <pc:sldMk cId="1173708504" sldId="315"/>
        </pc:sldMkLst>
      </pc:sldChg>
      <pc:sldChg chg="addSp modSp add mod ord">
        <pc:chgData name="Sohag Kabir" userId="e9b0da40-aef8-480a-bb63-d1daacecf555" providerId="ADAL" clId="{B93E19F7-CF17-4898-9657-10FD6636A87B}" dt="2024-10-05T17:07:53.200" v="3293" actId="1076"/>
        <pc:sldMkLst>
          <pc:docMk/>
          <pc:sldMk cId="176035261" sldId="316"/>
        </pc:sldMkLst>
        <pc:spChg chg="mod">
          <ac:chgData name="Sohag Kabir" userId="e9b0da40-aef8-480a-bb63-d1daacecf555" providerId="ADAL" clId="{B93E19F7-CF17-4898-9657-10FD6636A87B}" dt="2024-10-05T17:07:45.836" v="3291" actId="255"/>
          <ac:spMkLst>
            <pc:docMk/>
            <pc:sldMk cId="176035261" sldId="316"/>
            <ac:spMk id="2" creationId="{DE13D453-4D7B-47BF-AED4-27D56C3644AA}"/>
          </ac:spMkLst>
        </pc:spChg>
        <pc:spChg chg="add mod">
          <ac:chgData name="Sohag Kabir" userId="e9b0da40-aef8-480a-bb63-d1daacecf555" providerId="ADAL" clId="{B93E19F7-CF17-4898-9657-10FD6636A87B}" dt="2024-10-05T17:07:33.578" v="3287"/>
          <ac:spMkLst>
            <pc:docMk/>
            <pc:sldMk cId="176035261" sldId="316"/>
            <ac:spMk id="4" creationId="{D903712E-E8C2-4330-A532-DC1100294489}"/>
          </ac:spMkLst>
        </pc:spChg>
        <pc:graphicFrameChg chg="mod">
          <ac:chgData name="Sohag Kabir" userId="e9b0da40-aef8-480a-bb63-d1daacecf555" providerId="ADAL" clId="{B93E19F7-CF17-4898-9657-10FD6636A87B}" dt="2024-10-05T17:07:53.200" v="3293" actId="1076"/>
          <ac:graphicFrameMkLst>
            <pc:docMk/>
            <pc:sldMk cId="176035261" sldId="316"/>
            <ac:graphicFrameMk id="3" creationId="{5E0E26A6-CCC8-2BBF-4CE9-1FE499F39FFC}"/>
          </ac:graphicFrameMkLst>
        </pc:graphicFrameChg>
      </pc:sldChg>
      <pc:sldChg chg="addSp delSp modSp add mod modAnim">
        <pc:chgData name="Sohag Kabir" userId="e9b0da40-aef8-480a-bb63-d1daacecf555" providerId="ADAL" clId="{B93E19F7-CF17-4898-9657-10FD6636A87B}" dt="2024-10-05T17:07:07.761" v="3284" actId="20577"/>
        <pc:sldMkLst>
          <pc:docMk/>
          <pc:sldMk cId="3739762811" sldId="317"/>
        </pc:sldMkLst>
        <pc:spChg chg="mod">
          <ac:chgData name="Sohag Kabir" userId="e9b0da40-aef8-480a-bb63-d1daacecf555" providerId="ADAL" clId="{B93E19F7-CF17-4898-9657-10FD6636A87B}" dt="2024-10-05T17:07:07.761" v="3284" actId="20577"/>
          <ac:spMkLst>
            <pc:docMk/>
            <pc:sldMk cId="3739762811" sldId="317"/>
            <ac:spMk id="2" creationId="{DE13D453-4D7B-47BF-AED4-27D56C3644AA}"/>
          </ac:spMkLst>
        </pc:spChg>
        <pc:spChg chg="add mod">
          <ac:chgData name="Sohag Kabir" userId="e9b0da40-aef8-480a-bb63-d1daacecf555" providerId="ADAL" clId="{B93E19F7-CF17-4898-9657-10FD6636A87B}" dt="2024-10-05T17:06:37.547" v="3277" actId="1035"/>
          <ac:spMkLst>
            <pc:docMk/>
            <pc:sldMk cId="3739762811" sldId="317"/>
            <ac:spMk id="4" creationId="{11A42578-1366-59FF-5040-068538845988}"/>
          </ac:spMkLst>
        </pc:spChg>
        <pc:spChg chg="add mod">
          <ac:chgData name="Sohag Kabir" userId="e9b0da40-aef8-480a-bb63-d1daacecf555" providerId="ADAL" clId="{B93E19F7-CF17-4898-9657-10FD6636A87B}" dt="2024-10-05T17:06:37.547" v="3277" actId="1035"/>
          <ac:spMkLst>
            <pc:docMk/>
            <pc:sldMk cId="3739762811" sldId="317"/>
            <ac:spMk id="5" creationId="{2D09689E-32EF-6145-87DE-4DC952C2F508}"/>
          </ac:spMkLst>
        </pc:spChg>
        <pc:spChg chg="add mod">
          <ac:chgData name="Sohag Kabir" userId="e9b0da40-aef8-480a-bb63-d1daacecf555" providerId="ADAL" clId="{B93E19F7-CF17-4898-9657-10FD6636A87B}" dt="2024-10-05T17:06:37.547" v="3277" actId="1035"/>
          <ac:spMkLst>
            <pc:docMk/>
            <pc:sldMk cId="3739762811" sldId="317"/>
            <ac:spMk id="8" creationId="{C74724B6-B40A-B9AF-81B8-A57F2A790D6C}"/>
          </ac:spMkLst>
        </pc:spChg>
        <pc:spChg chg="add mod">
          <ac:chgData name="Sohag Kabir" userId="e9b0da40-aef8-480a-bb63-d1daacecf555" providerId="ADAL" clId="{B93E19F7-CF17-4898-9657-10FD6636A87B}" dt="2024-10-05T17:06:37.547" v="3277" actId="1035"/>
          <ac:spMkLst>
            <pc:docMk/>
            <pc:sldMk cId="3739762811" sldId="317"/>
            <ac:spMk id="9" creationId="{31FD7733-BABC-9499-FCE9-2DE3A06EFC31}"/>
          </ac:spMkLst>
        </pc:spChg>
        <pc:spChg chg="add mod">
          <ac:chgData name="Sohag Kabir" userId="e9b0da40-aef8-480a-bb63-d1daacecf555" providerId="ADAL" clId="{B93E19F7-CF17-4898-9657-10FD6636A87B}" dt="2024-10-05T17:06:24.056" v="3260"/>
          <ac:spMkLst>
            <pc:docMk/>
            <pc:sldMk cId="3739762811" sldId="317"/>
            <ac:spMk id="10" creationId="{B109C00D-AE93-76A8-40BD-C5967F97982B}"/>
          </ac:spMkLst>
        </pc:spChg>
        <pc:graphicFrameChg chg="del">
          <ac:chgData name="Sohag Kabir" userId="e9b0da40-aef8-480a-bb63-d1daacecf555" providerId="ADAL" clId="{B93E19F7-CF17-4898-9657-10FD6636A87B}" dt="2024-10-05T16:08:36.063" v="2945" actId="478"/>
          <ac:graphicFrameMkLst>
            <pc:docMk/>
            <pc:sldMk cId="3739762811" sldId="317"/>
            <ac:graphicFrameMk id="3" creationId="{5E0E26A6-CCC8-2BBF-4CE9-1FE499F39FFC}"/>
          </ac:graphicFrameMkLst>
        </pc:graphicFrameChg>
      </pc:sldChg>
      <pc:sldChg chg="addSp delSp modSp add mod delAnim modAnim">
        <pc:chgData name="Sohag Kabir" userId="e9b0da40-aef8-480a-bb63-d1daacecf555" providerId="ADAL" clId="{B93E19F7-CF17-4898-9657-10FD6636A87B}" dt="2024-10-05T17:06:09.728" v="3259" actId="1035"/>
        <pc:sldMkLst>
          <pc:docMk/>
          <pc:sldMk cId="2072777590" sldId="318"/>
        </pc:sldMkLst>
        <pc:spChg chg="mod">
          <ac:chgData name="Sohag Kabir" userId="e9b0da40-aef8-480a-bb63-d1daacecf555" providerId="ADAL" clId="{B93E19F7-CF17-4898-9657-10FD6636A87B}" dt="2024-10-05T17:06:00.464" v="3255" actId="255"/>
          <ac:spMkLst>
            <pc:docMk/>
            <pc:sldMk cId="2072777590" sldId="318"/>
            <ac:spMk id="2" creationId="{DE13D453-4D7B-47BF-AED4-27D56C3644AA}"/>
          </ac:spMkLst>
        </pc:spChg>
        <pc:spChg chg="add mod">
          <ac:chgData name="Sohag Kabir" userId="e9b0da40-aef8-480a-bb63-d1daacecf555" providerId="ADAL" clId="{B93E19F7-CF17-4898-9657-10FD6636A87B}" dt="2024-10-05T17:06:09.728" v="3259" actId="1035"/>
          <ac:spMkLst>
            <pc:docMk/>
            <pc:sldMk cId="2072777590" sldId="318"/>
            <ac:spMk id="3" creationId="{2E646940-8E91-E289-6411-2AB0E0BD6F00}"/>
          </ac:spMkLst>
        </pc:spChg>
        <pc:spChg chg="del">
          <ac:chgData name="Sohag Kabir" userId="e9b0da40-aef8-480a-bb63-d1daacecf555" providerId="ADAL" clId="{B93E19F7-CF17-4898-9657-10FD6636A87B}" dt="2024-10-05T16:13:51.165" v="2982" actId="478"/>
          <ac:spMkLst>
            <pc:docMk/>
            <pc:sldMk cId="2072777590" sldId="318"/>
            <ac:spMk id="4" creationId="{11A42578-1366-59FF-5040-068538845988}"/>
          </ac:spMkLst>
        </pc:spChg>
        <pc:spChg chg="del">
          <ac:chgData name="Sohag Kabir" userId="e9b0da40-aef8-480a-bb63-d1daacecf555" providerId="ADAL" clId="{B93E19F7-CF17-4898-9657-10FD6636A87B}" dt="2024-10-05T16:13:51.165" v="2982" actId="478"/>
          <ac:spMkLst>
            <pc:docMk/>
            <pc:sldMk cId="2072777590" sldId="318"/>
            <ac:spMk id="5" creationId="{2D09689E-32EF-6145-87DE-4DC952C2F508}"/>
          </ac:spMkLst>
        </pc:spChg>
        <pc:spChg chg="del">
          <ac:chgData name="Sohag Kabir" userId="e9b0da40-aef8-480a-bb63-d1daacecf555" providerId="ADAL" clId="{B93E19F7-CF17-4898-9657-10FD6636A87B}" dt="2024-10-05T16:13:51.165" v="2982" actId="478"/>
          <ac:spMkLst>
            <pc:docMk/>
            <pc:sldMk cId="2072777590" sldId="318"/>
            <ac:spMk id="8" creationId="{C74724B6-B40A-B9AF-81B8-A57F2A790D6C}"/>
          </ac:spMkLst>
        </pc:spChg>
        <pc:spChg chg="del">
          <ac:chgData name="Sohag Kabir" userId="e9b0da40-aef8-480a-bb63-d1daacecf555" providerId="ADAL" clId="{B93E19F7-CF17-4898-9657-10FD6636A87B}" dt="2024-10-05T16:13:51.165" v="2982" actId="478"/>
          <ac:spMkLst>
            <pc:docMk/>
            <pc:sldMk cId="2072777590" sldId="318"/>
            <ac:spMk id="9" creationId="{31FD7733-BABC-9499-FCE9-2DE3A06EFC31}"/>
          </ac:spMkLst>
        </pc:spChg>
        <pc:spChg chg="add mod">
          <ac:chgData name="Sohag Kabir" userId="e9b0da40-aef8-480a-bb63-d1daacecf555" providerId="ADAL" clId="{B93E19F7-CF17-4898-9657-10FD6636A87B}" dt="2024-10-05T17:06:09.728" v="3259" actId="1035"/>
          <ac:spMkLst>
            <pc:docMk/>
            <pc:sldMk cId="2072777590" sldId="318"/>
            <ac:spMk id="10" creationId="{0429D3D5-D9A3-818D-B93F-21A0D862B685}"/>
          </ac:spMkLst>
        </pc:spChg>
        <pc:spChg chg="add mod">
          <ac:chgData name="Sohag Kabir" userId="e9b0da40-aef8-480a-bb63-d1daacecf555" providerId="ADAL" clId="{B93E19F7-CF17-4898-9657-10FD6636A87B}" dt="2024-10-05T17:06:09.728" v="3259" actId="1035"/>
          <ac:spMkLst>
            <pc:docMk/>
            <pc:sldMk cId="2072777590" sldId="318"/>
            <ac:spMk id="11" creationId="{6103E712-A448-54AC-CAC9-88744E4CA541}"/>
          </ac:spMkLst>
        </pc:spChg>
        <pc:spChg chg="add mod">
          <ac:chgData name="Sohag Kabir" userId="e9b0da40-aef8-480a-bb63-d1daacecf555" providerId="ADAL" clId="{B93E19F7-CF17-4898-9657-10FD6636A87B}" dt="2024-10-05T17:06:09.728" v="3259" actId="1035"/>
          <ac:spMkLst>
            <pc:docMk/>
            <pc:sldMk cId="2072777590" sldId="318"/>
            <ac:spMk id="12" creationId="{36638D1E-B0FF-D190-AB31-FCAD697FD0F6}"/>
          </ac:spMkLst>
        </pc:spChg>
        <pc:spChg chg="add mod">
          <ac:chgData name="Sohag Kabir" userId="e9b0da40-aef8-480a-bb63-d1daacecf555" providerId="ADAL" clId="{B93E19F7-CF17-4898-9657-10FD6636A87B}" dt="2024-10-05T17:06:09.728" v="3259" actId="1035"/>
          <ac:spMkLst>
            <pc:docMk/>
            <pc:sldMk cId="2072777590" sldId="318"/>
            <ac:spMk id="13" creationId="{35E9A9CD-EF94-D4ED-0921-6F9B1F3C639B}"/>
          </ac:spMkLst>
        </pc:spChg>
        <pc:spChg chg="add del mod">
          <ac:chgData name="Sohag Kabir" userId="e9b0da40-aef8-480a-bb63-d1daacecf555" providerId="ADAL" clId="{B93E19F7-CF17-4898-9657-10FD6636A87B}" dt="2024-10-05T17:05:18.985" v="3237" actId="478"/>
          <ac:spMkLst>
            <pc:docMk/>
            <pc:sldMk cId="2072777590" sldId="318"/>
            <ac:spMk id="14" creationId="{D7B0022B-1E65-E9E9-A73B-ABFBE37BC115}"/>
          </ac:spMkLst>
        </pc:spChg>
        <pc:spChg chg="add mod">
          <ac:chgData name="Sohag Kabir" userId="e9b0da40-aef8-480a-bb63-d1daacecf555" providerId="ADAL" clId="{B93E19F7-CF17-4898-9657-10FD6636A87B}" dt="2024-10-05T17:05:26.063" v="3238"/>
          <ac:spMkLst>
            <pc:docMk/>
            <pc:sldMk cId="2072777590" sldId="318"/>
            <ac:spMk id="15" creationId="{95724DBC-B706-D172-8C7C-4B463F8721DF}"/>
          </ac:spMkLst>
        </pc:spChg>
      </pc:sldChg>
      <pc:sldChg chg="addSp delSp modSp add mod delAnim modAnim">
        <pc:chgData name="Sohag Kabir" userId="e9b0da40-aef8-480a-bb63-d1daacecf555" providerId="ADAL" clId="{B93E19F7-CF17-4898-9657-10FD6636A87B}" dt="2024-10-05T17:05:04.625" v="3235" actId="1076"/>
        <pc:sldMkLst>
          <pc:docMk/>
          <pc:sldMk cId="2430164481" sldId="319"/>
        </pc:sldMkLst>
        <pc:spChg chg="del mod">
          <ac:chgData name="Sohag Kabir" userId="e9b0da40-aef8-480a-bb63-d1daacecf555" providerId="ADAL" clId="{B93E19F7-CF17-4898-9657-10FD6636A87B}" dt="2024-10-05T17:04:46.432" v="3231" actId="478"/>
          <ac:spMkLst>
            <pc:docMk/>
            <pc:sldMk cId="2430164481" sldId="319"/>
            <ac:spMk id="2" creationId="{DE13D453-4D7B-47BF-AED4-27D56C3644AA}"/>
          </ac:spMkLst>
        </pc:spChg>
        <pc:spChg chg="del">
          <ac:chgData name="Sohag Kabir" userId="e9b0da40-aef8-480a-bb63-d1daacecf555" providerId="ADAL" clId="{B93E19F7-CF17-4898-9657-10FD6636A87B}" dt="2024-10-05T16:16:39.308" v="3004" actId="478"/>
          <ac:spMkLst>
            <pc:docMk/>
            <pc:sldMk cId="2430164481" sldId="319"/>
            <ac:spMk id="3" creationId="{2E646940-8E91-E289-6411-2AB0E0BD6F00}"/>
          </ac:spMkLst>
        </pc:spChg>
        <pc:spChg chg="add mod">
          <ac:chgData name="Sohag Kabir" userId="e9b0da40-aef8-480a-bb63-d1daacecf555" providerId="ADAL" clId="{B93E19F7-CF17-4898-9657-10FD6636A87B}" dt="2024-10-05T16:18:22.084" v="3017" actId="113"/>
          <ac:spMkLst>
            <pc:docMk/>
            <pc:sldMk cId="2430164481" sldId="319"/>
            <ac:spMk id="4" creationId="{8B0E281B-5484-F2B1-B4DC-0AD7FF8E271C}"/>
          </ac:spMkLst>
        </pc:spChg>
        <pc:spChg chg="add mod">
          <ac:chgData name="Sohag Kabir" userId="e9b0da40-aef8-480a-bb63-d1daacecf555" providerId="ADAL" clId="{B93E19F7-CF17-4898-9657-10FD6636A87B}" dt="2024-10-05T16:18:47.753" v="3020" actId="2711"/>
          <ac:spMkLst>
            <pc:docMk/>
            <pc:sldMk cId="2430164481" sldId="319"/>
            <ac:spMk id="5" creationId="{F3699E71-0DF6-B597-50AF-32F6C8068B76}"/>
          </ac:spMkLst>
        </pc:spChg>
        <pc:spChg chg="add mod">
          <ac:chgData name="Sohag Kabir" userId="e9b0da40-aef8-480a-bb63-d1daacecf555" providerId="ADAL" clId="{B93E19F7-CF17-4898-9657-10FD6636A87B}" dt="2024-10-05T16:18:39.087" v="3019" actId="2711"/>
          <ac:spMkLst>
            <pc:docMk/>
            <pc:sldMk cId="2430164481" sldId="319"/>
            <ac:spMk id="8" creationId="{AB6C0F93-687B-1B4E-939D-99FC6BB9941A}"/>
          </ac:spMkLst>
        </pc:spChg>
        <pc:spChg chg="add mod">
          <ac:chgData name="Sohag Kabir" userId="e9b0da40-aef8-480a-bb63-d1daacecf555" providerId="ADAL" clId="{B93E19F7-CF17-4898-9657-10FD6636A87B}" dt="2024-10-05T17:05:04.625" v="3235" actId="1076"/>
          <ac:spMkLst>
            <pc:docMk/>
            <pc:sldMk cId="2430164481" sldId="319"/>
            <ac:spMk id="9" creationId="{824DC434-999D-92C1-E690-1EE740446A41}"/>
          </ac:spMkLst>
        </pc:spChg>
        <pc:spChg chg="del">
          <ac:chgData name="Sohag Kabir" userId="e9b0da40-aef8-480a-bb63-d1daacecf555" providerId="ADAL" clId="{B93E19F7-CF17-4898-9657-10FD6636A87B}" dt="2024-10-05T16:16:42.937" v="3005" actId="478"/>
          <ac:spMkLst>
            <pc:docMk/>
            <pc:sldMk cId="2430164481" sldId="319"/>
            <ac:spMk id="10" creationId="{0429D3D5-D9A3-818D-B93F-21A0D862B685}"/>
          </ac:spMkLst>
        </pc:spChg>
        <pc:spChg chg="del">
          <ac:chgData name="Sohag Kabir" userId="e9b0da40-aef8-480a-bb63-d1daacecf555" providerId="ADAL" clId="{B93E19F7-CF17-4898-9657-10FD6636A87B}" dt="2024-10-05T16:16:42.937" v="3005" actId="478"/>
          <ac:spMkLst>
            <pc:docMk/>
            <pc:sldMk cId="2430164481" sldId="319"/>
            <ac:spMk id="11" creationId="{6103E712-A448-54AC-CAC9-88744E4CA541}"/>
          </ac:spMkLst>
        </pc:spChg>
        <pc:spChg chg="del">
          <ac:chgData name="Sohag Kabir" userId="e9b0da40-aef8-480a-bb63-d1daacecf555" providerId="ADAL" clId="{B93E19F7-CF17-4898-9657-10FD6636A87B}" dt="2024-10-05T16:16:42.937" v="3005" actId="478"/>
          <ac:spMkLst>
            <pc:docMk/>
            <pc:sldMk cId="2430164481" sldId="319"/>
            <ac:spMk id="12" creationId="{36638D1E-B0FF-D190-AB31-FCAD697FD0F6}"/>
          </ac:spMkLst>
        </pc:spChg>
        <pc:spChg chg="del">
          <ac:chgData name="Sohag Kabir" userId="e9b0da40-aef8-480a-bb63-d1daacecf555" providerId="ADAL" clId="{B93E19F7-CF17-4898-9657-10FD6636A87B}" dt="2024-10-05T16:16:42.937" v="3005" actId="478"/>
          <ac:spMkLst>
            <pc:docMk/>
            <pc:sldMk cId="2430164481" sldId="319"/>
            <ac:spMk id="13" creationId="{35E9A9CD-EF94-D4ED-0921-6F9B1F3C639B}"/>
          </ac:spMkLst>
        </pc:spChg>
        <pc:spChg chg="add del mod">
          <ac:chgData name="Sohag Kabir" userId="e9b0da40-aef8-480a-bb63-d1daacecf555" providerId="ADAL" clId="{B93E19F7-CF17-4898-9657-10FD6636A87B}" dt="2024-10-05T17:04:48.644" v="3232" actId="478"/>
          <ac:spMkLst>
            <pc:docMk/>
            <pc:sldMk cId="2430164481" sldId="319"/>
            <ac:spMk id="14" creationId="{22C02A7D-D6D4-6E51-B7C3-B0080AB1D9AF}"/>
          </ac:spMkLst>
        </pc:spChg>
        <pc:spChg chg="add mod">
          <ac:chgData name="Sohag Kabir" userId="e9b0da40-aef8-480a-bb63-d1daacecf555" providerId="ADAL" clId="{B93E19F7-CF17-4898-9657-10FD6636A87B}" dt="2024-10-05T17:04:50.249" v="3233"/>
          <ac:spMkLst>
            <pc:docMk/>
            <pc:sldMk cId="2430164481" sldId="319"/>
            <ac:spMk id="15" creationId="{28BD77BA-9D2A-8B60-549B-1830762F98C7}"/>
          </ac:spMkLst>
        </pc:spChg>
        <pc:spChg chg="add mod">
          <ac:chgData name="Sohag Kabir" userId="e9b0da40-aef8-480a-bb63-d1daacecf555" providerId="ADAL" clId="{B93E19F7-CF17-4898-9657-10FD6636A87B}" dt="2024-10-05T17:04:59.182" v="3234"/>
          <ac:spMkLst>
            <pc:docMk/>
            <pc:sldMk cId="2430164481" sldId="319"/>
            <ac:spMk id="16" creationId="{4CFA05D3-D385-9A82-EF70-DEDAC7F49EA1}"/>
          </ac:spMkLst>
        </pc:spChg>
      </pc:sldChg>
      <pc:sldChg chg="addSp delSp modSp add mod delAnim modAnim">
        <pc:chgData name="Sohag Kabir" userId="e9b0da40-aef8-480a-bb63-d1daacecf555" providerId="ADAL" clId="{B93E19F7-CF17-4898-9657-10FD6636A87B}" dt="2024-10-05T17:04:32.992" v="3230" actId="1076"/>
        <pc:sldMkLst>
          <pc:docMk/>
          <pc:sldMk cId="1104326229" sldId="320"/>
        </pc:sldMkLst>
        <pc:spChg chg="mod">
          <ac:chgData name="Sohag Kabir" userId="e9b0da40-aef8-480a-bb63-d1daacecf555" providerId="ADAL" clId="{B93E19F7-CF17-4898-9657-10FD6636A87B}" dt="2024-10-05T17:04:23.072" v="3226" actId="1076"/>
          <ac:spMkLst>
            <pc:docMk/>
            <pc:sldMk cId="1104326229" sldId="320"/>
            <ac:spMk id="2" creationId="{DE13D453-4D7B-47BF-AED4-27D56C3644AA}"/>
          </ac:spMkLst>
        </pc:spChg>
        <pc:spChg chg="add mod">
          <ac:chgData name="Sohag Kabir" userId="e9b0da40-aef8-480a-bb63-d1daacecf555" providerId="ADAL" clId="{B93E19F7-CF17-4898-9657-10FD6636A87B}" dt="2024-10-05T17:04:32.992" v="3230" actId="1076"/>
          <ac:spMkLst>
            <pc:docMk/>
            <pc:sldMk cId="1104326229" sldId="320"/>
            <ac:spMk id="3" creationId="{B87B28DA-EDB4-E5DD-0006-1D2602CF1383}"/>
          </ac:spMkLst>
        </pc:spChg>
        <pc:spChg chg="del">
          <ac:chgData name="Sohag Kabir" userId="e9b0da40-aef8-480a-bb63-d1daacecf555" providerId="ADAL" clId="{B93E19F7-CF17-4898-9657-10FD6636A87B}" dt="2024-10-05T16:21:22.648" v="3022" actId="478"/>
          <ac:spMkLst>
            <pc:docMk/>
            <pc:sldMk cId="1104326229" sldId="320"/>
            <ac:spMk id="4" creationId="{8B0E281B-5484-F2B1-B4DC-0AD7FF8E271C}"/>
          </ac:spMkLst>
        </pc:spChg>
        <pc:spChg chg="del">
          <ac:chgData name="Sohag Kabir" userId="e9b0da40-aef8-480a-bb63-d1daacecf555" providerId="ADAL" clId="{B93E19F7-CF17-4898-9657-10FD6636A87B}" dt="2024-10-05T16:21:30.157" v="3025" actId="478"/>
          <ac:spMkLst>
            <pc:docMk/>
            <pc:sldMk cId="1104326229" sldId="320"/>
            <ac:spMk id="5" creationId="{F3699E71-0DF6-B597-50AF-32F6C8068B76}"/>
          </ac:spMkLst>
        </pc:spChg>
        <pc:spChg chg="del">
          <ac:chgData name="Sohag Kabir" userId="e9b0da40-aef8-480a-bb63-d1daacecf555" providerId="ADAL" clId="{B93E19F7-CF17-4898-9657-10FD6636A87B}" dt="2024-10-05T16:21:26.790" v="3024" actId="478"/>
          <ac:spMkLst>
            <pc:docMk/>
            <pc:sldMk cId="1104326229" sldId="320"/>
            <ac:spMk id="8" creationId="{AB6C0F93-687B-1B4E-939D-99FC6BB9941A}"/>
          </ac:spMkLst>
        </pc:spChg>
        <pc:spChg chg="del">
          <ac:chgData name="Sohag Kabir" userId="e9b0da40-aef8-480a-bb63-d1daacecf555" providerId="ADAL" clId="{B93E19F7-CF17-4898-9657-10FD6636A87B}" dt="2024-10-05T16:21:24.285" v="3023" actId="478"/>
          <ac:spMkLst>
            <pc:docMk/>
            <pc:sldMk cId="1104326229" sldId="320"/>
            <ac:spMk id="9" creationId="{824DC434-999D-92C1-E690-1EE740446A41}"/>
          </ac:spMkLst>
        </pc:spChg>
        <pc:spChg chg="add mod">
          <ac:chgData name="Sohag Kabir" userId="e9b0da40-aef8-480a-bb63-d1daacecf555" providerId="ADAL" clId="{B93E19F7-CF17-4898-9657-10FD6636A87B}" dt="2024-10-05T17:04:30.328" v="3229" actId="1076"/>
          <ac:spMkLst>
            <pc:docMk/>
            <pc:sldMk cId="1104326229" sldId="320"/>
            <ac:spMk id="10" creationId="{4B40CAE1-3F2E-6AB5-4585-569DB760C13E}"/>
          </ac:spMkLst>
        </pc:spChg>
        <pc:spChg chg="add mod">
          <ac:chgData name="Sohag Kabir" userId="e9b0da40-aef8-480a-bb63-d1daacecf555" providerId="ADAL" clId="{B93E19F7-CF17-4898-9657-10FD6636A87B}" dt="2024-10-05T17:04:28.392" v="3228" actId="1076"/>
          <ac:spMkLst>
            <pc:docMk/>
            <pc:sldMk cId="1104326229" sldId="320"/>
            <ac:spMk id="11" creationId="{576FE5C2-F1AD-860F-56A1-069F3427ED16}"/>
          </ac:spMkLst>
        </pc:spChg>
        <pc:spChg chg="add mod">
          <ac:chgData name="Sohag Kabir" userId="e9b0da40-aef8-480a-bb63-d1daacecf555" providerId="ADAL" clId="{B93E19F7-CF17-4898-9657-10FD6636A87B}" dt="2024-10-05T17:04:05.828" v="3222"/>
          <ac:spMkLst>
            <pc:docMk/>
            <pc:sldMk cId="1104326229" sldId="320"/>
            <ac:spMk id="12" creationId="{E3D2B5C3-728C-9804-6298-00C2294EC97A}"/>
          </ac:spMkLst>
        </pc:spChg>
      </pc:sldChg>
      <pc:sldChg chg="addSp delSp modSp add mod delAnim modAnim">
        <pc:chgData name="Sohag Kabir" userId="e9b0da40-aef8-480a-bb63-d1daacecf555" providerId="ADAL" clId="{B93E19F7-CF17-4898-9657-10FD6636A87B}" dt="2024-10-05T17:03:36.306" v="3217" actId="478"/>
        <pc:sldMkLst>
          <pc:docMk/>
          <pc:sldMk cId="3732061710" sldId="321"/>
        </pc:sldMkLst>
        <pc:spChg chg="del mod">
          <ac:chgData name="Sohag Kabir" userId="e9b0da40-aef8-480a-bb63-d1daacecf555" providerId="ADAL" clId="{B93E19F7-CF17-4898-9657-10FD6636A87B}" dt="2024-10-05T17:03:34.580" v="3216" actId="478"/>
          <ac:spMkLst>
            <pc:docMk/>
            <pc:sldMk cId="3732061710" sldId="321"/>
            <ac:spMk id="2" creationId="{DE13D453-4D7B-47BF-AED4-27D56C3644AA}"/>
          </ac:spMkLst>
        </pc:spChg>
        <pc:spChg chg="del mod">
          <ac:chgData name="Sohag Kabir" userId="e9b0da40-aef8-480a-bb63-d1daacecf555" providerId="ADAL" clId="{B93E19F7-CF17-4898-9657-10FD6636A87B}" dt="2024-10-05T16:29:52.214" v="3063" actId="478"/>
          <ac:spMkLst>
            <pc:docMk/>
            <pc:sldMk cId="3732061710" sldId="321"/>
            <ac:spMk id="3" creationId="{B87B28DA-EDB4-E5DD-0006-1D2602CF1383}"/>
          </ac:spMkLst>
        </pc:spChg>
        <pc:spChg chg="add mod">
          <ac:chgData name="Sohag Kabir" userId="e9b0da40-aef8-480a-bb63-d1daacecf555" providerId="ADAL" clId="{B93E19F7-CF17-4898-9657-10FD6636A87B}" dt="2024-10-05T16:30:08.181" v="3064"/>
          <ac:spMkLst>
            <pc:docMk/>
            <pc:sldMk cId="3732061710" sldId="321"/>
            <ac:spMk id="5" creationId="{D7FAA704-9AE9-4A7A-998B-10A6ECE5217F}"/>
          </ac:spMkLst>
        </pc:spChg>
        <pc:spChg chg="add mod">
          <ac:chgData name="Sohag Kabir" userId="e9b0da40-aef8-480a-bb63-d1daacecf555" providerId="ADAL" clId="{B93E19F7-CF17-4898-9657-10FD6636A87B}" dt="2024-10-05T16:30:08.181" v="3064"/>
          <ac:spMkLst>
            <pc:docMk/>
            <pc:sldMk cId="3732061710" sldId="321"/>
            <ac:spMk id="8" creationId="{099C9850-D96F-112A-BB7F-4FE1B24E6395}"/>
          </ac:spMkLst>
        </pc:spChg>
        <pc:spChg chg="add mod">
          <ac:chgData name="Sohag Kabir" userId="e9b0da40-aef8-480a-bb63-d1daacecf555" providerId="ADAL" clId="{B93E19F7-CF17-4898-9657-10FD6636A87B}" dt="2024-10-05T17:03:28.971" v="3214"/>
          <ac:spMkLst>
            <pc:docMk/>
            <pc:sldMk cId="3732061710" sldId="321"/>
            <ac:spMk id="9" creationId="{49ECE5C9-1635-C03A-E38F-39D8026FE5AE}"/>
          </ac:spMkLst>
        </pc:spChg>
        <pc:spChg chg="mod">
          <ac:chgData name="Sohag Kabir" userId="e9b0da40-aef8-480a-bb63-d1daacecf555" providerId="ADAL" clId="{B93E19F7-CF17-4898-9657-10FD6636A87B}" dt="2024-10-05T16:29:41.168" v="3061" actId="113"/>
          <ac:spMkLst>
            <pc:docMk/>
            <pc:sldMk cId="3732061710" sldId="321"/>
            <ac:spMk id="10" creationId="{4B40CAE1-3F2E-6AB5-4585-569DB760C13E}"/>
          </ac:spMkLst>
        </pc:spChg>
        <pc:spChg chg="mod">
          <ac:chgData name="Sohag Kabir" userId="e9b0da40-aef8-480a-bb63-d1daacecf555" providerId="ADAL" clId="{B93E19F7-CF17-4898-9657-10FD6636A87B}" dt="2024-10-05T16:40:51.545" v="3071" actId="207"/>
          <ac:spMkLst>
            <pc:docMk/>
            <pc:sldMk cId="3732061710" sldId="321"/>
            <ac:spMk id="11" creationId="{576FE5C2-F1AD-860F-56A1-069F3427ED16}"/>
          </ac:spMkLst>
        </pc:spChg>
        <pc:spChg chg="add del mod">
          <ac:chgData name="Sohag Kabir" userId="e9b0da40-aef8-480a-bb63-d1daacecf555" providerId="ADAL" clId="{B93E19F7-CF17-4898-9657-10FD6636A87B}" dt="2024-10-05T17:03:36.306" v="3217" actId="478"/>
          <ac:spMkLst>
            <pc:docMk/>
            <pc:sldMk cId="3732061710" sldId="321"/>
            <ac:spMk id="12" creationId="{18185E06-9C16-6B2E-48C0-3BE4F4785A6D}"/>
          </ac:spMkLst>
        </pc:spChg>
        <pc:graphicFrameChg chg="add mod">
          <ac:chgData name="Sohag Kabir" userId="e9b0da40-aef8-480a-bb63-d1daacecf555" providerId="ADAL" clId="{B93E19F7-CF17-4898-9657-10FD6636A87B}" dt="2024-10-05T16:30:08.181" v="3064"/>
          <ac:graphicFrameMkLst>
            <pc:docMk/>
            <pc:sldMk cId="3732061710" sldId="321"/>
            <ac:graphicFrameMk id="4" creationId="{061A5A06-4460-3A4F-0AA7-AB06974AF33A}"/>
          </ac:graphicFrameMkLst>
        </pc:graphicFrameChg>
      </pc:sldChg>
      <pc:sldChg chg="addSp delSp modSp add mod delAnim modAnim">
        <pc:chgData name="Sohag Kabir" userId="e9b0da40-aef8-480a-bb63-d1daacecf555" providerId="ADAL" clId="{B93E19F7-CF17-4898-9657-10FD6636A87B}" dt="2024-10-05T17:03:18.565" v="3213" actId="1076"/>
        <pc:sldMkLst>
          <pc:docMk/>
          <pc:sldMk cId="4110926446" sldId="322"/>
        </pc:sldMkLst>
        <pc:spChg chg="del">
          <ac:chgData name="Sohag Kabir" userId="e9b0da40-aef8-480a-bb63-d1daacecf555" providerId="ADAL" clId="{B93E19F7-CF17-4898-9657-10FD6636A87B}" dt="2024-10-05T17:03:08.514" v="3210" actId="478"/>
          <ac:spMkLst>
            <pc:docMk/>
            <pc:sldMk cId="4110926446" sldId="322"/>
            <ac:spMk id="2" creationId="{DE13D453-4D7B-47BF-AED4-27D56C3644AA}"/>
          </ac:spMkLst>
        </pc:spChg>
        <pc:spChg chg="del">
          <ac:chgData name="Sohag Kabir" userId="e9b0da40-aef8-480a-bb63-d1daacecf555" providerId="ADAL" clId="{B93E19F7-CF17-4898-9657-10FD6636A87B}" dt="2024-10-05T16:41:42.514" v="3076" actId="478"/>
          <ac:spMkLst>
            <pc:docMk/>
            <pc:sldMk cId="4110926446" sldId="322"/>
            <ac:spMk id="5" creationId="{D7FAA704-9AE9-4A7A-998B-10A6ECE5217F}"/>
          </ac:spMkLst>
        </pc:spChg>
        <pc:spChg chg="del">
          <ac:chgData name="Sohag Kabir" userId="e9b0da40-aef8-480a-bb63-d1daacecf555" providerId="ADAL" clId="{B93E19F7-CF17-4898-9657-10FD6636A87B}" dt="2024-10-05T16:41:42.514" v="3076" actId="478"/>
          <ac:spMkLst>
            <pc:docMk/>
            <pc:sldMk cId="4110926446" sldId="322"/>
            <ac:spMk id="8" creationId="{099C9850-D96F-112A-BB7F-4FE1B24E6395}"/>
          </ac:spMkLst>
        </pc:spChg>
        <pc:spChg chg="add mod">
          <ac:chgData name="Sohag Kabir" userId="e9b0da40-aef8-480a-bb63-d1daacecf555" providerId="ADAL" clId="{B93E19F7-CF17-4898-9657-10FD6636A87B}" dt="2024-10-05T16:42:01.177" v="3078" actId="1076"/>
          <ac:spMkLst>
            <pc:docMk/>
            <pc:sldMk cId="4110926446" sldId="322"/>
            <ac:spMk id="9" creationId="{40492858-A6B1-7E06-1EF5-4C368BFA2987}"/>
          </ac:spMkLst>
        </pc:spChg>
        <pc:spChg chg="mod">
          <ac:chgData name="Sohag Kabir" userId="e9b0da40-aef8-480a-bb63-d1daacecf555" providerId="ADAL" clId="{B93E19F7-CF17-4898-9657-10FD6636A87B}" dt="2024-10-05T16:40:08.879" v="3069" actId="113"/>
          <ac:spMkLst>
            <pc:docMk/>
            <pc:sldMk cId="4110926446" sldId="322"/>
            <ac:spMk id="10" creationId="{4B40CAE1-3F2E-6AB5-4585-569DB760C13E}"/>
          </ac:spMkLst>
        </pc:spChg>
        <pc:spChg chg="mod">
          <ac:chgData name="Sohag Kabir" userId="e9b0da40-aef8-480a-bb63-d1daacecf555" providerId="ADAL" clId="{B93E19F7-CF17-4898-9657-10FD6636A87B}" dt="2024-10-05T16:41:37.826" v="3075" actId="207"/>
          <ac:spMkLst>
            <pc:docMk/>
            <pc:sldMk cId="4110926446" sldId="322"/>
            <ac:spMk id="11" creationId="{576FE5C2-F1AD-860F-56A1-069F3427ED16}"/>
          </ac:spMkLst>
        </pc:spChg>
        <pc:spChg chg="add mod">
          <ac:chgData name="Sohag Kabir" userId="e9b0da40-aef8-480a-bb63-d1daacecf555" providerId="ADAL" clId="{B93E19F7-CF17-4898-9657-10FD6636A87B}" dt="2024-10-05T16:42:01.177" v="3078" actId="1076"/>
          <ac:spMkLst>
            <pc:docMk/>
            <pc:sldMk cId="4110926446" sldId="322"/>
            <ac:spMk id="12" creationId="{AA30936E-25A0-5268-B383-D7C7E1F3D62E}"/>
          </ac:spMkLst>
        </pc:spChg>
        <pc:spChg chg="add mod">
          <ac:chgData name="Sohag Kabir" userId="e9b0da40-aef8-480a-bb63-d1daacecf555" providerId="ADAL" clId="{B93E19F7-CF17-4898-9657-10FD6636A87B}" dt="2024-10-05T17:03:18.565" v="3213" actId="1076"/>
          <ac:spMkLst>
            <pc:docMk/>
            <pc:sldMk cId="4110926446" sldId="322"/>
            <ac:spMk id="14" creationId="{5723A14A-6F0D-8BF7-E38E-3463AF855B12}"/>
          </ac:spMkLst>
        </pc:spChg>
        <pc:spChg chg="add del mod">
          <ac:chgData name="Sohag Kabir" userId="e9b0da40-aef8-480a-bb63-d1daacecf555" providerId="ADAL" clId="{B93E19F7-CF17-4898-9657-10FD6636A87B}" dt="2024-10-05T17:03:15.614" v="3212" actId="478"/>
          <ac:spMkLst>
            <pc:docMk/>
            <pc:sldMk cId="4110926446" sldId="322"/>
            <ac:spMk id="15" creationId="{21E5315C-80BF-AE49-4A2A-B91CC4A57E91}"/>
          </ac:spMkLst>
        </pc:spChg>
        <pc:graphicFrameChg chg="add mod">
          <ac:chgData name="Sohag Kabir" userId="e9b0da40-aef8-480a-bb63-d1daacecf555" providerId="ADAL" clId="{B93E19F7-CF17-4898-9657-10FD6636A87B}" dt="2024-10-05T16:42:01.177" v="3078" actId="1076"/>
          <ac:graphicFrameMkLst>
            <pc:docMk/>
            <pc:sldMk cId="4110926446" sldId="322"/>
            <ac:graphicFrameMk id="3" creationId="{2B64EBE4-5D83-A79F-07D5-7B15AA7D0455}"/>
          </ac:graphicFrameMkLst>
        </pc:graphicFrameChg>
        <pc:graphicFrameChg chg="del">
          <ac:chgData name="Sohag Kabir" userId="e9b0da40-aef8-480a-bb63-d1daacecf555" providerId="ADAL" clId="{B93E19F7-CF17-4898-9657-10FD6636A87B}" dt="2024-10-05T16:41:42.514" v="3076" actId="478"/>
          <ac:graphicFrameMkLst>
            <pc:docMk/>
            <pc:sldMk cId="4110926446" sldId="322"/>
            <ac:graphicFrameMk id="4" creationId="{061A5A06-4460-3A4F-0AA7-AB06974AF33A}"/>
          </ac:graphicFrameMkLst>
        </pc:graphicFrameChg>
        <pc:graphicFrameChg chg="add mod">
          <ac:chgData name="Sohag Kabir" userId="e9b0da40-aef8-480a-bb63-d1daacecf555" providerId="ADAL" clId="{B93E19F7-CF17-4898-9657-10FD6636A87B}" dt="2024-10-05T16:42:01.177" v="3078" actId="1076"/>
          <ac:graphicFrameMkLst>
            <pc:docMk/>
            <pc:sldMk cId="4110926446" sldId="322"/>
            <ac:graphicFrameMk id="13" creationId="{5708C091-ABA6-8745-D960-C1E9668F8D6F}"/>
          </ac:graphicFrameMkLst>
        </pc:graphicFrameChg>
      </pc:sldChg>
      <pc:sldChg chg="addSp delSp modSp add mod delAnim modAnim">
        <pc:chgData name="Sohag Kabir" userId="e9b0da40-aef8-480a-bb63-d1daacecf555" providerId="ADAL" clId="{B93E19F7-CF17-4898-9657-10FD6636A87B}" dt="2024-10-05T17:02:49.710" v="3207" actId="478"/>
        <pc:sldMkLst>
          <pc:docMk/>
          <pc:sldMk cId="1701472916" sldId="323"/>
        </pc:sldMkLst>
        <pc:spChg chg="del mod">
          <ac:chgData name="Sohag Kabir" userId="e9b0da40-aef8-480a-bb63-d1daacecf555" providerId="ADAL" clId="{B93E19F7-CF17-4898-9657-10FD6636A87B}" dt="2024-10-05T17:02:47.783" v="3206" actId="478"/>
          <ac:spMkLst>
            <pc:docMk/>
            <pc:sldMk cId="1701472916" sldId="323"/>
            <ac:spMk id="2" creationId="{DE13D453-4D7B-47BF-AED4-27D56C3644AA}"/>
          </ac:spMkLst>
        </pc:spChg>
        <pc:spChg chg="add mod">
          <ac:chgData name="Sohag Kabir" userId="e9b0da40-aef8-480a-bb63-d1daacecf555" providerId="ADAL" clId="{B93E19F7-CF17-4898-9657-10FD6636A87B}" dt="2024-10-05T16:44:39.098" v="3088"/>
          <ac:spMkLst>
            <pc:docMk/>
            <pc:sldMk cId="1701472916" sldId="323"/>
            <ac:spMk id="4" creationId="{CA6E6E9B-DB6F-CB67-67C1-7C0A8AB512A8}"/>
          </ac:spMkLst>
        </pc:spChg>
        <pc:spChg chg="add mod">
          <ac:chgData name="Sohag Kabir" userId="e9b0da40-aef8-480a-bb63-d1daacecf555" providerId="ADAL" clId="{B93E19F7-CF17-4898-9657-10FD6636A87B}" dt="2024-10-05T16:44:39.098" v="3088"/>
          <ac:spMkLst>
            <pc:docMk/>
            <pc:sldMk cId="1701472916" sldId="323"/>
            <ac:spMk id="8" creationId="{6F6FECEE-603A-2ECF-A1F1-EF06A61CE69A}"/>
          </ac:spMkLst>
        </pc:spChg>
        <pc:spChg chg="del">
          <ac:chgData name="Sohag Kabir" userId="e9b0da40-aef8-480a-bb63-d1daacecf555" providerId="ADAL" clId="{B93E19F7-CF17-4898-9657-10FD6636A87B}" dt="2024-10-05T16:44:24.004" v="3087" actId="478"/>
          <ac:spMkLst>
            <pc:docMk/>
            <pc:sldMk cId="1701472916" sldId="323"/>
            <ac:spMk id="9" creationId="{40492858-A6B1-7E06-1EF5-4C368BFA2987}"/>
          </ac:spMkLst>
        </pc:spChg>
        <pc:spChg chg="mod">
          <ac:chgData name="Sohag Kabir" userId="e9b0da40-aef8-480a-bb63-d1daacecf555" providerId="ADAL" clId="{B93E19F7-CF17-4898-9657-10FD6636A87B}" dt="2024-10-05T16:44:12.261" v="3086" actId="207"/>
          <ac:spMkLst>
            <pc:docMk/>
            <pc:sldMk cId="1701472916" sldId="323"/>
            <ac:spMk id="10" creationId="{4B40CAE1-3F2E-6AB5-4585-569DB760C13E}"/>
          </ac:spMkLst>
        </pc:spChg>
        <pc:spChg chg="mod">
          <ac:chgData name="Sohag Kabir" userId="e9b0da40-aef8-480a-bb63-d1daacecf555" providerId="ADAL" clId="{B93E19F7-CF17-4898-9657-10FD6636A87B}" dt="2024-10-05T16:43:51.867" v="3082" actId="207"/>
          <ac:spMkLst>
            <pc:docMk/>
            <pc:sldMk cId="1701472916" sldId="323"/>
            <ac:spMk id="11" creationId="{576FE5C2-F1AD-860F-56A1-069F3427ED16}"/>
          </ac:spMkLst>
        </pc:spChg>
        <pc:spChg chg="del">
          <ac:chgData name="Sohag Kabir" userId="e9b0da40-aef8-480a-bb63-d1daacecf555" providerId="ADAL" clId="{B93E19F7-CF17-4898-9657-10FD6636A87B}" dt="2024-10-05T16:44:24.004" v="3087" actId="478"/>
          <ac:spMkLst>
            <pc:docMk/>
            <pc:sldMk cId="1701472916" sldId="323"/>
            <ac:spMk id="12" creationId="{AA30936E-25A0-5268-B383-D7C7E1F3D62E}"/>
          </ac:spMkLst>
        </pc:spChg>
        <pc:spChg chg="add mod">
          <ac:chgData name="Sohag Kabir" userId="e9b0da40-aef8-480a-bb63-d1daacecf555" providerId="ADAL" clId="{B93E19F7-CF17-4898-9657-10FD6636A87B}" dt="2024-10-05T17:02:44.674" v="3205" actId="1076"/>
          <ac:spMkLst>
            <pc:docMk/>
            <pc:sldMk cId="1701472916" sldId="323"/>
            <ac:spMk id="15" creationId="{8E18BE2F-D5C9-3D15-9F73-5E8E37344BC0}"/>
          </ac:spMkLst>
        </pc:spChg>
        <pc:spChg chg="add del mod">
          <ac:chgData name="Sohag Kabir" userId="e9b0da40-aef8-480a-bb63-d1daacecf555" providerId="ADAL" clId="{B93E19F7-CF17-4898-9657-10FD6636A87B}" dt="2024-10-05T17:02:49.710" v="3207" actId="478"/>
          <ac:spMkLst>
            <pc:docMk/>
            <pc:sldMk cId="1701472916" sldId="323"/>
            <ac:spMk id="16" creationId="{7DC2835B-4734-BF0D-EE17-9E1EBC2AD353}"/>
          </ac:spMkLst>
        </pc:spChg>
        <pc:graphicFrameChg chg="del">
          <ac:chgData name="Sohag Kabir" userId="e9b0da40-aef8-480a-bb63-d1daacecf555" providerId="ADAL" clId="{B93E19F7-CF17-4898-9657-10FD6636A87B}" dt="2024-10-05T16:44:24.004" v="3087" actId="478"/>
          <ac:graphicFrameMkLst>
            <pc:docMk/>
            <pc:sldMk cId="1701472916" sldId="323"/>
            <ac:graphicFrameMk id="3" creationId="{2B64EBE4-5D83-A79F-07D5-7B15AA7D0455}"/>
          </ac:graphicFrameMkLst>
        </pc:graphicFrameChg>
        <pc:graphicFrameChg chg="add mod">
          <ac:chgData name="Sohag Kabir" userId="e9b0da40-aef8-480a-bb63-d1daacecf555" providerId="ADAL" clId="{B93E19F7-CF17-4898-9657-10FD6636A87B}" dt="2024-10-05T16:44:39.098" v="3088"/>
          <ac:graphicFrameMkLst>
            <pc:docMk/>
            <pc:sldMk cId="1701472916" sldId="323"/>
            <ac:graphicFrameMk id="5" creationId="{30949C66-603C-628C-C329-33F5B42F60CA}"/>
          </ac:graphicFrameMkLst>
        </pc:graphicFrameChg>
        <pc:graphicFrameChg chg="del">
          <ac:chgData name="Sohag Kabir" userId="e9b0da40-aef8-480a-bb63-d1daacecf555" providerId="ADAL" clId="{B93E19F7-CF17-4898-9657-10FD6636A87B}" dt="2024-10-05T16:44:24.004" v="3087" actId="478"/>
          <ac:graphicFrameMkLst>
            <pc:docMk/>
            <pc:sldMk cId="1701472916" sldId="323"/>
            <ac:graphicFrameMk id="13" creationId="{5708C091-ABA6-8745-D960-C1E9668F8D6F}"/>
          </ac:graphicFrameMkLst>
        </pc:graphicFrameChg>
        <pc:graphicFrameChg chg="add mod">
          <ac:chgData name="Sohag Kabir" userId="e9b0da40-aef8-480a-bb63-d1daacecf555" providerId="ADAL" clId="{B93E19F7-CF17-4898-9657-10FD6636A87B}" dt="2024-10-05T16:44:39.098" v="3088"/>
          <ac:graphicFrameMkLst>
            <pc:docMk/>
            <pc:sldMk cId="1701472916" sldId="323"/>
            <ac:graphicFrameMk id="14" creationId="{78CF29FF-CF86-38C5-8F88-881DD08629E0}"/>
          </ac:graphicFrameMkLst>
        </pc:graphicFrameChg>
      </pc:sldChg>
      <pc:sldChg chg="addSp delSp modSp add mod delAnim modAnim">
        <pc:chgData name="Sohag Kabir" userId="e9b0da40-aef8-480a-bb63-d1daacecf555" providerId="ADAL" clId="{B93E19F7-CF17-4898-9657-10FD6636A87B}" dt="2024-10-05T17:02:19.974" v="3201" actId="113"/>
        <pc:sldMkLst>
          <pc:docMk/>
          <pc:sldMk cId="3154535261" sldId="324"/>
        </pc:sldMkLst>
        <pc:spChg chg="del mod">
          <ac:chgData name="Sohag Kabir" userId="e9b0da40-aef8-480a-bb63-d1daacecf555" providerId="ADAL" clId="{B93E19F7-CF17-4898-9657-10FD6636A87B}" dt="2024-10-05T17:02:06.647" v="3199" actId="478"/>
          <ac:spMkLst>
            <pc:docMk/>
            <pc:sldMk cId="3154535261" sldId="324"/>
            <ac:spMk id="2" creationId="{DE13D453-4D7B-47BF-AED4-27D56C3644AA}"/>
          </ac:spMkLst>
        </pc:spChg>
        <pc:spChg chg="add mod">
          <ac:chgData name="Sohag Kabir" userId="e9b0da40-aef8-480a-bb63-d1daacecf555" providerId="ADAL" clId="{B93E19F7-CF17-4898-9657-10FD6636A87B}" dt="2024-10-05T16:46:15.937" v="3109" actId="2711"/>
          <ac:spMkLst>
            <pc:docMk/>
            <pc:sldMk cId="3154535261" sldId="324"/>
            <ac:spMk id="3" creationId="{97B05D5E-AF09-9EF8-8C4B-5942E8D8A9C2}"/>
          </ac:spMkLst>
        </pc:spChg>
        <pc:spChg chg="del">
          <ac:chgData name="Sohag Kabir" userId="e9b0da40-aef8-480a-bb63-d1daacecf555" providerId="ADAL" clId="{B93E19F7-CF17-4898-9657-10FD6636A87B}" dt="2024-10-05T16:45:50.992" v="3104" actId="478"/>
          <ac:spMkLst>
            <pc:docMk/>
            <pc:sldMk cId="3154535261" sldId="324"/>
            <ac:spMk id="4" creationId="{CA6E6E9B-DB6F-CB67-67C1-7C0A8AB512A8}"/>
          </ac:spMkLst>
        </pc:spChg>
        <pc:spChg chg="del">
          <ac:chgData name="Sohag Kabir" userId="e9b0da40-aef8-480a-bb63-d1daacecf555" providerId="ADAL" clId="{B93E19F7-CF17-4898-9657-10FD6636A87B}" dt="2024-10-05T16:45:50.992" v="3104" actId="478"/>
          <ac:spMkLst>
            <pc:docMk/>
            <pc:sldMk cId="3154535261" sldId="324"/>
            <ac:spMk id="8" creationId="{6F6FECEE-603A-2ECF-A1F1-EF06A61CE69A}"/>
          </ac:spMkLst>
        </pc:spChg>
        <pc:spChg chg="add mod">
          <ac:chgData name="Sohag Kabir" userId="e9b0da40-aef8-480a-bb63-d1daacecf555" providerId="ADAL" clId="{B93E19F7-CF17-4898-9657-10FD6636A87B}" dt="2024-10-05T16:46:40.451" v="3115" actId="2711"/>
          <ac:spMkLst>
            <pc:docMk/>
            <pc:sldMk cId="3154535261" sldId="324"/>
            <ac:spMk id="9" creationId="{02832820-69D1-A2D1-28E9-C756101A04D4}"/>
          </ac:spMkLst>
        </pc:spChg>
        <pc:spChg chg="mod">
          <ac:chgData name="Sohag Kabir" userId="e9b0da40-aef8-480a-bb63-d1daacecf555" providerId="ADAL" clId="{B93E19F7-CF17-4898-9657-10FD6636A87B}" dt="2024-10-05T17:02:19.974" v="3201" actId="113"/>
          <ac:spMkLst>
            <pc:docMk/>
            <pc:sldMk cId="3154535261" sldId="324"/>
            <ac:spMk id="10" creationId="{4B40CAE1-3F2E-6AB5-4585-569DB760C13E}"/>
          </ac:spMkLst>
        </pc:spChg>
        <pc:spChg chg="del">
          <ac:chgData name="Sohag Kabir" userId="e9b0da40-aef8-480a-bb63-d1daacecf555" providerId="ADAL" clId="{B93E19F7-CF17-4898-9657-10FD6636A87B}" dt="2024-10-05T16:45:47.864" v="3103" actId="478"/>
          <ac:spMkLst>
            <pc:docMk/>
            <pc:sldMk cId="3154535261" sldId="324"/>
            <ac:spMk id="11" creationId="{576FE5C2-F1AD-860F-56A1-069F3427ED16}"/>
          </ac:spMkLst>
        </pc:spChg>
        <pc:spChg chg="add mod">
          <ac:chgData name="Sohag Kabir" userId="e9b0da40-aef8-480a-bb63-d1daacecf555" providerId="ADAL" clId="{B93E19F7-CF17-4898-9657-10FD6636A87B}" dt="2024-10-05T16:46:32.342" v="3114" actId="113"/>
          <ac:spMkLst>
            <pc:docMk/>
            <pc:sldMk cId="3154535261" sldId="324"/>
            <ac:spMk id="12" creationId="{80053CB0-8FFF-2D55-8786-A7B6B44E26CF}"/>
          </ac:spMkLst>
        </pc:spChg>
        <pc:spChg chg="add mod">
          <ac:chgData name="Sohag Kabir" userId="e9b0da40-aef8-480a-bb63-d1daacecf555" providerId="ADAL" clId="{B93E19F7-CF17-4898-9657-10FD6636A87B}" dt="2024-10-05T16:46:45.563" v="3116" actId="2711"/>
          <ac:spMkLst>
            <pc:docMk/>
            <pc:sldMk cId="3154535261" sldId="324"/>
            <ac:spMk id="13" creationId="{A7186E1A-F5ED-B1E6-DEEB-9CE5BEA62981}"/>
          </ac:spMkLst>
        </pc:spChg>
        <pc:spChg chg="add mod">
          <ac:chgData name="Sohag Kabir" userId="e9b0da40-aef8-480a-bb63-d1daacecf555" providerId="ADAL" clId="{B93E19F7-CF17-4898-9657-10FD6636A87B}" dt="2024-10-05T17:02:04.151" v="3198" actId="1076"/>
          <ac:spMkLst>
            <pc:docMk/>
            <pc:sldMk cId="3154535261" sldId="324"/>
            <ac:spMk id="15" creationId="{20F5FDE2-87A7-DB58-3DD0-075EF2E338D0}"/>
          </ac:spMkLst>
        </pc:spChg>
        <pc:spChg chg="add del mod">
          <ac:chgData name="Sohag Kabir" userId="e9b0da40-aef8-480a-bb63-d1daacecf555" providerId="ADAL" clId="{B93E19F7-CF17-4898-9657-10FD6636A87B}" dt="2024-10-05T17:02:08.916" v="3200" actId="478"/>
          <ac:spMkLst>
            <pc:docMk/>
            <pc:sldMk cId="3154535261" sldId="324"/>
            <ac:spMk id="16" creationId="{1DF46F48-6883-C127-F813-9F0285125283}"/>
          </ac:spMkLst>
        </pc:spChg>
        <pc:graphicFrameChg chg="del">
          <ac:chgData name="Sohag Kabir" userId="e9b0da40-aef8-480a-bb63-d1daacecf555" providerId="ADAL" clId="{B93E19F7-CF17-4898-9657-10FD6636A87B}" dt="2024-10-05T16:45:50.992" v="3104" actId="478"/>
          <ac:graphicFrameMkLst>
            <pc:docMk/>
            <pc:sldMk cId="3154535261" sldId="324"/>
            <ac:graphicFrameMk id="5" creationId="{30949C66-603C-628C-C329-33F5B42F60CA}"/>
          </ac:graphicFrameMkLst>
        </pc:graphicFrameChg>
        <pc:graphicFrameChg chg="del">
          <ac:chgData name="Sohag Kabir" userId="e9b0da40-aef8-480a-bb63-d1daacecf555" providerId="ADAL" clId="{B93E19F7-CF17-4898-9657-10FD6636A87B}" dt="2024-10-05T16:45:50.992" v="3104" actId="478"/>
          <ac:graphicFrameMkLst>
            <pc:docMk/>
            <pc:sldMk cId="3154535261" sldId="324"/>
            <ac:graphicFrameMk id="14" creationId="{78CF29FF-CF86-38C5-8F88-881DD08629E0}"/>
          </ac:graphicFrameMkLst>
        </pc:graphicFrameChg>
      </pc:sldChg>
      <pc:sldChg chg="addSp delSp modSp add mod delAnim modAnim">
        <pc:chgData name="Sohag Kabir" userId="e9b0da40-aef8-480a-bb63-d1daacecf555" providerId="ADAL" clId="{B93E19F7-CF17-4898-9657-10FD6636A87B}" dt="2024-10-05T16:59:33.534" v="3194" actId="20577"/>
        <pc:sldMkLst>
          <pc:docMk/>
          <pc:sldMk cId="3053571331" sldId="325"/>
        </pc:sldMkLst>
        <pc:spChg chg="del">
          <ac:chgData name="Sohag Kabir" userId="e9b0da40-aef8-480a-bb63-d1daacecf555" providerId="ADAL" clId="{B93E19F7-CF17-4898-9657-10FD6636A87B}" dt="2024-10-05T16:59:20.382" v="3190" actId="478"/>
          <ac:spMkLst>
            <pc:docMk/>
            <pc:sldMk cId="3053571331" sldId="325"/>
            <ac:spMk id="2" creationId="{DE13D453-4D7B-47BF-AED4-27D56C3644AA}"/>
          </ac:spMkLst>
        </pc:spChg>
        <pc:spChg chg="del">
          <ac:chgData name="Sohag Kabir" userId="e9b0da40-aef8-480a-bb63-d1daacecf555" providerId="ADAL" clId="{B93E19F7-CF17-4898-9657-10FD6636A87B}" dt="2024-10-05T16:47:48.891" v="3120" actId="478"/>
          <ac:spMkLst>
            <pc:docMk/>
            <pc:sldMk cId="3053571331" sldId="325"/>
            <ac:spMk id="3" creationId="{97B05D5E-AF09-9EF8-8C4B-5942E8D8A9C2}"/>
          </ac:spMkLst>
        </pc:spChg>
        <pc:spChg chg="add mod">
          <ac:chgData name="Sohag Kabir" userId="e9b0da40-aef8-480a-bb63-d1daacecf555" providerId="ADAL" clId="{B93E19F7-CF17-4898-9657-10FD6636A87B}" dt="2024-10-05T16:49:35.721" v="3132" actId="14100"/>
          <ac:spMkLst>
            <pc:docMk/>
            <pc:sldMk cId="3053571331" sldId="325"/>
            <ac:spMk id="4" creationId="{8D92EEB7-90F5-47FC-12BB-704773C36992}"/>
          </ac:spMkLst>
        </pc:spChg>
        <pc:spChg chg="add mod">
          <ac:chgData name="Sohag Kabir" userId="e9b0da40-aef8-480a-bb63-d1daacecf555" providerId="ADAL" clId="{B93E19F7-CF17-4898-9657-10FD6636A87B}" dt="2024-10-05T16:50:02.049" v="3139" actId="113"/>
          <ac:spMkLst>
            <pc:docMk/>
            <pc:sldMk cId="3053571331" sldId="325"/>
            <ac:spMk id="5" creationId="{53821C7E-571F-400D-BE92-0414D24490C0}"/>
          </ac:spMkLst>
        </pc:spChg>
        <pc:spChg chg="add mod">
          <ac:chgData name="Sohag Kabir" userId="e9b0da40-aef8-480a-bb63-d1daacecf555" providerId="ADAL" clId="{B93E19F7-CF17-4898-9657-10FD6636A87B}" dt="2024-10-05T16:54:14.560" v="3153" actId="255"/>
          <ac:spMkLst>
            <pc:docMk/>
            <pc:sldMk cId="3053571331" sldId="325"/>
            <ac:spMk id="8" creationId="{9FA0EB76-0391-AE87-EEF9-EEA7D3184701}"/>
          </ac:spMkLst>
        </pc:spChg>
        <pc:spChg chg="del">
          <ac:chgData name="Sohag Kabir" userId="e9b0da40-aef8-480a-bb63-d1daacecf555" providerId="ADAL" clId="{B93E19F7-CF17-4898-9657-10FD6636A87B}" dt="2024-10-05T16:47:50.703" v="3121" actId="478"/>
          <ac:spMkLst>
            <pc:docMk/>
            <pc:sldMk cId="3053571331" sldId="325"/>
            <ac:spMk id="9" creationId="{02832820-69D1-A2D1-28E9-C756101A04D4}"/>
          </ac:spMkLst>
        </pc:spChg>
        <pc:spChg chg="mod">
          <ac:chgData name="Sohag Kabir" userId="e9b0da40-aef8-480a-bb63-d1daacecf555" providerId="ADAL" clId="{B93E19F7-CF17-4898-9657-10FD6636A87B}" dt="2024-10-05T16:59:33.534" v="3194" actId="20577"/>
          <ac:spMkLst>
            <pc:docMk/>
            <pc:sldMk cId="3053571331" sldId="325"/>
            <ac:spMk id="10" creationId="{4B40CAE1-3F2E-6AB5-4585-569DB760C13E}"/>
          </ac:spMkLst>
        </pc:spChg>
        <pc:spChg chg="add mod">
          <ac:chgData name="Sohag Kabir" userId="e9b0da40-aef8-480a-bb63-d1daacecf555" providerId="ADAL" clId="{B93E19F7-CF17-4898-9657-10FD6636A87B}" dt="2024-10-05T16:52:56.819" v="3142" actId="207"/>
          <ac:spMkLst>
            <pc:docMk/>
            <pc:sldMk cId="3053571331" sldId="325"/>
            <ac:spMk id="11" creationId="{FBE0F8E4-EB70-0EEE-1162-80DDC3E99884}"/>
          </ac:spMkLst>
        </pc:spChg>
        <pc:spChg chg="del">
          <ac:chgData name="Sohag Kabir" userId="e9b0da40-aef8-480a-bb63-d1daacecf555" providerId="ADAL" clId="{B93E19F7-CF17-4898-9657-10FD6636A87B}" dt="2024-10-05T16:47:46.987" v="3119" actId="478"/>
          <ac:spMkLst>
            <pc:docMk/>
            <pc:sldMk cId="3053571331" sldId="325"/>
            <ac:spMk id="12" creationId="{80053CB0-8FFF-2D55-8786-A7B6B44E26CF}"/>
          </ac:spMkLst>
        </pc:spChg>
        <pc:spChg chg="del">
          <ac:chgData name="Sohag Kabir" userId="e9b0da40-aef8-480a-bb63-d1daacecf555" providerId="ADAL" clId="{B93E19F7-CF17-4898-9657-10FD6636A87B}" dt="2024-10-05T16:47:51.667" v="3122" actId="478"/>
          <ac:spMkLst>
            <pc:docMk/>
            <pc:sldMk cId="3053571331" sldId="325"/>
            <ac:spMk id="13" creationId="{A7186E1A-F5ED-B1E6-DEEB-9CE5BEA62981}"/>
          </ac:spMkLst>
        </pc:spChg>
        <pc:spChg chg="add mod">
          <ac:chgData name="Sohag Kabir" userId="e9b0da40-aef8-480a-bb63-d1daacecf555" providerId="ADAL" clId="{B93E19F7-CF17-4898-9657-10FD6636A87B}" dt="2024-10-05T16:59:28.644" v="3192" actId="1076"/>
          <ac:spMkLst>
            <pc:docMk/>
            <pc:sldMk cId="3053571331" sldId="325"/>
            <ac:spMk id="14" creationId="{83527BF9-4E9D-39E0-B781-85440CD1D3F0}"/>
          </ac:spMkLst>
        </pc:spChg>
        <pc:spChg chg="add del mod">
          <ac:chgData name="Sohag Kabir" userId="e9b0da40-aef8-480a-bb63-d1daacecf555" providerId="ADAL" clId="{B93E19F7-CF17-4898-9657-10FD6636A87B}" dt="2024-10-05T16:59:23.959" v="3191" actId="478"/>
          <ac:spMkLst>
            <pc:docMk/>
            <pc:sldMk cId="3053571331" sldId="325"/>
            <ac:spMk id="15" creationId="{71F1E55C-2FD4-6D54-273E-BC436C57D349}"/>
          </ac:spMkLst>
        </pc:spChg>
      </pc:sldChg>
      <pc:sldChg chg="addSp delSp modSp add mod delAnim modAnim">
        <pc:chgData name="Sohag Kabir" userId="e9b0da40-aef8-480a-bb63-d1daacecf555" providerId="ADAL" clId="{B93E19F7-CF17-4898-9657-10FD6636A87B}" dt="2024-10-05T16:58:52.896" v="3187" actId="6549"/>
        <pc:sldMkLst>
          <pc:docMk/>
          <pc:sldMk cId="421772403" sldId="326"/>
        </pc:sldMkLst>
        <pc:spChg chg="mod">
          <ac:chgData name="Sohag Kabir" userId="e9b0da40-aef8-480a-bb63-d1daacecf555" providerId="ADAL" clId="{B93E19F7-CF17-4898-9657-10FD6636A87B}" dt="2024-10-05T16:58:46.544" v="3185" actId="1076"/>
          <ac:spMkLst>
            <pc:docMk/>
            <pc:sldMk cId="421772403" sldId="326"/>
            <ac:spMk id="2" creationId="{DE13D453-4D7B-47BF-AED4-27D56C3644AA}"/>
          </ac:spMkLst>
        </pc:spChg>
        <pc:spChg chg="add del mod">
          <ac:chgData name="Sohag Kabir" userId="e9b0da40-aef8-480a-bb63-d1daacecf555" providerId="ADAL" clId="{B93E19F7-CF17-4898-9657-10FD6636A87B}" dt="2024-10-05T16:53:24.720" v="3149" actId="478"/>
          <ac:spMkLst>
            <pc:docMk/>
            <pc:sldMk cId="421772403" sldId="326"/>
            <ac:spMk id="3" creationId="{3814EFDB-7B05-54A5-76CD-547B1DD9440A}"/>
          </ac:spMkLst>
        </pc:spChg>
        <pc:spChg chg="del">
          <ac:chgData name="Sohag Kabir" userId="e9b0da40-aef8-480a-bb63-d1daacecf555" providerId="ADAL" clId="{B93E19F7-CF17-4898-9657-10FD6636A87B}" dt="2024-10-05T16:53:19.962" v="3147" actId="478"/>
          <ac:spMkLst>
            <pc:docMk/>
            <pc:sldMk cId="421772403" sldId="326"/>
            <ac:spMk id="4" creationId="{8D92EEB7-90F5-47FC-12BB-704773C36992}"/>
          </ac:spMkLst>
        </pc:spChg>
        <pc:spChg chg="del">
          <ac:chgData name="Sohag Kabir" userId="e9b0da40-aef8-480a-bb63-d1daacecf555" providerId="ADAL" clId="{B93E19F7-CF17-4898-9657-10FD6636A87B}" dt="2024-10-05T16:53:16.480" v="3145" actId="478"/>
          <ac:spMkLst>
            <pc:docMk/>
            <pc:sldMk cId="421772403" sldId="326"/>
            <ac:spMk id="5" creationId="{53821C7E-571F-400D-BE92-0414D24490C0}"/>
          </ac:spMkLst>
        </pc:spChg>
        <pc:spChg chg="del">
          <ac:chgData name="Sohag Kabir" userId="e9b0da40-aef8-480a-bb63-d1daacecf555" providerId="ADAL" clId="{B93E19F7-CF17-4898-9657-10FD6636A87B}" dt="2024-10-05T16:53:22.817" v="3148" actId="478"/>
          <ac:spMkLst>
            <pc:docMk/>
            <pc:sldMk cId="421772403" sldId="326"/>
            <ac:spMk id="8" creationId="{9FA0EB76-0391-AE87-EEF9-EEA7D3184701}"/>
          </ac:spMkLst>
        </pc:spChg>
        <pc:spChg chg="add mod">
          <ac:chgData name="Sohag Kabir" userId="e9b0da40-aef8-480a-bb63-d1daacecf555" providerId="ADAL" clId="{B93E19F7-CF17-4898-9657-10FD6636A87B}" dt="2024-10-05T16:54:46.513" v="3161" actId="14100"/>
          <ac:spMkLst>
            <pc:docMk/>
            <pc:sldMk cId="421772403" sldId="326"/>
            <ac:spMk id="9" creationId="{5F90E2BD-79F3-0DF1-146A-F5D6220A08DD}"/>
          </ac:spMkLst>
        </pc:spChg>
        <pc:spChg chg="mod">
          <ac:chgData name="Sohag Kabir" userId="e9b0da40-aef8-480a-bb63-d1daacecf555" providerId="ADAL" clId="{B93E19F7-CF17-4898-9657-10FD6636A87B}" dt="2024-10-05T16:58:52.896" v="3187" actId="6549"/>
          <ac:spMkLst>
            <pc:docMk/>
            <pc:sldMk cId="421772403" sldId="326"/>
            <ac:spMk id="10" creationId="{4B40CAE1-3F2E-6AB5-4585-569DB760C13E}"/>
          </ac:spMkLst>
        </pc:spChg>
        <pc:spChg chg="del">
          <ac:chgData name="Sohag Kabir" userId="e9b0da40-aef8-480a-bb63-d1daacecf555" providerId="ADAL" clId="{B93E19F7-CF17-4898-9657-10FD6636A87B}" dt="2024-10-05T16:53:17.539" v="3146" actId="478"/>
          <ac:spMkLst>
            <pc:docMk/>
            <pc:sldMk cId="421772403" sldId="326"/>
            <ac:spMk id="11" creationId="{FBE0F8E4-EB70-0EEE-1162-80DDC3E99884}"/>
          </ac:spMkLst>
        </pc:spChg>
        <pc:spChg chg="add mod">
          <ac:chgData name="Sohag Kabir" userId="e9b0da40-aef8-480a-bb63-d1daacecf555" providerId="ADAL" clId="{B93E19F7-CF17-4898-9657-10FD6636A87B}" dt="2024-10-05T16:55:39.051" v="3168" actId="113"/>
          <ac:spMkLst>
            <pc:docMk/>
            <pc:sldMk cId="421772403" sldId="326"/>
            <ac:spMk id="12" creationId="{85AC87BF-5433-AEF2-9186-1B035A976D89}"/>
          </ac:spMkLst>
        </pc:spChg>
        <pc:spChg chg="add mod">
          <ac:chgData name="Sohag Kabir" userId="e9b0da40-aef8-480a-bb63-d1daacecf555" providerId="ADAL" clId="{B93E19F7-CF17-4898-9657-10FD6636A87B}" dt="2024-10-05T16:57:20.303" v="3177" actId="113"/>
          <ac:spMkLst>
            <pc:docMk/>
            <pc:sldMk cId="421772403" sldId="326"/>
            <ac:spMk id="13" creationId="{925CCD30-D361-1AA8-DABA-B28462F393A7}"/>
          </ac:spMkLst>
        </pc:spChg>
        <pc:spChg chg="add mod">
          <ac:chgData name="Sohag Kabir" userId="e9b0da40-aef8-480a-bb63-d1daacecf555" providerId="ADAL" clId="{B93E19F7-CF17-4898-9657-10FD6636A87B}" dt="2024-10-05T16:56:40.897" v="3171" actId="207"/>
          <ac:spMkLst>
            <pc:docMk/>
            <pc:sldMk cId="421772403" sldId="326"/>
            <ac:spMk id="14" creationId="{9DFC92A5-EC52-A47A-40AE-BAEC2096EEAF}"/>
          </ac:spMkLst>
        </pc:spChg>
        <pc:spChg chg="add mod">
          <ac:chgData name="Sohag Kabir" userId="e9b0da40-aef8-480a-bb63-d1daacecf555" providerId="ADAL" clId="{B93E19F7-CF17-4898-9657-10FD6636A87B}" dt="2024-10-05T16:58:02.778" v="3179" actId="1076"/>
          <ac:spMkLst>
            <pc:docMk/>
            <pc:sldMk cId="421772403" sldId="326"/>
            <ac:spMk id="15" creationId="{928FCAA6-7383-E923-CC72-71833AAC85DD}"/>
          </ac:spMkLst>
        </pc:spChg>
        <pc:spChg chg="add mod">
          <ac:chgData name="Sohag Kabir" userId="e9b0da40-aef8-480a-bb63-d1daacecf555" providerId="ADAL" clId="{B93E19F7-CF17-4898-9657-10FD6636A87B}" dt="2024-10-05T16:54:26.565" v="3157" actId="1076"/>
          <ac:spMkLst>
            <pc:docMk/>
            <pc:sldMk cId="421772403" sldId="326"/>
            <ac:spMk id="16" creationId="{6A654C86-EE57-ABAE-B1AF-18FB5BB37447}"/>
          </ac:spMkLst>
        </pc:spChg>
      </pc:sldChg>
    </pc:docChg>
  </pc:docChgLst>
  <pc:docChgLst>
    <pc:chgData name="Amanda Hurford" userId="98930892-8a15-421c-920a-5ad07b8152e5" providerId="ADAL" clId="{B7381A77-56A2-4C4C-BE6A-076B8D709D33}"/>
    <pc:docChg chg="custSel addSld modSld">
      <pc:chgData name="Amanda Hurford" userId="98930892-8a15-421c-920a-5ad07b8152e5" providerId="ADAL" clId="{B7381A77-56A2-4C4C-BE6A-076B8D709D33}" dt="2019-09-18T11:25:11.948" v="584" actId="20577"/>
      <pc:docMkLst>
        <pc:docMk/>
      </pc:docMkLst>
      <pc:sldChg chg="modSp">
        <pc:chgData name="Amanda Hurford" userId="98930892-8a15-421c-920a-5ad07b8152e5" providerId="ADAL" clId="{B7381A77-56A2-4C4C-BE6A-076B8D709D33}" dt="2019-09-18T11:25:11.948" v="584" actId="20577"/>
        <pc:sldMkLst>
          <pc:docMk/>
          <pc:sldMk cId="2795566495" sldId="256"/>
        </pc:sldMkLst>
        <pc:spChg chg="mod">
          <ac:chgData name="Amanda Hurford" userId="98930892-8a15-421c-920a-5ad07b8152e5" providerId="ADAL" clId="{B7381A77-56A2-4C4C-BE6A-076B8D709D33}" dt="2019-09-18T11:24:39.244" v="580" actId="403"/>
          <ac:spMkLst>
            <pc:docMk/>
            <pc:sldMk cId="2795566495" sldId="256"/>
            <ac:spMk id="2" creationId="{00000000-0000-0000-0000-000000000000}"/>
          </ac:spMkLst>
        </pc:spChg>
        <pc:spChg chg="mod">
          <ac:chgData name="Amanda Hurford" userId="98930892-8a15-421c-920a-5ad07b8152e5" providerId="ADAL" clId="{B7381A77-56A2-4C4C-BE6A-076B8D709D33}" dt="2019-09-18T11:25:11.948" v="584" actId="20577"/>
          <ac:spMkLst>
            <pc:docMk/>
            <pc:sldMk cId="2795566495" sldId="256"/>
            <ac:spMk id="3" creationId="{00000000-0000-0000-0000-000000000000}"/>
          </ac:spMkLst>
        </pc:spChg>
        <pc:spChg chg="mod">
          <ac:chgData name="Amanda Hurford" userId="98930892-8a15-421c-920a-5ad07b8152e5" providerId="ADAL" clId="{B7381A77-56A2-4C4C-BE6A-076B8D709D33}" dt="2019-09-18T11:16:33.173" v="91" actId="20577"/>
          <ac:spMkLst>
            <pc:docMk/>
            <pc:sldMk cId="2795566495" sldId="256"/>
            <ac:spMk id="5" creationId="{00000000-0000-0000-0000-000000000000}"/>
          </ac:spMkLst>
        </pc:spChg>
      </pc:sldChg>
      <pc:sldChg chg="modSp">
        <pc:chgData name="Amanda Hurford" userId="98930892-8a15-421c-920a-5ad07b8152e5" providerId="ADAL" clId="{B7381A77-56A2-4C4C-BE6A-076B8D709D33}" dt="2019-09-18T11:16:45.883" v="92"/>
        <pc:sldMkLst>
          <pc:docMk/>
          <pc:sldMk cId="1986263407" sldId="257"/>
        </pc:sldMkLst>
        <pc:spChg chg="mod">
          <ac:chgData name="Amanda Hurford" userId="98930892-8a15-421c-920a-5ad07b8152e5" providerId="ADAL" clId="{B7381A77-56A2-4C4C-BE6A-076B8D709D33}" dt="2019-09-18T11:16:45.883" v="92"/>
          <ac:spMkLst>
            <pc:docMk/>
            <pc:sldMk cId="1986263407" sldId="257"/>
            <ac:spMk id="5" creationId="{00000000-0000-0000-0000-000000000000}"/>
          </ac:spMkLst>
        </pc:spChg>
      </pc:sldChg>
      <pc:sldChg chg="modSp">
        <pc:chgData name="Amanda Hurford" userId="98930892-8a15-421c-920a-5ad07b8152e5" providerId="ADAL" clId="{B7381A77-56A2-4C4C-BE6A-076B8D709D33}" dt="2019-09-18T11:16:52.459" v="93"/>
        <pc:sldMkLst>
          <pc:docMk/>
          <pc:sldMk cId="1234101355" sldId="258"/>
        </pc:sldMkLst>
        <pc:spChg chg="mod">
          <ac:chgData name="Amanda Hurford" userId="98930892-8a15-421c-920a-5ad07b8152e5" providerId="ADAL" clId="{B7381A77-56A2-4C4C-BE6A-076B8D709D33}" dt="2019-09-18T11:16:52.459" v="93"/>
          <ac:spMkLst>
            <pc:docMk/>
            <pc:sldMk cId="1234101355" sldId="258"/>
            <ac:spMk id="5" creationId="{AB568B8D-5DEC-4622-8655-9E7A8EFC5867}"/>
          </ac:spMkLst>
        </pc:spChg>
      </pc:sldChg>
      <pc:sldChg chg="modSp">
        <pc:chgData name="Amanda Hurford" userId="98930892-8a15-421c-920a-5ad07b8152e5" providerId="ADAL" clId="{B7381A77-56A2-4C4C-BE6A-076B8D709D33}" dt="2019-09-18T11:16:57.654" v="94"/>
        <pc:sldMkLst>
          <pc:docMk/>
          <pc:sldMk cId="2490493203" sldId="259"/>
        </pc:sldMkLst>
        <pc:spChg chg="mod">
          <ac:chgData name="Amanda Hurford" userId="98930892-8a15-421c-920a-5ad07b8152e5" providerId="ADAL" clId="{B7381A77-56A2-4C4C-BE6A-076B8D709D33}" dt="2019-09-18T11:16:57.654" v="94"/>
          <ac:spMkLst>
            <pc:docMk/>
            <pc:sldMk cId="2490493203" sldId="259"/>
            <ac:spMk id="5" creationId="{56ED9CFA-7891-4219-8507-55A9B2B0A487}"/>
          </ac:spMkLst>
        </pc:spChg>
      </pc:sldChg>
      <pc:sldChg chg="modSp">
        <pc:chgData name="Amanda Hurford" userId="98930892-8a15-421c-920a-5ad07b8152e5" providerId="ADAL" clId="{B7381A77-56A2-4C4C-BE6A-076B8D709D33}" dt="2019-09-18T11:17:03.833" v="95"/>
        <pc:sldMkLst>
          <pc:docMk/>
          <pc:sldMk cId="4036761262" sldId="260"/>
        </pc:sldMkLst>
        <pc:spChg chg="mod">
          <ac:chgData name="Amanda Hurford" userId="98930892-8a15-421c-920a-5ad07b8152e5" providerId="ADAL" clId="{B7381A77-56A2-4C4C-BE6A-076B8D709D33}" dt="2019-09-18T11:14:28.023" v="38" actId="20577"/>
          <ac:spMkLst>
            <pc:docMk/>
            <pc:sldMk cId="4036761262" sldId="260"/>
            <ac:spMk id="3" creationId="{69629499-4F36-4E83-817C-E10C4F24E0FA}"/>
          </ac:spMkLst>
        </pc:spChg>
        <pc:spChg chg="mod">
          <ac:chgData name="Amanda Hurford" userId="98930892-8a15-421c-920a-5ad07b8152e5" providerId="ADAL" clId="{B7381A77-56A2-4C4C-BE6A-076B8D709D33}" dt="2019-09-18T11:17:03.833" v="95"/>
          <ac:spMkLst>
            <pc:docMk/>
            <pc:sldMk cId="4036761262" sldId="260"/>
            <ac:spMk id="5" creationId="{AA9C24D0-E70A-4C62-A662-6E5ED0F91303}"/>
          </ac:spMkLst>
        </pc:spChg>
      </pc:sldChg>
      <pc:sldChg chg="modSp">
        <pc:chgData name="Amanda Hurford" userId="98930892-8a15-421c-920a-5ad07b8152e5" providerId="ADAL" clId="{B7381A77-56A2-4C4C-BE6A-076B8D709D33}" dt="2019-09-18T11:17:09.650" v="96"/>
        <pc:sldMkLst>
          <pc:docMk/>
          <pc:sldMk cId="1583876998" sldId="261"/>
        </pc:sldMkLst>
        <pc:spChg chg="mod">
          <ac:chgData name="Amanda Hurford" userId="98930892-8a15-421c-920a-5ad07b8152e5" providerId="ADAL" clId="{B7381A77-56A2-4C4C-BE6A-076B8D709D33}" dt="2019-09-18T11:15:23.389" v="55" actId="20577"/>
          <ac:spMkLst>
            <pc:docMk/>
            <pc:sldMk cId="1583876998" sldId="261"/>
            <ac:spMk id="3" creationId="{EED54D9B-AF01-422B-9E17-D88AC1FF4E57}"/>
          </ac:spMkLst>
        </pc:spChg>
        <pc:spChg chg="mod">
          <ac:chgData name="Amanda Hurford" userId="98930892-8a15-421c-920a-5ad07b8152e5" providerId="ADAL" clId="{B7381A77-56A2-4C4C-BE6A-076B8D709D33}" dt="2019-09-18T11:17:09.650" v="96"/>
          <ac:spMkLst>
            <pc:docMk/>
            <pc:sldMk cId="1583876998" sldId="261"/>
            <ac:spMk id="5" creationId="{200F95E4-5BD9-4085-BAD0-D3E5D1C44D77}"/>
          </ac:spMkLst>
        </pc:spChg>
      </pc:sldChg>
      <pc:sldChg chg="modSp">
        <pc:chgData name="Amanda Hurford" userId="98930892-8a15-421c-920a-5ad07b8152e5" providerId="ADAL" clId="{B7381A77-56A2-4C4C-BE6A-076B8D709D33}" dt="2019-09-18T11:17:15.322" v="97"/>
        <pc:sldMkLst>
          <pc:docMk/>
          <pc:sldMk cId="3003749866" sldId="262"/>
        </pc:sldMkLst>
        <pc:spChg chg="mod">
          <ac:chgData name="Amanda Hurford" userId="98930892-8a15-421c-920a-5ad07b8152e5" providerId="ADAL" clId="{B7381A77-56A2-4C4C-BE6A-076B8D709D33}" dt="2019-09-18T11:17:15.322" v="97"/>
          <ac:spMkLst>
            <pc:docMk/>
            <pc:sldMk cId="3003749866" sldId="262"/>
            <ac:spMk id="5" creationId="{22558A92-9278-406E-B669-A405AD4FE70D}"/>
          </ac:spMkLst>
        </pc:spChg>
      </pc:sldChg>
      <pc:sldChg chg="modSp">
        <pc:chgData name="Amanda Hurford" userId="98930892-8a15-421c-920a-5ad07b8152e5" providerId="ADAL" clId="{B7381A77-56A2-4C4C-BE6A-076B8D709D33}" dt="2019-09-18T11:17:20.563" v="98"/>
        <pc:sldMkLst>
          <pc:docMk/>
          <pc:sldMk cId="1736237551" sldId="263"/>
        </pc:sldMkLst>
        <pc:spChg chg="mod">
          <ac:chgData name="Amanda Hurford" userId="98930892-8a15-421c-920a-5ad07b8152e5" providerId="ADAL" clId="{B7381A77-56A2-4C4C-BE6A-076B8D709D33}" dt="2019-09-18T11:17:20.563" v="98"/>
          <ac:spMkLst>
            <pc:docMk/>
            <pc:sldMk cId="1736237551" sldId="263"/>
            <ac:spMk id="5" creationId="{22558A92-9278-406E-B669-A405AD4FE70D}"/>
          </ac:spMkLst>
        </pc:spChg>
      </pc:sldChg>
      <pc:sldChg chg="modSp add">
        <pc:chgData name="Amanda Hurford" userId="98930892-8a15-421c-920a-5ad07b8152e5" providerId="ADAL" clId="{B7381A77-56A2-4C4C-BE6A-076B8D709D33}" dt="2019-09-18T11:24:01.468" v="576" actId="207"/>
        <pc:sldMkLst>
          <pc:docMk/>
          <pc:sldMk cId="4146333179" sldId="264"/>
        </pc:sldMkLst>
        <pc:spChg chg="mod">
          <ac:chgData name="Amanda Hurford" userId="98930892-8a15-421c-920a-5ad07b8152e5" providerId="ADAL" clId="{B7381A77-56A2-4C4C-BE6A-076B8D709D33}" dt="2019-09-18T11:22:25.830" v="525" actId="14100"/>
          <ac:spMkLst>
            <pc:docMk/>
            <pc:sldMk cId="4146333179" sldId="264"/>
            <ac:spMk id="2" creationId="{81C438A6-3010-496D-B29E-036E43E273F3}"/>
          </ac:spMkLst>
        </pc:spChg>
        <pc:spChg chg="mod">
          <ac:chgData name="Amanda Hurford" userId="98930892-8a15-421c-920a-5ad07b8152e5" providerId="ADAL" clId="{B7381A77-56A2-4C4C-BE6A-076B8D709D33}" dt="2019-09-18T11:24:01.468" v="576" actId="207"/>
          <ac:spMkLst>
            <pc:docMk/>
            <pc:sldMk cId="4146333179" sldId="264"/>
            <ac:spMk id="3" creationId="{137897C8-6888-440A-86A8-79A78F9FA733}"/>
          </ac:spMkLst>
        </pc:spChg>
        <pc:spChg chg="mod">
          <ac:chgData name="Amanda Hurford" userId="98930892-8a15-421c-920a-5ad07b8152e5" providerId="ADAL" clId="{B7381A77-56A2-4C4C-BE6A-076B8D709D33}" dt="2019-09-18T11:18:49.731" v="311"/>
          <ac:spMkLst>
            <pc:docMk/>
            <pc:sldMk cId="4146333179" sldId="264"/>
            <ac:spMk id="5" creationId="{7D1D752A-DA38-4D95-A111-CCDE204D5FB2}"/>
          </ac:spMkLst>
        </pc:spChg>
      </pc:sldChg>
    </pc:docChg>
  </pc:docChgLst>
  <pc:docChgLst>
    <pc:chgData name="Sohag Kabir" userId="e9b0da40-aef8-480a-bb63-d1daacecf555" providerId="ADAL" clId="{59E50A16-9BA8-49D3-AC37-5E7298F40FAE}"/>
    <pc:docChg chg="custSel addSld modSld">
      <pc:chgData name="Sohag Kabir" userId="e9b0da40-aef8-480a-bb63-d1daacecf555" providerId="ADAL" clId="{59E50A16-9BA8-49D3-AC37-5E7298F40FAE}" dt="2020-01-20T20:37:55.826" v="150"/>
      <pc:docMkLst>
        <pc:docMk/>
      </pc:docMkLst>
      <pc:sldChg chg="addSp delSp modSp">
        <pc:chgData name="Sohag Kabir" userId="e9b0da40-aef8-480a-bb63-d1daacecf555" providerId="ADAL" clId="{59E50A16-9BA8-49D3-AC37-5E7298F40FAE}" dt="2020-01-19T16:11:03.471" v="0" actId="931"/>
        <pc:sldMkLst>
          <pc:docMk/>
          <pc:sldMk cId="2795566495" sldId="256"/>
        </pc:sldMkLst>
        <pc:spChg chg="del">
          <ac:chgData name="Sohag Kabir" userId="e9b0da40-aef8-480a-bb63-d1daacecf555" providerId="ADAL" clId="{59E50A16-9BA8-49D3-AC37-5E7298F40FAE}" dt="2020-01-19T16:11:03.471" v="0" actId="931"/>
          <ac:spMkLst>
            <pc:docMk/>
            <pc:sldMk cId="2795566495" sldId="256"/>
            <ac:spMk id="12" creationId="{C6D9A962-5194-4168-828C-6A9FAA810FBB}"/>
          </ac:spMkLst>
        </pc:spChg>
        <pc:picChg chg="add mod">
          <ac:chgData name="Sohag Kabir" userId="e9b0da40-aef8-480a-bb63-d1daacecf555" providerId="ADAL" clId="{59E50A16-9BA8-49D3-AC37-5E7298F40FAE}" dt="2020-01-19T16:11:03.471" v="0" actId="931"/>
          <ac:picMkLst>
            <pc:docMk/>
            <pc:sldMk cId="2795566495" sldId="256"/>
            <ac:picMk id="8" creationId="{87EED139-1016-44E1-8501-F6FBB1F75440}"/>
          </ac:picMkLst>
        </pc:picChg>
      </pc:sldChg>
      <pc:sldChg chg="modSp modAnim">
        <pc:chgData name="Sohag Kabir" userId="e9b0da40-aef8-480a-bb63-d1daacecf555" providerId="ADAL" clId="{59E50A16-9BA8-49D3-AC37-5E7298F40FAE}" dt="2020-01-20T20:30:46.866" v="133"/>
        <pc:sldMkLst>
          <pc:docMk/>
          <pc:sldMk cId="1986263407" sldId="257"/>
        </pc:sldMkLst>
        <pc:spChg chg="mod">
          <ac:chgData name="Sohag Kabir" userId="e9b0da40-aef8-480a-bb63-d1daacecf555" providerId="ADAL" clId="{59E50A16-9BA8-49D3-AC37-5E7298F40FAE}" dt="2020-01-20T20:30:06.337" v="132" actId="2711"/>
          <ac:spMkLst>
            <pc:docMk/>
            <pc:sldMk cId="1986263407" sldId="257"/>
            <ac:spMk id="8" creationId="{00000000-0000-0000-0000-000000000000}"/>
          </ac:spMkLst>
        </pc:spChg>
      </pc:sldChg>
      <pc:sldChg chg="modSp">
        <pc:chgData name="Sohag Kabir" userId="e9b0da40-aef8-480a-bb63-d1daacecf555" providerId="ADAL" clId="{59E50A16-9BA8-49D3-AC37-5E7298F40FAE}" dt="2020-01-20T20:26:52.680" v="110" actId="2"/>
        <pc:sldMkLst>
          <pc:docMk/>
          <pc:sldMk cId="1234101355" sldId="258"/>
        </pc:sldMkLst>
        <pc:spChg chg="mod">
          <ac:chgData name="Sohag Kabir" userId="e9b0da40-aef8-480a-bb63-d1daacecf555" providerId="ADAL" clId="{59E50A16-9BA8-49D3-AC37-5E7298F40FAE}" dt="2020-01-20T20:26:52.680" v="110" actId="2"/>
          <ac:spMkLst>
            <pc:docMk/>
            <pc:sldMk cId="1234101355" sldId="258"/>
            <ac:spMk id="11" creationId="{00000000-0000-0000-0000-000000000000}"/>
          </ac:spMkLst>
        </pc:spChg>
      </pc:sldChg>
      <pc:sldChg chg="modSp">
        <pc:chgData name="Sohag Kabir" userId="e9b0da40-aef8-480a-bb63-d1daacecf555" providerId="ADAL" clId="{59E50A16-9BA8-49D3-AC37-5E7298F40FAE}" dt="2020-01-19T16:31:30.529" v="32" actId="14100"/>
        <pc:sldMkLst>
          <pc:docMk/>
          <pc:sldMk cId="2490493203" sldId="259"/>
        </pc:sldMkLst>
        <pc:spChg chg="mod">
          <ac:chgData name="Sohag Kabir" userId="e9b0da40-aef8-480a-bb63-d1daacecf555" providerId="ADAL" clId="{59E50A16-9BA8-49D3-AC37-5E7298F40FAE}" dt="2020-01-19T16:31:30.529" v="32" actId="14100"/>
          <ac:spMkLst>
            <pc:docMk/>
            <pc:sldMk cId="2490493203" sldId="259"/>
            <ac:spMk id="3" creationId="{107ACF01-04B5-406F-ADB3-2AFFF21F732C}"/>
          </ac:spMkLst>
        </pc:spChg>
      </pc:sldChg>
      <pc:sldChg chg="modSp">
        <pc:chgData name="Sohag Kabir" userId="e9b0da40-aef8-480a-bb63-d1daacecf555" providerId="ADAL" clId="{59E50A16-9BA8-49D3-AC37-5E7298F40FAE}" dt="2020-01-20T20:26:59.677" v="112" actId="2"/>
        <pc:sldMkLst>
          <pc:docMk/>
          <pc:sldMk cId="4036761262" sldId="260"/>
        </pc:sldMkLst>
        <pc:spChg chg="mod">
          <ac:chgData name="Sohag Kabir" userId="e9b0da40-aef8-480a-bb63-d1daacecf555" providerId="ADAL" clId="{59E50A16-9BA8-49D3-AC37-5E7298F40FAE}" dt="2020-01-20T20:26:59.677" v="112" actId="2"/>
          <ac:spMkLst>
            <pc:docMk/>
            <pc:sldMk cId="4036761262" sldId="260"/>
            <ac:spMk id="7" creationId="{00000000-0000-0000-0000-000000000000}"/>
          </ac:spMkLst>
        </pc:spChg>
      </pc:sldChg>
      <pc:sldChg chg="addSp">
        <pc:chgData name="Sohag Kabir" userId="e9b0da40-aef8-480a-bb63-d1daacecf555" providerId="ADAL" clId="{59E50A16-9BA8-49D3-AC37-5E7298F40FAE}" dt="2020-01-19T17:34:50.740" v="67"/>
        <pc:sldMkLst>
          <pc:docMk/>
          <pc:sldMk cId="1583876998" sldId="261"/>
        </pc:sldMkLst>
        <pc:spChg chg="add">
          <ac:chgData name="Sohag Kabir" userId="e9b0da40-aef8-480a-bb63-d1daacecf555" providerId="ADAL" clId="{59E50A16-9BA8-49D3-AC37-5E7298F40FAE}" dt="2020-01-19T17:34:50.740" v="67"/>
          <ac:spMkLst>
            <pc:docMk/>
            <pc:sldMk cId="1583876998" sldId="261"/>
            <ac:spMk id="7" creationId="{2FDE415C-F3CC-4D2E-B0F5-4EADDCEE714F}"/>
          </ac:spMkLst>
        </pc:spChg>
      </pc:sldChg>
      <pc:sldChg chg="addSp delSp modSp modAnim">
        <pc:chgData name="Sohag Kabir" userId="e9b0da40-aef8-480a-bb63-d1daacecf555" providerId="ADAL" clId="{59E50A16-9BA8-49D3-AC37-5E7298F40FAE}" dt="2020-01-19T17:35:02.328" v="68"/>
        <pc:sldMkLst>
          <pc:docMk/>
          <pc:sldMk cId="3003749866" sldId="262"/>
        </pc:sldMkLst>
        <pc:spChg chg="mod">
          <ac:chgData name="Sohag Kabir" userId="e9b0da40-aef8-480a-bb63-d1daacecf555" providerId="ADAL" clId="{59E50A16-9BA8-49D3-AC37-5E7298F40FAE}" dt="2020-01-19T16:49:26.172" v="37" actId="1076"/>
          <ac:spMkLst>
            <pc:docMk/>
            <pc:sldMk cId="3003749866" sldId="262"/>
            <ac:spMk id="2" creationId="{34E1E058-61F9-4514-99F0-93DE3829F95E}"/>
          </ac:spMkLst>
        </pc:spChg>
        <pc:spChg chg="del">
          <ac:chgData name="Sohag Kabir" userId="e9b0da40-aef8-480a-bb63-d1daacecf555" providerId="ADAL" clId="{59E50A16-9BA8-49D3-AC37-5E7298F40FAE}" dt="2020-01-19T16:49:09.263" v="35" actId="478"/>
          <ac:spMkLst>
            <pc:docMk/>
            <pc:sldMk cId="3003749866" sldId="262"/>
            <ac:spMk id="3" creationId="{4FECE58C-1470-4554-BDBF-7AF02ACC5DA9}"/>
          </ac:spMkLst>
        </pc:spChg>
        <pc:spChg chg="add del mod">
          <ac:chgData name="Sohag Kabir" userId="e9b0da40-aef8-480a-bb63-d1daacecf555" providerId="ADAL" clId="{59E50A16-9BA8-49D3-AC37-5E7298F40FAE}" dt="2020-01-19T16:49:13.573" v="36" actId="478"/>
          <ac:spMkLst>
            <pc:docMk/>
            <pc:sldMk cId="3003749866" sldId="262"/>
            <ac:spMk id="8" creationId="{01C05073-0598-45FD-9B16-1DADB41DB973}"/>
          </ac:spMkLst>
        </pc:spChg>
        <pc:spChg chg="add mod">
          <ac:chgData name="Sohag Kabir" userId="e9b0da40-aef8-480a-bb63-d1daacecf555" providerId="ADAL" clId="{59E50A16-9BA8-49D3-AC37-5E7298F40FAE}" dt="2020-01-19T16:59:34.496" v="66" actId="207"/>
          <ac:spMkLst>
            <pc:docMk/>
            <pc:sldMk cId="3003749866" sldId="262"/>
            <ac:spMk id="9" creationId="{47EDDBB4-03E5-49E4-A152-D1BD4CD5B6B3}"/>
          </ac:spMkLst>
        </pc:spChg>
        <pc:spChg chg="add">
          <ac:chgData name="Sohag Kabir" userId="e9b0da40-aef8-480a-bb63-d1daacecf555" providerId="ADAL" clId="{59E50A16-9BA8-49D3-AC37-5E7298F40FAE}" dt="2020-01-19T16:50:20.031" v="39"/>
          <ac:spMkLst>
            <pc:docMk/>
            <pc:sldMk cId="3003749866" sldId="262"/>
            <ac:spMk id="10" creationId="{B0FD6F9F-A13C-426F-B0EC-76F2D771CE4D}"/>
          </ac:spMkLst>
        </pc:spChg>
        <pc:spChg chg="add">
          <ac:chgData name="Sohag Kabir" userId="e9b0da40-aef8-480a-bb63-d1daacecf555" providerId="ADAL" clId="{59E50A16-9BA8-49D3-AC37-5E7298F40FAE}" dt="2020-01-19T17:35:02.328" v="68"/>
          <ac:spMkLst>
            <pc:docMk/>
            <pc:sldMk cId="3003749866" sldId="262"/>
            <ac:spMk id="11" creationId="{5758E4BD-E4C6-438F-AC96-10BC886775E6}"/>
          </ac:spMkLst>
        </pc:spChg>
      </pc:sldChg>
      <pc:sldChg chg="addSp delSp modSp">
        <pc:chgData name="Sohag Kabir" userId="e9b0da40-aef8-480a-bb63-d1daacecf555" providerId="ADAL" clId="{59E50A16-9BA8-49D3-AC37-5E7298F40FAE}" dt="2020-01-20T20:27:14.902" v="115" actId="2"/>
        <pc:sldMkLst>
          <pc:docMk/>
          <pc:sldMk cId="1736237551" sldId="263"/>
        </pc:sldMkLst>
        <pc:spChg chg="mod">
          <ac:chgData name="Sohag Kabir" userId="e9b0da40-aef8-480a-bb63-d1daacecf555" providerId="ADAL" clId="{59E50A16-9BA8-49D3-AC37-5E7298F40FAE}" dt="2020-01-19T17:35:26.145" v="69" actId="1076"/>
          <ac:spMkLst>
            <pc:docMk/>
            <pc:sldMk cId="1736237551" sldId="263"/>
            <ac:spMk id="2" creationId="{34E1E058-61F9-4514-99F0-93DE3829F95E}"/>
          </ac:spMkLst>
        </pc:spChg>
        <pc:spChg chg="add del mod">
          <ac:chgData name="Sohag Kabir" userId="e9b0da40-aef8-480a-bb63-d1daacecf555" providerId="ADAL" clId="{59E50A16-9BA8-49D3-AC37-5E7298F40FAE}" dt="2020-01-19T17:35:39.529" v="71" actId="478"/>
          <ac:spMkLst>
            <pc:docMk/>
            <pc:sldMk cId="1736237551" sldId="263"/>
            <ac:spMk id="3" creationId="{B68EC9E4-BB2E-4B3A-9B4C-48A48F08F2C1}"/>
          </ac:spMkLst>
        </pc:spChg>
        <pc:spChg chg="del">
          <ac:chgData name="Sohag Kabir" userId="e9b0da40-aef8-480a-bb63-d1daacecf555" providerId="ADAL" clId="{59E50A16-9BA8-49D3-AC37-5E7298F40FAE}" dt="2020-01-19T17:35:36.824" v="70" actId="478"/>
          <ac:spMkLst>
            <pc:docMk/>
            <pc:sldMk cId="1736237551" sldId="263"/>
            <ac:spMk id="9" creationId="{09EEC3A2-4007-4053-819F-505214486A4B}"/>
          </ac:spMkLst>
        </pc:spChg>
        <pc:spChg chg="add">
          <ac:chgData name="Sohag Kabir" userId="e9b0da40-aef8-480a-bb63-d1daacecf555" providerId="ADAL" clId="{59E50A16-9BA8-49D3-AC37-5E7298F40FAE}" dt="2020-01-19T17:35:45.589" v="73"/>
          <ac:spMkLst>
            <pc:docMk/>
            <pc:sldMk cId="1736237551" sldId="263"/>
            <ac:spMk id="11" creationId="{81EC2EC8-08AF-4F2E-9595-B1D7A68CEB49}"/>
          </ac:spMkLst>
        </pc:spChg>
        <pc:spChg chg="add mod">
          <ac:chgData name="Sohag Kabir" userId="e9b0da40-aef8-480a-bb63-d1daacecf555" providerId="ADAL" clId="{59E50A16-9BA8-49D3-AC37-5E7298F40FAE}" dt="2020-01-20T20:27:14.902" v="115" actId="2"/>
          <ac:spMkLst>
            <pc:docMk/>
            <pc:sldMk cId="1736237551" sldId="263"/>
            <ac:spMk id="12" creationId="{AE427AB6-2C9B-44F8-B549-F145AA134E2A}"/>
          </ac:spMkLst>
        </pc:spChg>
        <pc:spChg chg="add del mod">
          <ac:chgData name="Sohag Kabir" userId="e9b0da40-aef8-480a-bb63-d1daacecf555" providerId="ADAL" clId="{59E50A16-9BA8-49D3-AC37-5E7298F40FAE}" dt="2020-01-19T17:37:23.708" v="79"/>
          <ac:spMkLst>
            <pc:docMk/>
            <pc:sldMk cId="1736237551" sldId="263"/>
            <ac:spMk id="13" creationId="{00735706-B3A0-4CD3-8E6A-56B12E38BE45}"/>
          </ac:spMkLst>
        </pc:spChg>
        <pc:graphicFrameChg chg="add del">
          <ac:chgData name="Sohag Kabir" userId="e9b0da40-aef8-480a-bb63-d1daacecf555" providerId="ADAL" clId="{59E50A16-9BA8-49D3-AC37-5E7298F40FAE}" dt="2020-01-19T17:43:40.828" v="83"/>
          <ac:graphicFrameMkLst>
            <pc:docMk/>
            <pc:sldMk cId="1736237551" sldId="263"/>
            <ac:graphicFrameMk id="7" creationId="{DD039B24-6416-40E1-9876-BF284A8F299E}"/>
          </ac:graphicFrameMkLst>
        </pc:graphicFrameChg>
        <pc:picChg chg="del">
          <ac:chgData name="Sohag Kabir" userId="e9b0da40-aef8-480a-bb63-d1daacecf555" providerId="ADAL" clId="{59E50A16-9BA8-49D3-AC37-5E7298F40FAE}" dt="2020-01-19T17:35:41.308" v="72" actId="478"/>
          <ac:picMkLst>
            <pc:docMk/>
            <pc:sldMk cId="1736237551" sldId="263"/>
            <ac:picMk id="10" creationId="{A45DFAB6-72A7-40A0-AB66-35882A504896}"/>
          </ac:picMkLst>
        </pc:picChg>
      </pc:sldChg>
      <pc:sldChg chg="addSp delSp modSp">
        <pc:chgData name="Sohag Kabir" userId="e9b0da40-aef8-480a-bb63-d1daacecf555" providerId="ADAL" clId="{59E50A16-9BA8-49D3-AC37-5E7298F40FAE}" dt="2020-01-20T20:37:55.826" v="150"/>
        <pc:sldMkLst>
          <pc:docMk/>
          <pc:sldMk cId="4146333179" sldId="264"/>
        </pc:sldMkLst>
        <pc:spChg chg="mod">
          <ac:chgData name="Sohag Kabir" userId="e9b0da40-aef8-480a-bb63-d1daacecf555" providerId="ADAL" clId="{59E50A16-9BA8-49D3-AC37-5E7298F40FAE}" dt="2020-01-19T17:53:13.991" v="88" actId="1076"/>
          <ac:spMkLst>
            <pc:docMk/>
            <pc:sldMk cId="4146333179" sldId="264"/>
            <ac:spMk id="2" creationId="{81C438A6-3010-496D-B29E-036E43E273F3}"/>
          </ac:spMkLst>
        </pc:spChg>
        <pc:spChg chg="del mod">
          <ac:chgData name="Sohag Kabir" userId="e9b0da40-aef8-480a-bb63-d1daacecf555" providerId="ADAL" clId="{59E50A16-9BA8-49D3-AC37-5E7298F40FAE}" dt="2020-01-19T17:53:23.356" v="90" actId="478"/>
          <ac:spMkLst>
            <pc:docMk/>
            <pc:sldMk cId="4146333179" sldId="264"/>
            <ac:spMk id="3" creationId="{137897C8-6888-440A-86A8-79A78F9FA733}"/>
          </ac:spMkLst>
        </pc:spChg>
        <pc:spChg chg="del">
          <ac:chgData name="Sohag Kabir" userId="e9b0da40-aef8-480a-bb63-d1daacecf555" providerId="ADAL" clId="{59E50A16-9BA8-49D3-AC37-5E7298F40FAE}" dt="2020-01-20T20:37:44.028" v="149" actId="478"/>
          <ac:spMkLst>
            <pc:docMk/>
            <pc:sldMk cId="4146333179" sldId="264"/>
            <ac:spMk id="5" creationId="{7D1D752A-DA38-4D95-A111-CCDE204D5FB2}"/>
          </ac:spMkLst>
        </pc:spChg>
        <pc:spChg chg="add del mod">
          <ac:chgData name="Sohag Kabir" userId="e9b0da40-aef8-480a-bb63-d1daacecf555" providerId="ADAL" clId="{59E50A16-9BA8-49D3-AC37-5E7298F40FAE}" dt="2020-01-19T17:53:25.581" v="91" actId="478"/>
          <ac:spMkLst>
            <pc:docMk/>
            <pc:sldMk cId="4146333179" sldId="264"/>
            <ac:spMk id="7" creationId="{F3EBDE52-C61F-44C2-8D42-1F0303DCC111}"/>
          </ac:spMkLst>
        </pc:spChg>
        <pc:spChg chg="add mod">
          <ac:chgData name="Sohag Kabir" userId="e9b0da40-aef8-480a-bb63-d1daacecf555" providerId="ADAL" clId="{59E50A16-9BA8-49D3-AC37-5E7298F40FAE}" dt="2020-01-19T18:07:19.320" v="105" actId="14100"/>
          <ac:spMkLst>
            <pc:docMk/>
            <pc:sldMk cId="4146333179" sldId="264"/>
            <ac:spMk id="8" creationId="{0CAEA833-7FC5-4738-B55E-A41BE3BB8F6F}"/>
          </ac:spMkLst>
        </pc:spChg>
        <pc:spChg chg="add mod">
          <ac:chgData name="Sohag Kabir" userId="e9b0da40-aef8-480a-bb63-d1daacecf555" providerId="ADAL" clId="{59E50A16-9BA8-49D3-AC37-5E7298F40FAE}" dt="2020-01-19T17:59:56.025" v="99" actId="164"/>
          <ac:spMkLst>
            <pc:docMk/>
            <pc:sldMk cId="4146333179" sldId="264"/>
            <ac:spMk id="10" creationId="{D7E8282F-1762-4AA3-BFF3-C2A59A6BE4D5}"/>
          </ac:spMkLst>
        </pc:spChg>
        <pc:spChg chg="add mod">
          <ac:chgData name="Sohag Kabir" userId="e9b0da40-aef8-480a-bb63-d1daacecf555" providerId="ADAL" clId="{59E50A16-9BA8-49D3-AC37-5E7298F40FAE}" dt="2020-01-19T18:08:17.615" v="109" actId="207"/>
          <ac:spMkLst>
            <pc:docMk/>
            <pc:sldMk cId="4146333179" sldId="264"/>
            <ac:spMk id="12" creationId="{F5C0CF33-7E78-446B-B43D-A97F12571726}"/>
          </ac:spMkLst>
        </pc:spChg>
        <pc:spChg chg="add">
          <ac:chgData name="Sohag Kabir" userId="e9b0da40-aef8-480a-bb63-d1daacecf555" providerId="ADAL" clId="{59E50A16-9BA8-49D3-AC37-5E7298F40FAE}" dt="2020-01-20T20:37:55.826" v="150"/>
          <ac:spMkLst>
            <pc:docMk/>
            <pc:sldMk cId="4146333179" sldId="264"/>
            <ac:spMk id="13" creationId="{B05BF201-15EA-4712-87E8-E69CA936FC58}"/>
          </ac:spMkLst>
        </pc:spChg>
        <pc:grpChg chg="add mod">
          <ac:chgData name="Sohag Kabir" userId="e9b0da40-aef8-480a-bb63-d1daacecf555" providerId="ADAL" clId="{59E50A16-9BA8-49D3-AC37-5E7298F40FAE}" dt="2020-01-19T17:59:56.025" v="99" actId="164"/>
          <ac:grpSpMkLst>
            <pc:docMk/>
            <pc:sldMk cId="4146333179" sldId="264"/>
            <ac:grpSpMk id="11" creationId="{A6630F8C-E1A3-43A8-A982-9F125FD94C83}"/>
          </ac:grpSpMkLst>
        </pc:grpChg>
        <pc:picChg chg="add mod">
          <ac:chgData name="Sohag Kabir" userId="e9b0da40-aef8-480a-bb63-d1daacecf555" providerId="ADAL" clId="{59E50A16-9BA8-49D3-AC37-5E7298F40FAE}" dt="2020-01-19T17:59:56.025" v="99" actId="164"/>
          <ac:picMkLst>
            <pc:docMk/>
            <pc:sldMk cId="4146333179" sldId="264"/>
            <ac:picMk id="9" creationId="{CFD1A598-37EB-4561-ACE1-7AC5EF6EFEEE}"/>
          </ac:picMkLst>
        </pc:picChg>
      </pc:sldChg>
      <pc:sldChg chg="modAnim">
        <pc:chgData name="Sohag Kabir" userId="e9b0da40-aef8-480a-bb63-d1daacecf555" providerId="ADAL" clId="{59E50A16-9BA8-49D3-AC37-5E7298F40FAE}" dt="2020-01-20T20:34:30.621" v="148"/>
        <pc:sldMkLst>
          <pc:docMk/>
          <pc:sldMk cId="1671400381" sldId="265"/>
        </pc:sldMkLst>
      </pc:sldChg>
      <pc:sldChg chg="modSp">
        <pc:chgData name="Sohag Kabir" userId="e9b0da40-aef8-480a-bb63-d1daacecf555" providerId="ADAL" clId="{59E50A16-9BA8-49D3-AC37-5E7298F40FAE}" dt="2020-01-19T16:47:26.198" v="34" actId="1076"/>
        <pc:sldMkLst>
          <pc:docMk/>
          <pc:sldMk cId="1480265116" sldId="266"/>
        </pc:sldMkLst>
        <pc:spChg chg="mod">
          <ac:chgData name="Sohag Kabir" userId="e9b0da40-aef8-480a-bb63-d1daacecf555" providerId="ADAL" clId="{59E50A16-9BA8-49D3-AC37-5E7298F40FAE}" dt="2020-01-19T16:47:26.198" v="34" actId="1076"/>
          <ac:spMkLst>
            <pc:docMk/>
            <pc:sldMk cId="1480265116" sldId="266"/>
            <ac:spMk id="7" creationId="{00000000-0000-0000-0000-000000000000}"/>
          </ac:spMkLst>
        </pc:spChg>
      </pc:sldChg>
      <pc:sldChg chg="addSp delSp modSp add modAnim">
        <pc:chgData name="Sohag Kabir" userId="e9b0da40-aef8-480a-bb63-d1daacecf555" providerId="ADAL" clId="{59E50A16-9BA8-49D3-AC37-5E7298F40FAE}" dt="2020-01-19T16:26:10.250" v="25"/>
        <pc:sldMkLst>
          <pc:docMk/>
          <pc:sldMk cId="763715465" sldId="267"/>
        </pc:sldMkLst>
        <pc:spChg chg="del">
          <ac:chgData name="Sohag Kabir" userId="e9b0da40-aef8-480a-bb63-d1daacecf555" providerId="ADAL" clId="{59E50A16-9BA8-49D3-AC37-5E7298F40FAE}" dt="2020-01-19T16:19:59.297" v="2" actId="478"/>
          <ac:spMkLst>
            <pc:docMk/>
            <pc:sldMk cId="763715465" sldId="267"/>
            <ac:spMk id="3" creationId="{69629499-4F36-4E83-817C-E10C4F24E0FA}"/>
          </ac:spMkLst>
        </pc:spChg>
        <pc:spChg chg="add del mod">
          <ac:chgData name="Sohag Kabir" userId="e9b0da40-aef8-480a-bb63-d1daacecf555" providerId="ADAL" clId="{59E50A16-9BA8-49D3-AC37-5E7298F40FAE}" dt="2020-01-19T16:20:02.570" v="3" actId="478"/>
          <ac:spMkLst>
            <pc:docMk/>
            <pc:sldMk cId="763715465" sldId="267"/>
            <ac:spMk id="5" creationId="{54B8C9BA-72A9-41E3-B0B4-461D55DC0DF6}"/>
          </ac:spMkLst>
        </pc:spChg>
        <pc:spChg chg="del">
          <ac:chgData name="Sohag Kabir" userId="e9b0da40-aef8-480a-bb63-d1daacecf555" providerId="ADAL" clId="{59E50A16-9BA8-49D3-AC37-5E7298F40FAE}" dt="2020-01-19T16:20:06.809" v="4" actId="478"/>
          <ac:spMkLst>
            <pc:docMk/>
            <pc:sldMk cId="763715465" sldId="267"/>
            <ac:spMk id="7" creationId="{00000000-0000-0000-0000-000000000000}"/>
          </ac:spMkLst>
        </pc:spChg>
        <pc:spChg chg="add mod">
          <ac:chgData name="Sohag Kabir" userId="e9b0da40-aef8-480a-bb63-d1daacecf555" providerId="ADAL" clId="{59E50A16-9BA8-49D3-AC37-5E7298F40FAE}" dt="2020-01-19T16:23:49.984" v="22" actId="2711"/>
          <ac:spMkLst>
            <pc:docMk/>
            <pc:sldMk cId="763715465" sldId="267"/>
            <ac:spMk id="9" creationId="{9E6DEDB7-5C1D-4218-BC42-03F64F79B30F}"/>
          </ac:spMkLst>
        </pc:spChg>
        <pc:spChg chg="add">
          <ac:chgData name="Sohag Kabir" userId="e9b0da40-aef8-480a-bb63-d1daacecf555" providerId="ADAL" clId="{59E50A16-9BA8-49D3-AC37-5E7298F40FAE}" dt="2020-01-19T16:24:31.497" v="23"/>
          <ac:spMkLst>
            <pc:docMk/>
            <pc:sldMk cId="763715465" sldId="267"/>
            <ac:spMk id="10" creationId="{4D7C4C03-7F78-4DA0-84CF-A42FAA18DE46}"/>
          </ac:spMkLst>
        </pc:spChg>
        <pc:spChg chg="add">
          <ac:chgData name="Sohag Kabir" userId="e9b0da40-aef8-480a-bb63-d1daacecf555" providerId="ADAL" clId="{59E50A16-9BA8-49D3-AC37-5E7298F40FAE}" dt="2020-01-19T16:25:13.316" v="24"/>
          <ac:spMkLst>
            <pc:docMk/>
            <pc:sldMk cId="763715465" sldId="267"/>
            <ac:spMk id="11" creationId="{9A34254E-D667-478E-96BD-878B419BD3CB}"/>
          </ac:spMkLst>
        </pc:spChg>
        <pc:spChg chg="add">
          <ac:chgData name="Sohag Kabir" userId="e9b0da40-aef8-480a-bb63-d1daacecf555" providerId="ADAL" clId="{59E50A16-9BA8-49D3-AC37-5E7298F40FAE}" dt="2020-01-19T16:26:10.250" v="25"/>
          <ac:spMkLst>
            <pc:docMk/>
            <pc:sldMk cId="763715465" sldId="267"/>
            <ac:spMk id="12" creationId="{E835A126-53D2-495B-A096-2309B8B452AE}"/>
          </ac:spMkLst>
        </pc:spChg>
      </pc:sldChg>
    </pc:docChg>
  </pc:docChgLst>
  <pc:docChgLst>
    <pc:chgData name="Sohag Kabir" userId="e9b0da40-aef8-480a-bb63-d1daacecf555" providerId="ADAL" clId="{C0FDB04E-6320-4A0C-A5C9-BF738384E02A}"/>
    <pc:docChg chg="undo redo custSel addSld delSld modSld sldOrd modMainMaster">
      <pc:chgData name="Sohag Kabir" userId="e9b0da40-aef8-480a-bb63-d1daacecf555" providerId="ADAL" clId="{C0FDB04E-6320-4A0C-A5C9-BF738384E02A}" dt="2024-10-11T10:38:52.410" v="4377" actId="1076"/>
      <pc:docMkLst>
        <pc:docMk/>
      </pc:docMkLst>
      <pc:sldChg chg="modSp mod">
        <pc:chgData name="Sohag Kabir" userId="e9b0da40-aef8-480a-bb63-d1daacecf555" providerId="ADAL" clId="{C0FDB04E-6320-4A0C-A5C9-BF738384E02A}" dt="2024-10-08T13:27:56.934" v="11" actId="20577"/>
        <pc:sldMkLst>
          <pc:docMk/>
          <pc:sldMk cId="2795566495" sldId="256"/>
        </pc:sldMkLst>
        <pc:spChg chg="mod">
          <ac:chgData name="Sohag Kabir" userId="e9b0da40-aef8-480a-bb63-d1daacecf555" providerId="ADAL" clId="{C0FDB04E-6320-4A0C-A5C9-BF738384E02A}" dt="2024-10-08T13:27:56.934" v="11" actId="20577"/>
          <ac:spMkLst>
            <pc:docMk/>
            <pc:sldMk cId="2795566495" sldId="256"/>
            <ac:spMk id="7" creationId="{2A7F24C1-BF6E-43D8-A57F-60FFBF172E51}"/>
          </ac:spMkLst>
        </pc:spChg>
      </pc:sldChg>
      <pc:sldChg chg="modSp mod">
        <pc:chgData name="Sohag Kabir" userId="e9b0da40-aef8-480a-bb63-d1daacecf555" providerId="ADAL" clId="{C0FDB04E-6320-4A0C-A5C9-BF738384E02A}" dt="2024-10-09T16:54:01.240" v="1330" actId="1076"/>
        <pc:sldMkLst>
          <pc:docMk/>
          <pc:sldMk cId="1234101355" sldId="258"/>
        </pc:sldMkLst>
        <pc:spChg chg="mod">
          <ac:chgData name="Sohag Kabir" userId="e9b0da40-aef8-480a-bb63-d1daacecf555" providerId="ADAL" clId="{C0FDB04E-6320-4A0C-A5C9-BF738384E02A}" dt="2024-10-09T16:53:43.807" v="1329" actId="1076"/>
          <ac:spMkLst>
            <pc:docMk/>
            <pc:sldMk cId="1234101355" sldId="258"/>
            <ac:spMk id="2" creationId="{DE13D453-4D7B-47BF-AED4-27D56C3644AA}"/>
          </ac:spMkLst>
        </pc:spChg>
        <pc:spChg chg="mod">
          <ac:chgData name="Sohag Kabir" userId="e9b0da40-aef8-480a-bb63-d1daacecf555" providerId="ADAL" clId="{C0FDB04E-6320-4A0C-A5C9-BF738384E02A}" dt="2024-10-09T16:54:01.240" v="1330" actId="1076"/>
          <ac:spMkLst>
            <pc:docMk/>
            <pc:sldMk cId="1234101355" sldId="258"/>
            <ac:spMk id="3" creationId="{2FEE6F10-BAF0-90B1-17AF-10D6EFC928B2}"/>
          </ac:spMkLst>
        </pc:spChg>
      </pc:sldChg>
      <pc:sldChg chg="del">
        <pc:chgData name="Sohag Kabir" userId="e9b0da40-aef8-480a-bb63-d1daacecf555" providerId="ADAL" clId="{C0FDB04E-6320-4A0C-A5C9-BF738384E02A}" dt="2024-10-10T12:53:08.955" v="1725" actId="47"/>
        <pc:sldMkLst>
          <pc:docMk/>
          <pc:sldMk cId="2490493203" sldId="259"/>
        </pc:sldMkLst>
      </pc:sldChg>
      <pc:sldChg chg="del">
        <pc:chgData name="Sohag Kabir" userId="e9b0da40-aef8-480a-bb63-d1daacecf555" providerId="ADAL" clId="{C0FDB04E-6320-4A0C-A5C9-BF738384E02A}" dt="2024-10-10T12:53:04.883" v="1724" actId="47"/>
        <pc:sldMkLst>
          <pc:docMk/>
          <pc:sldMk cId="1671400381" sldId="265"/>
        </pc:sldMkLst>
      </pc:sldChg>
      <pc:sldChg chg="del">
        <pc:chgData name="Sohag Kabir" userId="e9b0da40-aef8-480a-bb63-d1daacecf555" providerId="ADAL" clId="{C0FDB04E-6320-4A0C-A5C9-BF738384E02A}" dt="2024-10-10T12:53:04.883" v="1724" actId="47"/>
        <pc:sldMkLst>
          <pc:docMk/>
          <pc:sldMk cId="1480265116" sldId="266"/>
        </pc:sldMkLst>
      </pc:sldChg>
      <pc:sldChg chg="addSp delSp modSp mod modAnim modNotesTx">
        <pc:chgData name="Sohag Kabir" userId="e9b0da40-aef8-480a-bb63-d1daacecf555" providerId="ADAL" clId="{C0FDB04E-6320-4A0C-A5C9-BF738384E02A}" dt="2024-10-11T10:34:47.326" v="4365" actId="1037"/>
        <pc:sldMkLst>
          <pc:docMk/>
          <pc:sldMk cId="4136712713" sldId="268"/>
        </pc:sldMkLst>
        <pc:spChg chg="add del mod">
          <ac:chgData name="Sohag Kabir" userId="e9b0da40-aef8-480a-bb63-d1daacecf555" providerId="ADAL" clId="{C0FDB04E-6320-4A0C-A5C9-BF738384E02A}" dt="2024-10-11T08:40:41.008" v="3627" actId="478"/>
          <ac:spMkLst>
            <pc:docMk/>
            <pc:sldMk cId="4136712713" sldId="268"/>
            <ac:spMk id="3" creationId="{E640B6D5-DB0C-7805-A8C1-8B60DDBB7625}"/>
          </ac:spMkLst>
        </pc:spChg>
        <pc:spChg chg="add mod">
          <ac:chgData name="Sohag Kabir" userId="e9b0da40-aef8-480a-bb63-d1daacecf555" providerId="ADAL" clId="{C0FDB04E-6320-4A0C-A5C9-BF738384E02A}" dt="2024-10-11T08:27:56.533" v="3506" actId="1076"/>
          <ac:spMkLst>
            <pc:docMk/>
            <pc:sldMk cId="4136712713" sldId="268"/>
            <ac:spMk id="4" creationId="{E83313EB-A29A-FDFC-B278-C419DE73A607}"/>
          </ac:spMkLst>
        </pc:spChg>
        <pc:spChg chg="add mod">
          <ac:chgData name="Sohag Kabir" userId="e9b0da40-aef8-480a-bb63-d1daacecf555" providerId="ADAL" clId="{C0FDB04E-6320-4A0C-A5C9-BF738384E02A}" dt="2024-10-11T08:46:52.260" v="3678" actId="1076"/>
          <ac:spMkLst>
            <pc:docMk/>
            <pc:sldMk cId="4136712713" sldId="268"/>
            <ac:spMk id="7" creationId="{3C2234EB-1FDB-08CF-503D-A30E94E406B1}"/>
          </ac:spMkLst>
        </pc:spChg>
        <pc:spChg chg="del">
          <ac:chgData name="Sohag Kabir" userId="e9b0da40-aef8-480a-bb63-d1daacecf555" providerId="ADAL" clId="{C0FDB04E-6320-4A0C-A5C9-BF738384E02A}" dt="2024-10-11T07:59:32.760" v="3164" actId="478"/>
          <ac:spMkLst>
            <pc:docMk/>
            <pc:sldMk cId="4136712713" sldId="268"/>
            <ac:spMk id="8" creationId="{0CAEA833-7FC5-4738-B55E-A41BE3BB8F6F}"/>
          </ac:spMkLst>
        </pc:spChg>
        <pc:spChg chg="add mod">
          <ac:chgData name="Sohag Kabir" userId="e9b0da40-aef8-480a-bb63-d1daacecf555" providerId="ADAL" clId="{C0FDB04E-6320-4A0C-A5C9-BF738384E02A}" dt="2024-10-11T08:57:30.436" v="3760" actId="207"/>
          <ac:spMkLst>
            <pc:docMk/>
            <pc:sldMk cId="4136712713" sldId="268"/>
            <ac:spMk id="10" creationId="{94A5BB6C-CA0B-7297-EC46-965DDC1B1198}"/>
          </ac:spMkLst>
        </pc:spChg>
        <pc:spChg chg="add mod">
          <ac:chgData name="Sohag Kabir" userId="e9b0da40-aef8-480a-bb63-d1daacecf555" providerId="ADAL" clId="{C0FDB04E-6320-4A0C-A5C9-BF738384E02A}" dt="2024-10-11T08:47:47.527" v="3686" actId="164"/>
          <ac:spMkLst>
            <pc:docMk/>
            <pc:sldMk cId="4136712713" sldId="268"/>
            <ac:spMk id="11" creationId="{683E5EE6-58FE-4275-C28F-198DC4408379}"/>
          </ac:spMkLst>
        </pc:spChg>
        <pc:spChg chg="add mod">
          <ac:chgData name="Sohag Kabir" userId="e9b0da40-aef8-480a-bb63-d1daacecf555" providerId="ADAL" clId="{C0FDB04E-6320-4A0C-A5C9-BF738384E02A}" dt="2024-10-11T08:51:20.468" v="3698" actId="14100"/>
          <ac:spMkLst>
            <pc:docMk/>
            <pc:sldMk cId="4136712713" sldId="268"/>
            <ac:spMk id="15" creationId="{131A865D-0863-79BD-CA96-FC5F940E47F6}"/>
          </ac:spMkLst>
        </pc:spChg>
        <pc:spChg chg="add mod">
          <ac:chgData name="Sohag Kabir" userId="e9b0da40-aef8-480a-bb63-d1daacecf555" providerId="ADAL" clId="{C0FDB04E-6320-4A0C-A5C9-BF738384E02A}" dt="2024-10-11T08:53:23.136" v="3727" actId="164"/>
          <ac:spMkLst>
            <pc:docMk/>
            <pc:sldMk cId="4136712713" sldId="268"/>
            <ac:spMk id="17" creationId="{5B30D6CD-FFFC-C3BE-E31A-5969E87816DF}"/>
          </ac:spMkLst>
        </pc:spChg>
        <pc:spChg chg="add mod">
          <ac:chgData name="Sohag Kabir" userId="e9b0da40-aef8-480a-bb63-d1daacecf555" providerId="ADAL" clId="{C0FDB04E-6320-4A0C-A5C9-BF738384E02A}" dt="2024-10-11T08:54:45.867" v="3743" actId="1076"/>
          <ac:spMkLst>
            <pc:docMk/>
            <pc:sldMk cId="4136712713" sldId="268"/>
            <ac:spMk id="18" creationId="{C21B09D3-7885-5A5A-4BE0-33754A092DFD}"/>
          </ac:spMkLst>
        </pc:spChg>
        <pc:spChg chg="mod topLvl">
          <ac:chgData name="Sohag Kabir" userId="e9b0da40-aef8-480a-bb63-d1daacecf555" providerId="ADAL" clId="{C0FDB04E-6320-4A0C-A5C9-BF738384E02A}" dt="2024-10-11T08:56:09.646" v="3752" actId="164"/>
          <ac:spMkLst>
            <pc:docMk/>
            <pc:sldMk cId="4136712713" sldId="268"/>
            <ac:spMk id="21" creationId="{A8E704C5-74B3-31F9-1835-DB5E7EAFBCA0}"/>
          </ac:spMkLst>
        </pc:spChg>
        <pc:spChg chg="mod topLvl">
          <ac:chgData name="Sohag Kabir" userId="e9b0da40-aef8-480a-bb63-d1daacecf555" providerId="ADAL" clId="{C0FDB04E-6320-4A0C-A5C9-BF738384E02A}" dt="2024-10-11T08:56:09.646" v="3752" actId="164"/>
          <ac:spMkLst>
            <pc:docMk/>
            <pc:sldMk cId="4136712713" sldId="268"/>
            <ac:spMk id="22" creationId="{5BA65B77-CE4F-A5E5-A847-3964255CDF4E}"/>
          </ac:spMkLst>
        </pc:spChg>
        <pc:grpChg chg="add mod">
          <ac:chgData name="Sohag Kabir" userId="e9b0da40-aef8-480a-bb63-d1daacecf555" providerId="ADAL" clId="{C0FDB04E-6320-4A0C-A5C9-BF738384E02A}" dt="2024-10-11T08:47:47.527" v="3686" actId="164"/>
          <ac:grpSpMkLst>
            <pc:docMk/>
            <pc:sldMk cId="4136712713" sldId="268"/>
            <ac:grpSpMk id="12" creationId="{CFB42017-8763-0487-2B2E-23D8A55F4295}"/>
          </ac:grpSpMkLst>
        </pc:grpChg>
        <pc:grpChg chg="add mod">
          <ac:chgData name="Sohag Kabir" userId="e9b0da40-aef8-480a-bb63-d1daacecf555" providerId="ADAL" clId="{C0FDB04E-6320-4A0C-A5C9-BF738384E02A}" dt="2024-10-11T08:54:48.628" v="3744" actId="1076"/>
          <ac:grpSpMkLst>
            <pc:docMk/>
            <pc:sldMk cId="4136712713" sldId="268"/>
            <ac:grpSpMk id="19" creationId="{3B161315-E675-612C-9C7F-520E4AE880EC}"/>
          </ac:grpSpMkLst>
        </pc:grpChg>
        <pc:grpChg chg="add del mod">
          <ac:chgData name="Sohag Kabir" userId="e9b0da40-aef8-480a-bb63-d1daacecf555" providerId="ADAL" clId="{C0FDB04E-6320-4A0C-A5C9-BF738384E02A}" dt="2024-10-11T08:54:26.925" v="3741" actId="165"/>
          <ac:grpSpMkLst>
            <pc:docMk/>
            <pc:sldMk cId="4136712713" sldId="268"/>
            <ac:grpSpMk id="20" creationId="{486FD86D-1E98-7872-04EC-159B0197B577}"/>
          </ac:grpSpMkLst>
        </pc:grpChg>
        <pc:grpChg chg="add mod">
          <ac:chgData name="Sohag Kabir" userId="e9b0da40-aef8-480a-bb63-d1daacecf555" providerId="ADAL" clId="{C0FDB04E-6320-4A0C-A5C9-BF738384E02A}" dt="2024-10-11T10:34:47.326" v="4365" actId="1037"/>
          <ac:grpSpMkLst>
            <pc:docMk/>
            <pc:sldMk cId="4136712713" sldId="268"/>
            <ac:grpSpMk id="23" creationId="{70FFE0CA-038B-56A7-AD9E-4ADD7B4758F4}"/>
          </ac:grpSpMkLst>
        </pc:grpChg>
        <pc:graphicFrameChg chg="add mod modGraphic">
          <ac:chgData name="Sohag Kabir" userId="e9b0da40-aef8-480a-bb63-d1daacecf555" providerId="ADAL" clId="{C0FDB04E-6320-4A0C-A5C9-BF738384E02A}" dt="2024-10-11T08:46:54.685" v="3679" actId="1076"/>
          <ac:graphicFrameMkLst>
            <pc:docMk/>
            <pc:sldMk cId="4136712713" sldId="268"/>
            <ac:graphicFrameMk id="5" creationId="{03D1EEBC-5E9F-5FA8-2058-9DC6CE6FBD94}"/>
          </ac:graphicFrameMkLst>
        </pc:graphicFrameChg>
      </pc:sldChg>
      <pc:sldChg chg="del">
        <pc:chgData name="Sohag Kabir" userId="e9b0da40-aef8-480a-bb63-d1daacecf555" providerId="ADAL" clId="{C0FDB04E-6320-4A0C-A5C9-BF738384E02A}" dt="2024-10-10T12:53:08.955" v="1725" actId="47"/>
        <pc:sldMkLst>
          <pc:docMk/>
          <pc:sldMk cId="249088773" sldId="274"/>
        </pc:sldMkLst>
      </pc:sldChg>
      <pc:sldChg chg="addSp delSp modSp mod delAnim">
        <pc:chgData name="Sohag Kabir" userId="e9b0da40-aef8-480a-bb63-d1daacecf555" providerId="ADAL" clId="{C0FDB04E-6320-4A0C-A5C9-BF738384E02A}" dt="2024-10-11T09:52:52.492" v="4239" actId="20577"/>
        <pc:sldMkLst>
          <pc:docMk/>
          <pc:sldMk cId="616367942" sldId="279"/>
        </pc:sldMkLst>
        <pc:spChg chg="mod">
          <ac:chgData name="Sohag Kabir" userId="e9b0da40-aef8-480a-bb63-d1daacecf555" providerId="ADAL" clId="{C0FDB04E-6320-4A0C-A5C9-BF738384E02A}" dt="2024-10-11T09:50:57.862" v="4227" actId="14100"/>
          <ac:spMkLst>
            <pc:docMk/>
            <pc:sldMk cId="616367942" sldId="279"/>
            <ac:spMk id="2" creationId="{DE13D453-4D7B-47BF-AED4-27D56C3644AA}"/>
          </ac:spMkLst>
        </pc:spChg>
        <pc:spChg chg="del">
          <ac:chgData name="Sohag Kabir" userId="e9b0da40-aef8-480a-bb63-d1daacecf555" providerId="ADAL" clId="{C0FDB04E-6320-4A0C-A5C9-BF738384E02A}" dt="2024-10-08T13:31:07.129" v="219" actId="478"/>
          <ac:spMkLst>
            <pc:docMk/>
            <pc:sldMk cId="616367942" sldId="279"/>
            <ac:spMk id="5" creationId="{8143AF44-8037-97CC-53ED-2FE1F44FC034}"/>
          </ac:spMkLst>
        </pc:spChg>
        <pc:spChg chg="del">
          <ac:chgData name="Sohag Kabir" userId="e9b0da40-aef8-480a-bb63-d1daacecf555" providerId="ADAL" clId="{C0FDB04E-6320-4A0C-A5C9-BF738384E02A}" dt="2024-10-08T13:31:10.188" v="220" actId="478"/>
          <ac:spMkLst>
            <pc:docMk/>
            <pc:sldMk cId="616367942" sldId="279"/>
            <ac:spMk id="9" creationId="{B06106E6-D5F4-FBA7-3A0D-73F4DF202DD3}"/>
          </ac:spMkLst>
        </pc:spChg>
        <pc:graphicFrameChg chg="add mod modGraphic">
          <ac:chgData name="Sohag Kabir" userId="e9b0da40-aef8-480a-bb63-d1daacecf555" providerId="ADAL" clId="{C0FDB04E-6320-4A0C-A5C9-BF738384E02A}" dt="2024-10-11T09:52:52.492" v="4239" actId="20577"/>
          <ac:graphicFrameMkLst>
            <pc:docMk/>
            <pc:sldMk cId="616367942" sldId="279"/>
            <ac:graphicFrameMk id="3" creationId="{2899255D-2088-5A5F-D53B-4CFBE682E9BD}"/>
          </ac:graphicFrameMkLst>
        </pc:graphicFrameChg>
        <pc:picChg chg="add del">
          <ac:chgData name="Sohag Kabir" userId="e9b0da40-aef8-480a-bb63-d1daacecf555" providerId="ADAL" clId="{C0FDB04E-6320-4A0C-A5C9-BF738384E02A}" dt="2024-10-08T13:31:58.034" v="223" actId="478"/>
          <ac:picMkLst>
            <pc:docMk/>
            <pc:sldMk cId="616367942" sldId="279"/>
            <ac:picMk id="4" creationId="{1E583B6A-2342-186A-E083-D750947C4D77}"/>
          </ac:picMkLst>
        </pc:picChg>
        <pc:picChg chg="add del mod">
          <ac:chgData name="Sohag Kabir" userId="e9b0da40-aef8-480a-bb63-d1daacecf555" providerId="ADAL" clId="{C0FDB04E-6320-4A0C-A5C9-BF738384E02A}" dt="2024-10-09T16:15:18.287" v="1064" actId="478"/>
          <ac:picMkLst>
            <pc:docMk/>
            <pc:sldMk cId="616367942" sldId="279"/>
            <ac:picMk id="10" creationId="{A4178BF6-7FB8-082D-40BC-5F9D10FA40C5}"/>
          </ac:picMkLst>
        </pc:picChg>
      </pc:sldChg>
      <pc:sldChg chg="del">
        <pc:chgData name="Sohag Kabir" userId="e9b0da40-aef8-480a-bb63-d1daacecf555" providerId="ADAL" clId="{C0FDB04E-6320-4A0C-A5C9-BF738384E02A}" dt="2024-10-10T12:53:30.586" v="1728" actId="2696"/>
        <pc:sldMkLst>
          <pc:docMk/>
          <pc:sldMk cId="641033179" sldId="280"/>
        </pc:sldMkLst>
      </pc:sldChg>
      <pc:sldChg chg="del">
        <pc:chgData name="Sohag Kabir" userId="e9b0da40-aef8-480a-bb63-d1daacecf555" providerId="ADAL" clId="{C0FDB04E-6320-4A0C-A5C9-BF738384E02A}" dt="2024-10-10T12:53:08.955" v="1725" actId="47"/>
        <pc:sldMkLst>
          <pc:docMk/>
          <pc:sldMk cId="1477951119" sldId="281"/>
        </pc:sldMkLst>
      </pc:sldChg>
      <pc:sldChg chg="del">
        <pc:chgData name="Sohag Kabir" userId="e9b0da40-aef8-480a-bb63-d1daacecf555" providerId="ADAL" clId="{C0FDB04E-6320-4A0C-A5C9-BF738384E02A}" dt="2024-10-10T12:53:15.252" v="1726" actId="47"/>
        <pc:sldMkLst>
          <pc:docMk/>
          <pc:sldMk cId="2123858380" sldId="299"/>
        </pc:sldMkLst>
      </pc:sldChg>
      <pc:sldChg chg="del">
        <pc:chgData name="Sohag Kabir" userId="e9b0da40-aef8-480a-bb63-d1daacecf555" providerId="ADAL" clId="{C0FDB04E-6320-4A0C-A5C9-BF738384E02A}" dt="2024-10-10T12:53:26.312" v="1727" actId="2696"/>
        <pc:sldMkLst>
          <pc:docMk/>
          <pc:sldMk cId="1426418876" sldId="300"/>
        </pc:sldMkLst>
      </pc:sldChg>
      <pc:sldChg chg="del">
        <pc:chgData name="Sohag Kabir" userId="e9b0da40-aef8-480a-bb63-d1daacecf555" providerId="ADAL" clId="{C0FDB04E-6320-4A0C-A5C9-BF738384E02A}" dt="2024-10-10T12:53:15.252" v="1726" actId="47"/>
        <pc:sldMkLst>
          <pc:docMk/>
          <pc:sldMk cId="4245518297" sldId="301"/>
        </pc:sldMkLst>
      </pc:sldChg>
      <pc:sldChg chg="del">
        <pc:chgData name="Sohag Kabir" userId="e9b0da40-aef8-480a-bb63-d1daacecf555" providerId="ADAL" clId="{C0FDB04E-6320-4A0C-A5C9-BF738384E02A}" dt="2024-10-10T12:53:08.955" v="1725" actId="47"/>
        <pc:sldMkLst>
          <pc:docMk/>
          <pc:sldMk cId="846972630" sldId="302"/>
        </pc:sldMkLst>
      </pc:sldChg>
      <pc:sldChg chg="del">
        <pc:chgData name="Sohag Kabir" userId="e9b0da40-aef8-480a-bb63-d1daacecf555" providerId="ADAL" clId="{C0FDB04E-6320-4A0C-A5C9-BF738384E02A}" dt="2024-10-10T12:53:04.883" v="1724" actId="47"/>
        <pc:sldMkLst>
          <pc:docMk/>
          <pc:sldMk cId="3111864872" sldId="303"/>
        </pc:sldMkLst>
      </pc:sldChg>
      <pc:sldChg chg="del">
        <pc:chgData name="Sohag Kabir" userId="e9b0da40-aef8-480a-bb63-d1daacecf555" providerId="ADAL" clId="{C0FDB04E-6320-4A0C-A5C9-BF738384E02A}" dt="2024-10-10T12:53:04.883" v="1724" actId="47"/>
        <pc:sldMkLst>
          <pc:docMk/>
          <pc:sldMk cId="3848471798" sldId="304"/>
        </pc:sldMkLst>
      </pc:sldChg>
      <pc:sldChg chg="del">
        <pc:chgData name="Sohag Kabir" userId="e9b0da40-aef8-480a-bb63-d1daacecf555" providerId="ADAL" clId="{C0FDB04E-6320-4A0C-A5C9-BF738384E02A}" dt="2024-10-10T12:53:04.883" v="1724" actId="47"/>
        <pc:sldMkLst>
          <pc:docMk/>
          <pc:sldMk cId="1153240218" sldId="305"/>
        </pc:sldMkLst>
      </pc:sldChg>
      <pc:sldChg chg="del">
        <pc:chgData name="Sohag Kabir" userId="e9b0da40-aef8-480a-bb63-d1daacecf555" providerId="ADAL" clId="{C0FDB04E-6320-4A0C-A5C9-BF738384E02A}" dt="2024-10-10T12:53:00.315" v="1723" actId="47"/>
        <pc:sldMkLst>
          <pc:docMk/>
          <pc:sldMk cId="2096964769" sldId="306"/>
        </pc:sldMkLst>
      </pc:sldChg>
      <pc:sldChg chg="del">
        <pc:chgData name="Sohag Kabir" userId="e9b0da40-aef8-480a-bb63-d1daacecf555" providerId="ADAL" clId="{C0FDB04E-6320-4A0C-A5C9-BF738384E02A}" dt="2024-10-10T12:53:00.315" v="1723" actId="47"/>
        <pc:sldMkLst>
          <pc:docMk/>
          <pc:sldMk cId="3822761777" sldId="307"/>
        </pc:sldMkLst>
      </pc:sldChg>
      <pc:sldChg chg="del">
        <pc:chgData name="Sohag Kabir" userId="e9b0da40-aef8-480a-bb63-d1daacecf555" providerId="ADAL" clId="{C0FDB04E-6320-4A0C-A5C9-BF738384E02A}" dt="2024-10-10T12:53:00.315" v="1723" actId="47"/>
        <pc:sldMkLst>
          <pc:docMk/>
          <pc:sldMk cId="486127999" sldId="308"/>
        </pc:sldMkLst>
      </pc:sldChg>
      <pc:sldChg chg="del">
        <pc:chgData name="Sohag Kabir" userId="e9b0da40-aef8-480a-bb63-d1daacecf555" providerId="ADAL" clId="{C0FDB04E-6320-4A0C-A5C9-BF738384E02A}" dt="2024-10-10T12:53:00.315" v="1723" actId="47"/>
        <pc:sldMkLst>
          <pc:docMk/>
          <pc:sldMk cId="722230659" sldId="309"/>
        </pc:sldMkLst>
      </pc:sldChg>
      <pc:sldChg chg="del">
        <pc:chgData name="Sohag Kabir" userId="e9b0da40-aef8-480a-bb63-d1daacecf555" providerId="ADAL" clId="{C0FDB04E-6320-4A0C-A5C9-BF738384E02A}" dt="2024-10-10T12:52:55.743" v="1722" actId="47"/>
        <pc:sldMkLst>
          <pc:docMk/>
          <pc:sldMk cId="3109045321" sldId="310"/>
        </pc:sldMkLst>
      </pc:sldChg>
      <pc:sldChg chg="del">
        <pc:chgData name="Sohag Kabir" userId="e9b0da40-aef8-480a-bb63-d1daacecf555" providerId="ADAL" clId="{C0FDB04E-6320-4A0C-A5C9-BF738384E02A}" dt="2024-10-10T12:52:55.743" v="1722" actId="47"/>
        <pc:sldMkLst>
          <pc:docMk/>
          <pc:sldMk cId="46135408" sldId="311"/>
        </pc:sldMkLst>
      </pc:sldChg>
      <pc:sldChg chg="del">
        <pc:chgData name="Sohag Kabir" userId="e9b0da40-aef8-480a-bb63-d1daacecf555" providerId="ADAL" clId="{C0FDB04E-6320-4A0C-A5C9-BF738384E02A}" dt="2024-10-10T12:52:50.777" v="1721" actId="47"/>
        <pc:sldMkLst>
          <pc:docMk/>
          <pc:sldMk cId="972723603" sldId="312"/>
        </pc:sldMkLst>
      </pc:sldChg>
      <pc:sldChg chg="del">
        <pc:chgData name="Sohag Kabir" userId="e9b0da40-aef8-480a-bb63-d1daacecf555" providerId="ADAL" clId="{C0FDB04E-6320-4A0C-A5C9-BF738384E02A}" dt="2024-10-10T12:52:55.743" v="1722" actId="47"/>
        <pc:sldMkLst>
          <pc:docMk/>
          <pc:sldMk cId="239066561" sldId="313"/>
        </pc:sldMkLst>
      </pc:sldChg>
      <pc:sldChg chg="del">
        <pc:chgData name="Sohag Kabir" userId="e9b0da40-aef8-480a-bb63-d1daacecf555" providerId="ADAL" clId="{C0FDB04E-6320-4A0C-A5C9-BF738384E02A}" dt="2024-10-10T12:52:55.743" v="1722" actId="47"/>
        <pc:sldMkLst>
          <pc:docMk/>
          <pc:sldMk cId="915143749" sldId="314"/>
        </pc:sldMkLst>
      </pc:sldChg>
      <pc:sldChg chg="del">
        <pc:chgData name="Sohag Kabir" userId="e9b0da40-aef8-480a-bb63-d1daacecf555" providerId="ADAL" clId="{C0FDB04E-6320-4A0C-A5C9-BF738384E02A}" dt="2024-10-10T12:53:00.315" v="1723" actId="47"/>
        <pc:sldMkLst>
          <pc:docMk/>
          <pc:sldMk cId="176035261" sldId="316"/>
        </pc:sldMkLst>
      </pc:sldChg>
      <pc:sldChg chg="del">
        <pc:chgData name="Sohag Kabir" userId="e9b0da40-aef8-480a-bb63-d1daacecf555" providerId="ADAL" clId="{C0FDB04E-6320-4A0C-A5C9-BF738384E02A}" dt="2024-10-10T12:52:50.777" v="1721" actId="47"/>
        <pc:sldMkLst>
          <pc:docMk/>
          <pc:sldMk cId="3739762811" sldId="317"/>
        </pc:sldMkLst>
      </pc:sldChg>
      <pc:sldChg chg="del">
        <pc:chgData name="Sohag Kabir" userId="e9b0da40-aef8-480a-bb63-d1daacecf555" providerId="ADAL" clId="{C0FDB04E-6320-4A0C-A5C9-BF738384E02A}" dt="2024-10-10T12:52:46.601" v="1720" actId="47"/>
        <pc:sldMkLst>
          <pc:docMk/>
          <pc:sldMk cId="2072777590" sldId="318"/>
        </pc:sldMkLst>
      </pc:sldChg>
      <pc:sldChg chg="del">
        <pc:chgData name="Sohag Kabir" userId="e9b0da40-aef8-480a-bb63-d1daacecf555" providerId="ADAL" clId="{C0FDB04E-6320-4A0C-A5C9-BF738384E02A}" dt="2024-10-10T12:52:46.601" v="1720" actId="47"/>
        <pc:sldMkLst>
          <pc:docMk/>
          <pc:sldMk cId="2430164481" sldId="319"/>
        </pc:sldMkLst>
      </pc:sldChg>
      <pc:sldChg chg="del">
        <pc:chgData name="Sohag Kabir" userId="e9b0da40-aef8-480a-bb63-d1daacecf555" providerId="ADAL" clId="{C0FDB04E-6320-4A0C-A5C9-BF738384E02A}" dt="2024-10-10T12:52:46.601" v="1720" actId="47"/>
        <pc:sldMkLst>
          <pc:docMk/>
          <pc:sldMk cId="1104326229" sldId="320"/>
        </pc:sldMkLst>
      </pc:sldChg>
      <pc:sldChg chg="del">
        <pc:chgData name="Sohag Kabir" userId="e9b0da40-aef8-480a-bb63-d1daacecf555" providerId="ADAL" clId="{C0FDB04E-6320-4A0C-A5C9-BF738384E02A}" dt="2024-10-10T12:52:46.601" v="1720" actId="47"/>
        <pc:sldMkLst>
          <pc:docMk/>
          <pc:sldMk cId="3732061710" sldId="321"/>
        </pc:sldMkLst>
      </pc:sldChg>
      <pc:sldChg chg="del">
        <pc:chgData name="Sohag Kabir" userId="e9b0da40-aef8-480a-bb63-d1daacecf555" providerId="ADAL" clId="{C0FDB04E-6320-4A0C-A5C9-BF738384E02A}" dt="2024-10-10T12:52:46.601" v="1720" actId="47"/>
        <pc:sldMkLst>
          <pc:docMk/>
          <pc:sldMk cId="4110926446" sldId="322"/>
        </pc:sldMkLst>
      </pc:sldChg>
      <pc:sldChg chg="del">
        <pc:chgData name="Sohag Kabir" userId="e9b0da40-aef8-480a-bb63-d1daacecf555" providerId="ADAL" clId="{C0FDB04E-6320-4A0C-A5C9-BF738384E02A}" dt="2024-10-10T12:52:40.679" v="1719" actId="47"/>
        <pc:sldMkLst>
          <pc:docMk/>
          <pc:sldMk cId="1701472916" sldId="323"/>
        </pc:sldMkLst>
      </pc:sldChg>
      <pc:sldChg chg="del">
        <pc:chgData name="Sohag Kabir" userId="e9b0da40-aef8-480a-bb63-d1daacecf555" providerId="ADAL" clId="{C0FDB04E-6320-4A0C-A5C9-BF738384E02A}" dt="2024-10-10T12:52:40.679" v="1719" actId="47"/>
        <pc:sldMkLst>
          <pc:docMk/>
          <pc:sldMk cId="3154535261" sldId="324"/>
        </pc:sldMkLst>
      </pc:sldChg>
      <pc:sldChg chg="del">
        <pc:chgData name="Sohag Kabir" userId="e9b0da40-aef8-480a-bb63-d1daacecf555" providerId="ADAL" clId="{C0FDB04E-6320-4A0C-A5C9-BF738384E02A}" dt="2024-10-10T12:52:40.679" v="1719" actId="47"/>
        <pc:sldMkLst>
          <pc:docMk/>
          <pc:sldMk cId="3053571331" sldId="325"/>
        </pc:sldMkLst>
      </pc:sldChg>
      <pc:sldChg chg="del">
        <pc:chgData name="Sohag Kabir" userId="e9b0da40-aef8-480a-bb63-d1daacecf555" providerId="ADAL" clId="{C0FDB04E-6320-4A0C-A5C9-BF738384E02A}" dt="2024-10-10T12:52:40.679" v="1719" actId="47"/>
        <pc:sldMkLst>
          <pc:docMk/>
          <pc:sldMk cId="421772403" sldId="326"/>
        </pc:sldMkLst>
      </pc:sldChg>
      <pc:sldChg chg="add del">
        <pc:chgData name="Sohag Kabir" userId="e9b0da40-aef8-480a-bb63-d1daacecf555" providerId="ADAL" clId="{C0FDB04E-6320-4A0C-A5C9-BF738384E02A}" dt="2024-10-09T16:16:19.573" v="1067" actId="2696"/>
        <pc:sldMkLst>
          <pc:docMk/>
          <pc:sldMk cId="1963414212" sldId="327"/>
        </pc:sldMkLst>
      </pc:sldChg>
      <pc:sldChg chg="addSp delSp modSp add mod modAnim">
        <pc:chgData name="Sohag Kabir" userId="e9b0da40-aef8-480a-bb63-d1daacecf555" providerId="ADAL" clId="{C0FDB04E-6320-4A0C-A5C9-BF738384E02A}" dt="2024-10-11T09:55:56.342" v="4259" actId="27636"/>
        <pc:sldMkLst>
          <pc:docMk/>
          <pc:sldMk cId="4080867092" sldId="328"/>
        </pc:sldMkLst>
        <pc:spChg chg="mod">
          <ac:chgData name="Sohag Kabir" userId="e9b0da40-aef8-480a-bb63-d1daacecf555" providerId="ADAL" clId="{C0FDB04E-6320-4A0C-A5C9-BF738384E02A}" dt="2024-10-09T16:54:22.859" v="1334" actId="255"/>
          <ac:spMkLst>
            <pc:docMk/>
            <pc:sldMk cId="4080867092" sldId="328"/>
            <ac:spMk id="2" creationId="{DE13D453-4D7B-47BF-AED4-27D56C3644AA}"/>
          </ac:spMkLst>
        </pc:spChg>
        <pc:spChg chg="add mod">
          <ac:chgData name="Sohag Kabir" userId="e9b0da40-aef8-480a-bb63-d1daacecf555" providerId="ADAL" clId="{C0FDB04E-6320-4A0C-A5C9-BF738384E02A}" dt="2024-10-11T09:55:56.342" v="4259" actId="27636"/>
          <ac:spMkLst>
            <pc:docMk/>
            <pc:sldMk cId="4080867092" sldId="328"/>
            <ac:spMk id="3" creationId="{A079262B-1A0A-547B-9FA6-893E4717870F}"/>
          </ac:spMkLst>
        </pc:spChg>
        <pc:spChg chg="add del">
          <ac:chgData name="Sohag Kabir" userId="e9b0da40-aef8-480a-bb63-d1daacecf555" providerId="ADAL" clId="{C0FDB04E-6320-4A0C-A5C9-BF738384E02A}" dt="2024-10-09T16:26:55.569" v="1106"/>
          <ac:spMkLst>
            <pc:docMk/>
            <pc:sldMk cId="4080867092" sldId="328"/>
            <ac:spMk id="4" creationId="{948E2ADB-C41F-AEBC-2115-8750E39EE780}"/>
          </ac:spMkLst>
        </pc:spChg>
        <pc:picChg chg="del">
          <ac:chgData name="Sohag Kabir" userId="e9b0da40-aef8-480a-bb63-d1daacecf555" providerId="ADAL" clId="{C0FDB04E-6320-4A0C-A5C9-BF738384E02A}" dt="2024-10-08T15:51:08.256" v="226" actId="478"/>
          <ac:picMkLst>
            <pc:docMk/>
            <pc:sldMk cId="4080867092" sldId="328"/>
            <ac:picMk id="4" creationId="{1E583B6A-2342-186A-E083-D750947C4D77}"/>
          </ac:picMkLst>
        </pc:picChg>
        <pc:picChg chg="add del mod">
          <ac:chgData name="Sohag Kabir" userId="e9b0da40-aef8-480a-bb63-d1daacecf555" providerId="ADAL" clId="{C0FDB04E-6320-4A0C-A5C9-BF738384E02A}" dt="2024-10-09T16:17:51.899" v="1095" actId="478"/>
          <ac:picMkLst>
            <pc:docMk/>
            <pc:sldMk cId="4080867092" sldId="328"/>
            <ac:picMk id="5" creationId="{E552819F-BDAF-EF2A-6499-B9D932360C90}"/>
          </ac:picMkLst>
        </pc:picChg>
      </pc:sldChg>
      <pc:sldChg chg="addSp delSp add del mod">
        <pc:chgData name="Sohag Kabir" userId="e9b0da40-aef8-480a-bb63-d1daacecf555" providerId="ADAL" clId="{C0FDB04E-6320-4A0C-A5C9-BF738384E02A}" dt="2024-10-10T15:40:02.069" v="2035" actId="2696"/>
        <pc:sldMkLst>
          <pc:docMk/>
          <pc:sldMk cId="191919649" sldId="329"/>
        </pc:sldMkLst>
        <pc:picChg chg="add">
          <ac:chgData name="Sohag Kabir" userId="e9b0da40-aef8-480a-bb63-d1daacecf555" providerId="ADAL" clId="{C0FDB04E-6320-4A0C-A5C9-BF738384E02A}" dt="2024-10-08T15:53:30.656" v="230" actId="22"/>
          <ac:picMkLst>
            <pc:docMk/>
            <pc:sldMk cId="191919649" sldId="329"/>
            <ac:picMk id="4" creationId="{57079CDD-EFC6-1D99-E4CF-1933018AAD1D}"/>
          </ac:picMkLst>
        </pc:picChg>
        <pc:picChg chg="del">
          <ac:chgData name="Sohag Kabir" userId="e9b0da40-aef8-480a-bb63-d1daacecf555" providerId="ADAL" clId="{C0FDB04E-6320-4A0C-A5C9-BF738384E02A}" dt="2024-10-08T15:53:29.721" v="229" actId="478"/>
          <ac:picMkLst>
            <pc:docMk/>
            <pc:sldMk cId="191919649" sldId="329"/>
            <ac:picMk id="5" creationId="{E552819F-BDAF-EF2A-6499-B9D932360C90}"/>
          </ac:picMkLst>
        </pc:picChg>
      </pc:sldChg>
      <pc:sldChg chg="addSp delSp modSp add mod modAnim">
        <pc:chgData name="Sohag Kabir" userId="e9b0da40-aef8-480a-bb63-d1daacecf555" providerId="ADAL" clId="{C0FDB04E-6320-4A0C-A5C9-BF738384E02A}" dt="2024-10-11T10:14:32.540" v="4332" actId="27636"/>
        <pc:sldMkLst>
          <pc:docMk/>
          <pc:sldMk cId="4199687532" sldId="330"/>
        </pc:sldMkLst>
        <pc:spChg chg="mod">
          <ac:chgData name="Sohag Kabir" userId="e9b0da40-aef8-480a-bb63-d1daacecf555" providerId="ADAL" clId="{C0FDB04E-6320-4A0C-A5C9-BF738384E02A}" dt="2024-10-10T08:05:16.858" v="1436" actId="1076"/>
          <ac:spMkLst>
            <pc:docMk/>
            <pc:sldMk cId="4199687532" sldId="330"/>
            <ac:spMk id="2" creationId="{DE13D453-4D7B-47BF-AED4-27D56C3644AA}"/>
          </ac:spMkLst>
        </pc:spChg>
        <pc:spChg chg="add mod">
          <ac:chgData name="Sohag Kabir" userId="e9b0da40-aef8-480a-bb63-d1daacecf555" providerId="ADAL" clId="{C0FDB04E-6320-4A0C-A5C9-BF738384E02A}" dt="2024-10-11T10:14:32.540" v="4332" actId="27636"/>
          <ac:spMkLst>
            <pc:docMk/>
            <pc:sldMk cId="4199687532" sldId="330"/>
            <ac:spMk id="8" creationId="{4AF715B6-FF78-C48B-D030-BBA14FC06D14}"/>
          </ac:spMkLst>
        </pc:spChg>
        <pc:spChg chg="add mod">
          <ac:chgData name="Sohag Kabir" userId="e9b0da40-aef8-480a-bb63-d1daacecf555" providerId="ADAL" clId="{C0FDB04E-6320-4A0C-A5C9-BF738384E02A}" dt="2024-10-10T08:26:58.909" v="1486" actId="164"/>
          <ac:spMkLst>
            <pc:docMk/>
            <pc:sldMk cId="4199687532" sldId="330"/>
            <ac:spMk id="10" creationId="{2AE9182B-7A24-E664-1A43-90FAAB515D58}"/>
          </ac:spMkLst>
        </pc:spChg>
        <pc:spChg chg="add del mod">
          <ac:chgData name="Sohag Kabir" userId="e9b0da40-aef8-480a-bb63-d1daacecf555" providerId="ADAL" clId="{C0FDB04E-6320-4A0C-A5C9-BF738384E02A}" dt="2024-10-10T08:32:21.466" v="1542" actId="478"/>
          <ac:spMkLst>
            <pc:docMk/>
            <pc:sldMk cId="4199687532" sldId="330"/>
            <ac:spMk id="12" creationId="{9676B76A-8484-C9E2-1A5A-0FC6F1DAD971}"/>
          </ac:spMkLst>
        </pc:spChg>
        <pc:grpChg chg="add mod">
          <ac:chgData name="Sohag Kabir" userId="e9b0da40-aef8-480a-bb63-d1daacecf555" providerId="ADAL" clId="{C0FDB04E-6320-4A0C-A5C9-BF738384E02A}" dt="2024-10-10T08:32:49.543" v="1546" actId="1076"/>
          <ac:grpSpMkLst>
            <pc:docMk/>
            <pc:sldMk cId="4199687532" sldId="330"/>
            <ac:grpSpMk id="11" creationId="{A5992564-0041-4AEB-88F5-E88D42C32DDE}"/>
          </ac:grpSpMkLst>
        </pc:grpChg>
        <pc:picChg chg="add del mod">
          <ac:chgData name="Sohag Kabir" userId="e9b0da40-aef8-480a-bb63-d1daacecf555" providerId="ADAL" clId="{C0FDB04E-6320-4A0C-A5C9-BF738384E02A}" dt="2024-10-10T08:20:14.099" v="1440" actId="478"/>
          <ac:picMkLst>
            <pc:docMk/>
            <pc:sldMk cId="4199687532" sldId="330"/>
            <ac:picMk id="3" creationId="{12256314-896B-401D-4825-1C51ADA5A210}"/>
          </ac:picMkLst>
        </pc:picChg>
        <pc:picChg chg="add mod">
          <ac:chgData name="Sohag Kabir" userId="e9b0da40-aef8-480a-bb63-d1daacecf555" providerId="ADAL" clId="{C0FDB04E-6320-4A0C-A5C9-BF738384E02A}" dt="2024-10-10T08:26:58.909" v="1486" actId="164"/>
          <ac:picMkLst>
            <pc:docMk/>
            <pc:sldMk cId="4199687532" sldId="330"/>
            <ac:picMk id="4" creationId="{63F351B5-4865-A6E6-F731-62D4E19B9E42}"/>
          </ac:picMkLst>
        </pc:picChg>
        <pc:picChg chg="del">
          <ac:chgData name="Sohag Kabir" userId="e9b0da40-aef8-480a-bb63-d1daacecf555" providerId="ADAL" clId="{C0FDB04E-6320-4A0C-A5C9-BF738384E02A}" dt="2024-10-10T08:04:42.817" v="1434" actId="478"/>
          <ac:picMkLst>
            <pc:docMk/>
            <pc:sldMk cId="4199687532" sldId="330"/>
            <ac:picMk id="5" creationId="{E552819F-BDAF-EF2A-6499-B9D932360C90}"/>
          </ac:picMkLst>
        </pc:picChg>
      </pc:sldChg>
      <pc:sldChg chg="addSp delSp modSp add mod modAnim">
        <pc:chgData name="Sohag Kabir" userId="e9b0da40-aef8-480a-bb63-d1daacecf555" providerId="ADAL" clId="{C0FDB04E-6320-4A0C-A5C9-BF738384E02A}" dt="2024-10-11T09:58:11.144" v="4271" actId="27636"/>
        <pc:sldMkLst>
          <pc:docMk/>
          <pc:sldMk cId="327274818" sldId="331"/>
        </pc:sldMkLst>
        <pc:spChg chg="mod">
          <ac:chgData name="Sohag Kabir" userId="e9b0da40-aef8-480a-bb63-d1daacecf555" providerId="ADAL" clId="{C0FDB04E-6320-4A0C-A5C9-BF738384E02A}" dt="2024-10-09T16:54:41.830" v="1336" actId="1076"/>
          <ac:spMkLst>
            <pc:docMk/>
            <pc:sldMk cId="327274818" sldId="331"/>
            <ac:spMk id="2" creationId="{DE13D453-4D7B-47BF-AED4-27D56C3644AA}"/>
          </ac:spMkLst>
        </pc:spChg>
        <pc:spChg chg="del mod">
          <ac:chgData name="Sohag Kabir" userId="e9b0da40-aef8-480a-bb63-d1daacecf555" providerId="ADAL" clId="{C0FDB04E-6320-4A0C-A5C9-BF738384E02A}" dt="2024-10-09T16:36:12.826" v="1211" actId="478"/>
          <ac:spMkLst>
            <pc:docMk/>
            <pc:sldMk cId="327274818" sldId="331"/>
            <ac:spMk id="3" creationId="{A079262B-1A0A-547B-9FA6-893E4717870F}"/>
          </ac:spMkLst>
        </pc:spChg>
        <pc:spChg chg="add del mod">
          <ac:chgData name="Sohag Kabir" userId="e9b0da40-aef8-480a-bb63-d1daacecf555" providerId="ADAL" clId="{C0FDB04E-6320-4A0C-A5C9-BF738384E02A}" dt="2024-10-09T16:36:18.934" v="1214" actId="478"/>
          <ac:spMkLst>
            <pc:docMk/>
            <pc:sldMk cId="327274818" sldId="331"/>
            <ac:spMk id="4" creationId="{616AA912-51A1-47F3-FED0-524B06B12CD4}"/>
          </ac:spMkLst>
        </pc:spChg>
        <pc:spChg chg="add mod">
          <ac:chgData name="Sohag Kabir" userId="e9b0da40-aef8-480a-bb63-d1daacecf555" providerId="ADAL" clId="{C0FDB04E-6320-4A0C-A5C9-BF738384E02A}" dt="2024-10-11T09:58:11.144" v="4271" actId="27636"/>
          <ac:spMkLst>
            <pc:docMk/>
            <pc:sldMk cId="327274818" sldId="331"/>
            <ac:spMk id="5" creationId="{19101EEB-425F-04B5-D700-A14EE81FA804}"/>
          </ac:spMkLst>
        </pc:spChg>
      </pc:sldChg>
      <pc:sldChg chg="addSp delSp modSp add mod modAnim">
        <pc:chgData name="Sohag Kabir" userId="e9b0da40-aef8-480a-bb63-d1daacecf555" providerId="ADAL" clId="{C0FDB04E-6320-4A0C-A5C9-BF738384E02A}" dt="2024-10-11T09:58:41.860" v="4272" actId="1076"/>
        <pc:sldMkLst>
          <pc:docMk/>
          <pc:sldMk cId="608246039" sldId="332"/>
        </pc:sldMkLst>
        <pc:spChg chg="mod">
          <ac:chgData name="Sohag Kabir" userId="e9b0da40-aef8-480a-bb63-d1daacecf555" providerId="ADAL" clId="{C0FDB04E-6320-4A0C-A5C9-BF738384E02A}" dt="2024-10-09T16:54:49.734" v="1337" actId="1076"/>
          <ac:spMkLst>
            <pc:docMk/>
            <pc:sldMk cId="608246039" sldId="332"/>
            <ac:spMk id="2" creationId="{DE13D453-4D7B-47BF-AED4-27D56C3644AA}"/>
          </ac:spMkLst>
        </pc:spChg>
        <pc:spChg chg="add mod">
          <ac:chgData name="Sohag Kabir" userId="e9b0da40-aef8-480a-bb63-d1daacecf555" providerId="ADAL" clId="{C0FDB04E-6320-4A0C-A5C9-BF738384E02A}" dt="2024-10-11T09:58:41.860" v="4272" actId="1076"/>
          <ac:spMkLst>
            <pc:docMk/>
            <pc:sldMk cId="608246039" sldId="332"/>
            <ac:spMk id="3" creationId="{1B3867B0-FCD9-2649-37E1-93D8FF883D19}"/>
          </ac:spMkLst>
        </pc:spChg>
        <pc:spChg chg="del">
          <ac:chgData name="Sohag Kabir" userId="e9b0da40-aef8-480a-bb63-d1daacecf555" providerId="ADAL" clId="{C0FDB04E-6320-4A0C-A5C9-BF738384E02A}" dt="2024-10-09T16:40:51.228" v="1240" actId="478"/>
          <ac:spMkLst>
            <pc:docMk/>
            <pc:sldMk cId="608246039" sldId="332"/>
            <ac:spMk id="5" creationId="{19101EEB-425F-04B5-D700-A14EE81FA804}"/>
          </ac:spMkLst>
        </pc:spChg>
        <pc:spChg chg="add del">
          <ac:chgData name="Sohag Kabir" userId="e9b0da40-aef8-480a-bb63-d1daacecf555" providerId="ADAL" clId="{C0FDB04E-6320-4A0C-A5C9-BF738384E02A}" dt="2024-10-09T16:43:11.797" v="1245" actId="22"/>
          <ac:spMkLst>
            <pc:docMk/>
            <pc:sldMk cId="608246039" sldId="332"/>
            <ac:spMk id="8" creationId="{F5BA68BF-3F41-7261-4FD8-85F718FEB54D}"/>
          </ac:spMkLst>
        </pc:spChg>
      </pc:sldChg>
      <pc:sldChg chg="addSp delSp modSp add mod modAnim">
        <pc:chgData name="Sohag Kabir" userId="e9b0da40-aef8-480a-bb63-d1daacecf555" providerId="ADAL" clId="{C0FDB04E-6320-4A0C-A5C9-BF738384E02A}" dt="2024-10-11T10:01:06.964" v="4285" actId="20577"/>
        <pc:sldMkLst>
          <pc:docMk/>
          <pc:sldMk cId="1986047182" sldId="333"/>
        </pc:sldMkLst>
        <pc:spChg chg="mod">
          <ac:chgData name="Sohag Kabir" userId="e9b0da40-aef8-480a-bb63-d1daacecf555" providerId="ADAL" clId="{C0FDB04E-6320-4A0C-A5C9-BF738384E02A}" dt="2024-10-09T16:53:25.267" v="1326" actId="1076"/>
          <ac:spMkLst>
            <pc:docMk/>
            <pc:sldMk cId="1986047182" sldId="333"/>
            <ac:spMk id="2" creationId="{DE13D453-4D7B-47BF-AED4-27D56C3644AA}"/>
          </ac:spMkLst>
        </pc:spChg>
        <pc:spChg chg="del">
          <ac:chgData name="Sohag Kabir" userId="e9b0da40-aef8-480a-bb63-d1daacecf555" providerId="ADAL" clId="{C0FDB04E-6320-4A0C-A5C9-BF738384E02A}" dt="2024-10-09T16:43:30.892" v="1267" actId="478"/>
          <ac:spMkLst>
            <pc:docMk/>
            <pc:sldMk cId="1986047182" sldId="333"/>
            <ac:spMk id="3" creationId="{1B3867B0-FCD9-2649-37E1-93D8FF883D19}"/>
          </ac:spMkLst>
        </pc:spChg>
        <pc:spChg chg="add del mod">
          <ac:chgData name="Sohag Kabir" userId="e9b0da40-aef8-480a-bb63-d1daacecf555" providerId="ADAL" clId="{C0FDB04E-6320-4A0C-A5C9-BF738384E02A}" dt="2024-10-09T16:43:33.090" v="1268" actId="478"/>
          <ac:spMkLst>
            <pc:docMk/>
            <pc:sldMk cId="1986047182" sldId="333"/>
            <ac:spMk id="4" creationId="{70F67314-FF2C-D7D5-E552-507AC3CB8321}"/>
          </ac:spMkLst>
        </pc:spChg>
        <pc:spChg chg="add del">
          <ac:chgData name="Sohag Kabir" userId="e9b0da40-aef8-480a-bb63-d1daacecf555" providerId="ADAL" clId="{C0FDB04E-6320-4A0C-A5C9-BF738384E02A}" dt="2024-10-09T16:43:58.090" v="1270"/>
          <ac:spMkLst>
            <pc:docMk/>
            <pc:sldMk cId="1986047182" sldId="333"/>
            <ac:spMk id="5" creationId="{6B7F09E6-95F7-194F-773E-29914D97922D}"/>
          </ac:spMkLst>
        </pc:spChg>
        <pc:spChg chg="add mod">
          <ac:chgData name="Sohag Kabir" userId="e9b0da40-aef8-480a-bb63-d1daacecf555" providerId="ADAL" clId="{C0FDB04E-6320-4A0C-A5C9-BF738384E02A}" dt="2024-10-11T10:01:06.964" v="4285" actId="20577"/>
          <ac:spMkLst>
            <pc:docMk/>
            <pc:sldMk cId="1986047182" sldId="333"/>
            <ac:spMk id="8" creationId="{89CD06E9-1780-8B3C-6C3D-1017FCCB6FE1}"/>
          </ac:spMkLst>
        </pc:spChg>
        <pc:spChg chg="add del">
          <ac:chgData name="Sohag Kabir" userId="e9b0da40-aef8-480a-bb63-d1daacecf555" providerId="ADAL" clId="{C0FDB04E-6320-4A0C-A5C9-BF738384E02A}" dt="2024-10-09T16:44:09.647" v="1273"/>
          <ac:spMkLst>
            <pc:docMk/>
            <pc:sldMk cId="1986047182" sldId="333"/>
            <ac:spMk id="9" creationId="{0B743863-9AE0-02F2-F291-536976CB7A78}"/>
          </ac:spMkLst>
        </pc:spChg>
      </pc:sldChg>
      <pc:sldChg chg="addSp delSp modSp add mod modClrScheme delAnim chgLayout">
        <pc:chgData name="Sohag Kabir" userId="e9b0da40-aef8-480a-bb63-d1daacecf555" providerId="ADAL" clId="{C0FDB04E-6320-4A0C-A5C9-BF738384E02A}" dt="2024-10-11T10:05:47.332" v="4297" actId="1076"/>
        <pc:sldMkLst>
          <pc:docMk/>
          <pc:sldMk cId="3910056402" sldId="334"/>
        </pc:sldMkLst>
        <pc:spChg chg="mod">
          <ac:chgData name="Sohag Kabir" userId="e9b0da40-aef8-480a-bb63-d1daacecf555" providerId="ADAL" clId="{C0FDB04E-6320-4A0C-A5C9-BF738384E02A}" dt="2024-10-11T10:03:25.573" v="4291" actId="1076"/>
          <ac:spMkLst>
            <pc:docMk/>
            <pc:sldMk cId="3910056402" sldId="334"/>
            <ac:spMk id="2" creationId="{DE13D453-4D7B-47BF-AED4-27D56C3644AA}"/>
          </ac:spMkLst>
        </pc:spChg>
        <pc:spChg chg="add mod">
          <ac:chgData name="Sohag Kabir" userId="e9b0da40-aef8-480a-bb63-d1daacecf555" providerId="ADAL" clId="{C0FDB04E-6320-4A0C-A5C9-BF738384E02A}" dt="2024-10-11T10:05:47.332" v="4297" actId="1076"/>
          <ac:spMkLst>
            <pc:docMk/>
            <pc:sldMk cId="3910056402" sldId="334"/>
            <ac:spMk id="3" creationId="{B802A3EA-D7EE-B728-7082-7D101638DD54}"/>
          </ac:spMkLst>
        </pc:spChg>
        <pc:spChg chg="mod ord">
          <ac:chgData name="Sohag Kabir" userId="e9b0da40-aef8-480a-bb63-d1daacecf555" providerId="ADAL" clId="{C0FDB04E-6320-4A0C-A5C9-BF738384E02A}" dt="2024-10-09T16:52:01.303" v="1321" actId="26606"/>
          <ac:spMkLst>
            <pc:docMk/>
            <pc:sldMk cId="3910056402" sldId="334"/>
            <ac:spMk id="6" creationId="{6DF22B76-0D3D-4667-8BB1-AEF252C0879B}"/>
          </ac:spMkLst>
        </pc:spChg>
        <pc:spChg chg="mod ord">
          <ac:chgData name="Sohag Kabir" userId="e9b0da40-aef8-480a-bb63-d1daacecf555" providerId="ADAL" clId="{C0FDB04E-6320-4A0C-A5C9-BF738384E02A}" dt="2024-10-09T16:52:01.303" v="1321" actId="26606"/>
          <ac:spMkLst>
            <pc:docMk/>
            <pc:sldMk cId="3910056402" sldId="334"/>
            <ac:spMk id="7" creationId="{00000000-0000-0000-0000-000000000000}"/>
          </ac:spMkLst>
        </pc:spChg>
        <pc:spChg chg="del">
          <ac:chgData name="Sohag Kabir" userId="e9b0da40-aef8-480a-bb63-d1daacecf555" providerId="ADAL" clId="{C0FDB04E-6320-4A0C-A5C9-BF738384E02A}" dt="2024-10-09T16:50:31.486" v="1314" actId="478"/>
          <ac:spMkLst>
            <pc:docMk/>
            <pc:sldMk cId="3910056402" sldId="334"/>
            <ac:spMk id="8" creationId="{89CD06E9-1780-8B3C-6C3D-1017FCCB6FE1}"/>
          </ac:spMkLst>
        </pc:spChg>
        <pc:spChg chg="add mod">
          <ac:chgData name="Sohag Kabir" userId="e9b0da40-aef8-480a-bb63-d1daacecf555" providerId="ADAL" clId="{C0FDB04E-6320-4A0C-A5C9-BF738384E02A}" dt="2024-10-09T16:52:01.303" v="1321" actId="26606"/>
          <ac:spMkLst>
            <pc:docMk/>
            <pc:sldMk cId="3910056402" sldId="334"/>
            <ac:spMk id="12" creationId="{13B1CCB2-3D2D-9145-6AE1-A5B6D1318ED3}"/>
          </ac:spMkLst>
        </pc:spChg>
        <pc:picChg chg="add mod">
          <ac:chgData name="Sohag Kabir" userId="e9b0da40-aef8-480a-bb63-d1daacecf555" providerId="ADAL" clId="{C0FDB04E-6320-4A0C-A5C9-BF738384E02A}" dt="2024-10-11T10:05:42.404" v="4296" actId="1076"/>
          <ac:picMkLst>
            <pc:docMk/>
            <pc:sldMk cId="3910056402" sldId="334"/>
            <ac:picMk id="4" creationId="{06E18D80-6D35-4CDA-0D45-D43FC6EA22C4}"/>
          </ac:picMkLst>
        </pc:picChg>
      </pc:sldChg>
      <pc:sldChg chg="addSp delSp modSp add mod modAnim">
        <pc:chgData name="Sohag Kabir" userId="e9b0da40-aef8-480a-bb63-d1daacecf555" providerId="ADAL" clId="{C0FDB04E-6320-4A0C-A5C9-BF738384E02A}" dt="2024-10-11T10:06:49.974" v="4298" actId="1076"/>
        <pc:sldMkLst>
          <pc:docMk/>
          <pc:sldMk cId="3420084136" sldId="335"/>
        </pc:sldMkLst>
        <pc:spChg chg="mod">
          <ac:chgData name="Sohag Kabir" userId="e9b0da40-aef8-480a-bb63-d1daacecf555" providerId="ADAL" clId="{C0FDB04E-6320-4A0C-A5C9-BF738384E02A}" dt="2024-10-11T10:06:49.974" v="4298" actId="1076"/>
          <ac:spMkLst>
            <pc:docMk/>
            <pc:sldMk cId="3420084136" sldId="335"/>
            <ac:spMk id="2" creationId="{DE13D453-4D7B-47BF-AED4-27D56C3644AA}"/>
          </ac:spMkLst>
        </pc:spChg>
        <pc:spChg chg="del">
          <ac:chgData name="Sohag Kabir" userId="e9b0da40-aef8-480a-bb63-d1daacecf555" providerId="ADAL" clId="{C0FDB04E-6320-4A0C-A5C9-BF738384E02A}" dt="2024-10-09T17:08:27.069" v="1348" actId="478"/>
          <ac:spMkLst>
            <pc:docMk/>
            <pc:sldMk cId="3420084136" sldId="335"/>
            <ac:spMk id="3" creationId="{B802A3EA-D7EE-B728-7082-7D101638DD54}"/>
          </ac:spMkLst>
        </pc:spChg>
        <pc:spChg chg="add mod">
          <ac:chgData name="Sohag Kabir" userId="e9b0da40-aef8-480a-bb63-d1daacecf555" providerId="ADAL" clId="{C0FDB04E-6320-4A0C-A5C9-BF738384E02A}" dt="2024-10-09T17:09:05.023" v="1353" actId="14100"/>
          <ac:spMkLst>
            <pc:docMk/>
            <pc:sldMk cId="3420084136" sldId="335"/>
            <ac:spMk id="5" creationId="{F43A948D-1B72-FA50-35DA-B4CBDCC10F5F}"/>
          </ac:spMkLst>
        </pc:spChg>
        <pc:spChg chg="add del mod">
          <ac:chgData name="Sohag Kabir" userId="e9b0da40-aef8-480a-bb63-d1daacecf555" providerId="ADAL" clId="{C0FDB04E-6320-4A0C-A5C9-BF738384E02A}" dt="2024-10-09T17:08:30.958" v="1349" actId="478"/>
          <ac:spMkLst>
            <pc:docMk/>
            <pc:sldMk cId="3420084136" sldId="335"/>
            <ac:spMk id="8" creationId="{341BC665-FC96-1C72-0B76-A17D6B4A6E80}"/>
          </ac:spMkLst>
        </pc:spChg>
        <pc:picChg chg="del">
          <ac:chgData name="Sohag Kabir" userId="e9b0da40-aef8-480a-bb63-d1daacecf555" providerId="ADAL" clId="{C0FDB04E-6320-4A0C-A5C9-BF738384E02A}" dt="2024-10-09T17:07:56.331" v="1344" actId="478"/>
          <ac:picMkLst>
            <pc:docMk/>
            <pc:sldMk cId="3420084136" sldId="335"/>
            <ac:picMk id="4" creationId="{06E18D80-6D35-4CDA-0D45-D43FC6EA22C4}"/>
          </ac:picMkLst>
        </pc:picChg>
      </pc:sldChg>
      <pc:sldChg chg="addSp delSp modSp add mod modAnim modNotesTx">
        <pc:chgData name="Sohag Kabir" userId="e9b0da40-aef8-480a-bb63-d1daacecf555" providerId="ADAL" clId="{C0FDB04E-6320-4A0C-A5C9-BF738384E02A}" dt="2024-10-11T10:09:04.623" v="4301" actId="1076"/>
        <pc:sldMkLst>
          <pc:docMk/>
          <pc:sldMk cId="3696350527" sldId="336"/>
        </pc:sldMkLst>
        <pc:spChg chg="mod">
          <ac:chgData name="Sohag Kabir" userId="e9b0da40-aef8-480a-bb63-d1daacecf555" providerId="ADAL" clId="{C0FDB04E-6320-4A0C-A5C9-BF738384E02A}" dt="2024-10-09T17:13:03.148" v="1356" actId="27636"/>
          <ac:spMkLst>
            <pc:docMk/>
            <pc:sldMk cId="3696350527" sldId="336"/>
            <ac:spMk id="2" creationId="{DE13D453-4D7B-47BF-AED4-27D56C3644AA}"/>
          </ac:spMkLst>
        </pc:spChg>
        <pc:spChg chg="add mod">
          <ac:chgData name="Sohag Kabir" userId="e9b0da40-aef8-480a-bb63-d1daacecf555" providerId="ADAL" clId="{C0FDB04E-6320-4A0C-A5C9-BF738384E02A}" dt="2024-10-09T17:21:21.603" v="1371" actId="1076"/>
          <ac:spMkLst>
            <pc:docMk/>
            <pc:sldMk cId="3696350527" sldId="336"/>
            <ac:spMk id="3" creationId="{229C2D86-F42C-1FF7-F48A-54AEA690A483}"/>
          </ac:spMkLst>
        </pc:spChg>
        <pc:spChg chg="add mod">
          <ac:chgData name="Sohag Kabir" userId="e9b0da40-aef8-480a-bb63-d1daacecf555" providerId="ADAL" clId="{C0FDB04E-6320-4A0C-A5C9-BF738384E02A}" dt="2024-10-11T10:09:04.623" v="4301" actId="1076"/>
          <ac:spMkLst>
            <pc:docMk/>
            <pc:sldMk cId="3696350527" sldId="336"/>
            <ac:spMk id="4" creationId="{1A188D3E-432D-7D77-C5B2-76D555679EB8}"/>
          </ac:spMkLst>
        </pc:spChg>
        <pc:spChg chg="del">
          <ac:chgData name="Sohag Kabir" userId="e9b0da40-aef8-480a-bb63-d1daacecf555" providerId="ADAL" clId="{C0FDB04E-6320-4A0C-A5C9-BF738384E02A}" dt="2024-10-09T17:14:54.223" v="1357" actId="478"/>
          <ac:spMkLst>
            <pc:docMk/>
            <pc:sldMk cId="3696350527" sldId="336"/>
            <ac:spMk id="5" creationId="{F43A948D-1B72-FA50-35DA-B4CBDCC10F5F}"/>
          </ac:spMkLst>
        </pc:spChg>
      </pc:sldChg>
      <pc:sldChg chg="addSp delSp modSp add mod modAnim">
        <pc:chgData name="Sohag Kabir" userId="e9b0da40-aef8-480a-bb63-d1daacecf555" providerId="ADAL" clId="{C0FDB04E-6320-4A0C-A5C9-BF738384E02A}" dt="2024-10-11T10:11:21.537" v="4320" actId="207"/>
        <pc:sldMkLst>
          <pc:docMk/>
          <pc:sldMk cId="739970556" sldId="337"/>
        </pc:sldMkLst>
        <pc:spChg chg="mod">
          <ac:chgData name="Sohag Kabir" userId="e9b0da40-aef8-480a-bb63-d1daacecf555" providerId="ADAL" clId="{C0FDB04E-6320-4A0C-A5C9-BF738384E02A}" dt="2024-10-09T17:23:18.276" v="1374" actId="27636"/>
          <ac:spMkLst>
            <pc:docMk/>
            <pc:sldMk cId="739970556" sldId="337"/>
            <ac:spMk id="2" creationId="{DE13D453-4D7B-47BF-AED4-27D56C3644AA}"/>
          </ac:spMkLst>
        </pc:spChg>
        <pc:spChg chg="del">
          <ac:chgData name="Sohag Kabir" userId="e9b0da40-aef8-480a-bb63-d1daacecf555" providerId="ADAL" clId="{C0FDB04E-6320-4A0C-A5C9-BF738384E02A}" dt="2024-10-09T17:23:21.459" v="1375" actId="478"/>
          <ac:spMkLst>
            <pc:docMk/>
            <pc:sldMk cId="739970556" sldId="337"/>
            <ac:spMk id="3" creationId="{229C2D86-F42C-1FF7-F48A-54AEA690A483}"/>
          </ac:spMkLst>
        </pc:spChg>
        <pc:spChg chg="del">
          <ac:chgData name="Sohag Kabir" userId="e9b0da40-aef8-480a-bb63-d1daacecf555" providerId="ADAL" clId="{C0FDB04E-6320-4A0C-A5C9-BF738384E02A}" dt="2024-10-09T17:23:30.513" v="1377" actId="478"/>
          <ac:spMkLst>
            <pc:docMk/>
            <pc:sldMk cId="739970556" sldId="337"/>
            <ac:spMk id="4" creationId="{1A188D3E-432D-7D77-C5B2-76D555679EB8}"/>
          </ac:spMkLst>
        </pc:spChg>
        <pc:spChg chg="add del mod">
          <ac:chgData name="Sohag Kabir" userId="e9b0da40-aef8-480a-bb63-d1daacecf555" providerId="ADAL" clId="{C0FDB04E-6320-4A0C-A5C9-BF738384E02A}" dt="2024-10-09T17:23:25.696" v="1376" actId="478"/>
          <ac:spMkLst>
            <pc:docMk/>
            <pc:sldMk cId="739970556" sldId="337"/>
            <ac:spMk id="5" creationId="{7FCB46E0-FC19-C8F7-EF01-5443423D4BF7}"/>
          </ac:spMkLst>
        </pc:spChg>
        <pc:spChg chg="add del mod">
          <ac:chgData name="Sohag Kabir" userId="e9b0da40-aef8-480a-bb63-d1daacecf555" providerId="ADAL" clId="{C0FDB04E-6320-4A0C-A5C9-BF738384E02A}" dt="2024-10-09T17:23:33.518" v="1379" actId="478"/>
          <ac:spMkLst>
            <pc:docMk/>
            <pc:sldMk cId="739970556" sldId="337"/>
            <ac:spMk id="8" creationId="{60DF1C09-3B95-215A-C0DB-64E5D10FE47E}"/>
          </ac:spMkLst>
        </pc:spChg>
        <pc:spChg chg="add del mod">
          <ac:chgData name="Sohag Kabir" userId="e9b0da40-aef8-480a-bb63-d1daacecf555" providerId="ADAL" clId="{C0FDB04E-6320-4A0C-A5C9-BF738384E02A}" dt="2024-10-09T17:23:53.941" v="1382"/>
          <ac:spMkLst>
            <pc:docMk/>
            <pc:sldMk cId="739970556" sldId="337"/>
            <ac:spMk id="9" creationId="{1E0A4BCF-4ED1-72D3-4E26-1DF6DDEA67D1}"/>
          </ac:spMkLst>
        </pc:spChg>
        <pc:spChg chg="add mod">
          <ac:chgData name="Sohag Kabir" userId="e9b0da40-aef8-480a-bb63-d1daacecf555" providerId="ADAL" clId="{C0FDB04E-6320-4A0C-A5C9-BF738384E02A}" dt="2024-10-11T10:11:21.537" v="4320" actId="207"/>
          <ac:spMkLst>
            <pc:docMk/>
            <pc:sldMk cId="739970556" sldId="337"/>
            <ac:spMk id="10" creationId="{94BC38EC-4D7E-7D5B-FB9A-6E0F3A3050C9}"/>
          </ac:spMkLst>
        </pc:spChg>
      </pc:sldChg>
      <pc:sldChg chg="addSp delSp modSp add mod">
        <pc:chgData name="Sohag Kabir" userId="e9b0da40-aef8-480a-bb63-d1daacecf555" providerId="ADAL" clId="{C0FDB04E-6320-4A0C-A5C9-BF738384E02A}" dt="2024-10-11T10:12:17.568" v="4322" actId="2711"/>
        <pc:sldMkLst>
          <pc:docMk/>
          <pc:sldMk cId="3682386880" sldId="338"/>
        </pc:sldMkLst>
        <pc:spChg chg="mod">
          <ac:chgData name="Sohag Kabir" userId="e9b0da40-aef8-480a-bb63-d1daacecf555" providerId="ADAL" clId="{C0FDB04E-6320-4A0C-A5C9-BF738384E02A}" dt="2024-10-11T10:12:09.957" v="4321" actId="1076"/>
          <ac:spMkLst>
            <pc:docMk/>
            <pc:sldMk cId="3682386880" sldId="338"/>
            <ac:spMk id="2" creationId="{DE13D453-4D7B-47BF-AED4-27D56C3644AA}"/>
          </ac:spMkLst>
        </pc:spChg>
        <pc:spChg chg="add mod">
          <ac:chgData name="Sohag Kabir" userId="e9b0da40-aef8-480a-bb63-d1daacecf555" providerId="ADAL" clId="{C0FDB04E-6320-4A0C-A5C9-BF738384E02A}" dt="2024-10-11T10:12:17.568" v="4322" actId="2711"/>
          <ac:spMkLst>
            <pc:docMk/>
            <pc:sldMk cId="3682386880" sldId="338"/>
            <ac:spMk id="4" creationId="{022ADBD7-F717-0B5C-7945-0733C5F80EDA}"/>
          </ac:spMkLst>
        </pc:spChg>
        <pc:spChg chg="del">
          <ac:chgData name="Sohag Kabir" userId="e9b0da40-aef8-480a-bb63-d1daacecf555" providerId="ADAL" clId="{C0FDB04E-6320-4A0C-A5C9-BF738384E02A}" dt="2024-10-09T17:28:20.533" v="1398" actId="478"/>
          <ac:spMkLst>
            <pc:docMk/>
            <pc:sldMk cId="3682386880" sldId="338"/>
            <ac:spMk id="10" creationId="{94BC38EC-4D7E-7D5B-FB9A-6E0F3A3050C9}"/>
          </ac:spMkLst>
        </pc:spChg>
        <pc:picChg chg="add mod">
          <ac:chgData name="Sohag Kabir" userId="e9b0da40-aef8-480a-bb63-d1daacecf555" providerId="ADAL" clId="{C0FDB04E-6320-4A0C-A5C9-BF738384E02A}" dt="2024-10-09T17:28:43.999" v="1400" actId="1076"/>
          <ac:picMkLst>
            <pc:docMk/>
            <pc:sldMk cId="3682386880" sldId="338"/>
            <ac:picMk id="3" creationId="{09B4866D-B483-AAC5-9530-443882A3C2CF}"/>
          </ac:picMkLst>
        </pc:picChg>
      </pc:sldChg>
      <pc:sldChg chg="addSp delSp modSp add mod modAnim">
        <pc:chgData name="Sohag Kabir" userId="e9b0da40-aef8-480a-bb63-d1daacecf555" providerId="ADAL" clId="{C0FDB04E-6320-4A0C-A5C9-BF738384E02A}" dt="2024-10-11T10:17:18.689" v="4337" actId="207"/>
        <pc:sldMkLst>
          <pc:docMk/>
          <pc:sldMk cId="3444584483" sldId="339"/>
        </pc:sldMkLst>
        <pc:spChg chg="mod">
          <ac:chgData name="Sohag Kabir" userId="e9b0da40-aef8-480a-bb63-d1daacecf555" providerId="ADAL" clId="{C0FDB04E-6320-4A0C-A5C9-BF738384E02A}" dt="2024-10-10T08:46:13.901" v="1654" actId="14100"/>
          <ac:spMkLst>
            <pc:docMk/>
            <pc:sldMk cId="3444584483" sldId="339"/>
            <ac:spMk id="2" creationId="{DE13D453-4D7B-47BF-AED4-27D56C3644AA}"/>
          </ac:spMkLst>
        </pc:spChg>
        <pc:spChg chg="add mod">
          <ac:chgData name="Sohag Kabir" userId="e9b0da40-aef8-480a-bb63-d1daacecf555" providerId="ADAL" clId="{C0FDB04E-6320-4A0C-A5C9-BF738384E02A}" dt="2024-10-11T10:17:18.689" v="4337" actId="207"/>
          <ac:spMkLst>
            <pc:docMk/>
            <pc:sldMk cId="3444584483" sldId="339"/>
            <ac:spMk id="3" creationId="{FD943F4F-CF06-23C4-E6FF-64B535E3C769}"/>
          </ac:spMkLst>
        </pc:spChg>
        <pc:picChg chg="add mod">
          <ac:chgData name="Sohag Kabir" userId="e9b0da40-aef8-480a-bb63-d1daacecf555" providerId="ADAL" clId="{C0FDB04E-6320-4A0C-A5C9-BF738384E02A}" dt="2024-10-10T08:55:51.660" v="1675" actId="14100"/>
          <ac:picMkLst>
            <pc:docMk/>
            <pc:sldMk cId="3444584483" sldId="339"/>
            <ac:picMk id="4" creationId="{6D9EC979-A0CE-EDC8-D38D-2925F2E10A07}"/>
          </ac:picMkLst>
        </pc:picChg>
        <pc:picChg chg="del">
          <ac:chgData name="Sohag Kabir" userId="e9b0da40-aef8-480a-bb63-d1daacecf555" providerId="ADAL" clId="{C0FDB04E-6320-4A0C-A5C9-BF738384E02A}" dt="2024-10-10T08:46:15.413" v="1655" actId="478"/>
          <ac:picMkLst>
            <pc:docMk/>
            <pc:sldMk cId="3444584483" sldId="339"/>
            <ac:picMk id="5" creationId="{E552819F-BDAF-EF2A-6499-B9D932360C90}"/>
          </ac:picMkLst>
        </pc:picChg>
      </pc:sldChg>
      <pc:sldChg chg="addSp delSp modSp add mod ord">
        <pc:chgData name="Sohag Kabir" userId="e9b0da40-aef8-480a-bb63-d1daacecf555" providerId="ADAL" clId="{C0FDB04E-6320-4A0C-A5C9-BF738384E02A}" dt="2024-10-11T10:15:34.030" v="4334" actId="20577"/>
        <pc:sldMkLst>
          <pc:docMk/>
          <pc:sldMk cId="3511856738" sldId="340"/>
        </pc:sldMkLst>
        <pc:spChg chg="mod">
          <ac:chgData name="Sohag Kabir" userId="e9b0da40-aef8-480a-bb63-d1daacecf555" providerId="ADAL" clId="{C0FDB04E-6320-4A0C-A5C9-BF738384E02A}" dt="2024-10-11T10:15:34.030" v="4334" actId="20577"/>
          <ac:spMkLst>
            <pc:docMk/>
            <pc:sldMk cId="3511856738" sldId="340"/>
            <ac:spMk id="2" creationId="{DE13D453-4D7B-47BF-AED4-27D56C3644AA}"/>
          </ac:spMkLst>
        </pc:spChg>
        <pc:spChg chg="add mod">
          <ac:chgData name="Sohag Kabir" userId="e9b0da40-aef8-480a-bb63-d1daacecf555" providerId="ADAL" clId="{C0FDB04E-6320-4A0C-A5C9-BF738384E02A}" dt="2024-10-10T08:35:35.711" v="1609" actId="1076"/>
          <ac:spMkLst>
            <pc:docMk/>
            <pc:sldMk cId="3511856738" sldId="340"/>
            <ac:spMk id="3" creationId="{6A02BD19-9096-B1A6-7A96-A8D7D9E5DDE4}"/>
          </ac:spMkLst>
        </pc:spChg>
        <pc:picChg chg="del">
          <ac:chgData name="Sohag Kabir" userId="e9b0da40-aef8-480a-bb63-d1daacecf555" providerId="ADAL" clId="{C0FDB04E-6320-4A0C-A5C9-BF738384E02A}" dt="2024-10-10T08:33:10.529" v="1548" actId="478"/>
          <ac:picMkLst>
            <pc:docMk/>
            <pc:sldMk cId="3511856738" sldId="340"/>
            <ac:picMk id="5" creationId="{E552819F-BDAF-EF2A-6499-B9D932360C90}"/>
          </ac:picMkLst>
        </pc:picChg>
      </pc:sldChg>
      <pc:sldChg chg="addSp delSp modSp add mod modClrScheme chgLayout">
        <pc:chgData name="Sohag Kabir" userId="e9b0da40-aef8-480a-bb63-d1daacecf555" providerId="ADAL" clId="{C0FDB04E-6320-4A0C-A5C9-BF738384E02A}" dt="2024-10-11T10:16:20.752" v="4336" actId="20577"/>
        <pc:sldMkLst>
          <pc:docMk/>
          <pc:sldMk cId="2197500237" sldId="341"/>
        </pc:sldMkLst>
        <pc:spChg chg="mod">
          <ac:chgData name="Sohag Kabir" userId="e9b0da40-aef8-480a-bb63-d1daacecf555" providerId="ADAL" clId="{C0FDB04E-6320-4A0C-A5C9-BF738384E02A}" dt="2024-10-11T10:15:58.212" v="4335" actId="1076"/>
          <ac:spMkLst>
            <pc:docMk/>
            <pc:sldMk cId="2197500237" sldId="341"/>
            <ac:spMk id="2" creationId="{DE13D453-4D7B-47BF-AED4-27D56C3644AA}"/>
          </ac:spMkLst>
        </pc:spChg>
        <pc:spChg chg="del">
          <ac:chgData name="Sohag Kabir" userId="e9b0da40-aef8-480a-bb63-d1daacecf555" providerId="ADAL" clId="{C0FDB04E-6320-4A0C-A5C9-BF738384E02A}" dt="2024-10-10T08:37:32.713" v="1617" actId="478"/>
          <ac:spMkLst>
            <pc:docMk/>
            <pc:sldMk cId="2197500237" sldId="341"/>
            <ac:spMk id="3" creationId="{6A02BD19-9096-B1A6-7A96-A8D7D9E5DDE4}"/>
          </ac:spMkLst>
        </pc:spChg>
        <pc:spChg chg="add mod">
          <ac:chgData name="Sohag Kabir" userId="e9b0da40-aef8-480a-bb63-d1daacecf555" providerId="ADAL" clId="{C0FDB04E-6320-4A0C-A5C9-BF738384E02A}" dt="2024-10-11T10:16:20.752" v="4336" actId="20577"/>
          <ac:spMkLst>
            <pc:docMk/>
            <pc:sldMk cId="2197500237" sldId="341"/>
            <ac:spMk id="4" creationId="{42978C67-5F40-C6D6-0DDF-BCCBD4D6C580}"/>
          </ac:spMkLst>
        </pc:spChg>
        <pc:spChg chg="mod ord">
          <ac:chgData name="Sohag Kabir" userId="e9b0da40-aef8-480a-bb63-d1daacecf555" providerId="ADAL" clId="{C0FDB04E-6320-4A0C-A5C9-BF738384E02A}" dt="2024-10-10T08:43:09.967" v="1626" actId="26606"/>
          <ac:spMkLst>
            <pc:docMk/>
            <pc:sldMk cId="2197500237" sldId="341"/>
            <ac:spMk id="6" creationId="{6DF22B76-0D3D-4667-8BB1-AEF252C0879B}"/>
          </ac:spMkLst>
        </pc:spChg>
        <pc:spChg chg="mod ord">
          <ac:chgData name="Sohag Kabir" userId="e9b0da40-aef8-480a-bb63-d1daacecf555" providerId="ADAL" clId="{C0FDB04E-6320-4A0C-A5C9-BF738384E02A}" dt="2024-10-10T08:43:09.967" v="1626" actId="26606"/>
          <ac:spMkLst>
            <pc:docMk/>
            <pc:sldMk cId="2197500237" sldId="341"/>
            <ac:spMk id="7" creationId="{00000000-0000-0000-0000-000000000000}"/>
          </ac:spMkLst>
        </pc:spChg>
        <pc:spChg chg="add mod">
          <ac:chgData name="Sohag Kabir" userId="e9b0da40-aef8-480a-bb63-d1daacecf555" providerId="ADAL" clId="{C0FDB04E-6320-4A0C-A5C9-BF738384E02A}" dt="2024-10-10T08:45:19.517" v="1651" actId="1076"/>
          <ac:spMkLst>
            <pc:docMk/>
            <pc:sldMk cId="2197500237" sldId="341"/>
            <ac:spMk id="8" creationId="{047A6696-4374-8A1F-A334-BC692F603FED}"/>
          </ac:spMkLst>
        </pc:spChg>
        <pc:spChg chg="add mod">
          <ac:chgData name="Sohag Kabir" userId="e9b0da40-aef8-480a-bb63-d1daacecf555" providerId="ADAL" clId="{C0FDB04E-6320-4A0C-A5C9-BF738384E02A}" dt="2024-10-10T08:43:09.967" v="1626" actId="26606"/>
          <ac:spMkLst>
            <pc:docMk/>
            <pc:sldMk cId="2197500237" sldId="341"/>
            <ac:spMk id="3079" creationId="{A2AA58F3-1F78-134F-DB34-3764ABC876BA}"/>
          </ac:spMkLst>
        </pc:spChg>
        <pc:picChg chg="add mod">
          <ac:chgData name="Sohag Kabir" userId="e9b0da40-aef8-480a-bb63-d1daacecf555" providerId="ADAL" clId="{C0FDB04E-6320-4A0C-A5C9-BF738384E02A}" dt="2024-10-10T08:44:26.055" v="1635" actId="1076"/>
          <ac:picMkLst>
            <pc:docMk/>
            <pc:sldMk cId="2197500237" sldId="341"/>
            <ac:picMk id="3074" creationId="{5553EAFC-DFA6-584D-ABB2-06B9F38C8FA2}"/>
          </ac:picMkLst>
        </pc:picChg>
      </pc:sldChg>
      <pc:sldChg chg="addSp delSp modSp add mod modAnim">
        <pc:chgData name="Sohag Kabir" userId="e9b0da40-aef8-480a-bb63-d1daacecf555" providerId="ADAL" clId="{C0FDB04E-6320-4A0C-A5C9-BF738384E02A}" dt="2024-10-11T08:26:17.017" v="3491" actId="255"/>
        <pc:sldMkLst>
          <pc:docMk/>
          <pc:sldMk cId="1786433302" sldId="342"/>
        </pc:sldMkLst>
        <pc:spChg chg="mod">
          <ac:chgData name="Sohag Kabir" userId="e9b0da40-aef8-480a-bb63-d1daacecf555" providerId="ADAL" clId="{C0FDB04E-6320-4A0C-A5C9-BF738384E02A}" dt="2024-10-10T08:58:06.196" v="1696" actId="1076"/>
          <ac:spMkLst>
            <pc:docMk/>
            <pc:sldMk cId="1786433302" sldId="342"/>
            <ac:spMk id="2" creationId="{DE13D453-4D7B-47BF-AED4-27D56C3644AA}"/>
          </ac:spMkLst>
        </pc:spChg>
        <pc:spChg chg="add mod">
          <ac:chgData name="Sohag Kabir" userId="e9b0da40-aef8-480a-bb63-d1daacecf555" providerId="ADAL" clId="{C0FDB04E-6320-4A0C-A5C9-BF738384E02A}" dt="2024-10-11T08:26:17.017" v="3491" actId="255"/>
          <ac:spMkLst>
            <pc:docMk/>
            <pc:sldMk cId="1786433302" sldId="342"/>
            <ac:spMk id="4" creationId="{5BFFCE46-172B-E778-22A5-17C2F54867DB}"/>
          </ac:spMkLst>
        </pc:spChg>
        <pc:spChg chg="add mod">
          <ac:chgData name="Sohag Kabir" userId="e9b0da40-aef8-480a-bb63-d1daacecf555" providerId="ADAL" clId="{C0FDB04E-6320-4A0C-A5C9-BF738384E02A}" dt="2024-10-11T08:25:35.155" v="3478" actId="20577"/>
          <ac:spMkLst>
            <pc:docMk/>
            <pc:sldMk cId="1786433302" sldId="342"/>
            <ac:spMk id="12" creationId="{09A793B8-F70A-89BD-602A-BF545A92640F}"/>
          </ac:spMkLst>
        </pc:spChg>
        <pc:spChg chg="add mod">
          <ac:chgData name="Sohag Kabir" userId="e9b0da40-aef8-480a-bb63-d1daacecf555" providerId="ADAL" clId="{C0FDB04E-6320-4A0C-A5C9-BF738384E02A}" dt="2024-10-11T08:25:47.678" v="3488" actId="1076"/>
          <ac:spMkLst>
            <pc:docMk/>
            <pc:sldMk cId="1786433302" sldId="342"/>
            <ac:spMk id="13" creationId="{F657A2EA-B56A-BD30-15A9-CBD87380B26D}"/>
          </ac:spMkLst>
        </pc:spChg>
        <pc:graphicFrameChg chg="add mod modGraphic">
          <ac:chgData name="Sohag Kabir" userId="e9b0da40-aef8-480a-bb63-d1daacecf555" providerId="ADAL" clId="{C0FDB04E-6320-4A0C-A5C9-BF738384E02A}" dt="2024-10-11T08:24:56.214" v="3459" actId="1076"/>
          <ac:graphicFrameMkLst>
            <pc:docMk/>
            <pc:sldMk cId="1786433302" sldId="342"/>
            <ac:graphicFrameMk id="8" creationId="{40C7B8BA-728C-72B9-AF94-2077C3BC74B3}"/>
          </ac:graphicFrameMkLst>
        </pc:graphicFrameChg>
        <pc:graphicFrameChg chg="add mod modGraphic">
          <ac:chgData name="Sohag Kabir" userId="e9b0da40-aef8-480a-bb63-d1daacecf555" providerId="ADAL" clId="{C0FDB04E-6320-4A0C-A5C9-BF738384E02A}" dt="2024-10-11T08:24:20.358" v="3453" actId="1076"/>
          <ac:graphicFrameMkLst>
            <pc:docMk/>
            <pc:sldMk cId="1786433302" sldId="342"/>
            <ac:graphicFrameMk id="9" creationId="{587C2F56-0FDE-D151-2C25-1F85D7363F37}"/>
          </ac:graphicFrameMkLst>
        </pc:graphicFrameChg>
        <pc:graphicFrameChg chg="add mod modGraphic">
          <ac:chgData name="Sohag Kabir" userId="e9b0da40-aef8-480a-bb63-d1daacecf555" providerId="ADAL" clId="{C0FDB04E-6320-4A0C-A5C9-BF738384E02A}" dt="2024-10-11T08:25:51.542" v="3489" actId="1076"/>
          <ac:graphicFrameMkLst>
            <pc:docMk/>
            <pc:sldMk cId="1786433302" sldId="342"/>
            <ac:graphicFrameMk id="10" creationId="{34A47077-92C5-F2FD-5AA5-E571044ED84A}"/>
          </ac:graphicFrameMkLst>
        </pc:graphicFrameChg>
        <pc:graphicFrameChg chg="add mod modGraphic">
          <ac:chgData name="Sohag Kabir" userId="e9b0da40-aef8-480a-bb63-d1daacecf555" providerId="ADAL" clId="{C0FDB04E-6320-4A0C-A5C9-BF738384E02A}" dt="2024-10-11T08:24:50.234" v="3458"/>
          <ac:graphicFrameMkLst>
            <pc:docMk/>
            <pc:sldMk cId="1786433302" sldId="342"/>
            <ac:graphicFrameMk id="11" creationId="{86090EA0-A855-2E37-3542-1EDD54F6C645}"/>
          </ac:graphicFrameMkLst>
        </pc:graphicFrameChg>
        <pc:picChg chg="add del mod">
          <ac:chgData name="Sohag Kabir" userId="e9b0da40-aef8-480a-bb63-d1daacecf555" providerId="ADAL" clId="{C0FDB04E-6320-4A0C-A5C9-BF738384E02A}" dt="2024-10-11T08:18:13.887" v="3362" actId="478"/>
          <ac:picMkLst>
            <pc:docMk/>
            <pc:sldMk cId="1786433302" sldId="342"/>
            <ac:picMk id="3" creationId="{C0AEA471-3805-2723-E8BD-63C545DB0516}"/>
          </ac:picMkLst>
        </pc:picChg>
        <pc:picChg chg="del">
          <ac:chgData name="Sohag Kabir" userId="e9b0da40-aef8-480a-bb63-d1daacecf555" providerId="ADAL" clId="{C0FDB04E-6320-4A0C-A5C9-BF738384E02A}" dt="2024-10-10T08:53:01.837" v="1666" actId="478"/>
          <ac:picMkLst>
            <pc:docMk/>
            <pc:sldMk cId="1786433302" sldId="342"/>
            <ac:picMk id="5" creationId="{E552819F-BDAF-EF2A-6499-B9D932360C90}"/>
          </ac:picMkLst>
        </pc:picChg>
        <pc:picChg chg="add del">
          <ac:chgData name="Sohag Kabir" userId="e9b0da40-aef8-480a-bb63-d1daacecf555" providerId="ADAL" clId="{C0FDB04E-6320-4A0C-A5C9-BF738384E02A}" dt="2024-10-10T08:53:12.605" v="1668" actId="478"/>
          <ac:picMkLst>
            <pc:docMk/>
            <pc:sldMk cId="1786433302" sldId="342"/>
            <ac:picMk id="4098" creationId="{CBFCD29F-D693-7322-038E-B2175176076E}"/>
          </ac:picMkLst>
        </pc:picChg>
        <pc:picChg chg="add del">
          <ac:chgData name="Sohag Kabir" userId="e9b0da40-aef8-480a-bb63-d1daacecf555" providerId="ADAL" clId="{C0FDB04E-6320-4A0C-A5C9-BF738384E02A}" dt="2024-10-10T08:55:32.294" v="1670" actId="478"/>
          <ac:picMkLst>
            <pc:docMk/>
            <pc:sldMk cId="1786433302" sldId="342"/>
            <ac:picMk id="4100" creationId="{63310957-A281-72AB-8A7B-37681C2CD186}"/>
          </ac:picMkLst>
        </pc:picChg>
      </pc:sldChg>
      <pc:sldChg chg="addSp delSp modSp add mod modAnim">
        <pc:chgData name="Sohag Kabir" userId="e9b0da40-aef8-480a-bb63-d1daacecf555" providerId="ADAL" clId="{C0FDB04E-6320-4A0C-A5C9-BF738384E02A}" dt="2024-10-10T13:46:21.950" v="1801"/>
        <pc:sldMkLst>
          <pc:docMk/>
          <pc:sldMk cId="2327111097" sldId="343"/>
        </pc:sldMkLst>
        <pc:spChg chg="mod">
          <ac:chgData name="Sohag Kabir" userId="e9b0da40-aef8-480a-bb63-d1daacecf555" providerId="ADAL" clId="{C0FDB04E-6320-4A0C-A5C9-BF738384E02A}" dt="2024-10-10T13:45:53.815" v="1796" actId="255"/>
          <ac:spMkLst>
            <pc:docMk/>
            <pc:sldMk cId="2327111097" sldId="343"/>
            <ac:spMk id="2" creationId="{DE13D453-4D7B-47BF-AED4-27D56C3644AA}"/>
          </ac:spMkLst>
        </pc:spChg>
        <pc:spChg chg="add mod">
          <ac:chgData name="Sohag Kabir" userId="e9b0da40-aef8-480a-bb63-d1daacecf555" providerId="ADAL" clId="{C0FDB04E-6320-4A0C-A5C9-BF738384E02A}" dt="2024-10-10T13:46:01.611" v="1797" actId="1076"/>
          <ac:spMkLst>
            <pc:docMk/>
            <pc:sldMk cId="2327111097" sldId="343"/>
            <ac:spMk id="4" creationId="{B2710A43-9D40-D63B-31A9-9755FC2CA95D}"/>
          </ac:spMkLst>
        </pc:spChg>
        <pc:spChg chg="add mod">
          <ac:chgData name="Sohag Kabir" userId="e9b0da40-aef8-480a-bb63-d1daacecf555" providerId="ADAL" clId="{C0FDB04E-6320-4A0C-A5C9-BF738384E02A}" dt="2024-10-10T13:45:34.983" v="1792" actId="255"/>
          <ac:spMkLst>
            <pc:docMk/>
            <pc:sldMk cId="2327111097" sldId="343"/>
            <ac:spMk id="9" creationId="{6B189661-947E-4AF1-464B-A1B8472847F5}"/>
          </ac:spMkLst>
        </pc:spChg>
        <pc:spChg chg="add mod">
          <ac:chgData name="Sohag Kabir" userId="e9b0da40-aef8-480a-bb63-d1daacecf555" providerId="ADAL" clId="{C0FDB04E-6320-4A0C-A5C9-BF738384E02A}" dt="2024-10-10T13:45:28.932" v="1791" actId="1076"/>
          <ac:spMkLst>
            <pc:docMk/>
            <pc:sldMk cId="2327111097" sldId="343"/>
            <ac:spMk id="11" creationId="{1E20FCC4-0D5B-1B9A-C1EF-90D7AF9E8CB2}"/>
          </ac:spMkLst>
        </pc:spChg>
        <pc:spChg chg="add mod">
          <ac:chgData name="Sohag Kabir" userId="e9b0da40-aef8-480a-bb63-d1daacecf555" providerId="ADAL" clId="{C0FDB04E-6320-4A0C-A5C9-BF738384E02A}" dt="2024-10-10T13:45:43.236" v="1794" actId="255"/>
          <ac:spMkLst>
            <pc:docMk/>
            <pc:sldMk cId="2327111097" sldId="343"/>
            <ac:spMk id="13" creationId="{5F128205-96CA-EE3F-F8FF-8B10986E23D8}"/>
          </ac:spMkLst>
        </pc:spChg>
        <pc:picChg chg="del">
          <ac:chgData name="Sohag Kabir" userId="e9b0da40-aef8-480a-bb63-d1daacecf555" providerId="ADAL" clId="{C0FDB04E-6320-4A0C-A5C9-BF738384E02A}" dt="2024-10-10T13:41:46.360" v="1753" actId="478"/>
          <ac:picMkLst>
            <pc:docMk/>
            <pc:sldMk cId="2327111097" sldId="343"/>
            <ac:picMk id="5" creationId="{E552819F-BDAF-EF2A-6499-B9D932360C90}"/>
          </ac:picMkLst>
        </pc:picChg>
      </pc:sldChg>
      <pc:sldChg chg="addSp delSp modSp add mod">
        <pc:chgData name="Sohag Kabir" userId="e9b0da40-aef8-480a-bb63-d1daacecf555" providerId="ADAL" clId="{C0FDB04E-6320-4A0C-A5C9-BF738384E02A}" dt="2024-10-11T10:38:52.410" v="4377" actId="1076"/>
        <pc:sldMkLst>
          <pc:docMk/>
          <pc:sldMk cId="4225455615" sldId="344"/>
        </pc:sldMkLst>
        <pc:spChg chg="add del mod">
          <ac:chgData name="Sohag Kabir" userId="e9b0da40-aef8-480a-bb63-d1daacecf555" providerId="ADAL" clId="{C0FDB04E-6320-4A0C-A5C9-BF738384E02A}" dt="2024-10-11T10:38:45.682" v="4375" actId="478"/>
          <ac:spMkLst>
            <pc:docMk/>
            <pc:sldMk cId="4225455615" sldId="344"/>
            <ac:spMk id="3" creationId="{B8B6B2D6-82DE-07F0-C0E4-D7F7C3DD444F}"/>
          </ac:spMkLst>
        </pc:spChg>
        <pc:spChg chg="add mod">
          <ac:chgData name="Sohag Kabir" userId="e9b0da40-aef8-480a-bb63-d1daacecf555" providerId="ADAL" clId="{C0FDB04E-6320-4A0C-A5C9-BF738384E02A}" dt="2024-10-11T10:38:52.410" v="4377" actId="1076"/>
          <ac:spMkLst>
            <pc:docMk/>
            <pc:sldMk cId="4225455615" sldId="344"/>
            <ac:spMk id="4" creationId="{8EBD803B-8DEC-B26E-C2D4-C0A8EDCC4C6B}"/>
          </ac:spMkLst>
        </pc:spChg>
        <pc:spChg chg="del">
          <ac:chgData name="Sohag Kabir" userId="e9b0da40-aef8-480a-bb63-d1daacecf555" providerId="ADAL" clId="{C0FDB04E-6320-4A0C-A5C9-BF738384E02A}" dt="2024-10-10T12:53:43.715" v="1730" actId="478"/>
          <ac:spMkLst>
            <pc:docMk/>
            <pc:sldMk cId="4225455615" sldId="344"/>
            <ac:spMk id="8" creationId="{0CAEA833-7FC5-4738-B55E-A41BE3BB8F6F}"/>
          </ac:spMkLst>
        </pc:spChg>
      </pc:sldChg>
      <pc:sldChg chg="addSp delSp modSp add mod modAnim">
        <pc:chgData name="Sohag Kabir" userId="e9b0da40-aef8-480a-bb63-d1daacecf555" providerId="ADAL" clId="{C0FDB04E-6320-4A0C-A5C9-BF738384E02A}" dt="2024-10-11T10:19:40.693" v="4339"/>
        <pc:sldMkLst>
          <pc:docMk/>
          <pc:sldMk cId="2559135638" sldId="345"/>
        </pc:sldMkLst>
        <pc:spChg chg="mod">
          <ac:chgData name="Sohag Kabir" userId="e9b0da40-aef8-480a-bb63-d1daacecf555" providerId="ADAL" clId="{C0FDB04E-6320-4A0C-A5C9-BF738384E02A}" dt="2024-10-10T13:49:25.178" v="1828" actId="1076"/>
          <ac:spMkLst>
            <pc:docMk/>
            <pc:sldMk cId="2559135638" sldId="345"/>
            <ac:spMk id="2" creationId="{DE13D453-4D7B-47BF-AED4-27D56C3644AA}"/>
          </ac:spMkLst>
        </pc:spChg>
        <pc:spChg chg="add mod">
          <ac:chgData name="Sohag Kabir" userId="e9b0da40-aef8-480a-bb63-d1daacecf555" providerId="ADAL" clId="{C0FDB04E-6320-4A0C-A5C9-BF738384E02A}" dt="2024-10-11T10:18:58.244" v="4338" actId="1076"/>
          <ac:spMkLst>
            <pc:docMk/>
            <pc:sldMk cId="2559135638" sldId="345"/>
            <ac:spMk id="4" creationId="{C16E90ED-2164-76BD-DB65-AE22DF109F46}"/>
          </ac:spMkLst>
        </pc:spChg>
        <pc:spChg chg="add del mod">
          <ac:chgData name="Sohag Kabir" userId="e9b0da40-aef8-480a-bb63-d1daacecf555" providerId="ADAL" clId="{C0FDB04E-6320-4A0C-A5C9-BF738384E02A}" dt="2024-10-10T14:42:49.361" v="1842"/>
          <ac:spMkLst>
            <pc:docMk/>
            <pc:sldMk cId="2559135638" sldId="345"/>
            <ac:spMk id="8" creationId="{FD806084-6A59-33DB-5BE9-F4D727859EC0}"/>
          </ac:spMkLst>
        </pc:spChg>
        <pc:spChg chg="add del">
          <ac:chgData name="Sohag Kabir" userId="e9b0da40-aef8-480a-bb63-d1daacecf555" providerId="ADAL" clId="{C0FDB04E-6320-4A0C-A5C9-BF738384E02A}" dt="2024-10-10T14:42:53.403" v="1844"/>
          <ac:spMkLst>
            <pc:docMk/>
            <pc:sldMk cId="2559135638" sldId="345"/>
            <ac:spMk id="9" creationId="{9D965C65-41CC-6FB1-4904-85D6995335FC}"/>
          </ac:spMkLst>
        </pc:spChg>
        <pc:picChg chg="del">
          <ac:chgData name="Sohag Kabir" userId="e9b0da40-aef8-480a-bb63-d1daacecf555" providerId="ADAL" clId="{C0FDB04E-6320-4A0C-A5C9-BF738384E02A}" dt="2024-10-10T13:49:27.829" v="1829" actId="478"/>
          <ac:picMkLst>
            <pc:docMk/>
            <pc:sldMk cId="2559135638" sldId="345"/>
            <ac:picMk id="5" creationId="{E552819F-BDAF-EF2A-6499-B9D932360C90}"/>
          </ac:picMkLst>
        </pc:picChg>
        <pc:picChg chg="add mod">
          <ac:chgData name="Sohag Kabir" userId="e9b0da40-aef8-480a-bb63-d1daacecf555" providerId="ADAL" clId="{C0FDB04E-6320-4A0C-A5C9-BF738384E02A}" dt="2024-10-10T14:54:08.293" v="1902" actId="1076"/>
          <ac:picMkLst>
            <pc:docMk/>
            <pc:sldMk cId="2559135638" sldId="345"/>
            <ac:picMk id="5124" creationId="{744AD196-C395-5809-5B3A-A7504C69786B}"/>
          </ac:picMkLst>
        </pc:picChg>
      </pc:sldChg>
      <pc:sldChg chg="addSp delSp modSp add mod">
        <pc:chgData name="Sohag Kabir" userId="e9b0da40-aef8-480a-bb63-d1daacecf555" providerId="ADAL" clId="{C0FDB04E-6320-4A0C-A5C9-BF738384E02A}" dt="2024-10-10T16:19:53.790" v="2368" actId="1076"/>
        <pc:sldMkLst>
          <pc:docMk/>
          <pc:sldMk cId="762888986" sldId="346"/>
        </pc:sldMkLst>
        <pc:spChg chg="mod">
          <ac:chgData name="Sohag Kabir" userId="e9b0da40-aef8-480a-bb63-d1daacecf555" providerId="ADAL" clId="{C0FDB04E-6320-4A0C-A5C9-BF738384E02A}" dt="2024-10-10T15:57:06.687" v="2040" actId="1076"/>
          <ac:spMkLst>
            <pc:docMk/>
            <pc:sldMk cId="762888986" sldId="346"/>
            <ac:spMk id="2" creationId="{DE13D453-4D7B-47BF-AED4-27D56C3644AA}"/>
          </ac:spMkLst>
        </pc:spChg>
        <pc:spChg chg="add del">
          <ac:chgData name="Sohag Kabir" userId="e9b0da40-aef8-480a-bb63-d1daacecf555" providerId="ADAL" clId="{C0FDB04E-6320-4A0C-A5C9-BF738384E02A}" dt="2024-10-10T15:57:30.726" v="2044"/>
          <ac:spMkLst>
            <pc:docMk/>
            <pc:sldMk cId="762888986" sldId="346"/>
            <ac:spMk id="3" creationId="{6515917C-962B-4C37-B74E-664C3AE78028}"/>
          </ac:spMkLst>
        </pc:spChg>
        <pc:spChg chg="add mod">
          <ac:chgData name="Sohag Kabir" userId="e9b0da40-aef8-480a-bb63-d1daacecf555" providerId="ADAL" clId="{C0FDB04E-6320-4A0C-A5C9-BF738384E02A}" dt="2024-10-10T16:19:26.511" v="2347" actId="1076"/>
          <ac:spMkLst>
            <pc:docMk/>
            <pc:sldMk cId="762888986" sldId="346"/>
            <ac:spMk id="4" creationId="{CA771D8F-9D02-ADE4-D3D6-39079643100A}"/>
          </ac:spMkLst>
        </pc:spChg>
        <pc:spChg chg="add del">
          <ac:chgData name="Sohag Kabir" userId="e9b0da40-aef8-480a-bb63-d1daacecf555" providerId="ADAL" clId="{C0FDB04E-6320-4A0C-A5C9-BF738384E02A}" dt="2024-10-10T15:57:45.708" v="2051"/>
          <ac:spMkLst>
            <pc:docMk/>
            <pc:sldMk cId="762888986" sldId="346"/>
            <ac:spMk id="8" creationId="{CA340D1A-1588-C8B6-67E3-A0ABF965A256}"/>
          </ac:spMkLst>
        </pc:spChg>
        <pc:spChg chg="add mod">
          <ac:chgData name="Sohag Kabir" userId="e9b0da40-aef8-480a-bb63-d1daacecf555" providerId="ADAL" clId="{C0FDB04E-6320-4A0C-A5C9-BF738384E02A}" dt="2024-10-10T16:19:53.790" v="2368" actId="1076"/>
          <ac:spMkLst>
            <pc:docMk/>
            <pc:sldMk cId="762888986" sldId="346"/>
            <ac:spMk id="11" creationId="{ECEFD611-1C0F-92B4-9625-53988ADA54FF}"/>
          </ac:spMkLst>
        </pc:spChg>
        <pc:picChg chg="del mod">
          <ac:chgData name="Sohag Kabir" userId="e9b0da40-aef8-480a-bb63-d1daacecf555" providerId="ADAL" clId="{C0FDB04E-6320-4A0C-A5C9-BF738384E02A}" dt="2024-10-10T15:57:10.146" v="2042" actId="478"/>
          <ac:picMkLst>
            <pc:docMk/>
            <pc:sldMk cId="762888986" sldId="346"/>
            <ac:picMk id="5" creationId="{E552819F-BDAF-EF2A-6499-B9D932360C90}"/>
          </ac:picMkLst>
        </pc:picChg>
        <pc:picChg chg="add mod">
          <ac:chgData name="Sohag Kabir" userId="e9b0da40-aef8-480a-bb63-d1daacecf555" providerId="ADAL" clId="{C0FDB04E-6320-4A0C-A5C9-BF738384E02A}" dt="2024-10-10T16:19:19.925" v="2345" actId="1076"/>
          <ac:picMkLst>
            <pc:docMk/>
            <pc:sldMk cId="762888986" sldId="346"/>
            <ac:picMk id="9" creationId="{136C6892-EB0F-8DA1-4E0D-623A8BFC014C}"/>
          </ac:picMkLst>
        </pc:picChg>
        <pc:picChg chg="add del">
          <ac:chgData name="Sohag Kabir" userId="e9b0da40-aef8-480a-bb63-d1daacecf555" providerId="ADAL" clId="{C0FDB04E-6320-4A0C-A5C9-BF738384E02A}" dt="2024-10-10T16:04:06.258" v="2069" actId="478"/>
          <ac:picMkLst>
            <pc:docMk/>
            <pc:sldMk cId="762888986" sldId="346"/>
            <ac:picMk id="6148" creationId="{2A5E1341-5A7A-A93A-991F-7585E03D02F2}"/>
          </ac:picMkLst>
        </pc:picChg>
      </pc:sldChg>
      <pc:sldChg chg="addSp modSp add mod modAnim">
        <pc:chgData name="Sohag Kabir" userId="e9b0da40-aef8-480a-bb63-d1daacecf555" providerId="ADAL" clId="{C0FDB04E-6320-4A0C-A5C9-BF738384E02A}" dt="2024-10-10T15:21:04.378" v="2034"/>
        <pc:sldMkLst>
          <pc:docMk/>
          <pc:sldMk cId="2461323512" sldId="347"/>
        </pc:sldMkLst>
        <pc:spChg chg="mod">
          <ac:chgData name="Sohag Kabir" userId="e9b0da40-aef8-480a-bb63-d1daacecf555" providerId="ADAL" clId="{C0FDB04E-6320-4A0C-A5C9-BF738384E02A}" dt="2024-10-10T14:39:33.978" v="1831"/>
          <ac:spMkLst>
            <pc:docMk/>
            <pc:sldMk cId="2461323512" sldId="347"/>
            <ac:spMk id="2" creationId="{DE13D453-4D7B-47BF-AED4-27D56C3644AA}"/>
          </ac:spMkLst>
        </pc:spChg>
        <pc:spChg chg="add mod">
          <ac:chgData name="Sohag Kabir" userId="e9b0da40-aef8-480a-bb63-d1daacecf555" providerId="ADAL" clId="{C0FDB04E-6320-4A0C-A5C9-BF738384E02A}" dt="2024-10-10T15:11:52.570" v="2029" actId="1076"/>
          <ac:spMkLst>
            <pc:docMk/>
            <pc:sldMk cId="2461323512" sldId="347"/>
            <ac:spMk id="4" creationId="{1C3A4EC2-D9D8-FAF1-5339-50B81916CA4B}"/>
          </ac:spMkLst>
        </pc:spChg>
        <pc:spChg chg="add mod">
          <ac:chgData name="Sohag Kabir" userId="e9b0da40-aef8-480a-bb63-d1daacecf555" providerId="ADAL" clId="{C0FDB04E-6320-4A0C-A5C9-BF738384E02A}" dt="2024-10-10T15:12:14.876" v="2030" actId="1076"/>
          <ac:spMkLst>
            <pc:docMk/>
            <pc:sldMk cId="2461323512" sldId="347"/>
            <ac:spMk id="8" creationId="{7AB7F1A3-AE10-2DD4-5237-95C0544B2175}"/>
          </ac:spMkLst>
        </pc:spChg>
        <pc:picChg chg="add mod">
          <ac:chgData name="Sohag Kabir" userId="e9b0da40-aef8-480a-bb63-d1daacecf555" providerId="ADAL" clId="{C0FDB04E-6320-4A0C-A5C9-BF738384E02A}" dt="2024-10-10T15:11:41.259" v="2026" actId="1076"/>
          <ac:picMkLst>
            <pc:docMk/>
            <pc:sldMk cId="2461323512" sldId="347"/>
            <ac:picMk id="9" creationId="{D23DC0F3-E187-AB75-5D01-7DCAC83DD45D}"/>
          </ac:picMkLst>
        </pc:picChg>
      </pc:sldChg>
      <pc:sldChg chg="addSp delSp modSp add mod modAnim">
        <pc:chgData name="Sohag Kabir" userId="e9b0da40-aef8-480a-bb63-d1daacecf555" providerId="ADAL" clId="{C0FDB04E-6320-4A0C-A5C9-BF738384E02A}" dt="2024-10-11T10:22:10.116" v="4347" actId="20577"/>
        <pc:sldMkLst>
          <pc:docMk/>
          <pc:sldMk cId="1845294591" sldId="348"/>
        </pc:sldMkLst>
        <pc:spChg chg="mod">
          <ac:chgData name="Sohag Kabir" userId="e9b0da40-aef8-480a-bb63-d1daacecf555" providerId="ADAL" clId="{C0FDB04E-6320-4A0C-A5C9-BF738384E02A}" dt="2024-10-11T10:20:34.090" v="4340" actId="1076"/>
          <ac:spMkLst>
            <pc:docMk/>
            <pc:sldMk cId="1845294591" sldId="348"/>
            <ac:spMk id="2" creationId="{DE13D453-4D7B-47BF-AED4-27D56C3644AA}"/>
          </ac:spMkLst>
        </pc:spChg>
        <pc:spChg chg="del">
          <ac:chgData name="Sohag Kabir" userId="e9b0da40-aef8-480a-bb63-d1daacecf555" providerId="ADAL" clId="{C0FDB04E-6320-4A0C-A5C9-BF738384E02A}" dt="2024-10-10T14:52:06.800" v="1887" actId="478"/>
          <ac:spMkLst>
            <pc:docMk/>
            <pc:sldMk cId="1845294591" sldId="348"/>
            <ac:spMk id="4" creationId="{C16E90ED-2164-76BD-DB65-AE22DF109F46}"/>
          </ac:spMkLst>
        </pc:spChg>
        <pc:spChg chg="add mod">
          <ac:chgData name="Sohag Kabir" userId="e9b0da40-aef8-480a-bb63-d1daacecf555" providerId="ADAL" clId="{C0FDB04E-6320-4A0C-A5C9-BF738384E02A}" dt="2024-10-11T10:22:10.116" v="4347" actId="20577"/>
          <ac:spMkLst>
            <pc:docMk/>
            <pc:sldMk cId="1845294591" sldId="348"/>
            <ac:spMk id="5" creationId="{C38BC728-8334-89AC-AFA6-553B602D3579}"/>
          </ac:spMkLst>
        </pc:spChg>
        <pc:picChg chg="del mod">
          <ac:chgData name="Sohag Kabir" userId="e9b0da40-aef8-480a-bb63-d1daacecf555" providerId="ADAL" clId="{C0FDB04E-6320-4A0C-A5C9-BF738384E02A}" dt="2024-10-10T14:55:08.766" v="1906" actId="478"/>
          <ac:picMkLst>
            <pc:docMk/>
            <pc:sldMk cId="1845294591" sldId="348"/>
            <ac:picMk id="5124" creationId="{744AD196-C395-5809-5B3A-A7504C69786B}"/>
          </ac:picMkLst>
        </pc:picChg>
      </pc:sldChg>
      <pc:sldChg chg="addSp delSp modSp add mod">
        <pc:chgData name="Sohag Kabir" userId="e9b0da40-aef8-480a-bb63-d1daacecf555" providerId="ADAL" clId="{C0FDB04E-6320-4A0C-A5C9-BF738384E02A}" dt="2024-10-10T16:40:26.731" v="2394" actId="14100"/>
        <pc:sldMkLst>
          <pc:docMk/>
          <pc:sldMk cId="2002675635" sldId="349"/>
        </pc:sldMkLst>
        <pc:spChg chg="mod">
          <ac:chgData name="Sohag Kabir" userId="e9b0da40-aef8-480a-bb63-d1daacecf555" providerId="ADAL" clId="{C0FDB04E-6320-4A0C-A5C9-BF738384E02A}" dt="2024-10-10T16:18:01.781" v="2336" actId="20577"/>
          <ac:spMkLst>
            <pc:docMk/>
            <pc:sldMk cId="2002675635" sldId="349"/>
            <ac:spMk id="2" creationId="{DE13D453-4D7B-47BF-AED4-27D56C3644AA}"/>
          </ac:spMkLst>
        </pc:spChg>
        <pc:spChg chg="add mod">
          <ac:chgData name="Sohag Kabir" userId="e9b0da40-aef8-480a-bb63-d1daacecf555" providerId="ADAL" clId="{C0FDB04E-6320-4A0C-A5C9-BF738384E02A}" dt="2024-10-10T16:40:26.731" v="2394" actId="14100"/>
          <ac:spMkLst>
            <pc:docMk/>
            <pc:sldMk cId="2002675635" sldId="349"/>
            <ac:spMk id="4" creationId="{D91332C1-C24B-0496-5292-C95E15306821}"/>
          </ac:spMkLst>
        </pc:spChg>
        <pc:picChg chg="del mod">
          <ac:chgData name="Sohag Kabir" userId="e9b0da40-aef8-480a-bb63-d1daacecf555" providerId="ADAL" clId="{C0FDB04E-6320-4A0C-A5C9-BF738384E02A}" dt="2024-10-10T16:17:35.845" v="2300" actId="478"/>
          <ac:picMkLst>
            <pc:docMk/>
            <pc:sldMk cId="2002675635" sldId="349"/>
            <ac:picMk id="5" creationId="{E552819F-BDAF-EF2A-6499-B9D932360C90}"/>
          </ac:picMkLst>
        </pc:picChg>
        <pc:picChg chg="add del mod">
          <ac:chgData name="Sohag Kabir" userId="e9b0da40-aef8-480a-bb63-d1daacecf555" providerId="ADAL" clId="{C0FDB04E-6320-4A0C-A5C9-BF738384E02A}" dt="2024-10-10T16:38:09.181" v="2371" actId="478"/>
          <ac:picMkLst>
            <pc:docMk/>
            <pc:sldMk cId="2002675635" sldId="349"/>
            <ac:picMk id="7170" creationId="{3CB1C865-2CA6-34D5-5B89-19D8DC10DB3C}"/>
          </ac:picMkLst>
        </pc:picChg>
        <pc:picChg chg="add mod">
          <ac:chgData name="Sohag Kabir" userId="e9b0da40-aef8-480a-bb63-d1daacecf555" providerId="ADAL" clId="{C0FDB04E-6320-4A0C-A5C9-BF738384E02A}" dt="2024-10-10T16:40:18.996" v="2392" actId="1076"/>
          <ac:picMkLst>
            <pc:docMk/>
            <pc:sldMk cId="2002675635" sldId="349"/>
            <ac:picMk id="7172" creationId="{A2AB0B76-C633-3E36-9835-6A96995AE506}"/>
          </ac:picMkLst>
        </pc:picChg>
      </pc:sldChg>
      <pc:sldChg chg="addSp delSp modSp add mod modAnim">
        <pc:chgData name="Sohag Kabir" userId="e9b0da40-aef8-480a-bb63-d1daacecf555" providerId="ADAL" clId="{C0FDB04E-6320-4A0C-A5C9-BF738384E02A}" dt="2024-10-11T10:26:25.908" v="4349" actId="6549"/>
        <pc:sldMkLst>
          <pc:docMk/>
          <pc:sldMk cId="1938412704" sldId="350"/>
        </pc:sldMkLst>
        <pc:spChg chg="mod">
          <ac:chgData name="Sohag Kabir" userId="e9b0da40-aef8-480a-bb63-d1daacecf555" providerId="ADAL" clId="{C0FDB04E-6320-4A0C-A5C9-BF738384E02A}" dt="2024-10-10T17:04:33.460" v="2512" actId="20577"/>
          <ac:spMkLst>
            <pc:docMk/>
            <pc:sldMk cId="1938412704" sldId="350"/>
            <ac:spMk id="2" creationId="{DE13D453-4D7B-47BF-AED4-27D56C3644AA}"/>
          </ac:spMkLst>
        </pc:spChg>
        <pc:spChg chg="add del">
          <ac:chgData name="Sohag Kabir" userId="e9b0da40-aef8-480a-bb63-d1daacecf555" providerId="ADAL" clId="{C0FDB04E-6320-4A0C-A5C9-BF738384E02A}" dt="2024-10-10T16:42:44.475" v="2400"/>
          <ac:spMkLst>
            <pc:docMk/>
            <pc:sldMk cId="1938412704" sldId="350"/>
            <ac:spMk id="3" creationId="{36F3A012-C0C9-0672-BE45-CD07B8DC84A5}"/>
          </ac:spMkLst>
        </pc:spChg>
        <pc:spChg chg="del">
          <ac:chgData name="Sohag Kabir" userId="e9b0da40-aef8-480a-bb63-d1daacecf555" providerId="ADAL" clId="{C0FDB04E-6320-4A0C-A5C9-BF738384E02A}" dt="2024-10-10T16:42:36.284" v="2398" actId="478"/>
          <ac:spMkLst>
            <pc:docMk/>
            <pc:sldMk cId="1938412704" sldId="350"/>
            <ac:spMk id="4" creationId="{D91332C1-C24B-0496-5292-C95E15306821}"/>
          </ac:spMkLst>
        </pc:spChg>
        <pc:spChg chg="add mod">
          <ac:chgData name="Sohag Kabir" userId="e9b0da40-aef8-480a-bb63-d1daacecf555" providerId="ADAL" clId="{C0FDB04E-6320-4A0C-A5C9-BF738384E02A}" dt="2024-10-11T10:26:25.908" v="4349" actId="6549"/>
          <ac:spMkLst>
            <pc:docMk/>
            <pc:sldMk cId="1938412704" sldId="350"/>
            <ac:spMk id="5" creationId="{6799DC53-78C8-7D4D-60D5-A948757AE5D4}"/>
          </ac:spMkLst>
        </pc:spChg>
        <pc:spChg chg="add del">
          <ac:chgData name="Sohag Kabir" userId="e9b0da40-aef8-480a-bb63-d1daacecf555" providerId="ADAL" clId="{C0FDB04E-6320-4A0C-A5C9-BF738384E02A}" dt="2024-10-10T16:43:02.364" v="2407"/>
          <ac:spMkLst>
            <pc:docMk/>
            <pc:sldMk cId="1938412704" sldId="350"/>
            <ac:spMk id="8" creationId="{CEDFE473-7A8C-E65B-E049-EF5300D9FDB5}"/>
          </ac:spMkLst>
        </pc:spChg>
        <pc:spChg chg="add del mod">
          <ac:chgData name="Sohag Kabir" userId="e9b0da40-aef8-480a-bb63-d1daacecf555" providerId="ADAL" clId="{C0FDB04E-6320-4A0C-A5C9-BF738384E02A}" dt="2024-10-10T16:53:35.447" v="2481" actId="478"/>
          <ac:spMkLst>
            <pc:docMk/>
            <pc:sldMk cId="1938412704" sldId="350"/>
            <ac:spMk id="10" creationId="{C1D48325-1DA4-4700-C4E9-FEE294F93B7E}"/>
          </ac:spMkLst>
        </pc:spChg>
        <pc:picChg chg="del">
          <ac:chgData name="Sohag Kabir" userId="e9b0da40-aef8-480a-bb63-d1daacecf555" providerId="ADAL" clId="{C0FDB04E-6320-4A0C-A5C9-BF738384E02A}" dt="2024-10-10T16:42:18.629" v="2397" actId="478"/>
          <ac:picMkLst>
            <pc:docMk/>
            <pc:sldMk cId="1938412704" sldId="350"/>
            <ac:picMk id="7172" creationId="{A2AB0B76-C633-3E36-9835-6A96995AE506}"/>
          </ac:picMkLst>
        </pc:picChg>
      </pc:sldChg>
      <pc:sldChg chg="delSp modSp add mod">
        <pc:chgData name="Sohag Kabir" userId="e9b0da40-aef8-480a-bb63-d1daacecf555" providerId="ADAL" clId="{C0FDB04E-6320-4A0C-A5C9-BF738384E02A}" dt="2024-10-10T16:58:34.617" v="2502" actId="207"/>
        <pc:sldMkLst>
          <pc:docMk/>
          <pc:sldMk cId="2509588860" sldId="351"/>
        </pc:sldMkLst>
        <pc:spChg chg="mod">
          <ac:chgData name="Sohag Kabir" userId="e9b0da40-aef8-480a-bb63-d1daacecf555" providerId="ADAL" clId="{C0FDB04E-6320-4A0C-A5C9-BF738384E02A}" dt="2024-10-10T16:53:27.495" v="2480" actId="14100"/>
          <ac:spMkLst>
            <pc:docMk/>
            <pc:sldMk cId="2509588860" sldId="351"/>
            <ac:spMk id="2" creationId="{DE13D453-4D7B-47BF-AED4-27D56C3644AA}"/>
          </ac:spMkLst>
        </pc:spChg>
        <pc:spChg chg="del">
          <ac:chgData name="Sohag Kabir" userId="e9b0da40-aef8-480a-bb63-d1daacecf555" providerId="ADAL" clId="{C0FDB04E-6320-4A0C-A5C9-BF738384E02A}" dt="2024-10-10T16:53:10.008" v="2468" actId="478"/>
          <ac:spMkLst>
            <pc:docMk/>
            <pc:sldMk cId="2509588860" sldId="351"/>
            <ac:spMk id="5" creationId="{6799DC53-78C8-7D4D-60D5-A948757AE5D4}"/>
          </ac:spMkLst>
        </pc:spChg>
        <pc:spChg chg="mod">
          <ac:chgData name="Sohag Kabir" userId="e9b0da40-aef8-480a-bb63-d1daacecf555" providerId="ADAL" clId="{C0FDB04E-6320-4A0C-A5C9-BF738384E02A}" dt="2024-10-10T16:58:34.617" v="2502" actId="207"/>
          <ac:spMkLst>
            <pc:docMk/>
            <pc:sldMk cId="2509588860" sldId="351"/>
            <ac:spMk id="10" creationId="{C1D48325-1DA4-4700-C4E9-FEE294F93B7E}"/>
          </ac:spMkLst>
        </pc:spChg>
      </pc:sldChg>
      <pc:sldChg chg="modSp add mod modAnim">
        <pc:chgData name="Sohag Kabir" userId="e9b0da40-aef8-480a-bb63-d1daacecf555" providerId="ADAL" clId="{C0FDB04E-6320-4A0C-A5C9-BF738384E02A}" dt="2024-10-11T10:29:22.323" v="4362" actId="1076"/>
        <pc:sldMkLst>
          <pc:docMk/>
          <pc:sldMk cId="150724232" sldId="352"/>
        </pc:sldMkLst>
        <pc:spChg chg="mod">
          <ac:chgData name="Sohag Kabir" userId="e9b0da40-aef8-480a-bb63-d1daacecf555" providerId="ADAL" clId="{C0FDB04E-6320-4A0C-A5C9-BF738384E02A}" dt="2024-10-11T10:29:22.323" v="4362" actId="1076"/>
          <ac:spMkLst>
            <pc:docMk/>
            <pc:sldMk cId="150724232" sldId="352"/>
            <ac:spMk id="5" creationId="{6799DC53-78C8-7D4D-60D5-A948757AE5D4}"/>
          </ac:spMkLst>
        </pc:spChg>
      </pc:sldChg>
      <pc:sldChg chg="addSp delSp modSp add mod modAnim modNotesTx">
        <pc:chgData name="Sohag Kabir" userId="e9b0da40-aef8-480a-bb63-d1daacecf555" providerId="ADAL" clId="{C0FDB04E-6320-4A0C-A5C9-BF738384E02A}" dt="2024-10-10T18:12:08.065" v="3162" actId="1076"/>
        <pc:sldMkLst>
          <pc:docMk/>
          <pc:sldMk cId="3151991894" sldId="353"/>
        </pc:sldMkLst>
        <pc:spChg chg="mod">
          <ac:chgData name="Sohag Kabir" userId="e9b0da40-aef8-480a-bb63-d1daacecf555" providerId="ADAL" clId="{C0FDB04E-6320-4A0C-A5C9-BF738384E02A}" dt="2024-10-10T17:22:25.181" v="2668" actId="20577"/>
          <ac:spMkLst>
            <pc:docMk/>
            <pc:sldMk cId="3151991894" sldId="353"/>
            <ac:spMk id="2" creationId="{DE13D453-4D7B-47BF-AED4-27D56C3644AA}"/>
          </ac:spMkLst>
        </pc:spChg>
        <pc:spChg chg="del mod">
          <ac:chgData name="Sohag Kabir" userId="e9b0da40-aef8-480a-bb63-d1daacecf555" providerId="ADAL" clId="{C0FDB04E-6320-4A0C-A5C9-BF738384E02A}" dt="2024-10-10T17:39:57.569" v="2728" actId="478"/>
          <ac:spMkLst>
            <pc:docMk/>
            <pc:sldMk cId="3151991894" sldId="353"/>
            <ac:spMk id="10" creationId="{C1D48325-1DA4-4700-C4E9-FEE294F93B7E}"/>
          </ac:spMkLst>
        </pc:spChg>
        <pc:spChg chg="add mod">
          <ac:chgData name="Sohag Kabir" userId="e9b0da40-aef8-480a-bb63-d1daacecf555" providerId="ADAL" clId="{C0FDB04E-6320-4A0C-A5C9-BF738384E02A}" dt="2024-10-10T17:45:46.527" v="2739" actId="1076"/>
          <ac:spMkLst>
            <pc:docMk/>
            <pc:sldMk cId="3151991894" sldId="353"/>
            <ac:spMk id="11" creationId="{A86A1A18-559B-D722-4433-C1EF28D7D230}"/>
          </ac:spMkLst>
        </pc:spChg>
        <pc:spChg chg="add del mod">
          <ac:chgData name="Sohag Kabir" userId="e9b0da40-aef8-480a-bb63-d1daacecf555" providerId="ADAL" clId="{C0FDB04E-6320-4A0C-A5C9-BF738384E02A}" dt="2024-10-10T17:49:27.600" v="2975" actId="478"/>
          <ac:spMkLst>
            <pc:docMk/>
            <pc:sldMk cId="3151991894" sldId="353"/>
            <ac:spMk id="12" creationId="{2C6BA894-43EA-51D1-88E3-7023CA0CBCA6}"/>
          </ac:spMkLst>
        </pc:spChg>
        <pc:spChg chg="add mod">
          <ac:chgData name="Sohag Kabir" userId="e9b0da40-aef8-480a-bb63-d1daacecf555" providerId="ADAL" clId="{C0FDB04E-6320-4A0C-A5C9-BF738384E02A}" dt="2024-10-10T18:02:10.268" v="3058" actId="207"/>
          <ac:spMkLst>
            <pc:docMk/>
            <pc:sldMk cId="3151991894" sldId="353"/>
            <ac:spMk id="15" creationId="{948C9E3C-0417-2481-E7F9-7FEF788B4B79}"/>
          </ac:spMkLst>
        </pc:spChg>
        <pc:spChg chg="add mod">
          <ac:chgData name="Sohag Kabir" userId="e9b0da40-aef8-480a-bb63-d1daacecf555" providerId="ADAL" clId="{C0FDB04E-6320-4A0C-A5C9-BF738384E02A}" dt="2024-10-10T17:58:01.101" v="3049" actId="164"/>
          <ac:spMkLst>
            <pc:docMk/>
            <pc:sldMk cId="3151991894" sldId="353"/>
            <ac:spMk id="17" creationId="{26BDB841-19EC-0166-9BF8-97C54915804A}"/>
          </ac:spMkLst>
        </pc:spChg>
        <pc:spChg chg="mod">
          <ac:chgData name="Sohag Kabir" userId="e9b0da40-aef8-480a-bb63-d1daacecf555" providerId="ADAL" clId="{C0FDB04E-6320-4A0C-A5C9-BF738384E02A}" dt="2024-10-10T18:08:13.571" v="3145" actId="14100"/>
          <ac:spMkLst>
            <pc:docMk/>
            <pc:sldMk cId="3151991894" sldId="353"/>
            <ac:spMk id="20" creationId="{7BCD5600-3A1D-5342-FD5D-5F3A204A5C42}"/>
          </ac:spMkLst>
        </pc:spChg>
        <pc:spChg chg="mod">
          <ac:chgData name="Sohag Kabir" userId="e9b0da40-aef8-480a-bb63-d1daacecf555" providerId="ADAL" clId="{C0FDB04E-6320-4A0C-A5C9-BF738384E02A}" dt="2024-10-10T18:12:08.065" v="3162" actId="1076"/>
          <ac:spMkLst>
            <pc:docMk/>
            <pc:sldMk cId="3151991894" sldId="353"/>
            <ac:spMk id="21" creationId="{1381CBF2-EA3A-490A-0CDE-943FC5A1634A}"/>
          </ac:spMkLst>
        </pc:spChg>
        <pc:grpChg chg="add mod">
          <ac:chgData name="Sohag Kabir" userId="e9b0da40-aef8-480a-bb63-d1daacecf555" providerId="ADAL" clId="{C0FDB04E-6320-4A0C-A5C9-BF738384E02A}" dt="2024-10-10T17:58:44.083" v="3052" actId="1076"/>
          <ac:grpSpMkLst>
            <pc:docMk/>
            <pc:sldMk cId="3151991894" sldId="353"/>
            <ac:grpSpMk id="18" creationId="{FC41599D-2AEF-8B75-53DE-FDED1593BCA8}"/>
          </ac:grpSpMkLst>
        </pc:grpChg>
        <pc:grpChg chg="add mod">
          <ac:chgData name="Sohag Kabir" userId="e9b0da40-aef8-480a-bb63-d1daacecf555" providerId="ADAL" clId="{C0FDB04E-6320-4A0C-A5C9-BF738384E02A}" dt="2024-10-10T18:11:49.329" v="3161" actId="1076"/>
          <ac:grpSpMkLst>
            <pc:docMk/>
            <pc:sldMk cId="3151991894" sldId="353"/>
            <ac:grpSpMk id="19" creationId="{F1B08950-8888-B990-0841-BFF28FA372E4}"/>
          </ac:grpSpMkLst>
        </pc:grpChg>
        <pc:graphicFrameChg chg="add del modGraphic">
          <ac:chgData name="Sohag Kabir" userId="e9b0da40-aef8-480a-bb63-d1daacecf555" providerId="ADAL" clId="{C0FDB04E-6320-4A0C-A5C9-BF738384E02A}" dt="2024-10-10T17:23:57.881" v="2671" actId="27309"/>
          <ac:graphicFrameMkLst>
            <pc:docMk/>
            <pc:sldMk cId="3151991894" sldId="353"/>
            <ac:graphicFrameMk id="4" creationId="{6B011684-C26E-5BBE-3260-E9B4423D0753}"/>
          </ac:graphicFrameMkLst>
        </pc:graphicFrameChg>
        <pc:picChg chg="add mod modCrop">
          <ac:chgData name="Sohag Kabir" userId="e9b0da40-aef8-480a-bb63-d1daacecf555" providerId="ADAL" clId="{C0FDB04E-6320-4A0C-A5C9-BF738384E02A}" dt="2024-10-10T17:45:01.877" v="2737" actId="1076"/>
          <ac:picMkLst>
            <pc:docMk/>
            <pc:sldMk cId="3151991894" sldId="353"/>
            <ac:picMk id="8" creationId="{AB1277CC-734B-2279-668E-6E93827068C7}"/>
          </ac:picMkLst>
        </pc:picChg>
        <pc:picChg chg="add mod">
          <ac:chgData name="Sohag Kabir" userId="e9b0da40-aef8-480a-bb63-d1daacecf555" providerId="ADAL" clId="{C0FDB04E-6320-4A0C-A5C9-BF738384E02A}" dt="2024-10-10T18:10:19.495" v="3154" actId="692"/>
          <ac:picMkLst>
            <pc:docMk/>
            <pc:sldMk cId="3151991894" sldId="353"/>
            <ac:picMk id="14" creationId="{8FFF5F64-82DD-4EF5-013C-956DEE3E4D78}"/>
          </ac:picMkLst>
        </pc:picChg>
      </pc:sldChg>
      <pc:sldChg chg="add">
        <pc:chgData name="Sohag Kabir" userId="e9b0da40-aef8-480a-bb63-d1daacecf555" providerId="ADAL" clId="{C0FDB04E-6320-4A0C-A5C9-BF738384E02A}" dt="2024-10-11T07:59:29.660" v="3163" actId="2890"/>
        <pc:sldMkLst>
          <pc:docMk/>
          <pc:sldMk cId="1006644024" sldId="354"/>
        </pc:sldMkLst>
      </pc:sldChg>
      <pc:sldChg chg="addSp delSp modSp add mod ord modAnim">
        <pc:chgData name="Sohag Kabir" userId="e9b0da40-aef8-480a-bb63-d1daacecf555" providerId="ADAL" clId="{C0FDB04E-6320-4A0C-A5C9-BF738384E02A}" dt="2024-10-11T08:05:54.232" v="3215" actId="1076"/>
        <pc:sldMkLst>
          <pc:docMk/>
          <pc:sldMk cId="2309226154" sldId="355"/>
        </pc:sldMkLst>
        <pc:spChg chg="mod">
          <ac:chgData name="Sohag Kabir" userId="e9b0da40-aef8-480a-bb63-d1daacecf555" providerId="ADAL" clId="{C0FDB04E-6320-4A0C-A5C9-BF738384E02A}" dt="2024-10-11T08:01:02.311" v="3174" actId="1076"/>
          <ac:spMkLst>
            <pc:docMk/>
            <pc:sldMk cId="2309226154" sldId="355"/>
            <ac:spMk id="2" creationId="{DE13D453-4D7B-47BF-AED4-27D56C3644AA}"/>
          </ac:spMkLst>
        </pc:spChg>
        <pc:spChg chg="add mod">
          <ac:chgData name="Sohag Kabir" userId="e9b0da40-aef8-480a-bb63-d1daacecf555" providerId="ADAL" clId="{C0FDB04E-6320-4A0C-A5C9-BF738384E02A}" dt="2024-10-11T08:05:54.232" v="3215" actId="1076"/>
          <ac:spMkLst>
            <pc:docMk/>
            <pc:sldMk cId="2309226154" sldId="355"/>
            <ac:spMk id="4" creationId="{A70827E9-47BE-6FB8-EEFE-26B2B18F6548}"/>
          </ac:spMkLst>
        </pc:spChg>
        <pc:spChg chg="add mod">
          <ac:chgData name="Sohag Kabir" userId="e9b0da40-aef8-480a-bb63-d1daacecf555" providerId="ADAL" clId="{C0FDB04E-6320-4A0C-A5C9-BF738384E02A}" dt="2024-10-11T08:05:45.855" v="3214" actId="1076"/>
          <ac:spMkLst>
            <pc:docMk/>
            <pc:sldMk cId="2309226154" sldId="355"/>
            <ac:spMk id="8" creationId="{82F05F19-507A-BDB5-704F-BB715E645B3B}"/>
          </ac:spMkLst>
        </pc:spChg>
        <pc:spChg chg="del">
          <ac:chgData name="Sohag Kabir" userId="e9b0da40-aef8-480a-bb63-d1daacecf555" providerId="ADAL" clId="{C0FDB04E-6320-4A0C-A5C9-BF738384E02A}" dt="2024-10-11T08:00:52.232" v="3171" actId="478"/>
          <ac:spMkLst>
            <pc:docMk/>
            <pc:sldMk cId="2309226154" sldId="355"/>
            <ac:spMk id="10" creationId="{C1D48325-1DA4-4700-C4E9-FEE294F93B7E}"/>
          </ac:spMkLst>
        </pc:spChg>
        <pc:graphicFrameChg chg="add mod">
          <ac:chgData name="Sohag Kabir" userId="e9b0da40-aef8-480a-bb63-d1daacecf555" providerId="ADAL" clId="{C0FDB04E-6320-4A0C-A5C9-BF738384E02A}" dt="2024-10-11T08:03:43.803" v="3191" actId="1076"/>
          <ac:graphicFrameMkLst>
            <pc:docMk/>
            <pc:sldMk cId="2309226154" sldId="355"/>
            <ac:graphicFrameMk id="3" creationId="{DE8E47A9-4274-E6CD-0831-9DDCCB95EF18}"/>
          </ac:graphicFrameMkLst>
        </pc:graphicFrameChg>
      </pc:sldChg>
      <pc:sldChg chg="modSp add mod">
        <pc:chgData name="Sohag Kabir" userId="e9b0da40-aef8-480a-bb63-d1daacecf555" providerId="ADAL" clId="{C0FDB04E-6320-4A0C-A5C9-BF738384E02A}" dt="2024-10-11T08:09:54.803" v="3261" actId="313"/>
        <pc:sldMkLst>
          <pc:docMk/>
          <pc:sldMk cId="2096277952" sldId="356"/>
        </pc:sldMkLst>
        <pc:spChg chg="mod">
          <ac:chgData name="Sohag Kabir" userId="e9b0da40-aef8-480a-bb63-d1daacecf555" providerId="ADAL" clId="{C0FDB04E-6320-4A0C-A5C9-BF738384E02A}" dt="2024-10-11T08:09:54.803" v="3261" actId="313"/>
          <ac:spMkLst>
            <pc:docMk/>
            <pc:sldMk cId="2096277952" sldId="356"/>
            <ac:spMk id="4" creationId="{A70827E9-47BE-6FB8-EEFE-26B2B18F6548}"/>
          </ac:spMkLst>
        </pc:spChg>
      </pc:sldChg>
      <pc:sldChg chg="addSp delSp modSp add mod delAnim modAnim modNotesTx">
        <pc:chgData name="Sohag Kabir" userId="e9b0da40-aef8-480a-bb63-d1daacecf555" providerId="ADAL" clId="{C0FDB04E-6320-4A0C-A5C9-BF738384E02A}" dt="2024-10-11T10:36:13.248" v="4366" actId="20577"/>
        <pc:sldMkLst>
          <pc:docMk/>
          <pc:sldMk cId="3468557606" sldId="357"/>
        </pc:sldMkLst>
        <pc:spChg chg="mod">
          <ac:chgData name="Sohag Kabir" userId="e9b0da40-aef8-480a-bb63-d1daacecf555" providerId="ADAL" clId="{C0FDB04E-6320-4A0C-A5C9-BF738384E02A}" dt="2024-10-11T09:16:06.376" v="3920" actId="20577"/>
          <ac:spMkLst>
            <pc:docMk/>
            <pc:sldMk cId="3468557606" sldId="357"/>
            <ac:spMk id="3" creationId="{DF7E6C27-91AB-02A3-B028-9E0372BEC0F2}"/>
          </ac:spMkLst>
        </pc:spChg>
        <pc:spChg chg="mod">
          <ac:chgData name="Sohag Kabir" userId="e9b0da40-aef8-480a-bb63-d1daacecf555" providerId="ADAL" clId="{C0FDB04E-6320-4A0C-A5C9-BF738384E02A}" dt="2024-10-11T09:20:03.282" v="3936" actId="1076"/>
          <ac:spMkLst>
            <pc:docMk/>
            <pc:sldMk cId="3468557606" sldId="357"/>
            <ac:spMk id="8" creationId="{BD17AA22-F50D-C3BC-26FA-545609FC3724}"/>
          </ac:spMkLst>
        </pc:spChg>
        <pc:spChg chg="mod">
          <ac:chgData name="Sohag Kabir" userId="e9b0da40-aef8-480a-bb63-d1daacecf555" providerId="ADAL" clId="{C0FDB04E-6320-4A0C-A5C9-BF738384E02A}" dt="2024-10-11T09:20:38.358" v="3938" actId="207"/>
          <ac:spMkLst>
            <pc:docMk/>
            <pc:sldMk cId="3468557606" sldId="357"/>
            <ac:spMk id="10" creationId="{94A5BB6C-CA0B-7297-EC46-965DDC1B1198}"/>
          </ac:spMkLst>
        </pc:spChg>
        <pc:spChg chg="mod">
          <ac:chgData name="Sohag Kabir" userId="e9b0da40-aef8-480a-bb63-d1daacecf555" providerId="ADAL" clId="{C0FDB04E-6320-4A0C-A5C9-BF738384E02A}" dt="2024-10-11T09:20:13.025" v="3937" actId="1076"/>
          <ac:spMkLst>
            <pc:docMk/>
            <pc:sldMk cId="3468557606" sldId="357"/>
            <ac:spMk id="11" creationId="{683E5EE6-58FE-4275-C28F-198DC4408379}"/>
          </ac:spMkLst>
        </pc:spChg>
        <pc:spChg chg="mod">
          <ac:chgData name="Sohag Kabir" userId="e9b0da40-aef8-480a-bb63-d1daacecf555" providerId="ADAL" clId="{C0FDB04E-6320-4A0C-A5C9-BF738384E02A}" dt="2024-10-11T09:17:44.729" v="3925" actId="14100"/>
          <ac:spMkLst>
            <pc:docMk/>
            <pc:sldMk cId="3468557606" sldId="357"/>
            <ac:spMk id="14" creationId="{2229F243-2D24-B1B8-2B47-47BD43D54DF8}"/>
          </ac:spMkLst>
        </pc:spChg>
        <pc:spChg chg="del">
          <ac:chgData name="Sohag Kabir" userId="e9b0da40-aef8-480a-bb63-d1daacecf555" providerId="ADAL" clId="{C0FDB04E-6320-4A0C-A5C9-BF738384E02A}" dt="2024-10-11T09:05:18.387" v="3809" actId="478"/>
          <ac:spMkLst>
            <pc:docMk/>
            <pc:sldMk cId="3468557606" sldId="357"/>
            <ac:spMk id="15" creationId="{131A865D-0863-79BD-CA96-FC5F940E47F6}"/>
          </ac:spMkLst>
        </pc:spChg>
        <pc:spChg chg="mod">
          <ac:chgData name="Sohag Kabir" userId="e9b0da40-aef8-480a-bb63-d1daacecf555" providerId="ADAL" clId="{C0FDB04E-6320-4A0C-A5C9-BF738384E02A}" dt="2024-10-11T10:36:13.248" v="4366" actId="20577"/>
          <ac:spMkLst>
            <pc:docMk/>
            <pc:sldMk cId="3468557606" sldId="357"/>
            <ac:spMk id="16" creationId="{AF822687-54C4-33E0-310F-F422E0C43B91}"/>
          </ac:spMkLst>
        </pc:spChg>
        <pc:grpChg chg="add mod">
          <ac:chgData name="Sohag Kabir" userId="e9b0da40-aef8-480a-bb63-d1daacecf555" providerId="ADAL" clId="{C0FDB04E-6320-4A0C-A5C9-BF738384E02A}" dt="2024-10-11T09:19:59.971" v="3935" actId="1076"/>
          <ac:grpSpMkLst>
            <pc:docMk/>
            <pc:sldMk cId="3468557606" sldId="357"/>
            <ac:grpSpMk id="2" creationId="{AAC54990-796C-CE8C-5EF1-9DDEBA0D0720}"/>
          </ac:grpSpMkLst>
        </pc:grpChg>
        <pc:grpChg chg="add mod">
          <ac:chgData name="Sohag Kabir" userId="e9b0da40-aef8-480a-bb63-d1daacecf555" providerId="ADAL" clId="{C0FDB04E-6320-4A0C-A5C9-BF738384E02A}" dt="2024-10-11T09:18:49.473" v="3931" actId="1076"/>
          <ac:grpSpMkLst>
            <pc:docMk/>
            <pc:sldMk cId="3468557606" sldId="357"/>
            <ac:grpSpMk id="9" creationId="{6E3DAC08-6FD2-E3BC-B201-F41EA81B10CD}"/>
          </ac:grpSpMkLst>
        </pc:grpChg>
        <pc:grpChg chg="mod">
          <ac:chgData name="Sohag Kabir" userId="e9b0da40-aef8-480a-bb63-d1daacecf555" providerId="ADAL" clId="{C0FDB04E-6320-4A0C-A5C9-BF738384E02A}" dt="2024-10-11T09:18:39.097" v="3930" actId="1076"/>
          <ac:grpSpMkLst>
            <pc:docMk/>
            <pc:sldMk cId="3468557606" sldId="357"/>
            <ac:grpSpMk id="12" creationId="{CFB42017-8763-0487-2B2E-23D8A55F4295}"/>
          </ac:grpSpMkLst>
        </pc:grpChg>
        <pc:grpChg chg="del">
          <ac:chgData name="Sohag Kabir" userId="e9b0da40-aef8-480a-bb63-d1daacecf555" providerId="ADAL" clId="{C0FDB04E-6320-4A0C-A5C9-BF738384E02A}" dt="2024-10-11T09:05:19.403" v="3810" actId="478"/>
          <ac:grpSpMkLst>
            <pc:docMk/>
            <pc:sldMk cId="3468557606" sldId="357"/>
            <ac:grpSpMk id="19" creationId="{3B161315-E675-612C-9C7F-520E4AE880EC}"/>
          </ac:grpSpMkLst>
        </pc:grpChg>
        <pc:grpChg chg="del">
          <ac:chgData name="Sohag Kabir" userId="e9b0da40-aef8-480a-bb63-d1daacecf555" providerId="ADAL" clId="{C0FDB04E-6320-4A0C-A5C9-BF738384E02A}" dt="2024-10-11T09:05:21.410" v="3811" actId="478"/>
          <ac:grpSpMkLst>
            <pc:docMk/>
            <pc:sldMk cId="3468557606" sldId="357"/>
            <ac:grpSpMk id="23" creationId="{70FFE0CA-038B-56A7-AD9E-4ADD7B4758F4}"/>
          </ac:grpSpMkLst>
        </pc:grpChg>
        <pc:graphicFrameChg chg="mod modGraphic">
          <ac:chgData name="Sohag Kabir" userId="e9b0da40-aef8-480a-bb63-d1daacecf555" providerId="ADAL" clId="{C0FDB04E-6320-4A0C-A5C9-BF738384E02A}" dt="2024-10-11T09:18:31.281" v="3928" actId="1076"/>
          <ac:graphicFrameMkLst>
            <pc:docMk/>
            <pc:sldMk cId="3468557606" sldId="357"/>
            <ac:graphicFrameMk id="5" creationId="{03D1EEBC-5E9F-5FA8-2058-9DC6CE6FBD94}"/>
          </ac:graphicFrameMkLst>
        </pc:graphicFrameChg>
      </pc:sldChg>
      <pc:sldChg chg="addSp delSp modSp add mod delAnim modAnim">
        <pc:chgData name="Sohag Kabir" userId="e9b0da40-aef8-480a-bb63-d1daacecf555" providerId="ADAL" clId="{C0FDB04E-6320-4A0C-A5C9-BF738384E02A}" dt="2024-10-11T09:42:36.420" v="4221" actId="20577"/>
        <pc:sldMkLst>
          <pc:docMk/>
          <pc:sldMk cId="1718556749" sldId="358"/>
        </pc:sldMkLst>
        <pc:spChg chg="mod topLvl">
          <ac:chgData name="Sohag Kabir" userId="e9b0da40-aef8-480a-bb63-d1daacecf555" providerId="ADAL" clId="{C0FDB04E-6320-4A0C-A5C9-BF738384E02A}" dt="2024-10-11T09:42:36.420" v="4221" actId="20577"/>
          <ac:spMkLst>
            <pc:docMk/>
            <pc:sldMk cId="1718556749" sldId="358"/>
            <ac:spMk id="3" creationId="{DF7E6C27-91AB-02A3-B028-9E0372BEC0F2}"/>
          </ac:spMkLst>
        </pc:spChg>
        <pc:spChg chg="mod">
          <ac:chgData name="Sohag Kabir" userId="e9b0da40-aef8-480a-bb63-d1daacecf555" providerId="ADAL" clId="{C0FDB04E-6320-4A0C-A5C9-BF738384E02A}" dt="2024-10-11T09:28:35.614" v="4053" actId="6549"/>
          <ac:spMkLst>
            <pc:docMk/>
            <pc:sldMk cId="1718556749" sldId="358"/>
            <ac:spMk id="7" creationId="{3C2234EB-1FDB-08CF-503D-A30E94E406B1}"/>
          </ac:spMkLst>
        </pc:spChg>
        <pc:spChg chg="del mod topLvl">
          <ac:chgData name="Sohag Kabir" userId="e9b0da40-aef8-480a-bb63-d1daacecf555" providerId="ADAL" clId="{C0FDB04E-6320-4A0C-A5C9-BF738384E02A}" dt="2024-10-11T09:26:26.955" v="4004" actId="478"/>
          <ac:spMkLst>
            <pc:docMk/>
            <pc:sldMk cId="1718556749" sldId="358"/>
            <ac:spMk id="8" creationId="{BD17AA22-F50D-C3BC-26FA-545609FC3724}"/>
          </ac:spMkLst>
        </pc:spChg>
        <pc:spChg chg="del topLvl">
          <ac:chgData name="Sohag Kabir" userId="e9b0da40-aef8-480a-bb63-d1daacecf555" providerId="ADAL" clId="{C0FDB04E-6320-4A0C-A5C9-BF738384E02A}" dt="2024-10-11T09:22:04.432" v="3941" actId="478"/>
          <ac:spMkLst>
            <pc:docMk/>
            <pc:sldMk cId="1718556749" sldId="358"/>
            <ac:spMk id="10" creationId="{94A5BB6C-CA0B-7297-EC46-965DDC1B1198}"/>
          </ac:spMkLst>
        </pc:spChg>
        <pc:spChg chg="del topLvl">
          <ac:chgData name="Sohag Kabir" userId="e9b0da40-aef8-480a-bb63-d1daacecf555" providerId="ADAL" clId="{C0FDB04E-6320-4A0C-A5C9-BF738384E02A}" dt="2024-10-11T09:22:03.244" v="3940" actId="478"/>
          <ac:spMkLst>
            <pc:docMk/>
            <pc:sldMk cId="1718556749" sldId="358"/>
            <ac:spMk id="11" creationId="{683E5EE6-58FE-4275-C28F-198DC4408379}"/>
          </ac:spMkLst>
        </pc:spChg>
        <pc:spChg chg="del topLvl">
          <ac:chgData name="Sohag Kabir" userId="e9b0da40-aef8-480a-bb63-d1daacecf555" providerId="ADAL" clId="{C0FDB04E-6320-4A0C-A5C9-BF738384E02A}" dt="2024-10-11T09:22:10.819" v="3943" actId="478"/>
          <ac:spMkLst>
            <pc:docMk/>
            <pc:sldMk cId="1718556749" sldId="358"/>
            <ac:spMk id="14" creationId="{2229F243-2D24-B1B8-2B47-47BD43D54DF8}"/>
          </ac:spMkLst>
        </pc:spChg>
        <pc:spChg chg="del topLvl">
          <ac:chgData name="Sohag Kabir" userId="e9b0da40-aef8-480a-bb63-d1daacecf555" providerId="ADAL" clId="{C0FDB04E-6320-4A0C-A5C9-BF738384E02A}" dt="2024-10-11T09:22:09.232" v="3942" actId="478"/>
          <ac:spMkLst>
            <pc:docMk/>
            <pc:sldMk cId="1718556749" sldId="358"/>
            <ac:spMk id="16" creationId="{AF822687-54C4-33E0-310F-F422E0C43B91}"/>
          </ac:spMkLst>
        </pc:spChg>
        <pc:spChg chg="add mod">
          <ac:chgData name="Sohag Kabir" userId="e9b0da40-aef8-480a-bb63-d1daacecf555" providerId="ADAL" clId="{C0FDB04E-6320-4A0C-A5C9-BF738384E02A}" dt="2024-10-11T09:29:18.479" v="4055" actId="1076"/>
          <ac:spMkLst>
            <pc:docMk/>
            <pc:sldMk cId="1718556749" sldId="358"/>
            <ac:spMk id="19" creationId="{8A65FA6E-EFFF-3712-CE18-BE4198A7A029}"/>
          </ac:spMkLst>
        </pc:spChg>
        <pc:grpChg chg="del">
          <ac:chgData name="Sohag Kabir" userId="e9b0da40-aef8-480a-bb63-d1daacecf555" providerId="ADAL" clId="{C0FDB04E-6320-4A0C-A5C9-BF738384E02A}" dt="2024-10-11T09:26:26.955" v="4004" actId="478"/>
          <ac:grpSpMkLst>
            <pc:docMk/>
            <pc:sldMk cId="1718556749" sldId="358"/>
            <ac:grpSpMk id="2" creationId="{AAC54990-796C-CE8C-5EF1-9DDEBA0D0720}"/>
          </ac:grpSpMkLst>
        </pc:grpChg>
        <pc:grpChg chg="del">
          <ac:chgData name="Sohag Kabir" userId="e9b0da40-aef8-480a-bb63-d1daacecf555" providerId="ADAL" clId="{C0FDB04E-6320-4A0C-A5C9-BF738384E02A}" dt="2024-10-11T09:22:09.232" v="3942" actId="478"/>
          <ac:grpSpMkLst>
            <pc:docMk/>
            <pc:sldMk cId="1718556749" sldId="358"/>
            <ac:grpSpMk id="9" creationId="{6E3DAC08-6FD2-E3BC-B201-F41EA81B10CD}"/>
          </ac:grpSpMkLst>
        </pc:grpChg>
        <pc:grpChg chg="del">
          <ac:chgData name="Sohag Kabir" userId="e9b0da40-aef8-480a-bb63-d1daacecf555" providerId="ADAL" clId="{C0FDB04E-6320-4A0C-A5C9-BF738384E02A}" dt="2024-10-11T09:22:03.244" v="3940" actId="478"/>
          <ac:grpSpMkLst>
            <pc:docMk/>
            <pc:sldMk cId="1718556749" sldId="358"/>
            <ac:grpSpMk id="12" creationId="{CFB42017-8763-0487-2B2E-23D8A55F4295}"/>
          </ac:grpSpMkLst>
        </pc:grpChg>
        <pc:graphicFrameChg chg="modGraphic">
          <ac:chgData name="Sohag Kabir" userId="e9b0da40-aef8-480a-bb63-d1daacecf555" providerId="ADAL" clId="{C0FDB04E-6320-4A0C-A5C9-BF738384E02A}" dt="2024-10-11T09:27:48.648" v="4039" actId="20577"/>
          <ac:graphicFrameMkLst>
            <pc:docMk/>
            <pc:sldMk cId="1718556749" sldId="358"/>
            <ac:graphicFrameMk id="5" creationId="{03D1EEBC-5E9F-5FA8-2058-9DC6CE6FBD94}"/>
          </ac:graphicFrameMkLst>
        </pc:graphicFrameChg>
        <pc:graphicFrameChg chg="add del mod">
          <ac:chgData name="Sohag Kabir" userId="e9b0da40-aef8-480a-bb63-d1daacecf555" providerId="ADAL" clId="{C0FDB04E-6320-4A0C-A5C9-BF738384E02A}" dt="2024-10-11T09:22:47.418" v="3948" actId="3680"/>
          <ac:graphicFrameMkLst>
            <pc:docMk/>
            <pc:sldMk cId="1718556749" sldId="358"/>
            <ac:graphicFrameMk id="15" creationId="{BEE6F8D3-37FA-D1B8-FE48-FAA469ED9FF6}"/>
          </ac:graphicFrameMkLst>
        </pc:graphicFrameChg>
        <pc:graphicFrameChg chg="add mod modGraphic">
          <ac:chgData name="Sohag Kabir" userId="e9b0da40-aef8-480a-bb63-d1daacecf555" providerId="ADAL" clId="{C0FDB04E-6320-4A0C-A5C9-BF738384E02A}" dt="2024-10-11T09:32:51.122" v="4177" actId="20577"/>
          <ac:graphicFrameMkLst>
            <pc:docMk/>
            <pc:sldMk cId="1718556749" sldId="358"/>
            <ac:graphicFrameMk id="17" creationId="{43AFE39C-19BD-293E-064B-144571D6E3AD}"/>
          </ac:graphicFrameMkLst>
        </pc:graphicFrameChg>
      </pc:sldChg>
      <pc:sldMasterChg chg="modSldLayout">
        <pc:chgData name="Sohag Kabir" userId="e9b0da40-aef8-480a-bb63-d1daacecf555" providerId="ADAL" clId="{C0FDB04E-6320-4A0C-A5C9-BF738384E02A}" dt="2024-10-09T16:53:08.741" v="1323" actId="478"/>
        <pc:sldMasterMkLst>
          <pc:docMk/>
          <pc:sldMasterMk cId="0" sldId="2147483648"/>
        </pc:sldMasterMkLst>
        <pc:sldLayoutChg chg="delSp modSp">
          <pc:chgData name="Sohag Kabir" userId="e9b0da40-aef8-480a-bb63-d1daacecf555" providerId="ADAL" clId="{C0FDB04E-6320-4A0C-A5C9-BF738384E02A}" dt="2024-10-09T16:53:08.741" v="1323" actId="478"/>
          <pc:sldLayoutMkLst>
            <pc:docMk/>
            <pc:sldMasterMk cId="0" sldId="2147483648"/>
            <pc:sldLayoutMk cId="2508899091" sldId="2147484190"/>
          </pc:sldLayoutMkLst>
          <pc:picChg chg="del mod">
            <ac:chgData name="Sohag Kabir" userId="e9b0da40-aef8-480a-bb63-d1daacecf555" providerId="ADAL" clId="{C0FDB04E-6320-4A0C-A5C9-BF738384E02A}" dt="2024-10-09T16:53:08.741" v="1323" actId="478"/>
            <ac:picMkLst>
              <pc:docMk/>
              <pc:sldMasterMk cId="0" sldId="2147483648"/>
              <pc:sldLayoutMk cId="2508899091" sldId="2147484190"/>
              <ac:picMk id="5" creationId="{00000000-0000-0000-0000-000000000000}"/>
            </ac:picMkLst>
          </pc:picChg>
        </pc:sldLayoutChg>
      </pc:sldMasterChg>
    </pc:docChg>
  </pc:docChgLst>
  <pc:docChgLst>
    <pc:chgData name="Sohag Kabir" userId="e9b0da40-aef8-480a-bb63-d1daacecf555" providerId="ADAL" clId="{5C408035-4E8D-4ADF-9233-ED281F8B05DA}"/>
    <pc:docChg chg="undo redo custSel addSld delSld modSld sldOrd replTag delTag">
      <pc:chgData name="Sohag Kabir" userId="e9b0da40-aef8-480a-bb63-d1daacecf555" providerId="ADAL" clId="{5C408035-4E8D-4ADF-9233-ED281F8B05DA}" dt="2024-09-29T16:14:23.061" v="6521" actId="6549"/>
      <pc:docMkLst>
        <pc:docMk/>
      </pc:docMkLst>
      <pc:sldChg chg="modSp mod">
        <pc:chgData name="Sohag Kabir" userId="e9b0da40-aef8-480a-bb63-d1daacecf555" providerId="ADAL" clId="{5C408035-4E8D-4ADF-9233-ED281F8B05DA}" dt="2024-09-28T14:45:51.587" v="1882" actId="27636"/>
        <pc:sldMkLst>
          <pc:docMk/>
          <pc:sldMk cId="2795566495" sldId="256"/>
        </pc:sldMkLst>
        <pc:spChg chg="mod">
          <ac:chgData name="Sohag Kabir" userId="e9b0da40-aef8-480a-bb63-d1daacecf555" providerId="ADAL" clId="{5C408035-4E8D-4ADF-9233-ED281F8B05DA}" dt="2024-09-21T21:17:27.203" v="10" actId="2711"/>
          <ac:spMkLst>
            <pc:docMk/>
            <pc:sldMk cId="2795566495" sldId="256"/>
            <ac:spMk id="2" creationId="{00000000-0000-0000-0000-000000000000}"/>
          </ac:spMkLst>
        </pc:spChg>
        <pc:spChg chg="mod">
          <ac:chgData name="Sohag Kabir" userId="e9b0da40-aef8-480a-bb63-d1daacecf555" providerId="ADAL" clId="{5C408035-4E8D-4ADF-9233-ED281F8B05DA}" dt="2024-09-21T21:27:01.748" v="15"/>
          <ac:spMkLst>
            <pc:docMk/>
            <pc:sldMk cId="2795566495" sldId="256"/>
            <ac:spMk id="5" creationId="{00000000-0000-0000-0000-000000000000}"/>
          </ac:spMkLst>
        </pc:spChg>
        <pc:spChg chg="mod">
          <ac:chgData name="Sohag Kabir" userId="e9b0da40-aef8-480a-bb63-d1daacecf555" providerId="ADAL" clId="{5C408035-4E8D-4ADF-9233-ED281F8B05DA}" dt="2024-09-28T14:45:51.587" v="1882" actId="27636"/>
          <ac:spMkLst>
            <pc:docMk/>
            <pc:sldMk cId="2795566495" sldId="256"/>
            <ac:spMk id="7" creationId="{2A7F24C1-BF6E-43D8-A57F-60FFBF172E51}"/>
          </ac:spMkLst>
        </pc:spChg>
      </pc:sldChg>
      <pc:sldChg chg="addSp delSp modSp mod delAnim modAnim">
        <pc:chgData name="Sohag Kabir" userId="e9b0da40-aef8-480a-bb63-d1daacecf555" providerId="ADAL" clId="{5C408035-4E8D-4ADF-9233-ED281F8B05DA}" dt="2024-09-29T09:09:24.812" v="2480" actId="14100"/>
        <pc:sldMkLst>
          <pc:docMk/>
          <pc:sldMk cId="1234101355" sldId="258"/>
        </pc:sldMkLst>
        <pc:spChg chg="mod">
          <ac:chgData name="Sohag Kabir" userId="e9b0da40-aef8-480a-bb63-d1daacecf555" providerId="ADAL" clId="{5C408035-4E8D-4ADF-9233-ED281F8B05DA}" dt="2024-09-28T16:29:37.032" v="1930" actId="20577"/>
          <ac:spMkLst>
            <pc:docMk/>
            <pc:sldMk cId="1234101355" sldId="258"/>
            <ac:spMk id="2" creationId="{DE13D453-4D7B-47BF-AED4-27D56C3644AA}"/>
          </ac:spMkLst>
        </pc:spChg>
        <pc:spChg chg="add del mod">
          <ac:chgData name="Sohag Kabir" userId="e9b0da40-aef8-480a-bb63-d1daacecf555" providerId="ADAL" clId="{5C408035-4E8D-4ADF-9233-ED281F8B05DA}" dt="2024-09-28T16:02:32.883" v="1898" actId="478"/>
          <ac:spMkLst>
            <pc:docMk/>
            <pc:sldMk cId="1234101355" sldId="258"/>
            <ac:spMk id="5" creationId="{C8D01486-C518-9C76-513A-218AD0265503}"/>
          </ac:spMkLst>
        </pc:spChg>
        <pc:spChg chg="mod">
          <ac:chgData name="Sohag Kabir" userId="e9b0da40-aef8-480a-bb63-d1daacecf555" providerId="ADAL" clId="{5C408035-4E8D-4ADF-9233-ED281F8B05DA}" dt="2024-09-21T21:51:14.037" v="82"/>
          <ac:spMkLst>
            <pc:docMk/>
            <pc:sldMk cId="1234101355" sldId="258"/>
            <ac:spMk id="7" creationId="{00000000-0000-0000-0000-000000000000}"/>
          </ac:spMkLst>
        </pc:spChg>
        <pc:spChg chg="add del mod">
          <ac:chgData name="Sohag Kabir" userId="e9b0da40-aef8-480a-bb63-d1daacecf555" providerId="ADAL" clId="{5C408035-4E8D-4ADF-9233-ED281F8B05DA}" dt="2024-09-28T16:29:43.996" v="1932" actId="478"/>
          <ac:spMkLst>
            <pc:docMk/>
            <pc:sldMk cId="1234101355" sldId="258"/>
            <ac:spMk id="8" creationId="{A0985119-32A5-C2F9-D3E3-A5C753C11C2B}"/>
          </ac:spMkLst>
        </pc:spChg>
        <pc:spChg chg="del mod">
          <ac:chgData name="Sohag Kabir" userId="e9b0da40-aef8-480a-bb63-d1daacecf555" providerId="ADAL" clId="{5C408035-4E8D-4ADF-9233-ED281F8B05DA}" dt="2024-09-28T16:02:30.096" v="1897" actId="478"/>
          <ac:spMkLst>
            <pc:docMk/>
            <pc:sldMk cId="1234101355" sldId="258"/>
            <ac:spMk id="11" creationId="{00000000-0000-0000-0000-000000000000}"/>
          </ac:spMkLst>
        </pc:spChg>
        <pc:spChg chg="add mod">
          <ac:chgData name="Sohag Kabir" userId="e9b0da40-aef8-480a-bb63-d1daacecf555" providerId="ADAL" clId="{5C408035-4E8D-4ADF-9233-ED281F8B05DA}" dt="2024-09-28T16:39:04.054" v="2002" actId="1038"/>
          <ac:spMkLst>
            <pc:docMk/>
            <pc:sldMk cId="1234101355" sldId="258"/>
            <ac:spMk id="13" creationId="{51E7DD38-3A4E-E236-8DA6-E2E51A13D62A}"/>
          </ac:spMkLst>
        </pc:spChg>
        <pc:spChg chg="add mod">
          <ac:chgData name="Sohag Kabir" userId="e9b0da40-aef8-480a-bb63-d1daacecf555" providerId="ADAL" clId="{5C408035-4E8D-4ADF-9233-ED281F8B05DA}" dt="2024-09-28T16:39:46.818" v="2012" actId="1076"/>
          <ac:spMkLst>
            <pc:docMk/>
            <pc:sldMk cId="1234101355" sldId="258"/>
            <ac:spMk id="15" creationId="{515006A4-5FEA-C619-68BB-7F6D6368B102}"/>
          </ac:spMkLst>
        </pc:spChg>
        <pc:spChg chg="add mod">
          <ac:chgData name="Sohag Kabir" userId="e9b0da40-aef8-480a-bb63-d1daacecf555" providerId="ADAL" clId="{5C408035-4E8D-4ADF-9233-ED281F8B05DA}" dt="2024-09-28T16:41:27.495" v="2032" actId="1076"/>
          <ac:spMkLst>
            <pc:docMk/>
            <pc:sldMk cId="1234101355" sldId="258"/>
            <ac:spMk id="16" creationId="{FD0D1805-9FC8-5CA2-20E3-B6DD0E688E0D}"/>
          </ac:spMkLst>
        </pc:spChg>
        <pc:picChg chg="add del mod">
          <ac:chgData name="Sohag Kabir" userId="e9b0da40-aef8-480a-bb63-d1daacecf555" providerId="ADAL" clId="{5C408035-4E8D-4ADF-9233-ED281F8B05DA}" dt="2024-09-28T16:29:40.853" v="1931" actId="478"/>
          <ac:picMkLst>
            <pc:docMk/>
            <pc:sldMk cId="1234101355" sldId="258"/>
            <ac:picMk id="4" creationId="{36020D2A-540F-A16C-2A73-0DED848EEB84}"/>
          </ac:picMkLst>
        </pc:picChg>
        <pc:picChg chg="add del mod modCrop">
          <ac:chgData name="Sohag Kabir" userId="e9b0da40-aef8-480a-bb63-d1daacecf555" providerId="ADAL" clId="{5C408035-4E8D-4ADF-9233-ED281F8B05DA}" dt="2024-09-29T09:07:19.508" v="2467" actId="478"/>
          <ac:picMkLst>
            <pc:docMk/>
            <pc:sldMk cId="1234101355" sldId="258"/>
            <ac:picMk id="9" creationId="{078AAEF4-3673-D700-800F-5BD2558D66F4}"/>
          </ac:picMkLst>
        </pc:picChg>
        <pc:picChg chg="add mod modCrop">
          <ac:chgData name="Sohag Kabir" userId="e9b0da40-aef8-480a-bb63-d1daacecf555" providerId="ADAL" clId="{5C408035-4E8D-4ADF-9233-ED281F8B05DA}" dt="2024-09-28T16:40:15.863" v="2019" actId="14100"/>
          <ac:picMkLst>
            <pc:docMk/>
            <pc:sldMk cId="1234101355" sldId="258"/>
            <ac:picMk id="12" creationId="{C8B76F36-681D-536B-E450-91882A118005}"/>
          </ac:picMkLst>
        </pc:picChg>
        <pc:picChg chg="add del mod">
          <ac:chgData name="Sohag Kabir" userId="e9b0da40-aef8-480a-bb63-d1daacecf555" providerId="ADAL" clId="{5C408035-4E8D-4ADF-9233-ED281F8B05DA}" dt="2024-09-29T09:08:05.862" v="2473" actId="478"/>
          <ac:picMkLst>
            <pc:docMk/>
            <pc:sldMk cId="1234101355" sldId="258"/>
            <ac:picMk id="14" creationId="{925CA853-7E55-D8BC-99D7-7E9ED02B29ED}"/>
          </ac:picMkLst>
        </pc:picChg>
        <pc:picChg chg="add mod">
          <ac:chgData name="Sohag Kabir" userId="e9b0da40-aef8-480a-bb63-d1daacecf555" providerId="ADAL" clId="{5C408035-4E8D-4ADF-9233-ED281F8B05DA}" dt="2024-09-29T09:07:59.116" v="2472" actId="14100"/>
          <ac:picMkLst>
            <pc:docMk/>
            <pc:sldMk cId="1234101355" sldId="258"/>
            <ac:picMk id="17" creationId="{3A5C98C1-69C8-50CA-86DE-E22EA0C90F03}"/>
          </ac:picMkLst>
        </pc:picChg>
        <pc:picChg chg="add mod">
          <ac:chgData name="Sohag Kabir" userId="e9b0da40-aef8-480a-bb63-d1daacecf555" providerId="ADAL" clId="{5C408035-4E8D-4ADF-9233-ED281F8B05DA}" dt="2024-09-29T09:09:24.812" v="2480" actId="14100"/>
          <ac:picMkLst>
            <pc:docMk/>
            <pc:sldMk cId="1234101355" sldId="258"/>
            <ac:picMk id="18" creationId="{C6ED1E53-424E-0203-4AE3-CAB061ED8CAF}"/>
          </ac:picMkLst>
        </pc:picChg>
        <pc:picChg chg="add mod">
          <ac:chgData name="Sohag Kabir" userId="e9b0da40-aef8-480a-bb63-d1daacecf555" providerId="ADAL" clId="{5C408035-4E8D-4ADF-9233-ED281F8B05DA}" dt="2024-09-29T09:09:20.500" v="2479" actId="14100"/>
          <ac:picMkLst>
            <pc:docMk/>
            <pc:sldMk cId="1234101355" sldId="258"/>
            <ac:picMk id="1026" creationId="{0CA2D96E-5837-5AB6-3300-9A61DF99D7A8}"/>
          </ac:picMkLst>
        </pc:picChg>
      </pc:sldChg>
      <pc:sldChg chg="addSp delSp modSp mod">
        <pc:chgData name="Sohag Kabir" userId="e9b0da40-aef8-480a-bb63-d1daacecf555" providerId="ADAL" clId="{5C408035-4E8D-4ADF-9233-ED281F8B05DA}" dt="2024-09-29T09:42:41.043" v="2581" actId="1076"/>
        <pc:sldMkLst>
          <pc:docMk/>
          <pc:sldMk cId="2490493203" sldId="259"/>
        </pc:sldMkLst>
        <pc:spChg chg="mod">
          <ac:chgData name="Sohag Kabir" userId="e9b0da40-aef8-480a-bb63-d1daacecf555" providerId="ADAL" clId="{5C408035-4E8D-4ADF-9233-ED281F8B05DA}" dt="2024-09-29T09:34:45.452" v="2570" actId="6549"/>
          <ac:spMkLst>
            <pc:docMk/>
            <pc:sldMk cId="2490493203" sldId="259"/>
            <ac:spMk id="2" creationId="{3530B774-9001-449E-924A-4229028B4A25}"/>
          </ac:spMkLst>
        </pc:spChg>
        <pc:spChg chg="del mod">
          <ac:chgData name="Sohag Kabir" userId="e9b0da40-aef8-480a-bb63-d1daacecf555" providerId="ADAL" clId="{5C408035-4E8D-4ADF-9233-ED281F8B05DA}" dt="2024-09-29T09:34:49.379" v="2571" actId="478"/>
          <ac:spMkLst>
            <pc:docMk/>
            <pc:sldMk cId="2490493203" sldId="259"/>
            <ac:spMk id="3" creationId="{107ACF01-04B5-406F-ADB3-2AFFF21F732C}"/>
          </ac:spMkLst>
        </pc:spChg>
        <pc:spChg chg="add del mod">
          <ac:chgData name="Sohag Kabir" userId="e9b0da40-aef8-480a-bb63-d1daacecf555" providerId="ADAL" clId="{5C408035-4E8D-4ADF-9233-ED281F8B05DA}" dt="2024-09-28T16:09:26.507" v="1913"/>
          <ac:spMkLst>
            <pc:docMk/>
            <pc:sldMk cId="2490493203" sldId="259"/>
            <ac:spMk id="4" creationId="{AE0DD6D5-6E9D-E755-7138-CA8145B1F0B1}"/>
          </ac:spMkLst>
        </pc:spChg>
        <pc:spChg chg="add del mod">
          <ac:chgData name="Sohag Kabir" userId="e9b0da40-aef8-480a-bb63-d1daacecf555" providerId="ADAL" clId="{5C408035-4E8D-4ADF-9233-ED281F8B05DA}" dt="2024-09-29T09:34:51.435" v="2572" actId="478"/>
          <ac:spMkLst>
            <pc:docMk/>
            <pc:sldMk cId="2490493203" sldId="259"/>
            <ac:spMk id="5" creationId="{DAD5ABA9-6FD2-D39F-A786-8D93E89DBAD5}"/>
          </ac:spMkLst>
        </pc:spChg>
        <pc:spChg chg="mod">
          <ac:chgData name="Sohag Kabir" userId="e9b0da40-aef8-480a-bb63-d1daacecf555" providerId="ADAL" clId="{5C408035-4E8D-4ADF-9233-ED281F8B05DA}" dt="2024-09-21T21:51:22.585" v="83"/>
          <ac:spMkLst>
            <pc:docMk/>
            <pc:sldMk cId="2490493203" sldId="259"/>
            <ac:spMk id="9" creationId="{00000000-0000-0000-0000-000000000000}"/>
          </ac:spMkLst>
        </pc:spChg>
        <pc:picChg chg="del mod">
          <ac:chgData name="Sohag Kabir" userId="e9b0da40-aef8-480a-bb63-d1daacecf555" providerId="ADAL" clId="{5C408035-4E8D-4ADF-9233-ED281F8B05DA}" dt="2024-09-29T09:34:53.267" v="2573" actId="478"/>
          <ac:picMkLst>
            <pc:docMk/>
            <pc:sldMk cId="2490493203" sldId="259"/>
            <ac:picMk id="7" creationId="{00000000-0000-0000-0000-000000000000}"/>
          </ac:picMkLst>
        </pc:picChg>
        <pc:picChg chg="add mod">
          <ac:chgData name="Sohag Kabir" userId="e9b0da40-aef8-480a-bb63-d1daacecf555" providerId="ADAL" clId="{5C408035-4E8D-4ADF-9233-ED281F8B05DA}" dt="2024-09-29T09:35:02.507" v="2575" actId="1076"/>
          <ac:picMkLst>
            <pc:docMk/>
            <pc:sldMk cId="2490493203" sldId="259"/>
            <ac:picMk id="8" creationId="{9EEC136A-2A0B-36E6-F70E-7045D9828D75}"/>
          </ac:picMkLst>
        </pc:picChg>
        <pc:picChg chg="add mod">
          <ac:chgData name="Sohag Kabir" userId="e9b0da40-aef8-480a-bb63-d1daacecf555" providerId="ADAL" clId="{5C408035-4E8D-4ADF-9233-ED281F8B05DA}" dt="2024-09-29T09:42:41.043" v="2581" actId="1076"/>
          <ac:picMkLst>
            <pc:docMk/>
            <pc:sldMk cId="2490493203" sldId="259"/>
            <ac:picMk id="10" creationId="{CCF6FCBE-5BEB-47F3-0D9E-3634B0A5CAF6}"/>
          </ac:picMkLst>
        </pc:picChg>
      </pc:sldChg>
      <pc:sldChg chg="addSp delSp modSp mod">
        <pc:chgData name="Sohag Kabir" userId="e9b0da40-aef8-480a-bb63-d1daacecf555" providerId="ADAL" clId="{5C408035-4E8D-4ADF-9233-ED281F8B05DA}" dt="2024-09-29T15:26:38.610" v="5904" actId="1076"/>
        <pc:sldMkLst>
          <pc:docMk/>
          <pc:sldMk cId="1583876998" sldId="261"/>
        </pc:sldMkLst>
        <pc:spChg chg="del">
          <ac:chgData name="Sohag Kabir" userId="e9b0da40-aef8-480a-bb63-d1daacecf555" providerId="ADAL" clId="{5C408035-4E8D-4ADF-9233-ED281F8B05DA}" dt="2024-09-29T14:43:07.518" v="5451" actId="478"/>
          <ac:spMkLst>
            <pc:docMk/>
            <pc:sldMk cId="1583876998" sldId="261"/>
            <ac:spMk id="2" creationId="{72ABD1FB-AEB1-45F3-94A9-40E0FDAAAB12}"/>
          </ac:spMkLst>
        </pc:spChg>
        <pc:spChg chg="add del mod">
          <ac:chgData name="Sohag Kabir" userId="e9b0da40-aef8-480a-bb63-d1daacecf555" providerId="ADAL" clId="{5C408035-4E8D-4ADF-9233-ED281F8B05DA}" dt="2024-09-21T23:58:09.292" v="1139" actId="478"/>
          <ac:spMkLst>
            <pc:docMk/>
            <pc:sldMk cId="1583876998" sldId="261"/>
            <ac:spMk id="3" creationId="{6EA310F0-355F-9DAF-4F9A-21DD3F3B9AAD}"/>
          </ac:spMkLst>
        </pc:spChg>
        <pc:spChg chg="add del mod">
          <ac:chgData name="Sohag Kabir" userId="e9b0da40-aef8-480a-bb63-d1daacecf555" providerId="ADAL" clId="{5C408035-4E8D-4ADF-9233-ED281F8B05DA}" dt="2024-09-29T14:43:09.805" v="5452" actId="478"/>
          <ac:spMkLst>
            <pc:docMk/>
            <pc:sldMk cId="1583876998" sldId="261"/>
            <ac:spMk id="5" creationId="{A0DFFFD8-9F48-3B86-8434-CBBE193A070C}"/>
          </ac:spMkLst>
        </pc:spChg>
        <pc:spChg chg="mod">
          <ac:chgData name="Sohag Kabir" userId="e9b0da40-aef8-480a-bb63-d1daacecf555" providerId="ADAL" clId="{5C408035-4E8D-4ADF-9233-ED281F8B05DA}" dt="2024-09-22T00:25:01.897" v="1557"/>
          <ac:spMkLst>
            <pc:docMk/>
            <pc:sldMk cId="1583876998" sldId="261"/>
            <ac:spMk id="7" creationId="{2FDE415C-F3CC-4D2E-B0F5-4EADDCEE714F}"/>
          </ac:spMkLst>
        </pc:spChg>
        <pc:spChg chg="del mod">
          <ac:chgData name="Sohag Kabir" userId="e9b0da40-aef8-480a-bb63-d1daacecf555" providerId="ADAL" clId="{5C408035-4E8D-4ADF-9233-ED281F8B05DA}" dt="2024-09-29T14:43:02.279" v="5448" actId="478"/>
          <ac:spMkLst>
            <pc:docMk/>
            <pc:sldMk cId="1583876998" sldId="261"/>
            <ac:spMk id="8" creationId="{00000000-0000-0000-0000-000000000000}"/>
          </ac:spMkLst>
        </pc:spChg>
        <pc:spChg chg="add mod">
          <ac:chgData name="Sohag Kabir" userId="e9b0da40-aef8-480a-bb63-d1daacecf555" providerId="ADAL" clId="{5C408035-4E8D-4ADF-9233-ED281F8B05DA}" dt="2024-09-29T15:07:56.843" v="5673" actId="1035"/>
          <ac:spMkLst>
            <pc:docMk/>
            <pc:sldMk cId="1583876998" sldId="261"/>
            <ac:spMk id="11" creationId="{1E09ABB6-8E37-DDEE-2E26-FFB134E4425E}"/>
          </ac:spMkLst>
        </pc:spChg>
        <pc:spChg chg="add mod">
          <ac:chgData name="Sohag Kabir" userId="e9b0da40-aef8-480a-bb63-d1daacecf555" providerId="ADAL" clId="{5C408035-4E8D-4ADF-9233-ED281F8B05DA}" dt="2024-09-29T15:26:38.610" v="5904" actId="1076"/>
          <ac:spMkLst>
            <pc:docMk/>
            <pc:sldMk cId="1583876998" sldId="261"/>
            <ac:spMk id="12" creationId="{B95AD034-E7E4-A4C9-284E-2FB9AE9D92F9}"/>
          </ac:spMkLst>
        </pc:spChg>
        <pc:spChg chg="add mod">
          <ac:chgData name="Sohag Kabir" userId="e9b0da40-aef8-480a-bb63-d1daacecf555" providerId="ADAL" clId="{5C408035-4E8D-4ADF-9233-ED281F8B05DA}" dt="2024-09-29T15:26:38.610" v="5904" actId="1076"/>
          <ac:spMkLst>
            <pc:docMk/>
            <pc:sldMk cId="1583876998" sldId="261"/>
            <ac:spMk id="13" creationId="{5715E57D-D97A-B0F8-0978-7D1D7C02A4D1}"/>
          </ac:spMkLst>
        </pc:spChg>
        <pc:spChg chg="add mod">
          <ac:chgData name="Sohag Kabir" userId="e9b0da40-aef8-480a-bb63-d1daacecf555" providerId="ADAL" clId="{5C408035-4E8D-4ADF-9233-ED281F8B05DA}" dt="2024-09-29T15:26:38.610" v="5904" actId="1076"/>
          <ac:spMkLst>
            <pc:docMk/>
            <pc:sldMk cId="1583876998" sldId="261"/>
            <ac:spMk id="14" creationId="{61A25ADB-FEFF-C626-ADE9-1445DEA99791}"/>
          </ac:spMkLst>
        </pc:spChg>
        <pc:spChg chg="add mod">
          <ac:chgData name="Sohag Kabir" userId="e9b0da40-aef8-480a-bb63-d1daacecf555" providerId="ADAL" clId="{5C408035-4E8D-4ADF-9233-ED281F8B05DA}" dt="2024-09-29T15:26:38.610" v="5904" actId="1076"/>
          <ac:spMkLst>
            <pc:docMk/>
            <pc:sldMk cId="1583876998" sldId="261"/>
            <ac:spMk id="15" creationId="{11290782-4FA6-30DC-8E9C-DA260763A4F1}"/>
          </ac:spMkLst>
        </pc:spChg>
        <pc:spChg chg="add mod">
          <ac:chgData name="Sohag Kabir" userId="e9b0da40-aef8-480a-bb63-d1daacecf555" providerId="ADAL" clId="{5C408035-4E8D-4ADF-9233-ED281F8B05DA}" dt="2024-09-29T15:26:38.610" v="5904" actId="1076"/>
          <ac:spMkLst>
            <pc:docMk/>
            <pc:sldMk cId="1583876998" sldId="261"/>
            <ac:spMk id="16" creationId="{E7376AA4-6122-4B5D-BA92-3E5D9C4C15A6}"/>
          </ac:spMkLst>
        </pc:spChg>
        <pc:spChg chg="add mod">
          <ac:chgData name="Sohag Kabir" userId="e9b0da40-aef8-480a-bb63-d1daacecf555" providerId="ADAL" clId="{5C408035-4E8D-4ADF-9233-ED281F8B05DA}" dt="2024-09-29T15:26:38.610" v="5904" actId="1076"/>
          <ac:spMkLst>
            <pc:docMk/>
            <pc:sldMk cId="1583876998" sldId="261"/>
            <ac:spMk id="17" creationId="{C811A1CC-F813-4A55-5A53-66E8D5E8B82A}"/>
          </ac:spMkLst>
        </pc:spChg>
        <pc:spChg chg="add mod">
          <ac:chgData name="Sohag Kabir" userId="e9b0da40-aef8-480a-bb63-d1daacecf555" providerId="ADAL" clId="{5C408035-4E8D-4ADF-9233-ED281F8B05DA}" dt="2024-09-29T15:26:38.610" v="5904" actId="1076"/>
          <ac:spMkLst>
            <pc:docMk/>
            <pc:sldMk cId="1583876998" sldId="261"/>
            <ac:spMk id="18" creationId="{A97F594E-E166-4DDF-49B5-A2724CF0B7F8}"/>
          </ac:spMkLst>
        </pc:spChg>
        <pc:spChg chg="add mod">
          <ac:chgData name="Sohag Kabir" userId="e9b0da40-aef8-480a-bb63-d1daacecf555" providerId="ADAL" clId="{5C408035-4E8D-4ADF-9233-ED281F8B05DA}" dt="2024-09-29T15:26:38.610" v="5904" actId="1076"/>
          <ac:spMkLst>
            <pc:docMk/>
            <pc:sldMk cId="1583876998" sldId="261"/>
            <ac:spMk id="19" creationId="{3C96BA45-4001-3025-0458-6562DD9CB15B}"/>
          </ac:spMkLst>
        </pc:spChg>
        <pc:spChg chg="add mod">
          <ac:chgData name="Sohag Kabir" userId="e9b0da40-aef8-480a-bb63-d1daacecf555" providerId="ADAL" clId="{5C408035-4E8D-4ADF-9233-ED281F8B05DA}" dt="2024-09-29T15:26:38.610" v="5904" actId="1076"/>
          <ac:spMkLst>
            <pc:docMk/>
            <pc:sldMk cId="1583876998" sldId="261"/>
            <ac:spMk id="21" creationId="{6E9D397A-7406-A8AC-9C7B-460366515FAD}"/>
          </ac:spMkLst>
        </pc:spChg>
        <pc:spChg chg="add mod">
          <ac:chgData name="Sohag Kabir" userId="e9b0da40-aef8-480a-bb63-d1daacecf555" providerId="ADAL" clId="{5C408035-4E8D-4ADF-9233-ED281F8B05DA}" dt="2024-09-29T15:26:38.610" v="5904" actId="1076"/>
          <ac:spMkLst>
            <pc:docMk/>
            <pc:sldMk cId="1583876998" sldId="261"/>
            <ac:spMk id="22" creationId="{7F9E7EC7-A1AB-8240-BDFC-CEF1AE252BE3}"/>
          </ac:spMkLst>
        </pc:spChg>
        <pc:spChg chg="add mod">
          <ac:chgData name="Sohag Kabir" userId="e9b0da40-aef8-480a-bb63-d1daacecf555" providerId="ADAL" clId="{5C408035-4E8D-4ADF-9233-ED281F8B05DA}" dt="2024-09-29T15:26:38.610" v="5904" actId="1076"/>
          <ac:spMkLst>
            <pc:docMk/>
            <pc:sldMk cId="1583876998" sldId="261"/>
            <ac:spMk id="23" creationId="{A967C76E-EA47-C7BE-E1F2-38F88A81882C}"/>
          </ac:spMkLst>
        </pc:spChg>
        <pc:grpChg chg="add mod">
          <ac:chgData name="Sohag Kabir" userId="e9b0da40-aef8-480a-bb63-d1daacecf555" providerId="ADAL" clId="{5C408035-4E8D-4ADF-9233-ED281F8B05DA}" dt="2024-09-29T15:26:38.610" v="5904" actId="1076"/>
          <ac:grpSpMkLst>
            <pc:docMk/>
            <pc:sldMk cId="1583876998" sldId="261"/>
            <ac:grpSpMk id="24" creationId="{959A0793-A3D0-4F22-398C-0D2B361EA227}"/>
          </ac:grpSpMkLst>
        </pc:grpChg>
        <pc:grpChg chg="add mod">
          <ac:chgData name="Sohag Kabir" userId="e9b0da40-aef8-480a-bb63-d1daacecf555" providerId="ADAL" clId="{5C408035-4E8D-4ADF-9233-ED281F8B05DA}" dt="2024-09-29T15:26:38.610" v="5904" actId="1076"/>
          <ac:grpSpMkLst>
            <pc:docMk/>
            <pc:sldMk cId="1583876998" sldId="261"/>
            <ac:grpSpMk id="25" creationId="{9DBEE125-E72A-BBF0-BEA4-D3C1869D8055}"/>
          </ac:grpSpMkLst>
        </pc:grpChg>
        <pc:picChg chg="add del">
          <ac:chgData name="Sohag Kabir" userId="e9b0da40-aef8-480a-bb63-d1daacecf555" providerId="ADAL" clId="{5C408035-4E8D-4ADF-9233-ED281F8B05DA}" dt="2024-09-29T14:43:05.107" v="5450" actId="22"/>
          <ac:picMkLst>
            <pc:docMk/>
            <pc:sldMk cId="1583876998" sldId="261"/>
            <ac:picMk id="4" creationId="{E482A7F7-E5DF-62CC-90AD-5D5F00B2348A}"/>
          </ac:picMkLst>
        </pc:picChg>
        <pc:picChg chg="add mod">
          <ac:chgData name="Sohag Kabir" userId="e9b0da40-aef8-480a-bb63-d1daacecf555" providerId="ADAL" clId="{5C408035-4E8D-4ADF-9233-ED281F8B05DA}" dt="2024-09-29T15:26:38.610" v="5904" actId="1076"/>
          <ac:picMkLst>
            <pc:docMk/>
            <pc:sldMk cId="1583876998" sldId="261"/>
            <ac:picMk id="10" creationId="{3F46535C-477D-E49B-6B7C-D64B3A718EA8}"/>
          </ac:picMkLst>
        </pc:picChg>
        <pc:picChg chg="add mod ord">
          <ac:chgData name="Sohag Kabir" userId="e9b0da40-aef8-480a-bb63-d1daacecf555" providerId="ADAL" clId="{5C408035-4E8D-4ADF-9233-ED281F8B05DA}" dt="2024-09-29T15:26:38.610" v="5904" actId="1076"/>
          <ac:picMkLst>
            <pc:docMk/>
            <pc:sldMk cId="1583876998" sldId="261"/>
            <ac:picMk id="20" creationId="{DA1166E4-1119-83F3-D595-E4275F2E503D}"/>
          </ac:picMkLst>
        </pc:picChg>
      </pc:sldChg>
      <pc:sldChg chg="addSp delSp modSp mod modNotesTx">
        <pc:chgData name="Sohag Kabir" userId="e9b0da40-aef8-480a-bb63-d1daacecf555" providerId="ADAL" clId="{5C408035-4E8D-4ADF-9233-ED281F8B05DA}" dt="2024-09-29T15:56:05.631" v="6240" actId="1076"/>
        <pc:sldMkLst>
          <pc:docMk/>
          <pc:sldMk cId="4146333179" sldId="264"/>
        </pc:sldMkLst>
        <pc:spChg chg="mod">
          <ac:chgData name="Sohag Kabir" userId="e9b0da40-aef8-480a-bb63-d1daacecf555" providerId="ADAL" clId="{5C408035-4E8D-4ADF-9233-ED281F8B05DA}" dt="2024-09-29T15:56:05.631" v="6240" actId="1076"/>
          <ac:spMkLst>
            <pc:docMk/>
            <pc:sldMk cId="4146333179" sldId="264"/>
            <ac:spMk id="2" creationId="{81C438A6-3010-496D-B29E-036E43E273F3}"/>
          </ac:spMkLst>
        </pc:spChg>
        <pc:spChg chg="add del mod">
          <ac:chgData name="Sohag Kabir" userId="e9b0da40-aef8-480a-bb63-d1daacecf555" providerId="ADAL" clId="{5C408035-4E8D-4ADF-9233-ED281F8B05DA}" dt="2024-09-29T15:42:05.311" v="6064" actId="478"/>
          <ac:spMkLst>
            <pc:docMk/>
            <pc:sldMk cId="4146333179" sldId="264"/>
            <ac:spMk id="3" creationId="{02954BEB-AC32-9E78-D2C5-52FB33C6C8EE}"/>
          </ac:spMkLst>
        </pc:spChg>
        <pc:spChg chg="del mod">
          <ac:chgData name="Sohag Kabir" userId="e9b0da40-aef8-480a-bb63-d1daacecf555" providerId="ADAL" clId="{5C408035-4E8D-4ADF-9233-ED281F8B05DA}" dt="2024-09-29T15:42:01.879" v="6063" actId="478"/>
          <ac:spMkLst>
            <pc:docMk/>
            <pc:sldMk cId="4146333179" sldId="264"/>
            <ac:spMk id="7" creationId="{00000000-0000-0000-0000-000000000000}"/>
          </ac:spMkLst>
        </pc:spChg>
        <pc:spChg chg="mod">
          <ac:chgData name="Sohag Kabir" userId="e9b0da40-aef8-480a-bb63-d1daacecf555" providerId="ADAL" clId="{5C408035-4E8D-4ADF-9233-ED281F8B05DA}" dt="2024-09-22T00:25:17.266" v="1560"/>
          <ac:spMkLst>
            <pc:docMk/>
            <pc:sldMk cId="4146333179" sldId="264"/>
            <ac:spMk id="13" creationId="{B05BF201-15EA-4712-87E8-E69CA936FC58}"/>
          </ac:spMkLst>
        </pc:spChg>
        <pc:picChg chg="add del mod">
          <ac:chgData name="Sohag Kabir" userId="e9b0da40-aef8-480a-bb63-d1daacecf555" providerId="ADAL" clId="{5C408035-4E8D-4ADF-9233-ED281F8B05DA}" dt="2024-09-29T15:46:14.794" v="6070" actId="478"/>
          <ac:picMkLst>
            <pc:docMk/>
            <pc:sldMk cId="4146333179" sldId="264"/>
            <ac:picMk id="5" creationId="{AAB077CA-4110-FD6A-FF45-A5D814E51265}"/>
          </ac:picMkLst>
        </pc:picChg>
        <pc:picChg chg="add mod">
          <ac:chgData name="Sohag Kabir" userId="e9b0da40-aef8-480a-bb63-d1daacecf555" providerId="ADAL" clId="{5C408035-4E8D-4ADF-9233-ED281F8B05DA}" dt="2024-09-29T15:46:44.024" v="6099" actId="14100"/>
          <ac:picMkLst>
            <pc:docMk/>
            <pc:sldMk cId="4146333179" sldId="264"/>
            <ac:picMk id="11266" creationId="{B555FE88-D3E2-586D-98D7-0E6AB7E5E2B5}"/>
          </ac:picMkLst>
        </pc:picChg>
      </pc:sldChg>
      <pc:sldChg chg="addSp delSp modSp mod ord delAnim modAnim">
        <pc:chgData name="Sohag Kabir" userId="e9b0da40-aef8-480a-bb63-d1daacecf555" providerId="ADAL" clId="{5C408035-4E8D-4ADF-9233-ED281F8B05DA}" dt="2024-09-29T15:59:25.256" v="6248" actId="20577"/>
        <pc:sldMkLst>
          <pc:docMk/>
          <pc:sldMk cId="1671400381" sldId="265"/>
        </pc:sldMkLst>
        <pc:spChg chg="mod">
          <ac:chgData name="Sohag Kabir" userId="e9b0da40-aef8-480a-bb63-d1daacecf555" providerId="ADAL" clId="{5C408035-4E8D-4ADF-9233-ED281F8B05DA}" dt="2024-09-29T11:14:48.140" v="3207" actId="255"/>
          <ac:spMkLst>
            <pc:docMk/>
            <pc:sldMk cId="1671400381" sldId="265"/>
            <ac:spMk id="2" creationId="{F2A4DAD3-1E36-4CAD-94D1-E06B348A4ADD}"/>
          </ac:spMkLst>
        </pc:spChg>
        <pc:spChg chg="del mod">
          <ac:chgData name="Sohag Kabir" userId="e9b0da40-aef8-480a-bb63-d1daacecf555" providerId="ADAL" clId="{5C408035-4E8D-4ADF-9233-ED281F8B05DA}" dt="2024-09-29T11:13:09.188" v="3161" actId="478"/>
          <ac:spMkLst>
            <pc:docMk/>
            <pc:sldMk cId="1671400381" sldId="265"/>
            <ac:spMk id="3" creationId="{69629499-4F36-4E83-817C-E10C4F24E0FA}"/>
          </ac:spMkLst>
        </pc:spChg>
        <pc:spChg chg="add del mod">
          <ac:chgData name="Sohag Kabir" userId="e9b0da40-aef8-480a-bb63-d1daacecf555" providerId="ADAL" clId="{5C408035-4E8D-4ADF-9233-ED281F8B05DA}" dt="2024-09-29T11:13:12.420" v="3162" actId="478"/>
          <ac:spMkLst>
            <pc:docMk/>
            <pc:sldMk cId="1671400381" sldId="265"/>
            <ac:spMk id="4" creationId="{DDDA1F26-79C2-A7DF-64D7-65471715CC52}"/>
          </ac:spMkLst>
        </pc:spChg>
        <pc:spChg chg="del">
          <ac:chgData name="Sohag Kabir" userId="e9b0da40-aef8-480a-bb63-d1daacecf555" providerId="ADAL" clId="{5C408035-4E8D-4ADF-9233-ED281F8B05DA}" dt="2024-09-21T22:35:00.682" v="237" actId="478"/>
          <ac:spMkLst>
            <pc:docMk/>
            <pc:sldMk cId="1671400381" sldId="265"/>
            <ac:spMk id="7" creationId="{00000000-0000-0000-0000-000000000000}"/>
          </ac:spMkLst>
        </pc:spChg>
        <pc:spChg chg="mod">
          <ac:chgData name="Sohag Kabir" userId="e9b0da40-aef8-480a-bb63-d1daacecf555" providerId="ADAL" clId="{5C408035-4E8D-4ADF-9233-ED281F8B05DA}" dt="2024-09-21T23:17:37.663" v="795"/>
          <ac:spMkLst>
            <pc:docMk/>
            <pc:sldMk cId="1671400381" sldId="265"/>
            <ac:spMk id="8" creationId="{00000000-0000-0000-0000-000000000000}"/>
          </ac:spMkLst>
        </pc:spChg>
        <pc:spChg chg="add mod">
          <ac:chgData name="Sohag Kabir" userId="e9b0da40-aef8-480a-bb63-d1daacecf555" providerId="ADAL" clId="{5C408035-4E8D-4ADF-9233-ED281F8B05DA}" dt="2024-09-29T11:16:09.732" v="3235" actId="1076"/>
          <ac:spMkLst>
            <pc:docMk/>
            <pc:sldMk cId="1671400381" sldId="265"/>
            <ac:spMk id="9" creationId="{D2DB1874-C0DE-779E-4007-ECE4F0580246}"/>
          </ac:spMkLst>
        </pc:spChg>
        <pc:spChg chg="add mod">
          <ac:chgData name="Sohag Kabir" userId="e9b0da40-aef8-480a-bb63-d1daacecf555" providerId="ADAL" clId="{5C408035-4E8D-4ADF-9233-ED281F8B05DA}" dt="2024-09-29T11:20:14.507" v="3313" actId="1076"/>
          <ac:spMkLst>
            <pc:docMk/>
            <pc:sldMk cId="1671400381" sldId="265"/>
            <ac:spMk id="10" creationId="{C72B4FCD-4F84-43FF-E373-0E7E8665FC65}"/>
          </ac:spMkLst>
        </pc:spChg>
        <pc:spChg chg="add mod">
          <ac:chgData name="Sohag Kabir" userId="e9b0da40-aef8-480a-bb63-d1daacecf555" providerId="ADAL" clId="{5C408035-4E8D-4ADF-9233-ED281F8B05DA}" dt="2024-09-29T15:59:25.256" v="6248" actId="20577"/>
          <ac:spMkLst>
            <pc:docMk/>
            <pc:sldMk cId="1671400381" sldId="265"/>
            <ac:spMk id="12" creationId="{C344E8A4-372A-23BF-49B1-8767B696DC13}"/>
          </ac:spMkLst>
        </pc:spChg>
        <pc:spChg chg="add mod">
          <ac:chgData name="Sohag Kabir" userId="e9b0da40-aef8-480a-bb63-d1daacecf555" providerId="ADAL" clId="{5C408035-4E8D-4ADF-9233-ED281F8B05DA}" dt="2024-09-29T11:20:32.516" v="3317" actId="2711"/>
          <ac:spMkLst>
            <pc:docMk/>
            <pc:sldMk cId="1671400381" sldId="265"/>
            <ac:spMk id="14" creationId="{238C606A-9D8F-4C6C-B481-062B5EB30391}"/>
          </ac:spMkLst>
        </pc:spChg>
        <pc:graphicFrameChg chg="add del modGraphic">
          <ac:chgData name="Sohag Kabir" userId="e9b0da40-aef8-480a-bb63-d1daacecf555" providerId="ADAL" clId="{5C408035-4E8D-4ADF-9233-ED281F8B05DA}" dt="2024-09-21T22:36:00.382" v="239" actId="1032"/>
          <ac:graphicFrameMkLst>
            <pc:docMk/>
            <pc:sldMk cId="1671400381" sldId="265"/>
            <ac:graphicFrameMk id="4" creationId="{95D0533B-1694-9288-9E9B-78AE65A0583E}"/>
          </ac:graphicFrameMkLst>
        </pc:graphicFrameChg>
        <pc:graphicFrameChg chg="add del modGraphic">
          <ac:chgData name="Sohag Kabir" userId="e9b0da40-aef8-480a-bb63-d1daacecf555" providerId="ADAL" clId="{5C408035-4E8D-4ADF-9233-ED281F8B05DA}" dt="2024-09-21T22:36:23.374" v="241" actId="1032"/>
          <ac:graphicFrameMkLst>
            <pc:docMk/>
            <pc:sldMk cId="1671400381" sldId="265"/>
            <ac:graphicFrameMk id="5" creationId="{F34AA6B8-4849-F10F-20DA-0E852F331230}"/>
          </ac:graphicFrameMkLst>
        </pc:graphicFrameChg>
        <pc:graphicFrameChg chg="add del modGraphic">
          <ac:chgData name="Sohag Kabir" userId="e9b0da40-aef8-480a-bb63-d1daacecf555" providerId="ADAL" clId="{5C408035-4E8D-4ADF-9233-ED281F8B05DA}" dt="2024-09-21T22:36:54.319" v="243" actId="1032"/>
          <ac:graphicFrameMkLst>
            <pc:docMk/>
            <pc:sldMk cId="1671400381" sldId="265"/>
            <ac:graphicFrameMk id="9" creationId="{9536CA8F-73B1-BCA2-25ED-0D4ECD2928D9}"/>
          </ac:graphicFrameMkLst>
        </pc:graphicFrameChg>
        <pc:graphicFrameChg chg="add del mod modGraphic">
          <ac:chgData name="Sohag Kabir" userId="e9b0da40-aef8-480a-bb63-d1daacecf555" providerId="ADAL" clId="{5C408035-4E8D-4ADF-9233-ED281F8B05DA}" dt="2024-09-21T22:38:18.495" v="256" actId="478"/>
          <ac:graphicFrameMkLst>
            <pc:docMk/>
            <pc:sldMk cId="1671400381" sldId="265"/>
            <ac:graphicFrameMk id="10" creationId="{618CEE91-DFA1-96C0-0ADE-3F472F01FB1D}"/>
          </ac:graphicFrameMkLst>
        </pc:graphicFrameChg>
        <pc:graphicFrameChg chg="add del mod modGraphic">
          <ac:chgData name="Sohag Kabir" userId="e9b0da40-aef8-480a-bb63-d1daacecf555" providerId="ADAL" clId="{5C408035-4E8D-4ADF-9233-ED281F8B05DA}" dt="2024-09-29T11:13:07.252" v="3160" actId="478"/>
          <ac:graphicFrameMkLst>
            <pc:docMk/>
            <pc:sldMk cId="1671400381" sldId="265"/>
            <ac:graphicFrameMk id="11" creationId="{CAD5CDD0-B006-4760-0AE9-D782EB486951}"/>
          </ac:graphicFrameMkLst>
        </pc:graphicFrameChg>
        <pc:picChg chg="add mod">
          <ac:chgData name="Sohag Kabir" userId="e9b0da40-aef8-480a-bb63-d1daacecf555" providerId="ADAL" clId="{5C408035-4E8D-4ADF-9233-ED281F8B05DA}" dt="2024-09-29T11:20:17.172" v="3314" actId="1076"/>
          <ac:picMkLst>
            <pc:docMk/>
            <pc:sldMk cId="1671400381" sldId="265"/>
            <ac:picMk id="7" creationId="{AADCAB66-92D2-95F8-4276-DF3BE39A4E8E}"/>
          </ac:picMkLst>
        </pc:picChg>
      </pc:sldChg>
      <pc:sldChg chg="addSp delSp modSp mod ord modAnim modNotesTx">
        <pc:chgData name="Sohag Kabir" userId="e9b0da40-aef8-480a-bb63-d1daacecf555" providerId="ADAL" clId="{5C408035-4E8D-4ADF-9233-ED281F8B05DA}" dt="2024-09-29T16:14:23.061" v="6521" actId="6549"/>
        <pc:sldMkLst>
          <pc:docMk/>
          <pc:sldMk cId="1480265116" sldId="266"/>
        </pc:sldMkLst>
        <pc:spChg chg="del mod">
          <ac:chgData name="Sohag Kabir" userId="e9b0da40-aef8-480a-bb63-d1daacecf555" providerId="ADAL" clId="{5C408035-4E8D-4ADF-9233-ED281F8B05DA}" dt="2024-09-29T11:21:22.116" v="3319" actId="478"/>
          <ac:spMkLst>
            <pc:docMk/>
            <pc:sldMk cId="1480265116" sldId="266"/>
            <ac:spMk id="2" creationId="{F2A4DAD3-1E36-4CAD-94D1-E06B348A4ADD}"/>
          </ac:spMkLst>
        </pc:spChg>
        <pc:spChg chg="add del mod">
          <ac:chgData name="Sohag Kabir" userId="e9b0da40-aef8-480a-bb63-d1daacecf555" providerId="ADAL" clId="{5C408035-4E8D-4ADF-9233-ED281F8B05DA}" dt="2024-09-29T11:21:26.820" v="3321" actId="478"/>
          <ac:spMkLst>
            <pc:docMk/>
            <pc:sldMk cId="1480265116" sldId="266"/>
            <ac:spMk id="3" creationId="{EF9A1EED-6681-2F7F-8D8F-6C73CABCB7C3}"/>
          </ac:spMkLst>
        </pc:spChg>
        <pc:spChg chg="add mod">
          <ac:chgData name="Sohag Kabir" userId="e9b0da40-aef8-480a-bb63-d1daacecf555" providerId="ADAL" clId="{5C408035-4E8D-4ADF-9233-ED281F8B05DA}" dt="2024-09-29T12:51:55.846" v="4348" actId="20577"/>
          <ac:spMkLst>
            <pc:docMk/>
            <pc:sldMk cId="1480265116" sldId="266"/>
            <ac:spMk id="4" creationId="{8B3BBD20-CA54-1CCC-FDC5-4B2C938D023F}"/>
          </ac:spMkLst>
        </pc:spChg>
        <pc:spChg chg="add del mod">
          <ac:chgData name="Sohag Kabir" userId="e9b0da40-aef8-480a-bb63-d1daacecf555" providerId="ADAL" clId="{5C408035-4E8D-4ADF-9233-ED281F8B05DA}" dt="2024-09-22T10:16:05.569" v="1780" actId="478"/>
          <ac:spMkLst>
            <pc:docMk/>
            <pc:sldMk cId="1480265116" sldId="266"/>
            <ac:spMk id="4" creationId="{94F2367E-5D87-11B9-DCF6-0AABE51EB222}"/>
          </ac:spMkLst>
        </pc:spChg>
        <pc:spChg chg="add del mod">
          <ac:chgData name="Sohag Kabir" userId="e9b0da40-aef8-480a-bb63-d1daacecf555" providerId="ADAL" clId="{5C408035-4E8D-4ADF-9233-ED281F8B05DA}" dt="2024-09-22T10:20:13.645" v="1791" actId="478"/>
          <ac:spMkLst>
            <pc:docMk/>
            <pc:sldMk cId="1480265116" sldId="266"/>
            <ac:spMk id="5" creationId="{FDEA4DFA-1268-47F7-FDAA-F6B52258C2DD}"/>
          </ac:spMkLst>
        </pc:spChg>
        <pc:spChg chg="add del mod">
          <ac:chgData name="Sohag Kabir" userId="e9b0da40-aef8-480a-bb63-d1daacecf555" providerId="ADAL" clId="{5C408035-4E8D-4ADF-9233-ED281F8B05DA}" dt="2024-09-21T23:43:11.382" v="1055" actId="478"/>
          <ac:spMkLst>
            <pc:docMk/>
            <pc:sldMk cId="1480265116" sldId="266"/>
            <ac:spMk id="7" creationId="{319B76FA-1ED1-4944-57BA-81AB4F9EA75B}"/>
          </ac:spMkLst>
        </pc:spChg>
        <pc:spChg chg="mod">
          <ac:chgData name="Sohag Kabir" userId="e9b0da40-aef8-480a-bb63-d1daacecf555" providerId="ADAL" clId="{5C408035-4E8D-4ADF-9233-ED281F8B05DA}" dt="2024-09-22T00:24:32.715" v="1553"/>
          <ac:spMkLst>
            <pc:docMk/>
            <pc:sldMk cId="1480265116" sldId="266"/>
            <ac:spMk id="8" creationId="{00000000-0000-0000-0000-000000000000}"/>
          </ac:spMkLst>
        </pc:spChg>
        <pc:spChg chg="add del mod">
          <ac:chgData name="Sohag Kabir" userId="e9b0da40-aef8-480a-bb63-d1daacecf555" providerId="ADAL" clId="{5C408035-4E8D-4ADF-9233-ED281F8B05DA}" dt="2024-09-22T10:20:09.909" v="1790" actId="478"/>
          <ac:spMkLst>
            <pc:docMk/>
            <pc:sldMk cId="1480265116" sldId="266"/>
            <ac:spMk id="9" creationId="{E67C3D7F-1592-4B51-DE14-8B40F807CCBE}"/>
          </ac:spMkLst>
        </pc:spChg>
        <pc:spChg chg="add del mod">
          <ac:chgData name="Sohag Kabir" userId="e9b0da40-aef8-480a-bb63-d1daacecf555" providerId="ADAL" clId="{5C408035-4E8D-4ADF-9233-ED281F8B05DA}" dt="2024-09-29T11:45:53.599" v="3577" actId="478"/>
          <ac:spMkLst>
            <pc:docMk/>
            <pc:sldMk cId="1480265116" sldId="266"/>
            <ac:spMk id="9" creationId="{F5D9F30E-C386-5862-0637-094BEF3D6705}"/>
          </ac:spMkLst>
        </pc:spChg>
        <pc:spChg chg="del">
          <ac:chgData name="Sohag Kabir" userId="e9b0da40-aef8-480a-bb63-d1daacecf555" providerId="ADAL" clId="{5C408035-4E8D-4ADF-9233-ED281F8B05DA}" dt="2024-09-21T23:39:10.215" v="1045" actId="478"/>
          <ac:spMkLst>
            <pc:docMk/>
            <pc:sldMk cId="1480265116" sldId="266"/>
            <ac:spMk id="10" creationId="{00000000-0000-0000-0000-000000000000}"/>
          </ac:spMkLst>
        </pc:spChg>
        <pc:spChg chg="add mod">
          <ac:chgData name="Sohag Kabir" userId="e9b0da40-aef8-480a-bb63-d1daacecf555" providerId="ADAL" clId="{5C408035-4E8D-4ADF-9233-ED281F8B05DA}" dt="2024-09-21T23:44:03.445" v="1057" actId="164"/>
          <ac:spMkLst>
            <pc:docMk/>
            <pc:sldMk cId="1480265116" sldId="266"/>
            <ac:spMk id="11" creationId="{B6776BDC-2FC2-84FF-302C-91CF921D9A4A}"/>
          </ac:spMkLst>
        </pc:spChg>
        <pc:spChg chg="add mod">
          <ac:chgData name="Sohag Kabir" userId="e9b0da40-aef8-480a-bb63-d1daacecf555" providerId="ADAL" clId="{5C408035-4E8D-4ADF-9233-ED281F8B05DA}" dt="2024-09-29T11:43:18.693" v="3521" actId="164"/>
          <ac:spMkLst>
            <pc:docMk/>
            <pc:sldMk cId="1480265116" sldId="266"/>
            <ac:spMk id="12" creationId="{9F0955C3-A246-025F-03B7-10151ADD4A0E}"/>
          </ac:spMkLst>
        </pc:spChg>
        <pc:spChg chg="add mod">
          <ac:chgData name="Sohag Kabir" userId="e9b0da40-aef8-480a-bb63-d1daacecf555" providerId="ADAL" clId="{5C408035-4E8D-4ADF-9233-ED281F8B05DA}" dt="2024-09-21T23:44:03.445" v="1057" actId="164"/>
          <ac:spMkLst>
            <pc:docMk/>
            <pc:sldMk cId="1480265116" sldId="266"/>
            <ac:spMk id="12" creationId="{EA6C3882-F024-604B-5CD3-4FAA18EF815F}"/>
          </ac:spMkLst>
        </pc:spChg>
        <pc:spChg chg="add mod">
          <ac:chgData name="Sohag Kabir" userId="e9b0da40-aef8-480a-bb63-d1daacecf555" providerId="ADAL" clId="{5C408035-4E8D-4ADF-9233-ED281F8B05DA}" dt="2024-09-21T23:44:03.445" v="1057" actId="164"/>
          <ac:spMkLst>
            <pc:docMk/>
            <pc:sldMk cId="1480265116" sldId="266"/>
            <ac:spMk id="13" creationId="{3A48594D-5476-129F-E384-34C7F6296961}"/>
          </ac:spMkLst>
        </pc:spChg>
        <pc:spChg chg="add mod">
          <ac:chgData name="Sohag Kabir" userId="e9b0da40-aef8-480a-bb63-d1daacecf555" providerId="ADAL" clId="{5C408035-4E8D-4ADF-9233-ED281F8B05DA}" dt="2024-09-29T11:43:18.693" v="3521" actId="164"/>
          <ac:spMkLst>
            <pc:docMk/>
            <pc:sldMk cId="1480265116" sldId="266"/>
            <ac:spMk id="13" creationId="{6159D2C5-E1EB-2A81-9AF2-AF0442C0BCC3}"/>
          </ac:spMkLst>
        </pc:spChg>
        <pc:spChg chg="add del mod">
          <ac:chgData name="Sohag Kabir" userId="e9b0da40-aef8-480a-bb63-d1daacecf555" providerId="ADAL" clId="{5C408035-4E8D-4ADF-9233-ED281F8B05DA}" dt="2024-09-22T10:20:07.046" v="1789" actId="478"/>
          <ac:spMkLst>
            <pc:docMk/>
            <pc:sldMk cId="1480265116" sldId="266"/>
            <ac:spMk id="14" creationId="{20ED7C63-7FE2-E2FF-1786-8F6A3A0C56DD}"/>
          </ac:spMkLst>
        </pc:spChg>
        <pc:spChg chg="add mod">
          <ac:chgData name="Sohag Kabir" userId="e9b0da40-aef8-480a-bb63-d1daacecf555" providerId="ADAL" clId="{5C408035-4E8D-4ADF-9233-ED281F8B05DA}" dt="2024-09-29T11:43:18.693" v="3521" actId="164"/>
          <ac:spMkLst>
            <pc:docMk/>
            <pc:sldMk cId="1480265116" sldId="266"/>
            <ac:spMk id="14" creationId="{42308162-D919-9840-E15B-822772797EB3}"/>
          </ac:spMkLst>
        </pc:spChg>
        <pc:spChg chg="add del mod">
          <ac:chgData name="Sohag Kabir" userId="e9b0da40-aef8-480a-bb63-d1daacecf555" providerId="ADAL" clId="{5C408035-4E8D-4ADF-9233-ED281F8B05DA}" dt="2024-09-22T10:19:57.080" v="1785" actId="478"/>
          <ac:spMkLst>
            <pc:docMk/>
            <pc:sldMk cId="1480265116" sldId="266"/>
            <ac:spMk id="15" creationId="{A2041B4F-2E27-694B-227B-8415A108C521}"/>
          </ac:spMkLst>
        </pc:spChg>
        <pc:spChg chg="add mod">
          <ac:chgData name="Sohag Kabir" userId="e9b0da40-aef8-480a-bb63-d1daacecf555" providerId="ADAL" clId="{5C408035-4E8D-4ADF-9233-ED281F8B05DA}" dt="2024-09-29T11:43:18.693" v="3521" actId="164"/>
          <ac:spMkLst>
            <pc:docMk/>
            <pc:sldMk cId="1480265116" sldId="266"/>
            <ac:spMk id="15" creationId="{F2A9F24B-717E-4AF9-4B8D-02395BD05DE8}"/>
          </ac:spMkLst>
        </pc:spChg>
        <pc:spChg chg="add del mod">
          <ac:chgData name="Sohag Kabir" userId="e9b0da40-aef8-480a-bb63-d1daacecf555" providerId="ADAL" clId="{5C408035-4E8D-4ADF-9233-ED281F8B05DA}" dt="2024-09-22T10:19:59.802" v="1786" actId="478"/>
          <ac:spMkLst>
            <pc:docMk/>
            <pc:sldMk cId="1480265116" sldId="266"/>
            <ac:spMk id="16" creationId="{9B49B2EE-C37C-49FB-1E06-F921B609926F}"/>
          </ac:spMkLst>
        </pc:spChg>
        <pc:spChg chg="add mod">
          <ac:chgData name="Sohag Kabir" userId="e9b0da40-aef8-480a-bb63-d1daacecf555" providerId="ADAL" clId="{5C408035-4E8D-4ADF-9233-ED281F8B05DA}" dt="2024-09-29T11:43:18.693" v="3521" actId="164"/>
          <ac:spMkLst>
            <pc:docMk/>
            <pc:sldMk cId="1480265116" sldId="266"/>
            <ac:spMk id="16" creationId="{EF1A836B-E0EA-474D-352C-223B107F35AE}"/>
          </ac:spMkLst>
        </pc:spChg>
        <pc:spChg chg="add mod">
          <ac:chgData name="Sohag Kabir" userId="e9b0da40-aef8-480a-bb63-d1daacecf555" providerId="ADAL" clId="{5C408035-4E8D-4ADF-9233-ED281F8B05DA}" dt="2024-09-22T10:13:45.101" v="1759" actId="164"/>
          <ac:spMkLst>
            <pc:docMk/>
            <pc:sldMk cId="1480265116" sldId="266"/>
            <ac:spMk id="17" creationId="{8CE033DF-72D9-BBCF-170E-82877563EAB5}"/>
          </ac:spMkLst>
        </pc:spChg>
        <pc:spChg chg="add mod">
          <ac:chgData name="Sohag Kabir" userId="e9b0da40-aef8-480a-bb63-d1daacecf555" providerId="ADAL" clId="{5C408035-4E8D-4ADF-9233-ED281F8B05DA}" dt="2024-09-29T11:43:18.693" v="3521" actId="164"/>
          <ac:spMkLst>
            <pc:docMk/>
            <pc:sldMk cId="1480265116" sldId="266"/>
            <ac:spMk id="17" creationId="{FC5479AB-BF36-3C07-5DE6-46ECE3CC72B7}"/>
          </ac:spMkLst>
        </pc:spChg>
        <pc:spChg chg="add mod">
          <ac:chgData name="Sohag Kabir" userId="e9b0da40-aef8-480a-bb63-d1daacecf555" providerId="ADAL" clId="{5C408035-4E8D-4ADF-9233-ED281F8B05DA}" dt="2024-09-22T10:13:45.101" v="1759" actId="164"/>
          <ac:spMkLst>
            <pc:docMk/>
            <pc:sldMk cId="1480265116" sldId="266"/>
            <ac:spMk id="18" creationId="{87BAD49D-B2B6-D5B1-21F1-D395C7A0DA2D}"/>
          </ac:spMkLst>
        </pc:spChg>
        <pc:spChg chg="add mod">
          <ac:chgData name="Sohag Kabir" userId="e9b0da40-aef8-480a-bb63-d1daacecf555" providerId="ADAL" clId="{5C408035-4E8D-4ADF-9233-ED281F8B05DA}" dt="2024-09-29T11:43:18.693" v="3521" actId="164"/>
          <ac:spMkLst>
            <pc:docMk/>
            <pc:sldMk cId="1480265116" sldId="266"/>
            <ac:spMk id="18" creationId="{8BD4058E-CC4A-12D1-E514-785D0D53F7E1}"/>
          </ac:spMkLst>
        </pc:spChg>
        <pc:spChg chg="add mod">
          <ac:chgData name="Sohag Kabir" userId="e9b0da40-aef8-480a-bb63-d1daacecf555" providerId="ADAL" clId="{5C408035-4E8D-4ADF-9233-ED281F8B05DA}" dt="2024-09-29T11:43:18.693" v="3521" actId="164"/>
          <ac:spMkLst>
            <pc:docMk/>
            <pc:sldMk cId="1480265116" sldId="266"/>
            <ac:spMk id="19" creationId="{77A50F21-24D9-41B0-C1C8-12811EEF798C}"/>
          </ac:spMkLst>
        </pc:spChg>
        <pc:spChg chg="add del mod">
          <ac:chgData name="Sohag Kabir" userId="e9b0da40-aef8-480a-bb63-d1daacecf555" providerId="ADAL" clId="{5C408035-4E8D-4ADF-9233-ED281F8B05DA}" dt="2024-09-22T10:20:04.826" v="1788" actId="478"/>
          <ac:spMkLst>
            <pc:docMk/>
            <pc:sldMk cId="1480265116" sldId="266"/>
            <ac:spMk id="19" creationId="{DE453004-A99B-1063-ADB5-F26EAAD74331}"/>
          </ac:spMkLst>
        </pc:spChg>
        <pc:spChg chg="add del mod">
          <ac:chgData name="Sohag Kabir" userId="e9b0da40-aef8-480a-bb63-d1daacecf555" providerId="ADAL" clId="{5C408035-4E8D-4ADF-9233-ED281F8B05DA}" dt="2024-09-21T23:43:22.854" v="1056" actId="478"/>
          <ac:spMkLst>
            <pc:docMk/>
            <pc:sldMk cId="1480265116" sldId="266"/>
            <ac:spMk id="20" creationId="{B2628124-802C-B0B6-42AD-F8832F95A657}"/>
          </ac:spMkLst>
        </pc:spChg>
        <pc:spChg chg="add mod">
          <ac:chgData name="Sohag Kabir" userId="e9b0da40-aef8-480a-bb63-d1daacecf555" providerId="ADAL" clId="{5C408035-4E8D-4ADF-9233-ED281F8B05DA}" dt="2024-09-29T11:45:45.756" v="3575" actId="164"/>
          <ac:spMkLst>
            <pc:docMk/>
            <pc:sldMk cId="1480265116" sldId="266"/>
            <ac:spMk id="21" creationId="{F195198B-160F-E976-EF21-0B291791B767}"/>
          </ac:spMkLst>
        </pc:spChg>
        <pc:spChg chg="add del mod">
          <ac:chgData name="Sohag Kabir" userId="e9b0da40-aef8-480a-bb63-d1daacecf555" providerId="ADAL" clId="{5C408035-4E8D-4ADF-9233-ED281F8B05DA}" dt="2024-09-22T10:34:24.358" v="1873" actId="478"/>
          <ac:spMkLst>
            <pc:docMk/>
            <pc:sldMk cId="1480265116" sldId="266"/>
            <ac:spMk id="23" creationId="{A2037A05-9A54-499E-B326-FF6949841FC9}"/>
          </ac:spMkLst>
        </pc:spChg>
        <pc:grpChg chg="add mod">
          <ac:chgData name="Sohag Kabir" userId="e9b0da40-aef8-480a-bb63-d1daacecf555" providerId="ADAL" clId="{5C408035-4E8D-4ADF-9233-ED281F8B05DA}" dt="2024-09-29T11:45:45.756" v="3575" actId="164"/>
          <ac:grpSpMkLst>
            <pc:docMk/>
            <pc:sldMk cId="1480265116" sldId="266"/>
            <ac:grpSpMk id="20" creationId="{2980C8CC-3013-35D6-0198-16557731B49D}"/>
          </ac:grpSpMkLst>
        </pc:grpChg>
        <pc:grpChg chg="add del mod">
          <ac:chgData name="Sohag Kabir" userId="e9b0da40-aef8-480a-bb63-d1daacecf555" providerId="ADAL" clId="{5C408035-4E8D-4ADF-9233-ED281F8B05DA}" dt="2024-09-22T10:19:55.354" v="1784" actId="478"/>
          <ac:grpSpMkLst>
            <pc:docMk/>
            <pc:sldMk cId="1480265116" sldId="266"/>
            <ac:grpSpMk id="21" creationId="{B189401D-9EB8-B47B-0561-515E6F904FC4}"/>
          </ac:grpSpMkLst>
        </pc:grpChg>
        <pc:grpChg chg="add mod">
          <ac:chgData name="Sohag Kabir" userId="e9b0da40-aef8-480a-bb63-d1daacecf555" providerId="ADAL" clId="{5C408035-4E8D-4ADF-9233-ED281F8B05DA}" dt="2024-09-29T11:45:57.587" v="3578" actId="1076"/>
          <ac:grpSpMkLst>
            <pc:docMk/>
            <pc:sldMk cId="1480265116" sldId="266"/>
            <ac:grpSpMk id="22" creationId="{83734901-8D72-C4F9-8A2C-2F0FA82EE86F}"/>
          </ac:grpSpMkLst>
        </pc:grpChg>
        <pc:grpChg chg="add del mod">
          <ac:chgData name="Sohag Kabir" userId="e9b0da40-aef8-480a-bb63-d1daacecf555" providerId="ADAL" clId="{5C408035-4E8D-4ADF-9233-ED281F8B05DA}" dt="2024-09-22T10:20:01.435" v="1787" actId="478"/>
          <ac:grpSpMkLst>
            <pc:docMk/>
            <pc:sldMk cId="1480265116" sldId="266"/>
            <ac:grpSpMk id="22" creationId="{F8A2D9C2-B606-A363-E5CB-512BD6C60608}"/>
          </ac:grpSpMkLst>
        </pc:grpChg>
        <pc:graphicFrameChg chg="add del">
          <ac:chgData name="Sohag Kabir" userId="e9b0da40-aef8-480a-bb63-d1daacecf555" providerId="ADAL" clId="{5C408035-4E8D-4ADF-9233-ED281F8B05DA}" dt="2024-09-21T23:37:23.152" v="1014" actId="478"/>
          <ac:graphicFrameMkLst>
            <pc:docMk/>
            <pc:sldMk cId="1480265116" sldId="266"/>
            <ac:graphicFrameMk id="3" creationId="{20A58AF0-380F-BC9E-E05C-307D5FD8CA66}"/>
          </ac:graphicFrameMkLst>
        </pc:graphicFrameChg>
        <pc:graphicFrameChg chg="add del">
          <ac:chgData name="Sohag Kabir" userId="e9b0da40-aef8-480a-bb63-d1daacecf555" providerId="ADAL" clId="{5C408035-4E8D-4ADF-9233-ED281F8B05DA}" dt="2024-09-22T10:28:02.762" v="1864" actId="478"/>
          <ac:graphicFrameMkLst>
            <pc:docMk/>
            <pc:sldMk cId="1480265116" sldId="266"/>
            <ac:graphicFrameMk id="24" creationId="{51DC9883-8A42-0338-6F19-F7DF7772E983}"/>
          </ac:graphicFrameMkLst>
        </pc:graphicFrameChg>
        <pc:graphicFrameChg chg="add del">
          <ac:chgData name="Sohag Kabir" userId="e9b0da40-aef8-480a-bb63-d1daacecf555" providerId="ADAL" clId="{5C408035-4E8D-4ADF-9233-ED281F8B05DA}" dt="2024-09-22T10:28:58.906" v="1866" actId="478"/>
          <ac:graphicFrameMkLst>
            <pc:docMk/>
            <pc:sldMk cId="1480265116" sldId="266"/>
            <ac:graphicFrameMk id="25" creationId="{5267897D-D281-E71F-A3D3-C60A65D26699}"/>
          </ac:graphicFrameMkLst>
        </pc:graphicFrameChg>
        <pc:graphicFrameChg chg="add del">
          <ac:chgData name="Sohag Kabir" userId="e9b0da40-aef8-480a-bb63-d1daacecf555" providerId="ADAL" clId="{5C408035-4E8D-4ADF-9233-ED281F8B05DA}" dt="2024-09-22T10:29:43.446" v="1870"/>
          <ac:graphicFrameMkLst>
            <pc:docMk/>
            <pc:sldMk cId="1480265116" sldId="266"/>
            <ac:graphicFrameMk id="26" creationId="{3AEC0900-C1FB-632F-42FF-EA15D6564243}"/>
          </ac:graphicFrameMkLst>
        </pc:graphicFrameChg>
        <pc:graphicFrameChg chg="add del">
          <ac:chgData name="Sohag Kabir" userId="e9b0da40-aef8-480a-bb63-d1daacecf555" providerId="ADAL" clId="{5C408035-4E8D-4ADF-9233-ED281F8B05DA}" dt="2024-09-29T11:21:01.013" v="3318" actId="478"/>
          <ac:graphicFrameMkLst>
            <pc:docMk/>
            <pc:sldMk cId="1480265116" sldId="266"/>
            <ac:graphicFrameMk id="27" creationId="{FACBFDC2-D785-7863-1171-77C1310CB2D7}"/>
          </ac:graphicFrameMkLst>
        </pc:graphicFrameChg>
        <pc:picChg chg="add mod modCrop">
          <ac:chgData name="Sohag Kabir" userId="e9b0da40-aef8-480a-bb63-d1daacecf555" providerId="ADAL" clId="{5C408035-4E8D-4ADF-9233-ED281F8B05DA}" dt="2024-09-29T12:50:19.108" v="4340" actId="1038"/>
          <ac:picMkLst>
            <pc:docMk/>
            <pc:sldMk cId="1480265116" sldId="266"/>
            <ac:picMk id="5" creationId="{73C3FC7A-B18C-801D-A078-C8C8D407B711}"/>
          </ac:picMkLst>
        </pc:picChg>
        <pc:picChg chg="add mod">
          <ac:chgData name="Sohag Kabir" userId="e9b0da40-aef8-480a-bb63-d1daacecf555" providerId="ADAL" clId="{5C408035-4E8D-4ADF-9233-ED281F8B05DA}" dt="2024-09-29T11:43:18.693" v="3521" actId="164"/>
          <ac:picMkLst>
            <pc:docMk/>
            <pc:sldMk cId="1480265116" sldId="266"/>
            <ac:picMk id="11" creationId="{3B27D34B-9503-D14D-D19B-81CAE6982FCA}"/>
          </ac:picMkLst>
        </pc:picChg>
        <pc:picChg chg="add del mod">
          <ac:chgData name="Sohag Kabir" userId="e9b0da40-aef8-480a-bb63-d1daacecf555" providerId="ADAL" clId="{5C408035-4E8D-4ADF-9233-ED281F8B05DA}" dt="2024-09-22T10:19:53.717" v="1783" actId="478"/>
          <ac:picMkLst>
            <pc:docMk/>
            <pc:sldMk cId="1480265116" sldId="266"/>
            <ac:picMk id="1026" creationId="{78323CF5-4D28-F066-615D-7D4742318D85}"/>
          </ac:picMkLst>
        </pc:picChg>
      </pc:sldChg>
      <pc:sldChg chg="modSp mod">
        <pc:chgData name="Sohag Kabir" userId="e9b0da40-aef8-480a-bb63-d1daacecf555" providerId="ADAL" clId="{5C408035-4E8D-4ADF-9233-ED281F8B05DA}" dt="2024-09-22T00:25:21.842" v="1561"/>
        <pc:sldMkLst>
          <pc:docMk/>
          <pc:sldMk cId="4136712713" sldId="268"/>
        </pc:sldMkLst>
        <pc:spChg chg="mod">
          <ac:chgData name="Sohag Kabir" userId="e9b0da40-aef8-480a-bb63-d1daacecf555" providerId="ADAL" clId="{5C408035-4E8D-4ADF-9233-ED281F8B05DA}" dt="2024-09-22T00:25:21.842" v="1561"/>
          <ac:spMkLst>
            <pc:docMk/>
            <pc:sldMk cId="4136712713" sldId="268"/>
            <ac:spMk id="13" creationId="{B05BF201-15EA-4712-87E8-E69CA936FC58}"/>
          </ac:spMkLst>
        </pc:spChg>
      </pc:sldChg>
      <pc:sldChg chg="addSp delSp modSp mod">
        <pc:chgData name="Sohag Kabir" userId="e9b0da40-aef8-480a-bb63-d1daacecf555" providerId="ADAL" clId="{5C408035-4E8D-4ADF-9233-ED281F8B05DA}" dt="2024-09-29T15:40:50.529" v="6062" actId="14100"/>
        <pc:sldMkLst>
          <pc:docMk/>
          <pc:sldMk cId="4000026248" sldId="270"/>
        </pc:sldMkLst>
        <pc:spChg chg="mod">
          <ac:chgData name="Sohag Kabir" userId="e9b0da40-aef8-480a-bb63-d1daacecf555" providerId="ADAL" clId="{5C408035-4E8D-4ADF-9233-ED281F8B05DA}" dt="2024-09-29T15:40:07.476" v="6017"/>
          <ac:spMkLst>
            <pc:docMk/>
            <pc:sldMk cId="4000026248" sldId="270"/>
            <ac:spMk id="2" creationId="{34E1E058-61F9-4514-99F0-93DE3829F95E}"/>
          </ac:spMkLst>
        </pc:spChg>
        <pc:spChg chg="add del mod">
          <ac:chgData name="Sohag Kabir" userId="e9b0da40-aef8-480a-bb63-d1daacecf555" providerId="ADAL" clId="{5C408035-4E8D-4ADF-9233-ED281F8B05DA}" dt="2024-09-29T15:37:37.392" v="5980" actId="478"/>
          <ac:spMkLst>
            <pc:docMk/>
            <pc:sldMk cId="4000026248" sldId="270"/>
            <ac:spMk id="3" creationId="{8303B4F4-BA25-03AD-6D24-257F731D8A4D}"/>
          </ac:spMkLst>
        </pc:spChg>
        <pc:spChg chg="add mod">
          <ac:chgData name="Sohag Kabir" userId="e9b0da40-aef8-480a-bb63-d1daacecf555" providerId="ADAL" clId="{5C408035-4E8D-4ADF-9233-ED281F8B05DA}" dt="2024-09-29T15:40:45.810" v="6061" actId="14100"/>
          <ac:spMkLst>
            <pc:docMk/>
            <pc:sldMk cId="4000026248" sldId="270"/>
            <ac:spMk id="7" creationId="{197B47A4-D051-711D-55AF-AF41B40BB843}"/>
          </ac:spMkLst>
        </pc:spChg>
        <pc:spChg chg="mod">
          <ac:chgData name="Sohag Kabir" userId="e9b0da40-aef8-480a-bb63-d1daacecf555" providerId="ADAL" clId="{5C408035-4E8D-4ADF-9233-ED281F8B05DA}" dt="2024-09-22T00:25:12.506" v="1559"/>
          <ac:spMkLst>
            <pc:docMk/>
            <pc:sldMk cId="4000026248" sldId="270"/>
            <ac:spMk id="11" creationId="{81EC2EC8-08AF-4F2E-9595-B1D7A68CEB49}"/>
          </ac:spMkLst>
        </pc:spChg>
        <pc:spChg chg="del mod">
          <ac:chgData name="Sohag Kabir" userId="e9b0da40-aef8-480a-bb63-d1daacecf555" providerId="ADAL" clId="{5C408035-4E8D-4ADF-9233-ED281F8B05DA}" dt="2024-09-29T15:37:35.284" v="5979" actId="478"/>
          <ac:spMkLst>
            <pc:docMk/>
            <pc:sldMk cId="4000026248" sldId="270"/>
            <ac:spMk id="12" creationId="{AE427AB6-2C9B-44F8-B549-F145AA134E2A}"/>
          </ac:spMkLst>
        </pc:spChg>
        <pc:picChg chg="add mod modCrop">
          <ac:chgData name="Sohag Kabir" userId="e9b0da40-aef8-480a-bb63-d1daacecf555" providerId="ADAL" clId="{5C408035-4E8D-4ADF-9233-ED281F8B05DA}" dt="2024-09-29T15:40:50.529" v="6062" actId="14100"/>
          <ac:picMkLst>
            <pc:docMk/>
            <pc:sldMk cId="4000026248" sldId="270"/>
            <ac:picMk id="4" creationId="{00FE4820-F319-70B9-2D36-89DC81BDE069}"/>
          </ac:picMkLst>
        </pc:picChg>
      </pc:sldChg>
      <pc:sldChg chg="addSp delSp modSp mod">
        <pc:chgData name="Sohag Kabir" userId="e9b0da40-aef8-480a-bb63-d1daacecf555" providerId="ADAL" clId="{5C408035-4E8D-4ADF-9233-ED281F8B05DA}" dt="2024-09-29T14:38:59.909" v="5447" actId="20577"/>
        <pc:sldMkLst>
          <pc:docMk/>
          <pc:sldMk cId="4132999612" sldId="271"/>
        </pc:sldMkLst>
        <pc:spChg chg="mod">
          <ac:chgData name="Sohag Kabir" userId="e9b0da40-aef8-480a-bb63-d1daacecf555" providerId="ADAL" clId="{5C408035-4E8D-4ADF-9233-ED281F8B05DA}" dt="2024-09-29T14:38:59.909" v="5447" actId="20577"/>
          <ac:spMkLst>
            <pc:docMk/>
            <pc:sldMk cId="4132999612" sldId="271"/>
            <ac:spMk id="2" creationId="{3530B774-9001-449E-924A-4229028B4A25}"/>
          </ac:spMkLst>
        </pc:spChg>
        <pc:spChg chg="add mod">
          <ac:chgData name="Sohag Kabir" userId="e9b0da40-aef8-480a-bb63-d1daacecf555" providerId="ADAL" clId="{5C408035-4E8D-4ADF-9233-ED281F8B05DA}" dt="2024-09-29T13:21:56.658" v="4709" actId="1076"/>
          <ac:spMkLst>
            <pc:docMk/>
            <pc:sldMk cId="4132999612" sldId="271"/>
            <ac:spMk id="5" creationId="{1122AB5C-9A91-2C91-204A-99B0B4FD7DD3}"/>
          </ac:spMkLst>
        </pc:spChg>
        <pc:spChg chg="del mod">
          <ac:chgData name="Sohag Kabir" userId="e9b0da40-aef8-480a-bb63-d1daacecf555" providerId="ADAL" clId="{5C408035-4E8D-4ADF-9233-ED281F8B05DA}" dt="2024-09-22T10:54:23.420" v="1879" actId="478"/>
          <ac:spMkLst>
            <pc:docMk/>
            <pc:sldMk cId="4132999612" sldId="271"/>
            <ac:spMk id="8" creationId="{00000000-0000-0000-0000-000000000000}"/>
          </ac:spMkLst>
        </pc:spChg>
        <pc:spChg chg="mod">
          <ac:chgData name="Sohag Kabir" userId="e9b0da40-aef8-480a-bb63-d1daacecf555" providerId="ADAL" clId="{5C408035-4E8D-4ADF-9233-ED281F8B05DA}" dt="2024-09-22T00:24:50.193" v="1555"/>
          <ac:spMkLst>
            <pc:docMk/>
            <pc:sldMk cId="4132999612" sldId="271"/>
            <ac:spMk id="9" creationId="{00000000-0000-0000-0000-000000000000}"/>
          </ac:spMkLst>
        </pc:spChg>
        <pc:graphicFrameChg chg="add del">
          <ac:chgData name="Sohag Kabir" userId="e9b0da40-aef8-480a-bb63-d1daacecf555" providerId="ADAL" clId="{5C408035-4E8D-4ADF-9233-ED281F8B05DA}" dt="2024-09-29T13:13:19.087" v="4521" actId="478"/>
          <ac:graphicFrameMkLst>
            <pc:docMk/>
            <pc:sldMk cId="4132999612" sldId="271"/>
            <ac:graphicFrameMk id="3" creationId="{03CE51C8-EFE9-9CA3-3AAB-CF0A53023268}"/>
          </ac:graphicFrameMkLst>
        </pc:graphicFrameChg>
        <pc:picChg chg="add mod">
          <ac:chgData name="Sohag Kabir" userId="e9b0da40-aef8-480a-bb63-d1daacecf555" providerId="ADAL" clId="{5C408035-4E8D-4ADF-9233-ED281F8B05DA}" dt="2024-09-29T13:21:31.274" v="4695" actId="1076"/>
          <ac:picMkLst>
            <pc:docMk/>
            <pc:sldMk cId="4132999612" sldId="271"/>
            <ac:picMk id="4098" creationId="{0F334A9C-70F5-8BC0-D3D4-04B515E3B0D7}"/>
          </ac:picMkLst>
        </pc:picChg>
      </pc:sldChg>
      <pc:sldChg chg="addSp delSp modSp del mod">
        <pc:chgData name="Sohag Kabir" userId="e9b0da40-aef8-480a-bb63-d1daacecf555" providerId="ADAL" clId="{5C408035-4E8D-4ADF-9233-ED281F8B05DA}" dt="2024-09-29T14:32:44.124" v="5280" actId="2696"/>
        <pc:sldMkLst>
          <pc:docMk/>
          <pc:sldMk cId="900894215" sldId="272"/>
        </pc:sldMkLst>
        <pc:spChg chg="mod">
          <ac:chgData name="Sohag Kabir" userId="e9b0da40-aef8-480a-bb63-d1daacecf555" providerId="ADAL" clId="{5C408035-4E8D-4ADF-9233-ED281F8B05DA}" dt="2024-09-22T10:09:12.362" v="1751" actId="14100"/>
          <ac:spMkLst>
            <pc:docMk/>
            <pc:sldMk cId="900894215" sldId="272"/>
            <ac:spMk id="2" creationId="{F2A4DAD3-1E36-4CAD-94D1-E06B348A4ADD}"/>
          </ac:spMkLst>
        </pc:spChg>
        <pc:spChg chg="add del mod">
          <ac:chgData name="Sohag Kabir" userId="e9b0da40-aef8-480a-bb63-d1daacecf555" providerId="ADAL" clId="{5C408035-4E8D-4ADF-9233-ED281F8B05DA}" dt="2024-09-21T23:53:48.146" v="1092" actId="478"/>
          <ac:spMkLst>
            <pc:docMk/>
            <pc:sldMk cId="900894215" sldId="272"/>
            <ac:spMk id="3" creationId="{932085CA-30C0-E3AF-1AC4-4848B11531A5}"/>
          </ac:spMkLst>
        </pc:spChg>
        <pc:spChg chg="del">
          <ac:chgData name="Sohag Kabir" userId="e9b0da40-aef8-480a-bb63-d1daacecf555" providerId="ADAL" clId="{5C408035-4E8D-4ADF-9233-ED281F8B05DA}" dt="2024-09-21T23:53:05.945" v="1087" actId="478"/>
          <ac:spMkLst>
            <pc:docMk/>
            <pc:sldMk cId="900894215" sldId="272"/>
            <ac:spMk id="7" creationId="{00000000-0000-0000-0000-000000000000}"/>
          </ac:spMkLst>
        </pc:spChg>
        <pc:spChg chg="mod">
          <ac:chgData name="Sohag Kabir" userId="e9b0da40-aef8-480a-bb63-d1daacecf555" providerId="ADAL" clId="{5C408035-4E8D-4ADF-9233-ED281F8B05DA}" dt="2024-09-22T00:24:55.852" v="1556"/>
          <ac:spMkLst>
            <pc:docMk/>
            <pc:sldMk cId="900894215" sldId="272"/>
            <ac:spMk id="8" creationId="{00000000-0000-0000-0000-000000000000}"/>
          </ac:spMkLst>
        </pc:spChg>
        <pc:graphicFrameChg chg="add mod">
          <ac:chgData name="Sohag Kabir" userId="e9b0da40-aef8-480a-bb63-d1daacecf555" providerId="ADAL" clId="{5C408035-4E8D-4ADF-9233-ED281F8B05DA}" dt="2024-09-22T10:09:18.798" v="1752" actId="1076"/>
          <ac:graphicFrameMkLst>
            <pc:docMk/>
            <pc:sldMk cId="900894215" sldId="272"/>
            <ac:graphicFrameMk id="4" creationId="{1843E6A9-186A-5772-FB01-D4E1CF8CDB17}"/>
          </ac:graphicFrameMkLst>
        </pc:graphicFrameChg>
      </pc:sldChg>
      <pc:sldChg chg="del">
        <pc:chgData name="Sohag Kabir" userId="e9b0da40-aef8-480a-bb63-d1daacecf555" providerId="ADAL" clId="{5C408035-4E8D-4ADF-9233-ED281F8B05DA}" dt="2024-09-21T23:54:33.863" v="1098" actId="2696"/>
        <pc:sldMkLst>
          <pc:docMk/>
          <pc:sldMk cId="3747650600" sldId="273"/>
        </pc:sldMkLst>
      </pc:sldChg>
      <pc:sldChg chg="addSp delSp modSp add mod ord">
        <pc:chgData name="Sohag Kabir" userId="e9b0da40-aef8-480a-bb63-d1daacecf555" providerId="ADAL" clId="{5C408035-4E8D-4ADF-9233-ED281F8B05DA}" dt="2024-09-29T11:14:32.459" v="3205" actId="14100"/>
        <pc:sldMkLst>
          <pc:docMk/>
          <pc:sldMk cId="249088773" sldId="274"/>
        </pc:sldMkLst>
        <pc:spChg chg="mod">
          <ac:chgData name="Sohag Kabir" userId="e9b0da40-aef8-480a-bb63-d1daacecf555" providerId="ADAL" clId="{5C408035-4E8D-4ADF-9233-ED281F8B05DA}" dt="2024-09-29T11:14:32.459" v="3205" actId="14100"/>
          <ac:spMkLst>
            <pc:docMk/>
            <pc:sldMk cId="249088773" sldId="274"/>
            <ac:spMk id="2" creationId="{3530B774-9001-449E-924A-4229028B4A25}"/>
          </ac:spMkLst>
        </pc:spChg>
        <pc:spChg chg="del mod">
          <ac:chgData name="Sohag Kabir" userId="e9b0da40-aef8-480a-bb63-d1daacecf555" providerId="ADAL" clId="{5C408035-4E8D-4ADF-9233-ED281F8B05DA}" dt="2024-09-29T10:05:17.778" v="2594" actId="478"/>
          <ac:spMkLst>
            <pc:docMk/>
            <pc:sldMk cId="249088773" sldId="274"/>
            <ac:spMk id="8" creationId="{00000000-0000-0000-0000-000000000000}"/>
          </ac:spMkLst>
        </pc:spChg>
        <pc:spChg chg="mod">
          <ac:chgData name="Sohag Kabir" userId="e9b0da40-aef8-480a-bb63-d1daacecf555" providerId="ADAL" clId="{5C408035-4E8D-4ADF-9233-ED281F8B05DA}" dt="2024-09-21T23:17:27.778" v="794"/>
          <ac:spMkLst>
            <pc:docMk/>
            <pc:sldMk cId="249088773" sldId="274"/>
            <ac:spMk id="9" creationId="{00000000-0000-0000-0000-000000000000}"/>
          </ac:spMkLst>
        </pc:spChg>
        <pc:spChg chg="add mod">
          <ac:chgData name="Sohag Kabir" userId="e9b0da40-aef8-480a-bb63-d1daacecf555" providerId="ADAL" clId="{5C408035-4E8D-4ADF-9233-ED281F8B05DA}" dt="2024-09-29T10:46:55.971" v="3152" actId="207"/>
          <ac:spMkLst>
            <pc:docMk/>
            <pc:sldMk cId="249088773" sldId="274"/>
            <ac:spMk id="10" creationId="{F01AF555-705F-603F-56A1-103D80EAB3E4}"/>
          </ac:spMkLst>
        </pc:spChg>
        <pc:spChg chg="add mod">
          <ac:chgData name="Sohag Kabir" userId="e9b0da40-aef8-480a-bb63-d1daacecf555" providerId="ADAL" clId="{5C408035-4E8D-4ADF-9233-ED281F8B05DA}" dt="2024-09-29T10:47:19.392" v="3156" actId="207"/>
          <ac:spMkLst>
            <pc:docMk/>
            <pc:sldMk cId="249088773" sldId="274"/>
            <ac:spMk id="11" creationId="{32B2BED7-1BE1-12DD-1913-9335ACCC25B4}"/>
          </ac:spMkLst>
        </pc:spChg>
        <pc:spChg chg="add mod">
          <ac:chgData name="Sohag Kabir" userId="e9b0da40-aef8-480a-bb63-d1daacecf555" providerId="ADAL" clId="{5C408035-4E8D-4ADF-9233-ED281F8B05DA}" dt="2024-09-29T10:47:06.945" v="3153" actId="207"/>
          <ac:spMkLst>
            <pc:docMk/>
            <pc:sldMk cId="249088773" sldId="274"/>
            <ac:spMk id="12" creationId="{0B5B3220-0D2C-4631-98AF-418D193E3634}"/>
          </ac:spMkLst>
        </pc:spChg>
        <pc:spChg chg="add mod">
          <ac:chgData name="Sohag Kabir" userId="e9b0da40-aef8-480a-bb63-d1daacecf555" providerId="ADAL" clId="{5C408035-4E8D-4ADF-9233-ED281F8B05DA}" dt="2024-09-29T10:47:11.488" v="3154" actId="207"/>
          <ac:spMkLst>
            <pc:docMk/>
            <pc:sldMk cId="249088773" sldId="274"/>
            <ac:spMk id="13" creationId="{B167FC9D-EBEB-8A8A-CE3F-ECBC16D6BF84}"/>
          </ac:spMkLst>
        </pc:spChg>
        <pc:spChg chg="add mod">
          <ac:chgData name="Sohag Kabir" userId="e9b0da40-aef8-480a-bb63-d1daacecf555" providerId="ADAL" clId="{5C408035-4E8D-4ADF-9233-ED281F8B05DA}" dt="2024-09-29T10:47:15.409" v="3155" actId="207"/>
          <ac:spMkLst>
            <pc:docMk/>
            <pc:sldMk cId="249088773" sldId="274"/>
            <ac:spMk id="14" creationId="{348870AF-B229-6C4D-44D0-891DD7006CD2}"/>
          </ac:spMkLst>
        </pc:spChg>
        <pc:spChg chg="add mod">
          <ac:chgData name="Sohag Kabir" userId="e9b0da40-aef8-480a-bb63-d1daacecf555" providerId="ADAL" clId="{5C408035-4E8D-4ADF-9233-ED281F8B05DA}" dt="2024-09-29T10:47:22.441" v="3157" actId="207"/>
          <ac:spMkLst>
            <pc:docMk/>
            <pc:sldMk cId="249088773" sldId="274"/>
            <ac:spMk id="15" creationId="{8191A9AE-2701-E8B5-77F3-FBBD3EE5FD01}"/>
          </ac:spMkLst>
        </pc:spChg>
        <pc:spChg chg="add mod">
          <ac:chgData name="Sohag Kabir" userId="e9b0da40-aef8-480a-bb63-d1daacecf555" providerId="ADAL" clId="{5C408035-4E8D-4ADF-9233-ED281F8B05DA}" dt="2024-09-29T10:47:27.314" v="3158" actId="207"/>
          <ac:spMkLst>
            <pc:docMk/>
            <pc:sldMk cId="249088773" sldId="274"/>
            <ac:spMk id="16" creationId="{409D544D-A684-B956-8862-B8445C2236D3}"/>
          </ac:spMkLst>
        </pc:spChg>
        <pc:spChg chg="add mod">
          <ac:chgData name="Sohag Kabir" userId="e9b0da40-aef8-480a-bb63-d1daacecf555" providerId="ADAL" clId="{5C408035-4E8D-4ADF-9233-ED281F8B05DA}" dt="2024-09-29T10:47:30.515" v="3159" actId="207"/>
          <ac:spMkLst>
            <pc:docMk/>
            <pc:sldMk cId="249088773" sldId="274"/>
            <ac:spMk id="17" creationId="{6E4053E7-D401-67C5-75E2-CC20F98162B8}"/>
          </ac:spMkLst>
        </pc:spChg>
        <pc:grpChg chg="add mod">
          <ac:chgData name="Sohag Kabir" userId="e9b0da40-aef8-480a-bb63-d1daacecf555" providerId="ADAL" clId="{5C408035-4E8D-4ADF-9233-ED281F8B05DA}" dt="2024-09-29T10:46:28.235" v="3151" actId="164"/>
          <ac:grpSpMkLst>
            <pc:docMk/>
            <pc:sldMk cId="249088773" sldId="274"/>
            <ac:grpSpMk id="36" creationId="{BEBC9702-2A01-C721-E8B5-B7EECD7F03AE}"/>
          </ac:grpSpMkLst>
        </pc:grpChg>
        <pc:graphicFrameChg chg="add del mod modGraphic">
          <ac:chgData name="Sohag Kabir" userId="e9b0da40-aef8-480a-bb63-d1daacecf555" providerId="ADAL" clId="{5C408035-4E8D-4ADF-9233-ED281F8B05DA}" dt="2024-09-29T10:11:37.427" v="2634" actId="478"/>
          <ac:graphicFrameMkLst>
            <pc:docMk/>
            <pc:sldMk cId="249088773" sldId="274"/>
            <ac:graphicFrameMk id="7" creationId="{B0EE930E-3C02-0C49-DE7A-BEF76E422687}"/>
          </ac:graphicFrameMkLst>
        </pc:graphicFrameChg>
        <pc:picChg chg="add del">
          <ac:chgData name="Sohag Kabir" userId="e9b0da40-aef8-480a-bb63-d1daacecf555" providerId="ADAL" clId="{5C408035-4E8D-4ADF-9233-ED281F8B05DA}" dt="2024-09-29T10:04:55.402" v="2583" actId="478"/>
          <ac:picMkLst>
            <pc:docMk/>
            <pc:sldMk cId="249088773" sldId="274"/>
            <ac:picMk id="4" creationId="{0C919477-228D-C0A5-9DE7-0BCFDFA0EF48}"/>
          </ac:picMkLst>
        </pc:picChg>
        <pc:picChg chg="add mod modCrop">
          <ac:chgData name="Sohag Kabir" userId="e9b0da40-aef8-480a-bb63-d1daacecf555" providerId="ADAL" clId="{5C408035-4E8D-4ADF-9233-ED281F8B05DA}" dt="2024-09-29T10:46:28.235" v="3151" actId="164"/>
          <ac:picMkLst>
            <pc:docMk/>
            <pc:sldMk cId="249088773" sldId="274"/>
            <ac:picMk id="5" creationId="{B3B89F04-0A20-539D-2669-35C64D749ED3}"/>
          </ac:picMkLst>
        </pc:picChg>
        <pc:cxnChg chg="add del mod">
          <ac:chgData name="Sohag Kabir" userId="e9b0da40-aef8-480a-bb63-d1daacecf555" providerId="ADAL" clId="{5C408035-4E8D-4ADF-9233-ED281F8B05DA}" dt="2024-09-29T10:44:46.514" v="3132" actId="478"/>
          <ac:cxnSpMkLst>
            <pc:docMk/>
            <pc:sldMk cId="249088773" sldId="274"/>
            <ac:cxnSpMk id="19" creationId="{D13FE4A5-66E5-4345-B551-85CBE5654388}"/>
          </ac:cxnSpMkLst>
        </pc:cxnChg>
        <pc:cxnChg chg="add mod">
          <ac:chgData name="Sohag Kabir" userId="e9b0da40-aef8-480a-bb63-d1daacecf555" providerId="ADAL" clId="{5C408035-4E8D-4ADF-9233-ED281F8B05DA}" dt="2024-09-29T10:46:28.235" v="3151" actId="164"/>
          <ac:cxnSpMkLst>
            <pc:docMk/>
            <pc:sldMk cId="249088773" sldId="274"/>
            <ac:cxnSpMk id="21" creationId="{836F80B1-D8B0-B588-29F1-E124BCBFEA7B}"/>
          </ac:cxnSpMkLst>
        </pc:cxnChg>
        <pc:cxnChg chg="add mod">
          <ac:chgData name="Sohag Kabir" userId="e9b0da40-aef8-480a-bb63-d1daacecf555" providerId="ADAL" clId="{5C408035-4E8D-4ADF-9233-ED281F8B05DA}" dt="2024-09-29T10:46:28.235" v="3151" actId="164"/>
          <ac:cxnSpMkLst>
            <pc:docMk/>
            <pc:sldMk cId="249088773" sldId="274"/>
            <ac:cxnSpMk id="23" creationId="{BAB9D8A7-BAE2-14D2-26AA-5D60C2C583F1}"/>
          </ac:cxnSpMkLst>
        </pc:cxnChg>
        <pc:cxnChg chg="add mod">
          <ac:chgData name="Sohag Kabir" userId="e9b0da40-aef8-480a-bb63-d1daacecf555" providerId="ADAL" clId="{5C408035-4E8D-4ADF-9233-ED281F8B05DA}" dt="2024-09-29T10:46:28.235" v="3151" actId="164"/>
          <ac:cxnSpMkLst>
            <pc:docMk/>
            <pc:sldMk cId="249088773" sldId="274"/>
            <ac:cxnSpMk id="25" creationId="{555FD488-9101-BF30-73C5-DC2346552816}"/>
          </ac:cxnSpMkLst>
        </pc:cxnChg>
        <pc:cxnChg chg="add mod">
          <ac:chgData name="Sohag Kabir" userId="e9b0da40-aef8-480a-bb63-d1daacecf555" providerId="ADAL" clId="{5C408035-4E8D-4ADF-9233-ED281F8B05DA}" dt="2024-09-29T10:46:28.235" v="3151" actId="164"/>
          <ac:cxnSpMkLst>
            <pc:docMk/>
            <pc:sldMk cId="249088773" sldId="274"/>
            <ac:cxnSpMk id="27" creationId="{7A87DC21-C6BC-7AE4-5B6B-C039B597DF86}"/>
          </ac:cxnSpMkLst>
        </pc:cxnChg>
        <pc:cxnChg chg="add mod">
          <ac:chgData name="Sohag Kabir" userId="e9b0da40-aef8-480a-bb63-d1daacecf555" providerId="ADAL" clId="{5C408035-4E8D-4ADF-9233-ED281F8B05DA}" dt="2024-09-29T10:46:28.235" v="3151" actId="164"/>
          <ac:cxnSpMkLst>
            <pc:docMk/>
            <pc:sldMk cId="249088773" sldId="274"/>
            <ac:cxnSpMk id="29" creationId="{F0DD0348-E42C-2026-F990-022B9E2F6279}"/>
          </ac:cxnSpMkLst>
        </pc:cxnChg>
        <pc:cxnChg chg="add mod">
          <ac:chgData name="Sohag Kabir" userId="e9b0da40-aef8-480a-bb63-d1daacecf555" providerId="ADAL" clId="{5C408035-4E8D-4ADF-9233-ED281F8B05DA}" dt="2024-09-29T10:46:28.235" v="3151" actId="164"/>
          <ac:cxnSpMkLst>
            <pc:docMk/>
            <pc:sldMk cId="249088773" sldId="274"/>
            <ac:cxnSpMk id="31" creationId="{7C077BDD-FCEA-AF2F-E984-BA3444044752}"/>
          </ac:cxnSpMkLst>
        </pc:cxnChg>
        <pc:cxnChg chg="add mod">
          <ac:chgData name="Sohag Kabir" userId="e9b0da40-aef8-480a-bb63-d1daacecf555" providerId="ADAL" clId="{5C408035-4E8D-4ADF-9233-ED281F8B05DA}" dt="2024-09-29T10:46:28.235" v="3151" actId="164"/>
          <ac:cxnSpMkLst>
            <pc:docMk/>
            <pc:sldMk cId="249088773" sldId="274"/>
            <ac:cxnSpMk id="33" creationId="{F253A55A-A466-85FA-4075-4B574D3D9DDE}"/>
          </ac:cxnSpMkLst>
        </pc:cxnChg>
        <pc:cxnChg chg="add mod">
          <ac:chgData name="Sohag Kabir" userId="e9b0da40-aef8-480a-bb63-d1daacecf555" providerId="ADAL" clId="{5C408035-4E8D-4ADF-9233-ED281F8B05DA}" dt="2024-09-29T10:46:28.235" v="3151" actId="164"/>
          <ac:cxnSpMkLst>
            <pc:docMk/>
            <pc:sldMk cId="249088773" sldId="274"/>
            <ac:cxnSpMk id="35" creationId="{94C74513-F00D-15A8-6843-5A9C444FDB64}"/>
          </ac:cxnSpMkLst>
        </pc:cxnChg>
      </pc:sldChg>
      <pc:sldChg chg="addSp delSp modSp add mod ord modNotesTx">
        <pc:chgData name="Sohag Kabir" userId="e9b0da40-aef8-480a-bb63-d1daacecf555" providerId="ADAL" clId="{5C408035-4E8D-4ADF-9233-ED281F8B05DA}" dt="2024-09-29T16:14:00.618" v="6518" actId="6549"/>
        <pc:sldMkLst>
          <pc:docMk/>
          <pc:sldMk cId="161335234" sldId="275"/>
        </pc:sldMkLst>
        <pc:spChg chg="mod">
          <ac:chgData name="Sohag Kabir" userId="e9b0da40-aef8-480a-bb63-d1daacecf555" providerId="ADAL" clId="{5C408035-4E8D-4ADF-9233-ED281F8B05DA}" dt="2024-09-29T13:15:59.733" v="4552" actId="255"/>
          <ac:spMkLst>
            <pc:docMk/>
            <pc:sldMk cId="161335234" sldId="275"/>
            <ac:spMk id="2" creationId="{F2A4DAD3-1E36-4CAD-94D1-E06B348A4ADD}"/>
          </ac:spMkLst>
        </pc:spChg>
        <pc:spChg chg="add mod">
          <ac:chgData name="Sohag Kabir" userId="e9b0da40-aef8-480a-bb63-d1daacecf555" providerId="ADAL" clId="{5C408035-4E8D-4ADF-9233-ED281F8B05DA}" dt="2024-09-29T13:17:29.059" v="4564" actId="1076"/>
          <ac:spMkLst>
            <pc:docMk/>
            <pc:sldMk cId="161335234" sldId="275"/>
            <ac:spMk id="4" creationId="{7106F082-F875-786D-D0AD-BD7B2E639E96}"/>
          </ac:spMkLst>
        </pc:spChg>
        <pc:spChg chg="add mod">
          <ac:chgData name="Sohag Kabir" userId="e9b0da40-aef8-480a-bb63-d1daacecf555" providerId="ADAL" clId="{5C408035-4E8D-4ADF-9233-ED281F8B05DA}" dt="2024-09-29T13:18:23.219" v="4654" actId="1076"/>
          <ac:spMkLst>
            <pc:docMk/>
            <pc:sldMk cId="161335234" sldId="275"/>
            <ac:spMk id="5" creationId="{789068AB-C816-5EF7-52F0-81426BABE9B4}"/>
          </ac:spMkLst>
        </pc:spChg>
        <pc:spChg chg="mod">
          <ac:chgData name="Sohag Kabir" userId="e9b0da40-aef8-480a-bb63-d1daacecf555" providerId="ADAL" clId="{5C408035-4E8D-4ADF-9233-ED281F8B05DA}" dt="2024-09-22T00:24:44.796" v="1554"/>
          <ac:spMkLst>
            <pc:docMk/>
            <pc:sldMk cId="161335234" sldId="275"/>
            <ac:spMk id="8" creationId="{00000000-0000-0000-0000-000000000000}"/>
          </ac:spMkLst>
        </pc:spChg>
        <pc:spChg chg="del mod">
          <ac:chgData name="Sohag Kabir" userId="e9b0da40-aef8-480a-bb63-d1daacecf555" providerId="ADAL" clId="{5C408035-4E8D-4ADF-9233-ED281F8B05DA}" dt="2024-09-29T13:11:25.018" v="4518" actId="478"/>
          <ac:spMkLst>
            <pc:docMk/>
            <pc:sldMk cId="161335234" sldId="275"/>
            <ac:spMk id="10" creationId="{00000000-0000-0000-0000-000000000000}"/>
          </ac:spMkLst>
        </pc:spChg>
        <pc:picChg chg="add mod">
          <ac:chgData name="Sohag Kabir" userId="e9b0da40-aef8-480a-bb63-d1daacecf555" providerId="ADAL" clId="{5C408035-4E8D-4ADF-9233-ED281F8B05DA}" dt="2024-09-29T13:16:54.394" v="4553" actId="1076"/>
          <ac:picMkLst>
            <pc:docMk/>
            <pc:sldMk cId="161335234" sldId="275"/>
            <ac:picMk id="3" creationId="{C250461A-5E8D-9499-83CE-EB319AF5C8BF}"/>
          </ac:picMkLst>
        </pc:picChg>
      </pc:sldChg>
      <pc:sldChg chg="addSp delSp modSp add mod delAnim modAnim">
        <pc:chgData name="Sohag Kabir" userId="e9b0da40-aef8-480a-bb63-d1daacecf555" providerId="ADAL" clId="{5C408035-4E8D-4ADF-9233-ED281F8B05DA}" dt="2024-09-29T15:36:50.482" v="5978" actId="255"/>
        <pc:sldMkLst>
          <pc:docMk/>
          <pc:sldMk cId="2518863157" sldId="276"/>
        </pc:sldMkLst>
        <pc:spChg chg="mod">
          <ac:chgData name="Sohag Kabir" userId="e9b0da40-aef8-480a-bb63-d1daacecf555" providerId="ADAL" clId="{5C408035-4E8D-4ADF-9233-ED281F8B05DA}" dt="2024-09-29T15:36:50.482" v="5978" actId="255"/>
          <ac:spMkLst>
            <pc:docMk/>
            <pc:sldMk cId="2518863157" sldId="276"/>
            <ac:spMk id="2" creationId="{72ABD1FB-AEB1-45F3-94A9-40E0FDAAAB12}"/>
          </ac:spMkLst>
        </pc:spChg>
        <pc:spChg chg="add del mod">
          <ac:chgData name="Sohag Kabir" userId="e9b0da40-aef8-480a-bb63-d1daacecf555" providerId="ADAL" clId="{5C408035-4E8D-4ADF-9233-ED281F8B05DA}" dt="2024-09-29T15:35:15.438" v="5926" actId="478"/>
          <ac:spMkLst>
            <pc:docMk/>
            <pc:sldMk cId="2518863157" sldId="276"/>
            <ac:spMk id="3" creationId="{3A0B1FAF-7CD5-177C-F2DE-D436C516606C}"/>
          </ac:spMkLst>
        </pc:spChg>
        <pc:spChg chg="mod">
          <ac:chgData name="Sohag Kabir" userId="e9b0da40-aef8-480a-bb63-d1daacecf555" providerId="ADAL" clId="{5C408035-4E8D-4ADF-9233-ED281F8B05DA}" dt="2024-09-22T00:25:07.047" v="1558"/>
          <ac:spMkLst>
            <pc:docMk/>
            <pc:sldMk cId="2518863157" sldId="276"/>
            <ac:spMk id="7" creationId="{2FDE415C-F3CC-4D2E-B0F5-4EADDCEE714F}"/>
          </ac:spMkLst>
        </pc:spChg>
        <pc:spChg chg="del mod">
          <ac:chgData name="Sohag Kabir" userId="e9b0da40-aef8-480a-bb63-d1daacecf555" providerId="ADAL" clId="{5C408035-4E8D-4ADF-9233-ED281F8B05DA}" dt="2024-09-29T15:35:17.562" v="5928" actId="478"/>
          <ac:spMkLst>
            <pc:docMk/>
            <pc:sldMk cId="2518863157" sldId="276"/>
            <ac:spMk id="8" creationId="{00000000-0000-0000-0000-000000000000}"/>
          </ac:spMkLst>
        </pc:spChg>
        <pc:spChg chg="add mod">
          <ac:chgData name="Sohag Kabir" userId="e9b0da40-aef8-480a-bb63-d1daacecf555" providerId="ADAL" clId="{5C408035-4E8D-4ADF-9233-ED281F8B05DA}" dt="2024-09-29T15:36:20.857" v="5976" actId="1076"/>
          <ac:spMkLst>
            <pc:docMk/>
            <pc:sldMk cId="2518863157" sldId="276"/>
            <ac:spMk id="9" creationId="{B830AC48-BB7B-490C-C153-AE4A2BD63F76}"/>
          </ac:spMkLst>
        </pc:spChg>
        <pc:picChg chg="add mod">
          <ac:chgData name="Sohag Kabir" userId="e9b0da40-aef8-480a-bb63-d1daacecf555" providerId="ADAL" clId="{5C408035-4E8D-4ADF-9233-ED281F8B05DA}" dt="2024-09-29T15:36:24.752" v="5977" actId="1076"/>
          <ac:picMkLst>
            <pc:docMk/>
            <pc:sldMk cId="2518863157" sldId="276"/>
            <ac:picMk id="4" creationId="{EA4A4A0C-3543-D852-35E7-AE9DCACBE460}"/>
          </ac:picMkLst>
        </pc:picChg>
        <pc:picChg chg="add del mod">
          <ac:chgData name="Sohag Kabir" userId="e9b0da40-aef8-480a-bb63-d1daacecf555" providerId="ADAL" clId="{5C408035-4E8D-4ADF-9233-ED281F8B05DA}" dt="2024-09-29T15:35:16.032" v="5927" actId="478"/>
          <ac:picMkLst>
            <pc:docMk/>
            <pc:sldMk cId="2518863157" sldId="276"/>
            <ac:picMk id="2050" creationId="{70DFDF15-F3FE-A708-29D8-A3324CD989F6}"/>
          </ac:picMkLst>
        </pc:picChg>
      </pc:sldChg>
      <pc:sldChg chg="addSp delSp modSp add mod modAnim modNotesTx">
        <pc:chgData name="Sohag Kabir" userId="e9b0da40-aef8-480a-bb63-d1daacecf555" providerId="ADAL" clId="{5C408035-4E8D-4ADF-9233-ED281F8B05DA}" dt="2024-09-29T16:14:09.614" v="6519" actId="6549"/>
        <pc:sldMkLst>
          <pc:docMk/>
          <pc:sldMk cId="3470196385" sldId="277"/>
        </pc:sldMkLst>
        <pc:spChg chg="mod">
          <ac:chgData name="Sohag Kabir" userId="e9b0da40-aef8-480a-bb63-d1daacecf555" providerId="ADAL" clId="{5C408035-4E8D-4ADF-9233-ED281F8B05DA}" dt="2024-09-29T13:09:18.404" v="4497" actId="14100"/>
          <ac:spMkLst>
            <pc:docMk/>
            <pc:sldMk cId="3470196385" sldId="277"/>
            <ac:spMk id="2" creationId="{F2A4DAD3-1E36-4CAD-94D1-E06B348A4ADD}"/>
          </ac:spMkLst>
        </pc:spChg>
        <pc:spChg chg="add mod">
          <ac:chgData name="Sohag Kabir" userId="e9b0da40-aef8-480a-bb63-d1daacecf555" providerId="ADAL" clId="{5C408035-4E8D-4ADF-9233-ED281F8B05DA}" dt="2024-09-29T13:10:24.384" v="4517" actId="20577"/>
          <ac:spMkLst>
            <pc:docMk/>
            <pc:sldMk cId="3470196385" sldId="277"/>
            <ac:spMk id="4" creationId="{D452E1F5-E945-1754-3A3E-044E7CF22A2C}"/>
          </ac:spMkLst>
        </pc:spChg>
        <pc:spChg chg="del">
          <ac:chgData name="Sohag Kabir" userId="e9b0da40-aef8-480a-bb63-d1daacecf555" providerId="ADAL" clId="{5C408035-4E8D-4ADF-9233-ED281F8B05DA}" dt="2024-09-29T13:09:22.099" v="4498" actId="478"/>
          <ac:spMkLst>
            <pc:docMk/>
            <pc:sldMk cId="3470196385" sldId="277"/>
            <ac:spMk id="5" creationId="{FDEA4DFA-1268-47F7-FDAA-F6B52258C2DD}"/>
          </ac:spMkLst>
        </pc:spChg>
        <pc:spChg chg="del">
          <ac:chgData name="Sohag Kabir" userId="e9b0da40-aef8-480a-bb63-d1daacecf555" providerId="ADAL" clId="{5C408035-4E8D-4ADF-9233-ED281F8B05DA}" dt="2024-09-29T13:09:24.612" v="4501" actId="478"/>
          <ac:spMkLst>
            <pc:docMk/>
            <pc:sldMk cId="3470196385" sldId="277"/>
            <ac:spMk id="9" creationId="{E67C3D7F-1592-4B51-DE14-8B40F807CCBE}"/>
          </ac:spMkLst>
        </pc:spChg>
        <pc:spChg chg="del">
          <ac:chgData name="Sohag Kabir" userId="e9b0da40-aef8-480a-bb63-d1daacecf555" providerId="ADAL" clId="{5C408035-4E8D-4ADF-9233-ED281F8B05DA}" dt="2024-09-29T13:09:25.645" v="4502" actId="478"/>
          <ac:spMkLst>
            <pc:docMk/>
            <pc:sldMk cId="3470196385" sldId="277"/>
            <ac:spMk id="14" creationId="{20ED7C63-7FE2-E2FF-1786-8F6A3A0C56DD}"/>
          </ac:spMkLst>
        </pc:spChg>
        <pc:spChg chg="del">
          <ac:chgData name="Sohag Kabir" userId="e9b0da40-aef8-480a-bb63-d1daacecf555" providerId="ADAL" clId="{5C408035-4E8D-4ADF-9233-ED281F8B05DA}" dt="2024-09-29T13:09:27.028" v="4504" actId="478"/>
          <ac:spMkLst>
            <pc:docMk/>
            <pc:sldMk cId="3470196385" sldId="277"/>
            <ac:spMk id="15" creationId="{A2041B4F-2E27-694B-227B-8415A108C521}"/>
          </ac:spMkLst>
        </pc:spChg>
        <pc:spChg chg="del">
          <ac:chgData name="Sohag Kabir" userId="e9b0da40-aef8-480a-bb63-d1daacecf555" providerId="ADAL" clId="{5C408035-4E8D-4ADF-9233-ED281F8B05DA}" dt="2024-09-29T13:09:28.211" v="4505" actId="478"/>
          <ac:spMkLst>
            <pc:docMk/>
            <pc:sldMk cId="3470196385" sldId="277"/>
            <ac:spMk id="16" creationId="{9B49B2EE-C37C-49FB-1E06-F921B609926F}"/>
          </ac:spMkLst>
        </pc:spChg>
        <pc:spChg chg="del">
          <ac:chgData name="Sohag Kabir" userId="e9b0da40-aef8-480a-bb63-d1daacecf555" providerId="ADAL" clId="{5C408035-4E8D-4ADF-9233-ED281F8B05DA}" dt="2024-09-29T13:09:29.668" v="4506" actId="478"/>
          <ac:spMkLst>
            <pc:docMk/>
            <pc:sldMk cId="3470196385" sldId="277"/>
            <ac:spMk id="19" creationId="{DE453004-A99B-1063-ADB5-F26EAAD74331}"/>
          </ac:spMkLst>
        </pc:spChg>
        <pc:grpChg chg="del">
          <ac:chgData name="Sohag Kabir" userId="e9b0da40-aef8-480a-bb63-d1daacecf555" providerId="ADAL" clId="{5C408035-4E8D-4ADF-9233-ED281F8B05DA}" dt="2024-09-29T13:09:22.892" v="4499" actId="478"/>
          <ac:grpSpMkLst>
            <pc:docMk/>
            <pc:sldMk cId="3470196385" sldId="277"/>
            <ac:grpSpMk id="21" creationId="{B189401D-9EB8-B47B-0561-515E6F904FC4}"/>
          </ac:grpSpMkLst>
        </pc:grpChg>
        <pc:grpChg chg="del">
          <ac:chgData name="Sohag Kabir" userId="e9b0da40-aef8-480a-bb63-d1daacecf555" providerId="ADAL" clId="{5C408035-4E8D-4ADF-9233-ED281F8B05DA}" dt="2024-09-29T13:09:26.324" v="4503" actId="478"/>
          <ac:grpSpMkLst>
            <pc:docMk/>
            <pc:sldMk cId="3470196385" sldId="277"/>
            <ac:grpSpMk id="22" creationId="{F8A2D9C2-B606-A363-E5CB-512BD6C60608}"/>
          </ac:grpSpMkLst>
        </pc:grpChg>
        <pc:picChg chg="add mod">
          <ac:chgData name="Sohag Kabir" userId="e9b0da40-aef8-480a-bb63-d1daacecf555" providerId="ADAL" clId="{5C408035-4E8D-4ADF-9233-ED281F8B05DA}" dt="2024-09-29T13:10:11.916" v="4515" actId="1076"/>
          <ac:picMkLst>
            <pc:docMk/>
            <pc:sldMk cId="3470196385" sldId="277"/>
            <ac:picMk id="3" creationId="{FCAE56A7-F0B8-E1D5-4CAE-0CD103D15385}"/>
          </ac:picMkLst>
        </pc:picChg>
        <pc:picChg chg="del">
          <ac:chgData name="Sohag Kabir" userId="e9b0da40-aef8-480a-bb63-d1daacecf555" providerId="ADAL" clId="{5C408035-4E8D-4ADF-9233-ED281F8B05DA}" dt="2024-09-29T13:09:23.548" v="4500" actId="478"/>
          <ac:picMkLst>
            <pc:docMk/>
            <pc:sldMk cId="3470196385" sldId="277"/>
            <ac:picMk id="1026" creationId="{78323CF5-4D28-F066-615D-7D4742318D85}"/>
          </ac:picMkLst>
        </pc:picChg>
      </pc:sldChg>
      <pc:sldChg chg="addSp delSp modSp add mod ord modAnim">
        <pc:chgData name="Sohag Kabir" userId="e9b0da40-aef8-480a-bb63-d1daacecf555" providerId="ADAL" clId="{5C408035-4E8D-4ADF-9233-ED281F8B05DA}" dt="2024-09-29T13:30:34.454" v="4782"/>
        <pc:sldMkLst>
          <pc:docMk/>
          <pc:sldMk cId="4215629215" sldId="278"/>
        </pc:sldMkLst>
        <pc:spChg chg="mod">
          <ac:chgData name="Sohag Kabir" userId="e9b0da40-aef8-480a-bb63-d1daacecf555" providerId="ADAL" clId="{5C408035-4E8D-4ADF-9233-ED281F8B05DA}" dt="2024-09-29T13:27:42.489" v="4763" actId="1076"/>
          <ac:spMkLst>
            <pc:docMk/>
            <pc:sldMk cId="4215629215" sldId="278"/>
            <ac:spMk id="2" creationId="{3530B774-9001-449E-924A-4229028B4A25}"/>
          </ac:spMkLst>
        </pc:spChg>
        <pc:spChg chg="add del mod">
          <ac:chgData name="Sohag Kabir" userId="e9b0da40-aef8-480a-bb63-d1daacecf555" providerId="ADAL" clId="{5C408035-4E8D-4ADF-9233-ED281F8B05DA}" dt="2024-09-29T13:23:51.851" v="4713" actId="478"/>
          <ac:spMkLst>
            <pc:docMk/>
            <pc:sldMk cId="4215629215" sldId="278"/>
            <ac:spMk id="3" creationId="{1C1A0CA5-7CB0-439A-3D65-01473DA4C41C}"/>
          </ac:spMkLst>
        </pc:spChg>
        <pc:spChg chg="add del">
          <ac:chgData name="Sohag Kabir" userId="e9b0da40-aef8-480a-bb63-d1daacecf555" providerId="ADAL" clId="{5C408035-4E8D-4ADF-9233-ED281F8B05DA}" dt="2024-09-29T13:23:59.443" v="4715" actId="478"/>
          <ac:spMkLst>
            <pc:docMk/>
            <pc:sldMk cId="4215629215" sldId="278"/>
            <ac:spMk id="4" creationId="{A89ECD60-C318-8056-FA7F-4579E716BE86}"/>
          </ac:spMkLst>
        </pc:spChg>
        <pc:spChg chg="del">
          <ac:chgData name="Sohag Kabir" userId="e9b0da40-aef8-480a-bb63-d1daacecf555" providerId="ADAL" clId="{5C408035-4E8D-4ADF-9233-ED281F8B05DA}" dt="2024-09-29T13:23:44.928" v="4710" actId="478"/>
          <ac:spMkLst>
            <pc:docMk/>
            <pc:sldMk cId="4215629215" sldId="278"/>
            <ac:spMk id="8" creationId="{00000000-0000-0000-0000-000000000000}"/>
          </ac:spMkLst>
        </pc:spChg>
        <pc:spChg chg="add mod">
          <ac:chgData name="Sohag Kabir" userId="e9b0da40-aef8-480a-bb63-d1daacecf555" providerId="ADAL" clId="{5C408035-4E8D-4ADF-9233-ED281F8B05DA}" dt="2024-09-29T13:30:22.961" v="4781" actId="1076"/>
          <ac:spMkLst>
            <pc:docMk/>
            <pc:sldMk cId="4215629215" sldId="278"/>
            <ac:spMk id="11" creationId="{0639A0D8-DF8E-F073-F88E-F470CE7FC43F}"/>
          </ac:spMkLst>
        </pc:spChg>
        <pc:picChg chg="add mod">
          <ac:chgData name="Sohag Kabir" userId="e9b0da40-aef8-480a-bb63-d1daacecf555" providerId="ADAL" clId="{5C408035-4E8D-4ADF-9233-ED281F8B05DA}" dt="2024-09-29T13:28:58.509" v="4767" actId="1076"/>
          <ac:picMkLst>
            <pc:docMk/>
            <pc:sldMk cId="4215629215" sldId="278"/>
            <ac:picMk id="7" creationId="{1621BF61-97A8-3030-5D73-965D1E5EDF60}"/>
          </ac:picMkLst>
        </pc:picChg>
      </pc:sldChg>
      <pc:sldChg chg="addSp delSp modSp add mod modAnim">
        <pc:chgData name="Sohag Kabir" userId="e9b0da40-aef8-480a-bb63-d1daacecf555" providerId="ADAL" clId="{5C408035-4E8D-4ADF-9233-ED281F8B05DA}" dt="2024-09-29T09:32:02.196" v="2561" actId="20577"/>
        <pc:sldMkLst>
          <pc:docMk/>
          <pc:sldMk cId="616367942" sldId="279"/>
        </pc:sldMkLst>
        <pc:spChg chg="mod">
          <ac:chgData name="Sohag Kabir" userId="e9b0da40-aef8-480a-bb63-d1daacecf555" providerId="ADAL" clId="{5C408035-4E8D-4ADF-9233-ED281F8B05DA}" dt="2024-09-28T16:46:40.749" v="2042"/>
          <ac:spMkLst>
            <pc:docMk/>
            <pc:sldMk cId="616367942" sldId="279"/>
            <ac:spMk id="2" creationId="{DE13D453-4D7B-47BF-AED4-27D56C3644AA}"/>
          </ac:spMkLst>
        </pc:spChg>
        <pc:spChg chg="del">
          <ac:chgData name="Sohag Kabir" userId="e9b0da40-aef8-480a-bb63-d1daacecf555" providerId="ADAL" clId="{5C408035-4E8D-4ADF-9233-ED281F8B05DA}" dt="2024-09-28T16:46:54.348" v="2045" actId="478"/>
          <ac:spMkLst>
            <pc:docMk/>
            <pc:sldMk cId="616367942" sldId="279"/>
            <ac:spMk id="8" creationId="{A0985119-32A5-C2F9-D3E3-A5C753C11C2B}"/>
          </ac:spMkLst>
        </pc:spChg>
        <pc:spChg chg="add mod">
          <ac:chgData name="Sohag Kabir" userId="e9b0da40-aef8-480a-bb63-d1daacecf555" providerId="ADAL" clId="{5C408035-4E8D-4ADF-9233-ED281F8B05DA}" dt="2024-09-28T16:59:59.089" v="2090" actId="164"/>
          <ac:spMkLst>
            <pc:docMk/>
            <pc:sldMk cId="616367942" sldId="279"/>
            <ac:spMk id="15" creationId="{DD2C717C-53A5-56E6-60D4-5F3637B6D164}"/>
          </ac:spMkLst>
        </pc:spChg>
        <pc:spChg chg="add mod">
          <ac:chgData name="Sohag Kabir" userId="e9b0da40-aef8-480a-bb63-d1daacecf555" providerId="ADAL" clId="{5C408035-4E8D-4ADF-9233-ED281F8B05DA}" dt="2024-09-29T09:32:02.196" v="2561" actId="20577"/>
          <ac:spMkLst>
            <pc:docMk/>
            <pc:sldMk cId="616367942" sldId="279"/>
            <ac:spMk id="17" creationId="{AE07A529-53E8-8DF5-1062-AD0057D37E2E}"/>
          </ac:spMkLst>
        </pc:spChg>
        <pc:spChg chg="add mod">
          <ac:chgData name="Sohag Kabir" userId="e9b0da40-aef8-480a-bb63-d1daacecf555" providerId="ADAL" clId="{5C408035-4E8D-4ADF-9233-ED281F8B05DA}" dt="2024-09-28T17:23:27.823" v="2160" actId="164"/>
          <ac:spMkLst>
            <pc:docMk/>
            <pc:sldMk cId="616367942" sldId="279"/>
            <ac:spMk id="19" creationId="{1434ED01-BED0-041D-5BB6-DC3CABE67215}"/>
          </ac:spMkLst>
        </pc:spChg>
        <pc:spChg chg="add del mod">
          <ac:chgData name="Sohag Kabir" userId="e9b0da40-aef8-480a-bb63-d1daacecf555" providerId="ADAL" clId="{5C408035-4E8D-4ADF-9233-ED281F8B05DA}" dt="2024-09-28T17:24:32.107" v="2164" actId="11529"/>
          <ac:spMkLst>
            <pc:docMk/>
            <pc:sldMk cId="616367942" sldId="279"/>
            <ac:spMk id="21" creationId="{95592F44-1B75-253E-77C1-307197A4F9D6}"/>
          </ac:spMkLst>
        </pc:spChg>
        <pc:spChg chg="add mod ord">
          <ac:chgData name="Sohag Kabir" userId="e9b0da40-aef8-480a-bb63-d1daacecf555" providerId="ADAL" clId="{5C408035-4E8D-4ADF-9233-ED281F8B05DA}" dt="2024-09-28T17:43:33.495" v="2411" actId="166"/>
          <ac:spMkLst>
            <pc:docMk/>
            <pc:sldMk cId="616367942" sldId="279"/>
            <ac:spMk id="22" creationId="{99AB6468-528C-A815-2057-77E3B2587DAB}"/>
          </ac:spMkLst>
        </pc:spChg>
        <pc:spChg chg="add del">
          <ac:chgData name="Sohag Kabir" userId="e9b0da40-aef8-480a-bb63-d1daacecf555" providerId="ADAL" clId="{5C408035-4E8D-4ADF-9233-ED281F8B05DA}" dt="2024-09-28T17:25:41.700" v="2185" actId="22"/>
          <ac:spMkLst>
            <pc:docMk/>
            <pc:sldMk cId="616367942" sldId="279"/>
            <ac:spMk id="24" creationId="{78C3D0D6-9B4B-4766-4B85-5FB325EB64A0}"/>
          </ac:spMkLst>
        </pc:spChg>
        <pc:spChg chg="add mod">
          <ac:chgData name="Sohag Kabir" userId="e9b0da40-aef8-480a-bb63-d1daacecf555" providerId="ADAL" clId="{5C408035-4E8D-4ADF-9233-ED281F8B05DA}" dt="2024-09-28T17:43:27.661" v="2410" actId="1038"/>
          <ac:spMkLst>
            <pc:docMk/>
            <pc:sldMk cId="616367942" sldId="279"/>
            <ac:spMk id="29" creationId="{3CF2F5F3-5C81-67EA-FE7D-0B1D87282372}"/>
          </ac:spMkLst>
        </pc:spChg>
        <pc:spChg chg="add mod">
          <ac:chgData name="Sohag Kabir" userId="e9b0da40-aef8-480a-bb63-d1daacecf555" providerId="ADAL" clId="{5C408035-4E8D-4ADF-9233-ED281F8B05DA}" dt="2024-09-28T17:43:39.428" v="2428" actId="1037"/>
          <ac:spMkLst>
            <pc:docMk/>
            <pc:sldMk cId="616367942" sldId="279"/>
            <ac:spMk id="31" creationId="{83B548FD-DDFE-7A74-AB64-22EAD0B1ADC5}"/>
          </ac:spMkLst>
        </pc:spChg>
        <pc:grpChg chg="add mod">
          <ac:chgData name="Sohag Kabir" userId="e9b0da40-aef8-480a-bb63-d1daacecf555" providerId="ADAL" clId="{5C408035-4E8D-4ADF-9233-ED281F8B05DA}" dt="2024-09-28T16:59:59.089" v="2090" actId="164"/>
          <ac:grpSpMkLst>
            <pc:docMk/>
            <pc:sldMk cId="616367942" sldId="279"/>
            <ac:grpSpMk id="13" creationId="{916C07AF-54FD-C1FA-45AE-23399FFCC640}"/>
          </ac:grpSpMkLst>
        </pc:grpChg>
        <pc:grpChg chg="add mod">
          <ac:chgData name="Sohag Kabir" userId="e9b0da40-aef8-480a-bb63-d1daacecf555" providerId="ADAL" clId="{5C408035-4E8D-4ADF-9233-ED281F8B05DA}" dt="2024-09-28T17:00:04.453" v="2091" actId="1076"/>
          <ac:grpSpMkLst>
            <pc:docMk/>
            <pc:sldMk cId="616367942" sldId="279"/>
            <ac:grpSpMk id="16" creationId="{DB6FE659-BA02-BE9A-F5AA-73DE71D41BE5}"/>
          </ac:grpSpMkLst>
        </pc:grpChg>
        <pc:grpChg chg="add mod">
          <ac:chgData name="Sohag Kabir" userId="e9b0da40-aef8-480a-bb63-d1daacecf555" providerId="ADAL" clId="{5C408035-4E8D-4ADF-9233-ED281F8B05DA}" dt="2024-09-28T17:23:27.823" v="2160" actId="164"/>
          <ac:grpSpMkLst>
            <pc:docMk/>
            <pc:sldMk cId="616367942" sldId="279"/>
            <ac:grpSpMk id="20" creationId="{5D781849-0FED-DD65-FB9E-2D69A7200C70}"/>
          </ac:grpSpMkLst>
        </pc:grpChg>
        <pc:grpChg chg="add mod">
          <ac:chgData name="Sohag Kabir" userId="e9b0da40-aef8-480a-bb63-d1daacecf555" providerId="ADAL" clId="{5C408035-4E8D-4ADF-9233-ED281F8B05DA}" dt="2024-09-28T17:43:27.661" v="2410" actId="1038"/>
          <ac:grpSpMkLst>
            <pc:docMk/>
            <pc:sldMk cId="616367942" sldId="279"/>
            <ac:grpSpMk id="28" creationId="{5C1C1FB0-FAA6-68B1-3248-BB5004217067}"/>
          </ac:grpSpMkLst>
        </pc:grpChg>
        <pc:grpChg chg="add mod">
          <ac:chgData name="Sohag Kabir" userId="e9b0da40-aef8-480a-bb63-d1daacecf555" providerId="ADAL" clId="{5C408035-4E8D-4ADF-9233-ED281F8B05DA}" dt="2024-09-28T17:43:27.661" v="2410" actId="1038"/>
          <ac:grpSpMkLst>
            <pc:docMk/>
            <pc:sldMk cId="616367942" sldId="279"/>
            <ac:grpSpMk id="30" creationId="{D9EC2A41-88AF-B394-C3A2-D134ECCB53CC}"/>
          </ac:grpSpMkLst>
        </pc:grpChg>
        <pc:picChg chg="add mod">
          <ac:chgData name="Sohag Kabir" userId="e9b0da40-aef8-480a-bb63-d1daacecf555" providerId="ADAL" clId="{5C408035-4E8D-4ADF-9233-ED281F8B05DA}" dt="2024-09-28T16:59:21.898" v="2082" actId="164"/>
          <ac:picMkLst>
            <pc:docMk/>
            <pc:sldMk cId="616367942" sldId="279"/>
            <ac:picMk id="3" creationId="{705A320F-0A9F-BEAA-2E80-27F4CC2578B7}"/>
          </ac:picMkLst>
        </pc:picChg>
        <pc:picChg chg="del">
          <ac:chgData name="Sohag Kabir" userId="e9b0da40-aef8-480a-bb63-d1daacecf555" providerId="ADAL" clId="{5C408035-4E8D-4ADF-9233-ED281F8B05DA}" dt="2024-09-28T16:46:48.292" v="2044" actId="478"/>
          <ac:picMkLst>
            <pc:docMk/>
            <pc:sldMk cId="616367942" sldId="279"/>
            <ac:picMk id="4" creationId="{36020D2A-540F-A16C-2A73-0DED848EEB84}"/>
          </ac:picMkLst>
        </pc:picChg>
        <pc:picChg chg="add del mod">
          <ac:chgData name="Sohag Kabir" userId="e9b0da40-aef8-480a-bb63-d1daacecf555" providerId="ADAL" clId="{5C408035-4E8D-4ADF-9233-ED281F8B05DA}" dt="2024-09-28T16:59:00.388" v="2080" actId="478"/>
          <ac:picMkLst>
            <pc:docMk/>
            <pc:sldMk cId="616367942" sldId="279"/>
            <ac:picMk id="5" creationId="{4E605B6E-2D92-8C19-331C-18460B622030}"/>
          </ac:picMkLst>
        </pc:picChg>
        <pc:picChg chg="add del mod">
          <ac:chgData name="Sohag Kabir" userId="e9b0da40-aef8-480a-bb63-d1daacecf555" providerId="ADAL" clId="{5C408035-4E8D-4ADF-9233-ED281F8B05DA}" dt="2024-09-28T16:56:57.080" v="2056" actId="478"/>
          <ac:picMkLst>
            <pc:docMk/>
            <pc:sldMk cId="616367942" sldId="279"/>
            <ac:picMk id="9" creationId="{FCF38EAA-AA42-91D9-7B5D-3EEC1F0DFADA}"/>
          </ac:picMkLst>
        </pc:picChg>
        <pc:picChg chg="add del mod">
          <ac:chgData name="Sohag Kabir" userId="e9b0da40-aef8-480a-bb63-d1daacecf555" providerId="ADAL" clId="{5C408035-4E8D-4ADF-9233-ED281F8B05DA}" dt="2024-09-28T16:59:01.076" v="2081" actId="478"/>
          <ac:picMkLst>
            <pc:docMk/>
            <pc:sldMk cId="616367942" sldId="279"/>
            <ac:picMk id="10" creationId="{ECC65BF0-3DFE-3794-D6F1-CDF1290A8090}"/>
          </ac:picMkLst>
        </pc:picChg>
        <pc:picChg chg="add mod">
          <ac:chgData name="Sohag Kabir" userId="e9b0da40-aef8-480a-bb63-d1daacecf555" providerId="ADAL" clId="{5C408035-4E8D-4ADF-9233-ED281F8B05DA}" dt="2024-09-28T16:59:21.898" v="2082" actId="164"/>
          <ac:picMkLst>
            <pc:docMk/>
            <pc:sldMk cId="616367942" sldId="279"/>
            <ac:picMk id="11" creationId="{9107CEB9-0F39-0F69-B096-D1D69AA263D1}"/>
          </ac:picMkLst>
        </pc:picChg>
        <pc:picChg chg="add mod">
          <ac:chgData name="Sohag Kabir" userId="e9b0da40-aef8-480a-bb63-d1daacecf555" providerId="ADAL" clId="{5C408035-4E8D-4ADF-9233-ED281F8B05DA}" dt="2024-09-28T16:59:21.898" v="2082" actId="164"/>
          <ac:picMkLst>
            <pc:docMk/>
            <pc:sldMk cId="616367942" sldId="279"/>
            <ac:picMk id="12" creationId="{27587A27-F098-7E80-1433-00741985A50A}"/>
          </ac:picMkLst>
        </pc:picChg>
        <pc:picChg chg="add mod">
          <ac:chgData name="Sohag Kabir" userId="e9b0da40-aef8-480a-bb63-d1daacecf555" providerId="ADAL" clId="{5C408035-4E8D-4ADF-9233-ED281F8B05DA}" dt="2024-09-28T17:23:27.823" v="2160" actId="164"/>
          <ac:picMkLst>
            <pc:docMk/>
            <pc:sldMk cId="616367942" sldId="279"/>
            <ac:picMk id="18" creationId="{9BDB8429-BBB6-86EF-61C3-E87B5DF212AE}"/>
          </ac:picMkLst>
        </pc:picChg>
        <pc:picChg chg="add mod">
          <ac:chgData name="Sohag Kabir" userId="e9b0da40-aef8-480a-bb63-d1daacecf555" providerId="ADAL" clId="{5C408035-4E8D-4ADF-9233-ED281F8B05DA}" dt="2024-09-28T17:43:27.661" v="2410" actId="1038"/>
          <ac:picMkLst>
            <pc:docMk/>
            <pc:sldMk cId="616367942" sldId="279"/>
            <ac:picMk id="25" creationId="{366F0069-0080-971F-06DA-F08AA9E8F483}"/>
          </ac:picMkLst>
        </pc:picChg>
        <pc:picChg chg="add mod modCrop">
          <ac:chgData name="Sohag Kabir" userId="e9b0da40-aef8-480a-bb63-d1daacecf555" providerId="ADAL" clId="{5C408035-4E8D-4ADF-9233-ED281F8B05DA}" dt="2024-09-28T17:43:27.661" v="2410" actId="1038"/>
          <ac:picMkLst>
            <pc:docMk/>
            <pc:sldMk cId="616367942" sldId="279"/>
            <ac:picMk id="26" creationId="{0C7A2ADE-3BE8-283A-0784-C6E363215AC0}"/>
          </ac:picMkLst>
        </pc:picChg>
        <pc:picChg chg="add mod">
          <ac:chgData name="Sohag Kabir" userId="e9b0da40-aef8-480a-bb63-d1daacecf555" providerId="ADAL" clId="{5C408035-4E8D-4ADF-9233-ED281F8B05DA}" dt="2024-09-28T17:43:27.661" v="2410" actId="1038"/>
          <ac:picMkLst>
            <pc:docMk/>
            <pc:sldMk cId="616367942" sldId="279"/>
            <ac:picMk id="27" creationId="{55ADB266-D310-42AF-1E09-609E401CC795}"/>
          </ac:picMkLst>
        </pc:picChg>
        <pc:picChg chg="add del">
          <ac:chgData name="Sohag Kabir" userId="e9b0da40-aef8-480a-bb63-d1daacecf555" providerId="ADAL" clId="{5C408035-4E8D-4ADF-9233-ED281F8B05DA}" dt="2024-09-28T17:37:00.735" v="2335" actId="478"/>
          <ac:picMkLst>
            <pc:docMk/>
            <pc:sldMk cId="616367942" sldId="279"/>
            <ac:picMk id="2050" creationId="{F8DA26DB-E3F8-607D-ADFD-7F2643A2F7D9}"/>
          </ac:picMkLst>
        </pc:picChg>
        <pc:picChg chg="add mod">
          <ac:chgData name="Sohag Kabir" userId="e9b0da40-aef8-480a-bb63-d1daacecf555" providerId="ADAL" clId="{5C408035-4E8D-4ADF-9233-ED281F8B05DA}" dt="2024-09-28T17:43:27.661" v="2410" actId="1038"/>
          <ac:picMkLst>
            <pc:docMk/>
            <pc:sldMk cId="616367942" sldId="279"/>
            <ac:picMk id="2052" creationId="{DE2BFC5F-1296-4799-D19C-BB77567CECB7}"/>
          </ac:picMkLst>
        </pc:picChg>
      </pc:sldChg>
      <pc:sldChg chg="addSp delSp modSp add mod modAnim">
        <pc:chgData name="Sohag Kabir" userId="e9b0da40-aef8-480a-bb63-d1daacecf555" providerId="ADAL" clId="{5C408035-4E8D-4ADF-9233-ED281F8B05DA}" dt="2024-09-28T17:55:30.222" v="2454" actId="2711"/>
        <pc:sldMkLst>
          <pc:docMk/>
          <pc:sldMk cId="641033179" sldId="280"/>
        </pc:sldMkLst>
        <pc:spChg chg="add del">
          <ac:chgData name="Sohag Kabir" userId="e9b0da40-aef8-480a-bb63-d1daacecf555" providerId="ADAL" clId="{5C408035-4E8D-4ADF-9233-ED281F8B05DA}" dt="2024-09-28T17:46:35.598" v="2445" actId="22"/>
          <ac:spMkLst>
            <pc:docMk/>
            <pc:sldMk cId="641033179" sldId="280"/>
            <ac:spMk id="5" creationId="{6EF4F412-9EE2-E9FB-A5D7-097E0E315752}"/>
          </ac:spMkLst>
        </pc:spChg>
        <pc:spChg chg="mod">
          <ac:chgData name="Sohag Kabir" userId="e9b0da40-aef8-480a-bb63-d1daacecf555" providerId="ADAL" clId="{5C408035-4E8D-4ADF-9233-ED281F8B05DA}" dt="2024-09-28T17:46:15.721" v="2443" actId="6549"/>
          <ac:spMkLst>
            <pc:docMk/>
            <pc:sldMk cId="641033179" sldId="280"/>
            <ac:spMk id="8" creationId="{A0985119-32A5-C2F9-D3E3-A5C753C11C2B}"/>
          </ac:spMkLst>
        </pc:spChg>
        <pc:spChg chg="add mod">
          <ac:chgData name="Sohag Kabir" userId="e9b0da40-aef8-480a-bb63-d1daacecf555" providerId="ADAL" clId="{5C408035-4E8D-4ADF-9233-ED281F8B05DA}" dt="2024-09-28T17:55:30.222" v="2454" actId="2711"/>
          <ac:spMkLst>
            <pc:docMk/>
            <pc:sldMk cId="641033179" sldId="280"/>
            <ac:spMk id="9" creationId="{83DBB9E9-BFA8-182A-7B39-9D86B867C339}"/>
          </ac:spMkLst>
        </pc:spChg>
      </pc:sldChg>
      <pc:sldChg chg="addSp delSp modSp add mod addAnim delAnim modAnim">
        <pc:chgData name="Sohag Kabir" userId="e9b0da40-aef8-480a-bb63-d1daacecf555" providerId="ADAL" clId="{5C408035-4E8D-4ADF-9233-ED281F8B05DA}" dt="2024-09-29T09:30:47.580" v="2560" actId="113"/>
        <pc:sldMkLst>
          <pc:docMk/>
          <pc:sldMk cId="1477951119" sldId="281"/>
        </pc:sldMkLst>
        <pc:spChg chg="del">
          <ac:chgData name="Sohag Kabir" userId="e9b0da40-aef8-480a-bb63-d1daacecf555" providerId="ADAL" clId="{5C408035-4E8D-4ADF-9233-ED281F8B05DA}" dt="2024-09-29T09:10:20.237" v="2481" actId="478"/>
          <ac:spMkLst>
            <pc:docMk/>
            <pc:sldMk cId="1477951119" sldId="281"/>
            <ac:spMk id="8" creationId="{A0985119-32A5-C2F9-D3E3-A5C753C11C2B}"/>
          </ac:spMkLst>
        </pc:spChg>
        <pc:spChg chg="mod">
          <ac:chgData name="Sohag Kabir" userId="e9b0da40-aef8-480a-bb63-d1daacecf555" providerId="ADAL" clId="{5C408035-4E8D-4ADF-9233-ED281F8B05DA}" dt="2024-09-29T09:25:42.565" v="2529" actId="20577"/>
          <ac:spMkLst>
            <pc:docMk/>
            <pc:sldMk cId="1477951119" sldId="281"/>
            <ac:spMk id="9" creationId="{83DBB9E9-BFA8-182A-7B39-9D86B867C339}"/>
          </ac:spMkLst>
        </pc:spChg>
        <pc:spChg chg="add del mod">
          <ac:chgData name="Sohag Kabir" userId="e9b0da40-aef8-480a-bb63-d1daacecf555" providerId="ADAL" clId="{5C408035-4E8D-4ADF-9233-ED281F8B05DA}" dt="2024-09-29T09:30:11.755" v="2556" actId="113"/>
          <ac:spMkLst>
            <pc:docMk/>
            <pc:sldMk cId="1477951119" sldId="281"/>
            <ac:spMk id="11" creationId="{688F0361-647D-318E-0CBC-1A54F270F376}"/>
          </ac:spMkLst>
        </pc:spChg>
        <pc:spChg chg="add mod">
          <ac:chgData name="Sohag Kabir" userId="e9b0da40-aef8-480a-bb63-d1daacecf555" providerId="ADAL" clId="{5C408035-4E8D-4ADF-9233-ED281F8B05DA}" dt="2024-09-29T09:30:47.580" v="2560" actId="113"/>
          <ac:spMkLst>
            <pc:docMk/>
            <pc:sldMk cId="1477951119" sldId="281"/>
            <ac:spMk id="12" creationId="{10F1B2D9-9696-056B-9B1C-F7645B049421}"/>
          </ac:spMkLst>
        </pc:spChg>
        <pc:picChg chg="add mod modCrop">
          <ac:chgData name="Sohag Kabir" userId="e9b0da40-aef8-480a-bb63-d1daacecf555" providerId="ADAL" clId="{5C408035-4E8D-4ADF-9233-ED281F8B05DA}" dt="2024-09-29T09:14:04.244" v="2513" actId="14100"/>
          <ac:picMkLst>
            <pc:docMk/>
            <pc:sldMk cId="1477951119" sldId="281"/>
            <ac:picMk id="3" creationId="{24EEC880-794D-40E7-B5E5-8A0EDAC074A1}"/>
          </ac:picMkLst>
        </pc:picChg>
        <pc:picChg chg="del">
          <ac:chgData name="Sohag Kabir" userId="e9b0da40-aef8-480a-bb63-d1daacecf555" providerId="ADAL" clId="{5C408035-4E8D-4ADF-9233-ED281F8B05DA}" dt="2024-09-28T18:01:17.112" v="2460" actId="478"/>
          <ac:picMkLst>
            <pc:docMk/>
            <pc:sldMk cId="1477951119" sldId="281"/>
            <ac:picMk id="4" creationId="{36020D2A-540F-A16C-2A73-0DED848EEB84}"/>
          </ac:picMkLst>
        </pc:picChg>
        <pc:picChg chg="add mod">
          <ac:chgData name="Sohag Kabir" userId="e9b0da40-aef8-480a-bb63-d1daacecf555" providerId="ADAL" clId="{5C408035-4E8D-4ADF-9233-ED281F8B05DA}" dt="2024-09-29T09:14:01.013" v="2512" actId="1076"/>
          <ac:picMkLst>
            <pc:docMk/>
            <pc:sldMk cId="1477951119" sldId="281"/>
            <ac:picMk id="5" creationId="{5B003D8C-8732-218C-B62B-44FC9E55136B}"/>
          </ac:picMkLst>
        </pc:picChg>
        <pc:picChg chg="add mod modCrop">
          <ac:chgData name="Sohag Kabir" userId="e9b0da40-aef8-480a-bb63-d1daacecf555" providerId="ADAL" clId="{5C408035-4E8D-4ADF-9233-ED281F8B05DA}" dt="2024-09-29T09:29:00.939" v="2549" actId="1035"/>
          <ac:picMkLst>
            <pc:docMk/>
            <pc:sldMk cId="1477951119" sldId="281"/>
            <ac:picMk id="10" creationId="{D2549343-6F27-7B0D-4142-BDF2D1B7359E}"/>
          </ac:picMkLst>
        </pc:picChg>
        <pc:picChg chg="add del mod">
          <ac:chgData name="Sohag Kabir" userId="e9b0da40-aef8-480a-bb63-d1daacecf555" providerId="ADAL" clId="{5C408035-4E8D-4ADF-9233-ED281F8B05DA}" dt="2024-09-29T09:12:02.259" v="2494" actId="478"/>
          <ac:picMkLst>
            <pc:docMk/>
            <pc:sldMk cId="1477951119" sldId="281"/>
            <ac:picMk id="3074" creationId="{1FB87B1D-8153-1D15-19C7-C6BD622E1D60}"/>
          </ac:picMkLst>
        </pc:picChg>
      </pc:sldChg>
      <pc:sldChg chg="addSp delSp modSp add mod modNotesTx">
        <pc:chgData name="Sohag Kabir" userId="e9b0da40-aef8-480a-bb63-d1daacecf555" providerId="ADAL" clId="{5C408035-4E8D-4ADF-9233-ED281F8B05DA}" dt="2024-09-29T16:14:15.500" v="6520" actId="6549"/>
        <pc:sldMkLst>
          <pc:docMk/>
          <pc:sldMk cId="3529504122" sldId="282"/>
        </pc:sldMkLst>
        <pc:spChg chg="mod">
          <ac:chgData name="Sohag Kabir" userId="e9b0da40-aef8-480a-bb63-d1daacecf555" providerId="ADAL" clId="{5C408035-4E8D-4ADF-9233-ED281F8B05DA}" dt="2024-09-29T12:52:09.538" v="4356" actId="20577"/>
          <ac:spMkLst>
            <pc:docMk/>
            <pc:sldMk cId="3529504122" sldId="282"/>
            <ac:spMk id="4" creationId="{8B3BBD20-CA54-1CCC-FDC5-4B2C938D023F}"/>
          </ac:spMkLst>
        </pc:spChg>
        <pc:spChg chg="add mod">
          <ac:chgData name="Sohag Kabir" userId="e9b0da40-aef8-480a-bb63-d1daacecf555" providerId="ADAL" clId="{5C408035-4E8D-4ADF-9233-ED281F8B05DA}" dt="2024-09-29T13:01:48.357" v="4384" actId="1076"/>
          <ac:spMkLst>
            <pc:docMk/>
            <pc:sldMk cId="3529504122" sldId="282"/>
            <ac:spMk id="5" creationId="{B21EA471-7589-F316-A638-67B20512D77A}"/>
          </ac:spMkLst>
        </pc:spChg>
        <pc:spChg chg="add mod">
          <ac:chgData name="Sohag Kabir" userId="e9b0da40-aef8-480a-bb63-d1daacecf555" providerId="ADAL" clId="{5C408035-4E8D-4ADF-9233-ED281F8B05DA}" dt="2024-09-29T13:08:15.627" v="4492" actId="1076"/>
          <ac:spMkLst>
            <pc:docMk/>
            <pc:sldMk cId="3529504122" sldId="282"/>
            <ac:spMk id="9" creationId="{F6A653AA-6432-4EEC-C31C-7696E4BBB60C}"/>
          </ac:spMkLst>
        </pc:spChg>
        <pc:picChg chg="add del mod modCrop">
          <ac:chgData name="Sohag Kabir" userId="e9b0da40-aef8-480a-bb63-d1daacecf555" providerId="ADAL" clId="{5C408035-4E8D-4ADF-9233-ED281F8B05DA}" dt="2024-09-29T13:07:53.447" v="4486" actId="478"/>
          <ac:picMkLst>
            <pc:docMk/>
            <pc:sldMk cId="3529504122" sldId="282"/>
            <ac:picMk id="2" creationId="{0311DE0D-8AC8-4B5C-C311-A209A33BE416}"/>
          </ac:picMkLst>
        </pc:picChg>
        <pc:picChg chg="add mod">
          <ac:chgData name="Sohag Kabir" userId="e9b0da40-aef8-480a-bb63-d1daacecf555" providerId="ADAL" clId="{5C408035-4E8D-4ADF-9233-ED281F8B05DA}" dt="2024-09-29T13:06:56.483" v="4485" actId="14100"/>
          <ac:picMkLst>
            <pc:docMk/>
            <pc:sldMk cId="3529504122" sldId="282"/>
            <ac:picMk id="7" creationId="{04C5E74B-5404-B290-A41F-8EB75CDCA3DF}"/>
          </ac:picMkLst>
        </pc:picChg>
        <pc:picChg chg="add mod modCrop">
          <ac:chgData name="Sohag Kabir" userId="e9b0da40-aef8-480a-bb63-d1daacecf555" providerId="ADAL" clId="{5C408035-4E8D-4ADF-9233-ED281F8B05DA}" dt="2024-09-29T13:08:11.443" v="4491" actId="1076"/>
          <ac:picMkLst>
            <pc:docMk/>
            <pc:sldMk cId="3529504122" sldId="282"/>
            <ac:picMk id="11" creationId="{86B7DDCD-9F8F-B4F6-3592-78C781FFB8A6}"/>
          </ac:picMkLst>
        </pc:picChg>
      </pc:sldChg>
      <pc:sldChg chg="addSp delSp modSp add mod modNotesTx">
        <pc:chgData name="Sohag Kabir" userId="e9b0da40-aef8-480a-bb63-d1daacecf555" providerId="ADAL" clId="{5C408035-4E8D-4ADF-9233-ED281F8B05DA}" dt="2024-09-29T12:44:28.678" v="4338" actId="20577"/>
        <pc:sldMkLst>
          <pc:docMk/>
          <pc:sldMk cId="3093025796" sldId="283"/>
        </pc:sldMkLst>
        <pc:spChg chg="add mod">
          <ac:chgData name="Sohag Kabir" userId="e9b0da40-aef8-480a-bb63-d1daacecf555" providerId="ADAL" clId="{5C408035-4E8D-4ADF-9233-ED281F8B05DA}" dt="2024-09-29T12:41:51.225" v="4319" actId="164"/>
          <ac:spMkLst>
            <pc:docMk/>
            <pc:sldMk cId="3093025796" sldId="283"/>
            <ac:spMk id="3" creationId="{A1EEA81C-A34D-229D-1362-B8917C46B782}"/>
          </ac:spMkLst>
        </pc:spChg>
        <pc:spChg chg="add mod">
          <ac:chgData name="Sohag Kabir" userId="e9b0da40-aef8-480a-bb63-d1daacecf555" providerId="ADAL" clId="{5C408035-4E8D-4ADF-9233-ED281F8B05DA}" dt="2024-09-29T12:41:51.225" v="4319" actId="164"/>
          <ac:spMkLst>
            <pc:docMk/>
            <pc:sldMk cId="3093025796" sldId="283"/>
            <ac:spMk id="9" creationId="{9234796E-60DC-C07A-60F6-9C0C20E04802}"/>
          </ac:spMkLst>
        </pc:spChg>
        <pc:spChg chg="add mod">
          <ac:chgData name="Sohag Kabir" userId="e9b0da40-aef8-480a-bb63-d1daacecf555" providerId="ADAL" clId="{5C408035-4E8D-4ADF-9233-ED281F8B05DA}" dt="2024-09-29T12:41:51.225" v="4319" actId="164"/>
          <ac:spMkLst>
            <pc:docMk/>
            <pc:sldMk cId="3093025796" sldId="283"/>
            <ac:spMk id="10" creationId="{2ACC6604-E793-F9B0-DA75-A768CA95D505}"/>
          </ac:spMkLst>
        </pc:spChg>
        <pc:spChg chg="add mod">
          <ac:chgData name="Sohag Kabir" userId="e9b0da40-aef8-480a-bb63-d1daacecf555" providerId="ADAL" clId="{5C408035-4E8D-4ADF-9233-ED281F8B05DA}" dt="2024-09-29T12:41:51.225" v="4319" actId="164"/>
          <ac:spMkLst>
            <pc:docMk/>
            <pc:sldMk cId="3093025796" sldId="283"/>
            <ac:spMk id="11" creationId="{EA8BAF25-4386-FDC1-56DA-401898C31070}"/>
          </ac:spMkLst>
        </pc:spChg>
        <pc:spChg chg="add mod">
          <ac:chgData name="Sohag Kabir" userId="e9b0da40-aef8-480a-bb63-d1daacecf555" providerId="ADAL" clId="{5C408035-4E8D-4ADF-9233-ED281F8B05DA}" dt="2024-09-29T12:43:01.207" v="4322" actId="20577"/>
          <ac:spMkLst>
            <pc:docMk/>
            <pc:sldMk cId="3093025796" sldId="283"/>
            <ac:spMk id="12" creationId="{9BE975A7-C639-99A3-0D52-A3CC271C766A}"/>
          </ac:spMkLst>
        </pc:spChg>
        <pc:spChg chg="add mod">
          <ac:chgData name="Sohag Kabir" userId="e9b0da40-aef8-480a-bb63-d1daacecf555" providerId="ADAL" clId="{5C408035-4E8D-4ADF-9233-ED281F8B05DA}" dt="2024-09-29T12:42:30.271" v="4320" actId="1038"/>
          <ac:spMkLst>
            <pc:docMk/>
            <pc:sldMk cId="3093025796" sldId="283"/>
            <ac:spMk id="13" creationId="{582747FA-476D-5BAF-E601-8215BF8D2EA0}"/>
          </ac:spMkLst>
        </pc:spChg>
        <pc:spChg chg="add mod">
          <ac:chgData name="Sohag Kabir" userId="e9b0da40-aef8-480a-bb63-d1daacecf555" providerId="ADAL" clId="{5C408035-4E8D-4ADF-9233-ED281F8B05DA}" dt="2024-09-29T12:44:28.678" v="4338" actId="20577"/>
          <ac:spMkLst>
            <pc:docMk/>
            <pc:sldMk cId="3093025796" sldId="283"/>
            <ac:spMk id="16" creationId="{29E17DA9-BB6B-FDEC-426C-78A739D34D86}"/>
          </ac:spMkLst>
        </pc:spChg>
        <pc:grpChg chg="add mod">
          <ac:chgData name="Sohag Kabir" userId="e9b0da40-aef8-480a-bb63-d1daacecf555" providerId="ADAL" clId="{5C408035-4E8D-4ADF-9233-ED281F8B05DA}" dt="2024-09-29T12:41:51.225" v="4319" actId="164"/>
          <ac:grpSpMkLst>
            <pc:docMk/>
            <pc:sldMk cId="3093025796" sldId="283"/>
            <ac:grpSpMk id="14" creationId="{B855ED10-77C2-AE30-C5EB-71DCC4E2B56D}"/>
          </ac:grpSpMkLst>
        </pc:grpChg>
        <pc:picChg chg="add mod modCrop">
          <ac:chgData name="Sohag Kabir" userId="e9b0da40-aef8-480a-bb63-d1daacecf555" providerId="ADAL" clId="{5C408035-4E8D-4ADF-9233-ED281F8B05DA}" dt="2024-09-29T12:41:51.225" v="4319" actId="164"/>
          <ac:picMkLst>
            <pc:docMk/>
            <pc:sldMk cId="3093025796" sldId="283"/>
            <ac:picMk id="2" creationId="{B64CCF25-8A1D-EFC0-53C2-9BC786B0CFED}"/>
          </ac:picMkLst>
        </pc:picChg>
        <pc:picChg chg="mod modCrop">
          <ac:chgData name="Sohag Kabir" userId="e9b0da40-aef8-480a-bb63-d1daacecf555" providerId="ADAL" clId="{5C408035-4E8D-4ADF-9233-ED281F8B05DA}" dt="2024-09-29T11:50:22.960" v="3591" actId="1076"/>
          <ac:picMkLst>
            <pc:docMk/>
            <pc:sldMk cId="3093025796" sldId="283"/>
            <ac:picMk id="5" creationId="{73C3FC7A-B18C-801D-A078-C8C8D407B711}"/>
          </ac:picMkLst>
        </pc:picChg>
        <pc:picChg chg="add del mod">
          <ac:chgData name="Sohag Kabir" userId="e9b0da40-aef8-480a-bb63-d1daacecf555" providerId="ADAL" clId="{5C408035-4E8D-4ADF-9233-ED281F8B05DA}" dt="2024-09-29T11:53:07.111" v="3613" actId="478"/>
          <ac:picMkLst>
            <pc:docMk/>
            <pc:sldMk cId="3093025796" sldId="283"/>
            <ac:picMk id="7" creationId="{445B1842-9626-644C-9078-191F8B42CE8D}"/>
          </ac:picMkLst>
        </pc:picChg>
      </pc:sldChg>
      <pc:sldChg chg="addSp delSp modSp add mod modNotesTx">
        <pc:chgData name="Sohag Kabir" userId="e9b0da40-aef8-480a-bb63-d1daacecf555" providerId="ADAL" clId="{5C408035-4E8D-4ADF-9233-ED281F8B05DA}" dt="2024-09-29T16:13:41.845" v="6517" actId="6549"/>
        <pc:sldMkLst>
          <pc:docMk/>
          <pc:sldMk cId="3299150616" sldId="284"/>
        </pc:sldMkLst>
        <pc:spChg chg="mod">
          <ac:chgData name="Sohag Kabir" userId="e9b0da40-aef8-480a-bb63-d1daacecf555" providerId="ADAL" clId="{5C408035-4E8D-4ADF-9233-ED281F8B05DA}" dt="2024-09-29T13:31:20.145" v="4783" actId="1076"/>
          <ac:spMkLst>
            <pc:docMk/>
            <pc:sldMk cId="3299150616" sldId="284"/>
            <ac:spMk id="2" creationId="{F2A4DAD3-1E36-4CAD-94D1-E06B348A4ADD}"/>
          </ac:spMkLst>
        </pc:spChg>
        <pc:spChg chg="add mod">
          <ac:chgData name="Sohag Kabir" userId="e9b0da40-aef8-480a-bb63-d1daacecf555" providerId="ADAL" clId="{5C408035-4E8D-4ADF-9233-ED281F8B05DA}" dt="2024-09-29T16:01:57.904" v="6250" actId="1076"/>
          <ac:spMkLst>
            <pc:docMk/>
            <pc:sldMk cId="3299150616" sldId="284"/>
            <ac:spMk id="5" creationId="{BF0C3611-70F3-2E22-840A-5F776D1F5B19}"/>
          </ac:spMkLst>
        </pc:spChg>
        <pc:picChg chg="del">
          <ac:chgData name="Sohag Kabir" userId="e9b0da40-aef8-480a-bb63-d1daacecf555" providerId="ADAL" clId="{5C408035-4E8D-4ADF-9233-ED281F8B05DA}" dt="2024-09-29T13:14:23.062" v="4527" actId="478"/>
          <ac:picMkLst>
            <pc:docMk/>
            <pc:sldMk cId="3299150616" sldId="284"/>
            <ac:picMk id="3" creationId="{C250461A-5E8D-9499-83CE-EB319AF5C8BF}"/>
          </ac:picMkLst>
        </pc:picChg>
        <pc:picChg chg="add mod">
          <ac:chgData name="Sohag Kabir" userId="e9b0da40-aef8-480a-bb63-d1daacecf555" providerId="ADAL" clId="{5C408035-4E8D-4ADF-9233-ED281F8B05DA}" dt="2024-09-29T16:01:53.286" v="6249" actId="1076"/>
          <ac:picMkLst>
            <pc:docMk/>
            <pc:sldMk cId="3299150616" sldId="284"/>
            <ac:picMk id="5122" creationId="{1E8813DE-9CB3-732A-7ACE-0B813E4CF855}"/>
          </ac:picMkLst>
        </pc:picChg>
      </pc:sldChg>
      <pc:sldChg chg="addSp delSp modSp add mod delAnim">
        <pc:chgData name="Sohag Kabir" userId="e9b0da40-aef8-480a-bb63-d1daacecf555" providerId="ADAL" clId="{5C408035-4E8D-4ADF-9233-ED281F8B05DA}" dt="2024-09-29T13:38:37.208" v="4823" actId="1076"/>
        <pc:sldMkLst>
          <pc:docMk/>
          <pc:sldMk cId="1975243977" sldId="285"/>
        </pc:sldMkLst>
        <pc:spChg chg="mod">
          <ac:chgData name="Sohag Kabir" userId="e9b0da40-aef8-480a-bb63-d1daacecf555" providerId="ADAL" clId="{5C408035-4E8D-4ADF-9233-ED281F8B05DA}" dt="2024-09-29T13:38:37.208" v="4823" actId="1076"/>
          <ac:spMkLst>
            <pc:docMk/>
            <pc:sldMk cId="1975243977" sldId="285"/>
            <ac:spMk id="2" creationId="{3530B774-9001-449E-924A-4229028B4A25}"/>
          </ac:spMkLst>
        </pc:spChg>
        <pc:spChg chg="del">
          <ac:chgData name="Sohag Kabir" userId="e9b0da40-aef8-480a-bb63-d1daacecf555" providerId="ADAL" clId="{5C408035-4E8D-4ADF-9233-ED281F8B05DA}" dt="2024-09-29T13:37:36.832" v="4792" actId="478"/>
          <ac:spMkLst>
            <pc:docMk/>
            <pc:sldMk cId="1975243977" sldId="285"/>
            <ac:spMk id="11" creationId="{0639A0D8-DF8E-F073-F88E-F470CE7FC43F}"/>
          </ac:spMkLst>
        </pc:spChg>
        <pc:picChg chg="add mod">
          <ac:chgData name="Sohag Kabir" userId="e9b0da40-aef8-480a-bb63-d1daacecf555" providerId="ADAL" clId="{5C408035-4E8D-4ADF-9233-ED281F8B05DA}" dt="2024-09-29T13:37:49.074" v="4796" actId="14100"/>
          <ac:picMkLst>
            <pc:docMk/>
            <pc:sldMk cId="1975243977" sldId="285"/>
            <ac:picMk id="4" creationId="{B53C8335-D99D-2ABA-E2E9-3E03DAEC5BD0}"/>
          </ac:picMkLst>
        </pc:picChg>
        <pc:picChg chg="del mod">
          <ac:chgData name="Sohag Kabir" userId="e9b0da40-aef8-480a-bb63-d1daacecf555" providerId="ADAL" clId="{5C408035-4E8D-4ADF-9233-ED281F8B05DA}" dt="2024-09-29T13:37:31.205" v="4789" actId="478"/>
          <ac:picMkLst>
            <pc:docMk/>
            <pc:sldMk cId="1975243977" sldId="285"/>
            <ac:picMk id="7" creationId="{1621BF61-97A8-3030-5D73-965D1E5EDF60}"/>
          </ac:picMkLst>
        </pc:picChg>
      </pc:sldChg>
      <pc:sldChg chg="addSp delSp modSp add mod modAnim">
        <pc:chgData name="Sohag Kabir" userId="e9b0da40-aef8-480a-bb63-d1daacecf555" providerId="ADAL" clId="{5C408035-4E8D-4ADF-9233-ED281F8B05DA}" dt="2024-09-29T14:04:02.656" v="4923"/>
        <pc:sldMkLst>
          <pc:docMk/>
          <pc:sldMk cId="3773334495" sldId="286"/>
        </pc:sldMkLst>
        <pc:spChg chg="mod">
          <ac:chgData name="Sohag Kabir" userId="e9b0da40-aef8-480a-bb63-d1daacecf555" providerId="ADAL" clId="{5C408035-4E8D-4ADF-9233-ED281F8B05DA}" dt="2024-09-29T13:40:08.353" v="4834" actId="20577"/>
          <ac:spMkLst>
            <pc:docMk/>
            <pc:sldMk cId="3773334495" sldId="286"/>
            <ac:spMk id="2" creationId="{3530B774-9001-449E-924A-4229028B4A25}"/>
          </ac:spMkLst>
        </pc:spChg>
        <pc:spChg chg="add mod">
          <ac:chgData name="Sohag Kabir" userId="e9b0da40-aef8-480a-bb63-d1daacecf555" providerId="ADAL" clId="{5C408035-4E8D-4ADF-9233-ED281F8B05DA}" dt="2024-09-29T14:00:02.248" v="4879" actId="207"/>
          <ac:spMkLst>
            <pc:docMk/>
            <pc:sldMk cId="3773334495" sldId="286"/>
            <ac:spMk id="8" creationId="{E35EC071-C966-E332-4718-283705579624}"/>
          </ac:spMkLst>
        </pc:spChg>
        <pc:spChg chg="add mod">
          <ac:chgData name="Sohag Kabir" userId="e9b0da40-aef8-480a-bb63-d1daacecf555" providerId="ADAL" clId="{5C408035-4E8D-4ADF-9233-ED281F8B05DA}" dt="2024-09-29T14:00:31.993" v="4891" actId="1076"/>
          <ac:spMkLst>
            <pc:docMk/>
            <pc:sldMk cId="3773334495" sldId="286"/>
            <ac:spMk id="10" creationId="{551B4B65-3B5D-95FF-52D2-0DEC92D83398}"/>
          </ac:spMkLst>
        </pc:spChg>
        <pc:spChg chg="add mod">
          <ac:chgData name="Sohag Kabir" userId="e9b0da40-aef8-480a-bb63-d1daacecf555" providerId="ADAL" clId="{5C408035-4E8D-4ADF-9233-ED281F8B05DA}" dt="2024-09-29T14:02:12.399" v="4906" actId="207"/>
          <ac:spMkLst>
            <pc:docMk/>
            <pc:sldMk cId="3773334495" sldId="286"/>
            <ac:spMk id="11" creationId="{B2F183C6-15C4-96D6-792D-A97E8A689834}"/>
          </ac:spMkLst>
        </pc:spChg>
        <pc:spChg chg="add mod">
          <ac:chgData name="Sohag Kabir" userId="e9b0da40-aef8-480a-bb63-d1daacecf555" providerId="ADAL" clId="{5C408035-4E8D-4ADF-9233-ED281F8B05DA}" dt="2024-09-29T14:02:34.222" v="4916" actId="20577"/>
          <ac:spMkLst>
            <pc:docMk/>
            <pc:sldMk cId="3773334495" sldId="286"/>
            <ac:spMk id="12" creationId="{FBBE4DF1-D9B1-2F86-B9EA-BD8339185123}"/>
          </ac:spMkLst>
        </pc:spChg>
        <pc:picChg chg="add del">
          <ac:chgData name="Sohag Kabir" userId="e9b0da40-aef8-480a-bb63-d1daacecf555" providerId="ADAL" clId="{5C408035-4E8D-4ADF-9233-ED281F8B05DA}" dt="2024-09-29T13:46:30.105" v="4838" actId="478"/>
          <ac:picMkLst>
            <pc:docMk/>
            <pc:sldMk cId="3773334495" sldId="286"/>
            <ac:picMk id="3" creationId="{425B25E2-1D38-FD7A-079B-D052722550B0}"/>
          </ac:picMkLst>
        </pc:picChg>
        <pc:picChg chg="del">
          <ac:chgData name="Sohag Kabir" userId="e9b0da40-aef8-480a-bb63-d1daacecf555" providerId="ADAL" clId="{5C408035-4E8D-4ADF-9233-ED281F8B05DA}" dt="2024-09-29T13:40:11.249" v="4835" actId="478"/>
          <ac:picMkLst>
            <pc:docMk/>
            <pc:sldMk cId="3773334495" sldId="286"/>
            <ac:picMk id="4" creationId="{B53C8335-D99D-2ABA-E2E9-3E03DAEC5BD0}"/>
          </ac:picMkLst>
        </pc:picChg>
        <pc:picChg chg="add mod ord">
          <ac:chgData name="Sohag Kabir" userId="e9b0da40-aef8-480a-bb63-d1daacecf555" providerId="ADAL" clId="{5C408035-4E8D-4ADF-9233-ED281F8B05DA}" dt="2024-09-29T13:58:33.472" v="4868" actId="1076"/>
          <ac:picMkLst>
            <pc:docMk/>
            <pc:sldMk cId="3773334495" sldId="286"/>
            <ac:picMk id="7" creationId="{DBBF9B16-239E-F8B4-6F79-08AB28BB795D}"/>
          </ac:picMkLst>
        </pc:picChg>
        <pc:picChg chg="add mod">
          <ac:chgData name="Sohag Kabir" userId="e9b0da40-aef8-480a-bb63-d1daacecf555" providerId="ADAL" clId="{5C408035-4E8D-4ADF-9233-ED281F8B05DA}" dt="2024-09-29T13:58:59.118" v="4874" actId="1076"/>
          <ac:picMkLst>
            <pc:docMk/>
            <pc:sldMk cId="3773334495" sldId="286"/>
            <ac:picMk id="7170" creationId="{E93CFFFF-FA19-E0C2-E84B-ECC667F6D9F4}"/>
          </ac:picMkLst>
        </pc:picChg>
        <pc:picChg chg="add mod">
          <ac:chgData name="Sohag Kabir" userId="e9b0da40-aef8-480a-bb63-d1daacecf555" providerId="ADAL" clId="{5C408035-4E8D-4ADF-9233-ED281F8B05DA}" dt="2024-09-29T14:01:45.551" v="4904" actId="1076"/>
          <ac:picMkLst>
            <pc:docMk/>
            <pc:sldMk cId="3773334495" sldId="286"/>
            <ac:picMk id="7172" creationId="{3E4823F5-3527-6A3E-9670-B5742DB19173}"/>
          </ac:picMkLst>
        </pc:picChg>
      </pc:sldChg>
      <pc:sldChg chg="addSp delSp modSp add mod modAnim">
        <pc:chgData name="Sohag Kabir" userId="e9b0da40-aef8-480a-bb63-d1daacecf555" providerId="ADAL" clId="{5C408035-4E8D-4ADF-9233-ED281F8B05DA}" dt="2024-09-29T14:19:32.142" v="5172" actId="1076"/>
        <pc:sldMkLst>
          <pc:docMk/>
          <pc:sldMk cId="743092061" sldId="287"/>
        </pc:sldMkLst>
        <pc:spChg chg="mod">
          <ac:chgData name="Sohag Kabir" userId="e9b0da40-aef8-480a-bb63-d1daacecf555" providerId="ADAL" clId="{5C408035-4E8D-4ADF-9233-ED281F8B05DA}" dt="2024-09-29T14:07:57.277" v="4936" actId="20577"/>
          <ac:spMkLst>
            <pc:docMk/>
            <pc:sldMk cId="743092061" sldId="287"/>
            <ac:spMk id="2" creationId="{3530B774-9001-449E-924A-4229028B4A25}"/>
          </ac:spMkLst>
        </pc:spChg>
        <pc:spChg chg="add mod">
          <ac:chgData name="Sohag Kabir" userId="e9b0da40-aef8-480a-bb63-d1daacecf555" providerId="ADAL" clId="{5C408035-4E8D-4ADF-9233-ED281F8B05DA}" dt="2024-09-29T14:19:29.182" v="5171" actId="164"/>
          <ac:spMkLst>
            <pc:docMk/>
            <pc:sldMk cId="743092061" sldId="287"/>
            <ac:spMk id="5" creationId="{581E50EB-C67D-811D-E154-973C8ACF9CDE}"/>
          </ac:spMkLst>
        </pc:spChg>
        <pc:spChg chg="del">
          <ac:chgData name="Sohag Kabir" userId="e9b0da40-aef8-480a-bb63-d1daacecf555" providerId="ADAL" clId="{5C408035-4E8D-4ADF-9233-ED281F8B05DA}" dt="2024-09-29T14:08:03.784" v="4937" actId="478"/>
          <ac:spMkLst>
            <pc:docMk/>
            <pc:sldMk cId="743092061" sldId="287"/>
            <ac:spMk id="8" creationId="{E35EC071-C966-E332-4718-283705579624}"/>
          </ac:spMkLst>
        </pc:spChg>
        <pc:spChg chg="del">
          <ac:chgData name="Sohag Kabir" userId="e9b0da40-aef8-480a-bb63-d1daacecf555" providerId="ADAL" clId="{5C408035-4E8D-4ADF-9233-ED281F8B05DA}" dt="2024-09-29T14:08:03.784" v="4937" actId="478"/>
          <ac:spMkLst>
            <pc:docMk/>
            <pc:sldMk cId="743092061" sldId="287"/>
            <ac:spMk id="10" creationId="{551B4B65-3B5D-95FF-52D2-0DEC92D83398}"/>
          </ac:spMkLst>
        </pc:spChg>
        <pc:spChg chg="del">
          <ac:chgData name="Sohag Kabir" userId="e9b0da40-aef8-480a-bb63-d1daacecf555" providerId="ADAL" clId="{5C408035-4E8D-4ADF-9233-ED281F8B05DA}" dt="2024-09-29T14:08:03.784" v="4937" actId="478"/>
          <ac:spMkLst>
            <pc:docMk/>
            <pc:sldMk cId="743092061" sldId="287"/>
            <ac:spMk id="11" creationId="{B2F183C6-15C4-96D6-792D-A97E8A689834}"/>
          </ac:spMkLst>
        </pc:spChg>
        <pc:spChg chg="del">
          <ac:chgData name="Sohag Kabir" userId="e9b0da40-aef8-480a-bb63-d1daacecf555" providerId="ADAL" clId="{5C408035-4E8D-4ADF-9233-ED281F8B05DA}" dt="2024-09-29T14:08:03.784" v="4937" actId="478"/>
          <ac:spMkLst>
            <pc:docMk/>
            <pc:sldMk cId="743092061" sldId="287"/>
            <ac:spMk id="12" creationId="{FBBE4DF1-D9B1-2F86-B9EA-BD8339185123}"/>
          </ac:spMkLst>
        </pc:spChg>
        <pc:spChg chg="add mod">
          <ac:chgData name="Sohag Kabir" userId="e9b0da40-aef8-480a-bb63-d1daacecf555" providerId="ADAL" clId="{5C408035-4E8D-4ADF-9233-ED281F8B05DA}" dt="2024-09-29T14:19:29.182" v="5171" actId="164"/>
          <ac:spMkLst>
            <pc:docMk/>
            <pc:sldMk cId="743092061" sldId="287"/>
            <ac:spMk id="13" creationId="{3BC5430B-9D2A-30E7-AE8E-717603ABA668}"/>
          </ac:spMkLst>
        </pc:spChg>
        <pc:spChg chg="add mod">
          <ac:chgData name="Sohag Kabir" userId="e9b0da40-aef8-480a-bb63-d1daacecf555" providerId="ADAL" clId="{5C408035-4E8D-4ADF-9233-ED281F8B05DA}" dt="2024-09-29T14:19:29.182" v="5171" actId="164"/>
          <ac:spMkLst>
            <pc:docMk/>
            <pc:sldMk cId="743092061" sldId="287"/>
            <ac:spMk id="14" creationId="{F39CCDD2-98B6-C96D-D678-64E5755B0400}"/>
          </ac:spMkLst>
        </pc:spChg>
        <pc:spChg chg="add mod">
          <ac:chgData name="Sohag Kabir" userId="e9b0da40-aef8-480a-bb63-d1daacecf555" providerId="ADAL" clId="{5C408035-4E8D-4ADF-9233-ED281F8B05DA}" dt="2024-09-29T14:19:29.182" v="5171" actId="164"/>
          <ac:spMkLst>
            <pc:docMk/>
            <pc:sldMk cId="743092061" sldId="287"/>
            <ac:spMk id="15" creationId="{99608443-22BA-6359-FEDC-9DE8E131CA0E}"/>
          </ac:spMkLst>
        </pc:spChg>
        <pc:spChg chg="add mod">
          <ac:chgData name="Sohag Kabir" userId="e9b0da40-aef8-480a-bb63-d1daacecf555" providerId="ADAL" clId="{5C408035-4E8D-4ADF-9233-ED281F8B05DA}" dt="2024-09-29T14:19:29.182" v="5171" actId="164"/>
          <ac:spMkLst>
            <pc:docMk/>
            <pc:sldMk cId="743092061" sldId="287"/>
            <ac:spMk id="16" creationId="{F74F1E07-14DD-FF2B-A8AC-6AC9B0408208}"/>
          </ac:spMkLst>
        </pc:spChg>
        <pc:grpChg chg="add mod">
          <ac:chgData name="Sohag Kabir" userId="e9b0da40-aef8-480a-bb63-d1daacecf555" providerId="ADAL" clId="{5C408035-4E8D-4ADF-9233-ED281F8B05DA}" dt="2024-09-29T14:19:32.142" v="5172" actId="1076"/>
          <ac:grpSpMkLst>
            <pc:docMk/>
            <pc:sldMk cId="743092061" sldId="287"/>
            <ac:grpSpMk id="17" creationId="{AA4492BF-3EDA-8414-A6A2-1DA7F5D59905}"/>
          </ac:grpSpMkLst>
        </pc:grpChg>
        <pc:picChg chg="add mod">
          <ac:chgData name="Sohag Kabir" userId="e9b0da40-aef8-480a-bb63-d1daacecf555" providerId="ADAL" clId="{5C408035-4E8D-4ADF-9233-ED281F8B05DA}" dt="2024-09-29T14:19:29.182" v="5171" actId="164"/>
          <ac:picMkLst>
            <pc:docMk/>
            <pc:sldMk cId="743092061" sldId="287"/>
            <ac:picMk id="4" creationId="{94A74028-75B7-26B9-9AC0-B3CF84701F37}"/>
          </ac:picMkLst>
        </pc:picChg>
        <pc:picChg chg="del">
          <ac:chgData name="Sohag Kabir" userId="e9b0da40-aef8-480a-bb63-d1daacecf555" providerId="ADAL" clId="{5C408035-4E8D-4ADF-9233-ED281F8B05DA}" dt="2024-09-29T14:08:03.784" v="4937" actId="478"/>
          <ac:picMkLst>
            <pc:docMk/>
            <pc:sldMk cId="743092061" sldId="287"/>
            <ac:picMk id="7" creationId="{DBBF9B16-239E-F8B4-6F79-08AB28BB795D}"/>
          </ac:picMkLst>
        </pc:picChg>
        <pc:picChg chg="del">
          <ac:chgData name="Sohag Kabir" userId="e9b0da40-aef8-480a-bb63-d1daacecf555" providerId="ADAL" clId="{5C408035-4E8D-4ADF-9233-ED281F8B05DA}" dt="2024-09-29T14:08:03.784" v="4937" actId="478"/>
          <ac:picMkLst>
            <pc:docMk/>
            <pc:sldMk cId="743092061" sldId="287"/>
            <ac:picMk id="7170" creationId="{E93CFFFF-FA19-E0C2-E84B-ECC667F6D9F4}"/>
          </ac:picMkLst>
        </pc:picChg>
        <pc:picChg chg="del">
          <ac:chgData name="Sohag Kabir" userId="e9b0da40-aef8-480a-bb63-d1daacecf555" providerId="ADAL" clId="{5C408035-4E8D-4ADF-9233-ED281F8B05DA}" dt="2024-09-29T14:08:03.784" v="4937" actId="478"/>
          <ac:picMkLst>
            <pc:docMk/>
            <pc:sldMk cId="743092061" sldId="287"/>
            <ac:picMk id="7172" creationId="{3E4823F5-3527-6A3E-9670-B5742DB19173}"/>
          </ac:picMkLst>
        </pc:picChg>
      </pc:sldChg>
      <pc:sldChg chg="addSp delSp modSp add mod">
        <pc:chgData name="Sohag Kabir" userId="e9b0da40-aef8-480a-bb63-d1daacecf555" providerId="ADAL" clId="{5C408035-4E8D-4ADF-9233-ED281F8B05DA}" dt="2024-09-29T14:35:40.278" v="5373" actId="1076"/>
        <pc:sldMkLst>
          <pc:docMk/>
          <pc:sldMk cId="2923510616" sldId="288"/>
        </pc:sldMkLst>
        <pc:spChg chg="mod">
          <ac:chgData name="Sohag Kabir" userId="e9b0da40-aef8-480a-bb63-d1daacecf555" providerId="ADAL" clId="{5C408035-4E8D-4ADF-9233-ED281F8B05DA}" dt="2024-09-29T14:20:28.988" v="5180" actId="20577"/>
          <ac:spMkLst>
            <pc:docMk/>
            <pc:sldMk cId="2923510616" sldId="288"/>
            <ac:spMk id="2" creationId="{3530B774-9001-449E-924A-4229028B4A25}"/>
          </ac:spMkLst>
        </pc:spChg>
        <pc:spChg chg="add mod">
          <ac:chgData name="Sohag Kabir" userId="e9b0da40-aef8-480a-bb63-d1daacecf555" providerId="ADAL" clId="{5C408035-4E8D-4ADF-9233-ED281F8B05DA}" dt="2024-09-29T14:35:37.767" v="5372" actId="1076"/>
          <ac:spMkLst>
            <pc:docMk/>
            <pc:sldMk cId="2923510616" sldId="288"/>
            <ac:spMk id="8" creationId="{2B0D840B-9B65-7E2C-33CD-24D76D514367}"/>
          </ac:spMkLst>
        </pc:spChg>
        <pc:spChg chg="add mod">
          <ac:chgData name="Sohag Kabir" userId="e9b0da40-aef8-480a-bb63-d1daacecf555" providerId="ADAL" clId="{5C408035-4E8D-4ADF-9233-ED281F8B05DA}" dt="2024-09-29T14:35:40.278" v="5373" actId="1076"/>
          <ac:spMkLst>
            <pc:docMk/>
            <pc:sldMk cId="2923510616" sldId="288"/>
            <ac:spMk id="11" creationId="{5057F6A5-A8EC-6675-1714-C6C8E5DA4C93}"/>
          </ac:spMkLst>
        </pc:spChg>
        <pc:grpChg chg="del">
          <ac:chgData name="Sohag Kabir" userId="e9b0da40-aef8-480a-bb63-d1daacecf555" providerId="ADAL" clId="{5C408035-4E8D-4ADF-9233-ED281F8B05DA}" dt="2024-09-29T14:21:01.216" v="5181" actId="478"/>
          <ac:grpSpMkLst>
            <pc:docMk/>
            <pc:sldMk cId="2923510616" sldId="288"/>
            <ac:grpSpMk id="17" creationId="{AA4492BF-3EDA-8414-A6A2-1DA7F5D59905}"/>
          </ac:grpSpMkLst>
        </pc:grpChg>
        <pc:picChg chg="add mod">
          <ac:chgData name="Sohag Kabir" userId="e9b0da40-aef8-480a-bb63-d1daacecf555" providerId="ADAL" clId="{5C408035-4E8D-4ADF-9233-ED281F8B05DA}" dt="2024-09-29T14:35:33.427" v="5371" actId="1036"/>
          <ac:picMkLst>
            <pc:docMk/>
            <pc:sldMk cId="2923510616" sldId="288"/>
            <ac:picMk id="3" creationId="{0374E846-C8F7-0A86-3AC9-32B5CF51F31D}"/>
          </ac:picMkLst>
        </pc:picChg>
      </pc:sldChg>
      <pc:sldChg chg="addSp delSp modSp add mod">
        <pc:chgData name="Sohag Kabir" userId="e9b0da40-aef8-480a-bb63-d1daacecf555" providerId="ADAL" clId="{5C408035-4E8D-4ADF-9233-ED281F8B05DA}" dt="2024-09-29T14:35:50.460" v="5375" actId="14100"/>
        <pc:sldMkLst>
          <pc:docMk/>
          <pc:sldMk cId="2324322734" sldId="289"/>
        </pc:sldMkLst>
        <pc:spChg chg="add mod">
          <ac:chgData name="Sohag Kabir" userId="e9b0da40-aef8-480a-bb63-d1daacecf555" providerId="ADAL" clId="{5C408035-4E8D-4ADF-9233-ED281F8B05DA}" dt="2024-09-29T14:35:47.989" v="5374" actId="1076"/>
          <ac:spMkLst>
            <pc:docMk/>
            <pc:sldMk cId="2324322734" sldId="289"/>
            <ac:spMk id="4" creationId="{FFEB585D-0ACB-F755-5850-D2245569DE9E}"/>
          </ac:spMkLst>
        </pc:spChg>
        <pc:spChg chg="del">
          <ac:chgData name="Sohag Kabir" userId="e9b0da40-aef8-480a-bb63-d1daacecf555" providerId="ADAL" clId="{5C408035-4E8D-4ADF-9233-ED281F8B05DA}" dt="2024-09-29T14:34:08.719" v="5289" actId="478"/>
          <ac:spMkLst>
            <pc:docMk/>
            <pc:sldMk cId="2324322734" sldId="289"/>
            <ac:spMk id="8" creationId="{2B0D840B-9B65-7E2C-33CD-24D76D514367}"/>
          </ac:spMkLst>
        </pc:spChg>
        <pc:spChg chg="del">
          <ac:chgData name="Sohag Kabir" userId="e9b0da40-aef8-480a-bb63-d1daacecf555" providerId="ADAL" clId="{5C408035-4E8D-4ADF-9233-ED281F8B05DA}" dt="2024-09-29T14:35:05.534" v="5361" actId="478"/>
          <ac:spMkLst>
            <pc:docMk/>
            <pc:sldMk cId="2324322734" sldId="289"/>
            <ac:spMk id="11" creationId="{5057F6A5-A8EC-6675-1714-C6C8E5DA4C93}"/>
          </ac:spMkLst>
        </pc:spChg>
        <pc:picChg chg="del">
          <ac:chgData name="Sohag Kabir" userId="e9b0da40-aef8-480a-bb63-d1daacecf555" providerId="ADAL" clId="{5C408035-4E8D-4ADF-9233-ED281F8B05DA}" dt="2024-09-29T14:33:11.665" v="5282" actId="478"/>
          <ac:picMkLst>
            <pc:docMk/>
            <pc:sldMk cId="2324322734" sldId="289"/>
            <ac:picMk id="3" creationId="{0374E846-C8F7-0A86-3AC9-32B5CF51F31D}"/>
          </ac:picMkLst>
        </pc:picChg>
        <pc:picChg chg="add mod">
          <ac:chgData name="Sohag Kabir" userId="e9b0da40-aef8-480a-bb63-d1daacecf555" providerId="ADAL" clId="{5C408035-4E8D-4ADF-9233-ED281F8B05DA}" dt="2024-09-29T14:35:50.460" v="5375" actId="14100"/>
          <ac:picMkLst>
            <pc:docMk/>
            <pc:sldMk cId="2324322734" sldId="289"/>
            <ac:picMk id="8194" creationId="{4D9F4C76-9993-6E16-2E0D-1FE4790C2298}"/>
          </ac:picMkLst>
        </pc:picChg>
      </pc:sldChg>
      <pc:sldChg chg="addSp delSp modSp add mod">
        <pc:chgData name="Sohag Kabir" userId="e9b0da40-aef8-480a-bb63-d1daacecf555" providerId="ADAL" clId="{5C408035-4E8D-4ADF-9233-ED281F8B05DA}" dt="2024-09-29T14:38:28.599" v="5412" actId="20577"/>
        <pc:sldMkLst>
          <pc:docMk/>
          <pc:sldMk cId="2997775987" sldId="290"/>
        </pc:sldMkLst>
        <pc:spChg chg="mod">
          <ac:chgData name="Sohag Kabir" userId="e9b0da40-aef8-480a-bb63-d1daacecf555" providerId="ADAL" clId="{5C408035-4E8D-4ADF-9233-ED281F8B05DA}" dt="2024-09-29T14:38:28.599" v="5412" actId="20577"/>
          <ac:spMkLst>
            <pc:docMk/>
            <pc:sldMk cId="2997775987" sldId="290"/>
            <ac:spMk id="4" creationId="{FFEB585D-0ACB-F755-5850-D2245569DE9E}"/>
          </ac:spMkLst>
        </pc:spChg>
        <pc:picChg chg="del">
          <ac:chgData name="Sohag Kabir" userId="e9b0da40-aef8-480a-bb63-d1daacecf555" providerId="ADAL" clId="{5C408035-4E8D-4ADF-9233-ED281F8B05DA}" dt="2024-09-29T14:37:24.830" v="5377" actId="478"/>
          <ac:picMkLst>
            <pc:docMk/>
            <pc:sldMk cId="2997775987" sldId="290"/>
            <ac:picMk id="8194" creationId="{4D9F4C76-9993-6E16-2E0D-1FE4790C2298}"/>
          </ac:picMkLst>
        </pc:picChg>
        <pc:picChg chg="add mod">
          <ac:chgData name="Sohag Kabir" userId="e9b0da40-aef8-480a-bb63-d1daacecf555" providerId="ADAL" clId="{5C408035-4E8D-4ADF-9233-ED281F8B05DA}" dt="2024-09-29T14:37:46.364" v="5383" actId="14100"/>
          <ac:picMkLst>
            <pc:docMk/>
            <pc:sldMk cId="2997775987" sldId="290"/>
            <ac:picMk id="9218" creationId="{5C1872CF-9818-DAB5-63FE-00B4AB31DD04}"/>
          </ac:picMkLst>
        </pc:picChg>
      </pc:sldChg>
      <pc:sldChg chg="addSp delSp modSp add mod delAnim modAnim">
        <pc:chgData name="Sohag Kabir" userId="e9b0da40-aef8-480a-bb63-d1daacecf555" providerId="ADAL" clId="{5C408035-4E8D-4ADF-9233-ED281F8B05DA}" dt="2024-09-29T16:04:31.310" v="6252" actId="1076"/>
        <pc:sldMkLst>
          <pc:docMk/>
          <pc:sldMk cId="522993105" sldId="291"/>
        </pc:sldMkLst>
        <pc:spChg chg="mod">
          <ac:chgData name="Sohag Kabir" userId="e9b0da40-aef8-480a-bb63-d1daacecf555" providerId="ADAL" clId="{5C408035-4E8D-4ADF-9233-ED281F8B05DA}" dt="2024-09-29T16:04:31.310" v="6252" actId="1076"/>
          <ac:spMkLst>
            <pc:docMk/>
            <pc:sldMk cId="522993105" sldId="291"/>
            <ac:spMk id="2" creationId="{3530B774-9001-449E-924A-4229028B4A25}"/>
          </ac:spMkLst>
        </pc:spChg>
        <pc:spChg chg="add del mod">
          <ac:chgData name="Sohag Kabir" userId="e9b0da40-aef8-480a-bb63-d1daacecf555" providerId="ADAL" clId="{5C408035-4E8D-4ADF-9233-ED281F8B05DA}" dt="2024-09-29T15:02:48.691" v="5601" actId="478"/>
          <ac:spMkLst>
            <pc:docMk/>
            <pc:sldMk cId="522993105" sldId="291"/>
            <ac:spMk id="3" creationId="{6007BCB6-5AC8-46A7-EC4F-B4EBFDE04269}"/>
          </ac:spMkLst>
        </pc:spChg>
        <pc:spChg chg="add del mod">
          <ac:chgData name="Sohag Kabir" userId="e9b0da40-aef8-480a-bb63-d1daacecf555" providerId="ADAL" clId="{5C408035-4E8D-4ADF-9233-ED281F8B05DA}" dt="2024-09-29T15:02:49.619" v="5602" actId="478"/>
          <ac:spMkLst>
            <pc:docMk/>
            <pc:sldMk cId="522993105" sldId="291"/>
            <ac:spMk id="4" creationId="{FA6964CA-8119-F5F4-7A61-B92F64F7556C}"/>
          </ac:spMkLst>
        </pc:spChg>
        <pc:spChg chg="del">
          <ac:chgData name="Sohag Kabir" userId="e9b0da40-aef8-480a-bb63-d1daacecf555" providerId="ADAL" clId="{5C408035-4E8D-4ADF-9233-ED281F8B05DA}" dt="2024-09-29T14:53:00.857" v="5525" actId="478"/>
          <ac:spMkLst>
            <pc:docMk/>
            <pc:sldMk cId="522993105" sldId="291"/>
            <ac:spMk id="5" creationId="{1122AB5C-9A91-2C91-204A-99B0B4FD7DD3}"/>
          </ac:spMkLst>
        </pc:spChg>
        <pc:spChg chg="add mod">
          <ac:chgData name="Sohag Kabir" userId="e9b0da40-aef8-480a-bb63-d1daacecf555" providerId="ADAL" clId="{5C408035-4E8D-4ADF-9233-ED281F8B05DA}" dt="2024-09-29T14:52:21.492" v="5517" actId="164"/>
          <ac:spMkLst>
            <pc:docMk/>
            <pc:sldMk cId="522993105" sldId="291"/>
            <ac:spMk id="11" creationId="{CD437044-CF5E-E46F-46E8-E61DBF35352E}"/>
          </ac:spMkLst>
        </pc:spChg>
        <pc:spChg chg="del mod">
          <ac:chgData name="Sohag Kabir" userId="e9b0da40-aef8-480a-bb63-d1daacecf555" providerId="ADAL" clId="{5C408035-4E8D-4ADF-9233-ED281F8B05DA}" dt="2024-09-29T15:02:54.077" v="5605" actId="478"/>
          <ac:spMkLst>
            <pc:docMk/>
            <pc:sldMk cId="522993105" sldId="291"/>
            <ac:spMk id="15" creationId="{C252F85D-9BF2-49BA-7DB0-8C3583E78D78}"/>
          </ac:spMkLst>
        </pc:spChg>
        <pc:spChg chg="mod">
          <ac:chgData name="Sohag Kabir" userId="e9b0da40-aef8-480a-bb63-d1daacecf555" providerId="ADAL" clId="{5C408035-4E8D-4ADF-9233-ED281F8B05DA}" dt="2024-09-29T14:52:56.413" v="5523"/>
          <ac:spMkLst>
            <pc:docMk/>
            <pc:sldMk cId="522993105" sldId="291"/>
            <ac:spMk id="16" creationId="{DB16D489-E0AB-C10D-9917-05911EE875F1}"/>
          </ac:spMkLst>
        </pc:spChg>
        <pc:spChg chg="add del mod">
          <ac:chgData name="Sohag Kabir" userId="e9b0da40-aef8-480a-bb63-d1daacecf555" providerId="ADAL" clId="{5C408035-4E8D-4ADF-9233-ED281F8B05DA}" dt="2024-09-29T15:02:51.290" v="5603" actId="478"/>
          <ac:spMkLst>
            <pc:docMk/>
            <pc:sldMk cId="522993105" sldId="291"/>
            <ac:spMk id="18" creationId="{772E9DB5-63FA-29D6-174C-7FC88CF570CB}"/>
          </ac:spMkLst>
        </pc:spChg>
        <pc:spChg chg="add mod">
          <ac:chgData name="Sohag Kabir" userId="e9b0da40-aef8-480a-bb63-d1daacecf555" providerId="ADAL" clId="{5C408035-4E8D-4ADF-9233-ED281F8B05DA}" dt="2024-09-29T15:04:11.169" v="5619" actId="14100"/>
          <ac:spMkLst>
            <pc:docMk/>
            <pc:sldMk cId="522993105" sldId="291"/>
            <ac:spMk id="19" creationId="{3B7D1C6C-C843-3ED4-D843-85FCA0527A96}"/>
          </ac:spMkLst>
        </pc:spChg>
        <pc:grpChg chg="add del mod">
          <ac:chgData name="Sohag Kabir" userId="e9b0da40-aef8-480a-bb63-d1daacecf555" providerId="ADAL" clId="{5C408035-4E8D-4ADF-9233-ED281F8B05DA}" dt="2024-09-29T15:02:52.703" v="5604" actId="478"/>
          <ac:grpSpMkLst>
            <pc:docMk/>
            <pc:sldMk cId="522993105" sldId="291"/>
            <ac:grpSpMk id="12" creationId="{477302C1-25AA-2D19-FD52-A3A033F2B33B}"/>
          </ac:grpSpMkLst>
        </pc:grpChg>
        <pc:grpChg chg="add del mod">
          <ac:chgData name="Sohag Kabir" userId="e9b0da40-aef8-480a-bb63-d1daacecf555" providerId="ADAL" clId="{5C408035-4E8D-4ADF-9233-ED281F8B05DA}" dt="2024-09-29T15:02:55.896" v="5606" actId="478"/>
          <ac:grpSpMkLst>
            <pc:docMk/>
            <pc:sldMk cId="522993105" sldId="291"/>
            <ac:grpSpMk id="13" creationId="{7221A722-C945-EA50-62BB-753B706BD052}"/>
          </ac:grpSpMkLst>
        </pc:grpChg>
        <pc:picChg chg="add mod">
          <ac:chgData name="Sohag Kabir" userId="e9b0da40-aef8-480a-bb63-d1daacecf555" providerId="ADAL" clId="{5C408035-4E8D-4ADF-9233-ED281F8B05DA}" dt="2024-09-29T14:52:21.492" v="5517" actId="164"/>
          <ac:picMkLst>
            <pc:docMk/>
            <pc:sldMk cId="522993105" sldId="291"/>
            <ac:picMk id="7" creationId="{D233E6B3-F815-85B9-F2FF-5D78E3F0E3C4}"/>
          </ac:picMkLst>
        </pc:picChg>
        <pc:picChg chg="add mod">
          <ac:chgData name="Sohag Kabir" userId="e9b0da40-aef8-480a-bb63-d1daacecf555" providerId="ADAL" clId="{5C408035-4E8D-4ADF-9233-ED281F8B05DA}" dt="2024-09-29T14:52:21.492" v="5517" actId="164"/>
          <ac:picMkLst>
            <pc:docMk/>
            <pc:sldMk cId="522993105" sldId="291"/>
            <ac:picMk id="8" creationId="{E068717B-789A-241F-CC69-D38225CB0834}"/>
          </ac:picMkLst>
        </pc:picChg>
        <pc:picChg chg="add mod">
          <ac:chgData name="Sohag Kabir" userId="e9b0da40-aef8-480a-bb63-d1daacecf555" providerId="ADAL" clId="{5C408035-4E8D-4ADF-9233-ED281F8B05DA}" dt="2024-09-29T14:52:21.492" v="5517" actId="164"/>
          <ac:picMkLst>
            <pc:docMk/>
            <pc:sldMk cId="522993105" sldId="291"/>
            <ac:picMk id="10" creationId="{7A8D5195-E3E3-1206-F95C-303993F5905D}"/>
          </ac:picMkLst>
        </pc:picChg>
        <pc:picChg chg="mod">
          <ac:chgData name="Sohag Kabir" userId="e9b0da40-aef8-480a-bb63-d1daacecf555" providerId="ADAL" clId="{5C408035-4E8D-4ADF-9233-ED281F8B05DA}" dt="2024-09-29T14:52:56.413" v="5523"/>
          <ac:picMkLst>
            <pc:docMk/>
            <pc:sldMk cId="522993105" sldId="291"/>
            <ac:picMk id="14" creationId="{E2000D08-AEEB-11D0-2D49-8016EDC7EED5}"/>
          </ac:picMkLst>
        </pc:picChg>
        <pc:picChg chg="mod">
          <ac:chgData name="Sohag Kabir" userId="e9b0da40-aef8-480a-bb63-d1daacecf555" providerId="ADAL" clId="{5C408035-4E8D-4ADF-9233-ED281F8B05DA}" dt="2024-09-29T14:52:56.413" v="5523"/>
          <ac:picMkLst>
            <pc:docMk/>
            <pc:sldMk cId="522993105" sldId="291"/>
            <ac:picMk id="17" creationId="{E825ED0A-E1ED-CCF4-ED9B-F2B3EEE1B5B2}"/>
          </ac:picMkLst>
        </pc:picChg>
        <pc:picChg chg="del">
          <ac:chgData name="Sohag Kabir" userId="e9b0da40-aef8-480a-bb63-d1daacecf555" providerId="ADAL" clId="{5C408035-4E8D-4ADF-9233-ED281F8B05DA}" dt="2024-09-29T14:50:06.535" v="5457" actId="478"/>
          <ac:picMkLst>
            <pc:docMk/>
            <pc:sldMk cId="522993105" sldId="291"/>
            <ac:picMk id="4098" creationId="{0F334A9C-70F5-8BC0-D3D4-04B515E3B0D7}"/>
          </ac:picMkLst>
        </pc:picChg>
      </pc:sldChg>
      <pc:sldChg chg="addSp delSp modSp add mod delAnim">
        <pc:chgData name="Sohag Kabir" userId="e9b0da40-aef8-480a-bb63-d1daacecf555" providerId="ADAL" clId="{5C408035-4E8D-4ADF-9233-ED281F8B05DA}" dt="2024-09-29T14:58:32.739" v="5550" actId="1076"/>
        <pc:sldMkLst>
          <pc:docMk/>
          <pc:sldMk cId="1047879687" sldId="292"/>
        </pc:sldMkLst>
        <pc:spChg chg="mod">
          <ac:chgData name="Sohag Kabir" userId="e9b0da40-aef8-480a-bb63-d1daacecf555" providerId="ADAL" clId="{5C408035-4E8D-4ADF-9233-ED281F8B05DA}" dt="2024-09-29T14:56:10.522" v="5533"/>
          <ac:spMkLst>
            <pc:docMk/>
            <pc:sldMk cId="1047879687" sldId="292"/>
            <ac:spMk id="2" creationId="{3530B774-9001-449E-924A-4229028B4A25}"/>
          </ac:spMkLst>
        </pc:spChg>
        <pc:spChg chg="del">
          <ac:chgData name="Sohag Kabir" userId="e9b0da40-aef8-480a-bb63-d1daacecf555" providerId="ADAL" clId="{5C408035-4E8D-4ADF-9233-ED281F8B05DA}" dt="2024-09-29T14:56:16.563" v="5534" actId="478"/>
          <ac:spMkLst>
            <pc:docMk/>
            <pc:sldMk cId="1047879687" sldId="292"/>
            <ac:spMk id="3" creationId="{6007BCB6-5AC8-46A7-EC4F-B4EBFDE04269}"/>
          </ac:spMkLst>
        </pc:spChg>
        <pc:spChg chg="del">
          <ac:chgData name="Sohag Kabir" userId="e9b0da40-aef8-480a-bb63-d1daacecf555" providerId="ADAL" clId="{5C408035-4E8D-4ADF-9233-ED281F8B05DA}" dt="2024-09-29T14:56:17.501" v="5535" actId="478"/>
          <ac:spMkLst>
            <pc:docMk/>
            <pc:sldMk cId="1047879687" sldId="292"/>
            <ac:spMk id="4" creationId="{FA6964CA-8119-F5F4-7A61-B92F64F7556C}"/>
          </ac:spMkLst>
        </pc:spChg>
        <pc:spChg chg="add del mod">
          <ac:chgData name="Sohag Kabir" userId="e9b0da40-aef8-480a-bb63-d1daacecf555" providerId="ADAL" clId="{5C408035-4E8D-4ADF-9233-ED281F8B05DA}" dt="2024-09-29T14:56:18.331" v="5536" actId="478"/>
          <ac:spMkLst>
            <pc:docMk/>
            <pc:sldMk cId="1047879687" sldId="292"/>
            <ac:spMk id="5" creationId="{E7A74DB1-83C5-165E-2A3D-1EE9D4C11AF5}"/>
          </ac:spMkLst>
        </pc:spChg>
        <pc:spChg chg="add mod">
          <ac:chgData name="Sohag Kabir" userId="e9b0da40-aef8-480a-bb63-d1daacecf555" providerId="ADAL" clId="{5C408035-4E8D-4ADF-9233-ED281F8B05DA}" dt="2024-09-29T14:56:36.374" v="5540" actId="1076"/>
          <ac:spMkLst>
            <pc:docMk/>
            <pc:sldMk cId="1047879687" sldId="292"/>
            <ac:spMk id="19" creationId="{95969E00-A64A-AF8F-0A9D-1734E97E07C0}"/>
          </ac:spMkLst>
        </pc:spChg>
        <pc:spChg chg="add mod">
          <ac:chgData name="Sohag Kabir" userId="e9b0da40-aef8-480a-bb63-d1daacecf555" providerId="ADAL" clId="{5C408035-4E8D-4ADF-9233-ED281F8B05DA}" dt="2024-09-29T14:56:51.083" v="5544" actId="1076"/>
          <ac:spMkLst>
            <pc:docMk/>
            <pc:sldMk cId="1047879687" sldId="292"/>
            <ac:spMk id="20" creationId="{105EB897-1727-921F-8184-6DBCA69A58DA}"/>
          </ac:spMkLst>
        </pc:spChg>
        <pc:spChg chg="add mod">
          <ac:chgData name="Sohag Kabir" userId="e9b0da40-aef8-480a-bb63-d1daacecf555" providerId="ADAL" clId="{5C408035-4E8D-4ADF-9233-ED281F8B05DA}" dt="2024-09-29T14:56:36.374" v="5540" actId="1076"/>
          <ac:spMkLst>
            <pc:docMk/>
            <pc:sldMk cId="1047879687" sldId="292"/>
            <ac:spMk id="21" creationId="{5309E542-6098-BE82-27DA-58FFEA69D3EC}"/>
          </ac:spMkLst>
        </pc:spChg>
        <pc:spChg chg="add mod">
          <ac:chgData name="Sohag Kabir" userId="e9b0da40-aef8-480a-bb63-d1daacecf555" providerId="ADAL" clId="{5C408035-4E8D-4ADF-9233-ED281F8B05DA}" dt="2024-09-29T14:56:36.374" v="5540" actId="1076"/>
          <ac:spMkLst>
            <pc:docMk/>
            <pc:sldMk cId="1047879687" sldId="292"/>
            <ac:spMk id="22" creationId="{75BAD1AA-6EA4-B7DE-E091-1113A6BDB9E8}"/>
          </ac:spMkLst>
        </pc:spChg>
        <pc:spChg chg="add mod">
          <ac:chgData name="Sohag Kabir" userId="e9b0da40-aef8-480a-bb63-d1daacecf555" providerId="ADAL" clId="{5C408035-4E8D-4ADF-9233-ED281F8B05DA}" dt="2024-09-29T14:58:32.739" v="5550" actId="1076"/>
          <ac:spMkLst>
            <pc:docMk/>
            <pc:sldMk cId="1047879687" sldId="292"/>
            <ac:spMk id="23" creationId="{F2E0E622-9C7E-1878-BD98-EB84E04F35FE}"/>
          </ac:spMkLst>
        </pc:spChg>
        <pc:spChg chg="add mod">
          <ac:chgData name="Sohag Kabir" userId="e9b0da40-aef8-480a-bb63-d1daacecf555" providerId="ADAL" clId="{5C408035-4E8D-4ADF-9233-ED281F8B05DA}" dt="2024-09-29T14:58:20.134" v="5548" actId="255"/>
          <ac:spMkLst>
            <pc:docMk/>
            <pc:sldMk cId="1047879687" sldId="292"/>
            <ac:spMk id="24" creationId="{0F86E47D-A1F2-0A0E-96F7-525F4AF980FD}"/>
          </ac:spMkLst>
        </pc:spChg>
        <pc:spChg chg="add mod">
          <ac:chgData name="Sohag Kabir" userId="e9b0da40-aef8-480a-bb63-d1daacecf555" providerId="ADAL" clId="{5C408035-4E8D-4ADF-9233-ED281F8B05DA}" dt="2024-09-29T14:56:36.374" v="5540" actId="1076"/>
          <ac:spMkLst>
            <pc:docMk/>
            <pc:sldMk cId="1047879687" sldId="292"/>
            <ac:spMk id="25" creationId="{90EF1146-8580-046D-7E40-FEEF393DADC0}"/>
          </ac:spMkLst>
        </pc:spChg>
        <pc:spChg chg="add mod">
          <ac:chgData name="Sohag Kabir" userId="e9b0da40-aef8-480a-bb63-d1daacecf555" providerId="ADAL" clId="{5C408035-4E8D-4ADF-9233-ED281F8B05DA}" dt="2024-09-29T14:56:36.374" v="5540" actId="1076"/>
          <ac:spMkLst>
            <pc:docMk/>
            <pc:sldMk cId="1047879687" sldId="292"/>
            <ac:spMk id="26" creationId="{5A290B06-FFEB-83B1-EC1D-C8746D077EE8}"/>
          </ac:spMkLst>
        </pc:spChg>
        <pc:spChg chg="add mod">
          <ac:chgData name="Sohag Kabir" userId="e9b0da40-aef8-480a-bb63-d1daacecf555" providerId="ADAL" clId="{5C408035-4E8D-4ADF-9233-ED281F8B05DA}" dt="2024-09-29T14:56:36.374" v="5540" actId="1076"/>
          <ac:spMkLst>
            <pc:docMk/>
            <pc:sldMk cId="1047879687" sldId="292"/>
            <ac:spMk id="27" creationId="{BFA43B29-C229-9DBD-60F5-482C66B85C91}"/>
          </ac:spMkLst>
        </pc:spChg>
        <pc:spChg chg="add mod">
          <ac:chgData name="Sohag Kabir" userId="e9b0da40-aef8-480a-bb63-d1daacecf555" providerId="ADAL" clId="{5C408035-4E8D-4ADF-9233-ED281F8B05DA}" dt="2024-09-29T14:56:36.374" v="5540" actId="1076"/>
          <ac:spMkLst>
            <pc:docMk/>
            <pc:sldMk cId="1047879687" sldId="292"/>
            <ac:spMk id="28" creationId="{9BD8F0F6-872D-481A-FD60-03859CB716C3}"/>
          </ac:spMkLst>
        </pc:spChg>
        <pc:spChg chg="add mod">
          <ac:chgData name="Sohag Kabir" userId="e9b0da40-aef8-480a-bb63-d1daacecf555" providerId="ADAL" clId="{5C408035-4E8D-4ADF-9233-ED281F8B05DA}" dt="2024-09-29T14:57:49.877" v="5547" actId="1076"/>
          <ac:spMkLst>
            <pc:docMk/>
            <pc:sldMk cId="1047879687" sldId="292"/>
            <ac:spMk id="29" creationId="{489D4741-52E4-0659-3E11-3F4B12C7841C}"/>
          </ac:spMkLst>
        </pc:spChg>
        <pc:spChg chg="add mod">
          <ac:chgData name="Sohag Kabir" userId="e9b0da40-aef8-480a-bb63-d1daacecf555" providerId="ADAL" clId="{5C408035-4E8D-4ADF-9233-ED281F8B05DA}" dt="2024-09-29T14:56:36.374" v="5540" actId="1076"/>
          <ac:spMkLst>
            <pc:docMk/>
            <pc:sldMk cId="1047879687" sldId="292"/>
            <ac:spMk id="30" creationId="{862265E4-57D0-BADB-E5D7-3392E42F47FC}"/>
          </ac:spMkLst>
        </pc:spChg>
        <pc:spChg chg="add mod">
          <ac:chgData name="Sohag Kabir" userId="e9b0da40-aef8-480a-bb63-d1daacecf555" providerId="ADAL" clId="{5C408035-4E8D-4ADF-9233-ED281F8B05DA}" dt="2024-09-29T14:56:36.374" v="5540" actId="1076"/>
          <ac:spMkLst>
            <pc:docMk/>
            <pc:sldMk cId="1047879687" sldId="292"/>
            <ac:spMk id="31" creationId="{A661ED7D-7AF9-5CA7-9150-56E3357357C9}"/>
          </ac:spMkLst>
        </pc:spChg>
        <pc:grpChg chg="del">
          <ac:chgData name="Sohag Kabir" userId="e9b0da40-aef8-480a-bb63-d1daacecf555" providerId="ADAL" clId="{5C408035-4E8D-4ADF-9233-ED281F8B05DA}" dt="2024-09-29T14:56:20.013" v="5537" actId="478"/>
          <ac:grpSpMkLst>
            <pc:docMk/>
            <pc:sldMk cId="1047879687" sldId="292"/>
            <ac:grpSpMk id="12" creationId="{477302C1-25AA-2D19-FD52-A3A033F2B33B}"/>
          </ac:grpSpMkLst>
        </pc:grpChg>
        <pc:grpChg chg="del">
          <ac:chgData name="Sohag Kabir" userId="e9b0da40-aef8-480a-bb63-d1daacecf555" providerId="ADAL" clId="{5C408035-4E8D-4ADF-9233-ED281F8B05DA}" dt="2024-09-29T14:56:20.968" v="5538" actId="478"/>
          <ac:grpSpMkLst>
            <pc:docMk/>
            <pc:sldMk cId="1047879687" sldId="292"/>
            <ac:grpSpMk id="13" creationId="{7221A722-C945-EA50-62BB-753B706BD052}"/>
          </ac:grpSpMkLst>
        </pc:grpChg>
        <pc:picChg chg="add mod">
          <ac:chgData name="Sohag Kabir" userId="e9b0da40-aef8-480a-bb63-d1daacecf555" providerId="ADAL" clId="{5C408035-4E8D-4ADF-9233-ED281F8B05DA}" dt="2024-09-29T14:56:36.374" v="5540" actId="1076"/>
          <ac:picMkLst>
            <pc:docMk/>
            <pc:sldMk cId="1047879687" sldId="292"/>
            <ac:picMk id="18" creationId="{87A702FC-A5BB-8C5A-625F-32EEAD93036C}"/>
          </ac:picMkLst>
        </pc:picChg>
      </pc:sldChg>
      <pc:sldChg chg="addSp delSp modSp add mod modAnim">
        <pc:chgData name="Sohag Kabir" userId="e9b0da40-aef8-480a-bb63-d1daacecf555" providerId="ADAL" clId="{5C408035-4E8D-4ADF-9233-ED281F8B05DA}" dt="2024-09-29T15:01:06.835" v="5576" actId="6549"/>
        <pc:sldMkLst>
          <pc:docMk/>
          <pc:sldMk cId="84711293" sldId="293"/>
        </pc:sldMkLst>
        <pc:spChg chg="mod">
          <ac:chgData name="Sohag Kabir" userId="e9b0da40-aef8-480a-bb63-d1daacecf555" providerId="ADAL" clId="{5C408035-4E8D-4ADF-9233-ED281F8B05DA}" dt="2024-09-29T14:59:26.620" v="5564" actId="20577"/>
          <ac:spMkLst>
            <pc:docMk/>
            <pc:sldMk cId="84711293" sldId="293"/>
            <ac:spMk id="2" creationId="{3530B774-9001-449E-924A-4229028B4A25}"/>
          </ac:spMkLst>
        </pc:spChg>
        <pc:spChg chg="add mod">
          <ac:chgData name="Sohag Kabir" userId="e9b0da40-aef8-480a-bb63-d1daacecf555" providerId="ADAL" clId="{5C408035-4E8D-4ADF-9233-ED281F8B05DA}" dt="2024-09-29T15:01:06.835" v="5576" actId="6549"/>
          <ac:spMkLst>
            <pc:docMk/>
            <pc:sldMk cId="84711293" sldId="293"/>
            <ac:spMk id="3" creationId="{5AD763B0-382C-B09A-DBAC-645AD8C725A8}"/>
          </ac:spMkLst>
        </pc:spChg>
        <pc:spChg chg="mod">
          <ac:chgData name="Sohag Kabir" userId="e9b0da40-aef8-480a-bb63-d1daacecf555" providerId="ADAL" clId="{5C408035-4E8D-4ADF-9233-ED281F8B05DA}" dt="2024-09-29T15:00:04.942" v="5570" actId="1076"/>
          <ac:spMkLst>
            <pc:docMk/>
            <pc:sldMk cId="84711293" sldId="293"/>
            <ac:spMk id="7" creationId="{158FFB24-2458-D20B-8EF8-0EBE3162D027}"/>
          </ac:spMkLst>
        </pc:spChg>
        <pc:spChg chg="mod">
          <ac:chgData name="Sohag Kabir" userId="e9b0da40-aef8-480a-bb63-d1daacecf555" providerId="ADAL" clId="{5C408035-4E8D-4ADF-9233-ED281F8B05DA}" dt="2024-09-29T15:00:04.942" v="5570" actId="1076"/>
          <ac:spMkLst>
            <pc:docMk/>
            <pc:sldMk cId="84711293" sldId="293"/>
            <ac:spMk id="15" creationId="{2CFA8AA9-7FCF-9F9B-00CF-6744DD48683A}"/>
          </ac:spMkLst>
        </pc:spChg>
        <pc:spChg chg="del">
          <ac:chgData name="Sohag Kabir" userId="e9b0da40-aef8-480a-bb63-d1daacecf555" providerId="ADAL" clId="{5C408035-4E8D-4ADF-9233-ED281F8B05DA}" dt="2024-09-29T14:59:31.484" v="5565" actId="478"/>
          <ac:spMkLst>
            <pc:docMk/>
            <pc:sldMk cId="84711293" sldId="293"/>
            <ac:spMk id="19" creationId="{95969E00-A64A-AF8F-0A9D-1734E97E07C0}"/>
          </ac:spMkLst>
        </pc:spChg>
        <pc:spChg chg="del">
          <ac:chgData name="Sohag Kabir" userId="e9b0da40-aef8-480a-bb63-d1daacecf555" providerId="ADAL" clId="{5C408035-4E8D-4ADF-9233-ED281F8B05DA}" dt="2024-09-29T14:59:34.061" v="5566" actId="478"/>
          <ac:spMkLst>
            <pc:docMk/>
            <pc:sldMk cId="84711293" sldId="293"/>
            <ac:spMk id="20" creationId="{105EB897-1727-921F-8184-6DBCA69A58DA}"/>
          </ac:spMkLst>
        </pc:spChg>
        <pc:spChg chg="del">
          <ac:chgData name="Sohag Kabir" userId="e9b0da40-aef8-480a-bb63-d1daacecf555" providerId="ADAL" clId="{5C408035-4E8D-4ADF-9233-ED281F8B05DA}" dt="2024-09-29T14:59:31.484" v="5565" actId="478"/>
          <ac:spMkLst>
            <pc:docMk/>
            <pc:sldMk cId="84711293" sldId="293"/>
            <ac:spMk id="21" creationId="{5309E542-6098-BE82-27DA-58FFEA69D3EC}"/>
          </ac:spMkLst>
        </pc:spChg>
        <pc:spChg chg="del">
          <ac:chgData name="Sohag Kabir" userId="e9b0da40-aef8-480a-bb63-d1daacecf555" providerId="ADAL" clId="{5C408035-4E8D-4ADF-9233-ED281F8B05DA}" dt="2024-09-29T14:59:31.484" v="5565" actId="478"/>
          <ac:spMkLst>
            <pc:docMk/>
            <pc:sldMk cId="84711293" sldId="293"/>
            <ac:spMk id="22" creationId="{75BAD1AA-6EA4-B7DE-E091-1113A6BDB9E8}"/>
          </ac:spMkLst>
        </pc:spChg>
        <pc:spChg chg="del">
          <ac:chgData name="Sohag Kabir" userId="e9b0da40-aef8-480a-bb63-d1daacecf555" providerId="ADAL" clId="{5C408035-4E8D-4ADF-9233-ED281F8B05DA}" dt="2024-09-29T14:59:31.484" v="5565" actId="478"/>
          <ac:spMkLst>
            <pc:docMk/>
            <pc:sldMk cId="84711293" sldId="293"/>
            <ac:spMk id="23" creationId="{F2E0E622-9C7E-1878-BD98-EB84E04F35FE}"/>
          </ac:spMkLst>
        </pc:spChg>
        <pc:spChg chg="del">
          <ac:chgData name="Sohag Kabir" userId="e9b0da40-aef8-480a-bb63-d1daacecf555" providerId="ADAL" clId="{5C408035-4E8D-4ADF-9233-ED281F8B05DA}" dt="2024-09-29T14:59:31.484" v="5565" actId="478"/>
          <ac:spMkLst>
            <pc:docMk/>
            <pc:sldMk cId="84711293" sldId="293"/>
            <ac:spMk id="24" creationId="{0F86E47D-A1F2-0A0E-96F7-525F4AF980FD}"/>
          </ac:spMkLst>
        </pc:spChg>
        <pc:spChg chg="del">
          <ac:chgData name="Sohag Kabir" userId="e9b0da40-aef8-480a-bb63-d1daacecf555" providerId="ADAL" clId="{5C408035-4E8D-4ADF-9233-ED281F8B05DA}" dt="2024-09-29T14:59:34.765" v="5567" actId="478"/>
          <ac:spMkLst>
            <pc:docMk/>
            <pc:sldMk cId="84711293" sldId="293"/>
            <ac:spMk id="25" creationId="{90EF1146-8580-046D-7E40-FEEF393DADC0}"/>
          </ac:spMkLst>
        </pc:spChg>
        <pc:spChg chg="del">
          <ac:chgData name="Sohag Kabir" userId="e9b0da40-aef8-480a-bb63-d1daacecf555" providerId="ADAL" clId="{5C408035-4E8D-4ADF-9233-ED281F8B05DA}" dt="2024-09-29T14:59:31.484" v="5565" actId="478"/>
          <ac:spMkLst>
            <pc:docMk/>
            <pc:sldMk cId="84711293" sldId="293"/>
            <ac:spMk id="26" creationId="{5A290B06-FFEB-83B1-EC1D-C8746D077EE8}"/>
          </ac:spMkLst>
        </pc:spChg>
        <pc:spChg chg="del">
          <ac:chgData name="Sohag Kabir" userId="e9b0da40-aef8-480a-bb63-d1daacecf555" providerId="ADAL" clId="{5C408035-4E8D-4ADF-9233-ED281F8B05DA}" dt="2024-09-29T14:59:31.484" v="5565" actId="478"/>
          <ac:spMkLst>
            <pc:docMk/>
            <pc:sldMk cId="84711293" sldId="293"/>
            <ac:spMk id="27" creationId="{BFA43B29-C229-9DBD-60F5-482C66B85C91}"/>
          </ac:spMkLst>
        </pc:spChg>
        <pc:spChg chg="del">
          <ac:chgData name="Sohag Kabir" userId="e9b0da40-aef8-480a-bb63-d1daacecf555" providerId="ADAL" clId="{5C408035-4E8D-4ADF-9233-ED281F8B05DA}" dt="2024-09-29T14:59:31.484" v="5565" actId="478"/>
          <ac:spMkLst>
            <pc:docMk/>
            <pc:sldMk cId="84711293" sldId="293"/>
            <ac:spMk id="28" creationId="{9BD8F0F6-872D-481A-FD60-03859CB716C3}"/>
          </ac:spMkLst>
        </pc:spChg>
        <pc:spChg chg="del">
          <ac:chgData name="Sohag Kabir" userId="e9b0da40-aef8-480a-bb63-d1daacecf555" providerId="ADAL" clId="{5C408035-4E8D-4ADF-9233-ED281F8B05DA}" dt="2024-09-29T14:59:31.484" v="5565" actId="478"/>
          <ac:spMkLst>
            <pc:docMk/>
            <pc:sldMk cId="84711293" sldId="293"/>
            <ac:spMk id="29" creationId="{489D4741-52E4-0659-3E11-3F4B12C7841C}"/>
          </ac:spMkLst>
        </pc:spChg>
        <pc:spChg chg="del">
          <ac:chgData name="Sohag Kabir" userId="e9b0da40-aef8-480a-bb63-d1daacecf555" providerId="ADAL" clId="{5C408035-4E8D-4ADF-9233-ED281F8B05DA}" dt="2024-09-29T14:59:31.484" v="5565" actId="478"/>
          <ac:spMkLst>
            <pc:docMk/>
            <pc:sldMk cId="84711293" sldId="293"/>
            <ac:spMk id="30" creationId="{862265E4-57D0-BADB-E5D7-3392E42F47FC}"/>
          </ac:spMkLst>
        </pc:spChg>
        <pc:spChg chg="del">
          <ac:chgData name="Sohag Kabir" userId="e9b0da40-aef8-480a-bb63-d1daacecf555" providerId="ADAL" clId="{5C408035-4E8D-4ADF-9233-ED281F8B05DA}" dt="2024-09-29T14:59:31.484" v="5565" actId="478"/>
          <ac:spMkLst>
            <pc:docMk/>
            <pc:sldMk cId="84711293" sldId="293"/>
            <ac:spMk id="31" creationId="{A661ED7D-7AF9-5CA7-9150-56E3357357C9}"/>
          </ac:spMkLst>
        </pc:spChg>
        <pc:spChg chg="mod">
          <ac:chgData name="Sohag Kabir" userId="e9b0da40-aef8-480a-bb63-d1daacecf555" providerId="ADAL" clId="{5C408035-4E8D-4ADF-9233-ED281F8B05DA}" dt="2024-09-29T15:00:04.942" v="5570" actId="1076"/>
          <ac:spMkLst>
            <pc:docMk/>
            <pc:sldMk cId="84711293" sldId="293"/>
            <ac:spMk id="33" creationId="{643B4E82-B4BF-A757-08F6-E9011E684A32}"/>
          </ac:spMkLst>
        </pc:spChg>
        <pc:spChg chg="mod">
          <ac:chgData name="Sohag Kabir" userId="e9b0da40-aef8-480a-bb63-d1daacecf555" providerId="ADAL" clId="{5C408035-4E8D-4ADF-9233-ED281F8B05DA}" dt="2024-09-29T15:00:04.942" v="5570" actId="1076"/>
          <ac:spMkLst>
            <pc:docMk/>
            <pc:sldMk cId="84711293" sldId="293"/>
            <ac:spMk id="37" creationId="{75F67917-E938-039D-F841-4ADAEE00E2F1}"/>
          </ac:spMkLst>
        </pc:spChg>
        <pc:grpChg chg="add mod">
          <ac:chgData name="Sohag Kabir" userId="e9b0da40-aef8-480a-bb63-d1daacecf555" providerId="ADAL" clId="{5C408035-4E8D-4ADF-9233-ED281F8B05DA}" dt="2024-09-29T15:00:04.942" v="5570" actId="1076"/>
          <ac:grpSpMkLst>
            <pc:docMk/>
            <pc:sldMk cId="84711293" sldId="293"/>
            <ac:grpSpMk id="4" creationId="{726476A4-C1C1-5A5D-1F34-055DEC950046}"/>
          </ac:grpSpMkLst>
        </pc:grpChg>
        <pc:grpChg chg="add mod">
          <ac:chgData name="Sohag Kabir" userId="e9b0da40-aef8-480a-bb63-d1daacecf555" providerId="ADAL" clId="{5C408035-4E8D-4ADF-9233-ED281F8B05DA}" dt="2024-09-29T15:00:04.942" v="5570" actId="1076"/>
          <ac:grpSpMkLst>
            <pc:docMk/>
            <pc:sldMk cId="84711293" sldId="293"/>
            <ac:grpSpMk id="8" creationId="{AB396CF0-19E1-B39C-D6F6-CD92EE5086E8}"/>
          </ac:grpSpMkLst>
        </pc:grpChg>
        <pc:grpChg chg="add mod">
          <ac:chgData name="Sohag Kabir" userId="e9b0da40-aef8-480a-bb63-d1daacecf555" providerId="ADAL" clId="{5C408035-4E8D-4ADF-9233-ED281F8B05DA}" dt="2024-09-29T15:00:04.942" v="5570" actId="1076"/>
          <ac:grpSpMkLst>
            <pc:docMk/>
            <pc:sldMk cId="84711293" sldId="293"/>
            <ac:grpSpMk id="16" creationId="{DEDA8D69-3EA9-F680-F97C-C8CE3B819211}"/>
          </ac:grpSpMkLst>
        </pc:grpChg>
        <pc:grpChg chg="add mod">
          <ac:chgData name="Sohag Kabir" userId="e9b0da40-aef8-480a-bb63-d1daacecf555" providerId="ADAL" clId="{5C408035-4E8D-4ADF-9233-ED281F8B05DA}" dt="2024-09-29T15:00:04.942" v="5570" actId="1076"/>
          <ac:grpSpMkLst>
            <pc:docMk/>
            <pc:sldMk cId="84711293" sldId="293"/>
            <ac:grpSpMk id="34" creationId="{03A68F76-CE87-F034-0A7B-CC5384D98268}"/>
          </ac:grpSpMkLst>
        </pc:grpChg>
        <pc:picChg chg="mod">
          <ac:chgData name="Sohag Kabir" userId="e9b0da40-aef8-480a-bb63-d1daacecf555" providerId="ADAL" clId="{5C408035-4E8D-4ADF-9233-ED281F8B05DA}" dt="2024-09-29T15:00:04.942" v="5570" actId="1076"/>
          <ac:picMkLst>
            <pc:docMk/>
            <pc:sldMk cId="84711293" sldId="293"/>
            <ac:picMk id="5" creationId="{4BAEACAA-43F0-95D9-084D-987F1A7202FD}"/>
          </ac:picMkLst>
        </pc:picChg>
        <pc:picChg chg="mod">
          <ac:chgData name="Sohag Kabir" userId="e9b0da40-aef8-480a-bb63-d1daacecf555" providerId="ADAL" clId="{5C408035-4E8D-4ADF-9233-ED281F8B05DA}" dt="2024-09-29T15:00:04.942" v="5570" actId="1076"/>
          <ac:picMkLst>
            <pc:docMk/>
            <pc:sldMk cId="84711293" sldId="293"/>
            <ac:picMk id="10" creationId="{50B951F7-82C7-475A-065F-ACF364420C74}"/>
          </ac:picMkLst>
        </pc:picChg>
        <pc:picChg chg="mod">
          <ac:chgData name="Sohag Kabir" userId="e9b0da40-aef8-480a-bb63-d1daacecf555" providerId="ADAL" clId="{5C408035-4E8D-4ADF-9233-ED281F8B05DA}" dt="2024-09-29T15:00:04.942" v="5570" actId="1076"/>
          <ac:picMkLst>
            <pc:docMk/>
            <pc:sldMk cId="84711293" sldId="293"/>
            <ac:picMk id="11" creationId="{C81CAB8C-7923-ACD6-AC8C-FA1E3B1CBCB6}"/>
          </ac:picMkLst>
        </pc:picChg>
        <pc:picChg chg="mod">
          <ac:chgData name="Sohag Kabir" userId="e9b0da40-aef8-480a-bb63-d1daacecf555" providerId="ADAL" clId="{5C408035-4E8D-4ADF-9233-ED281F8B05DA}" dt="2024-09-29T15:00:04.942" v="5570" actId="1076"/>
          <ac:picMkLst>
            <pc:docMk/>
            <pc:sldMk cId="84711293" sldId="293"/>
            <ac:picMk id="12" creationId="{6D23BADF-C0C0-5CBD-7447-B14315CA9984}"/>
          </ac:picMkLst>
        </pc:picChg>
        <pc:picChg chg="mod">
          <ac:chgData name="Sohag Kabir" userId="e9b0da40-aef8-480a-bb63-d1daacecf555" providerId="ADAL" clId="{5C408035-4E8D-4ADF-9233-ED281F8B05DA}" dt="2024-09-29T15:00:04.942" v="5570" actId="1076"/>
          <ac:picMkLst>
            <pc:docMk/>
            <pc:sldMk cId="84711293" sldId="293"/>
            <ac:picMk id="13" creationId="{B4B022C3-0080-4D81-C0C2-D1E975E1F267}"/>
          </ac:picMkLst>
        </pc:picChg>
        <pc:picChg chg="mod">
          <ac:chgData name="Sohag Kabir" userId="e9b0da40-aef8-480a-bb63-d1daacecf555" providerId="ADAL" clId="{5C408035-4E8D-4ADF-9233-ED281F8B05DA}" dt="2024-09-29T15:00:04.942" v="5570" actId="1076"/>
          <ac:picMkLst>
            <pc:docMk/>
            <pc:sldMk cId="84711293" sldId="293"/>
            <ac:picMk id="14" creationId="{9421A423-8815-A3A9-7D9E-AE2BB842000B}"/>
          </ac:picMkLst>
        </pc:picChg>
        <pc:picChg chg="mod">
          <ac:chgData name="Sohag Kabir" userId="e9b0da40-aef8-480a-bb63-d1daacecf555" providerId="ADAL" clId="{5C408035-4E8D-4ADF-9233-ED281F8B05DA}" dt="2024-09-29T15:00:04.942" v="5570" actId="1076"/>
          <ac:picMkLst>
            <pc:docMk/>
            <pc:sldMk cId="84711293" sldId="293"/>
            <ac:picMk id="17" creationId="{B77D6497-3E0D-33FE-2BC5-F19DCA637DFB}"/>
          </ac:picMkLst>
        </pc:picChg>
        <pc:picChg chg="del">
          <ac:chgData name="Sohag Kabir" userId="e9b0da40-aef8-480a-bb63-d1daacecf555" providerId="ADAL" clId="{5C408035-4E8D-4ADF-9233-ED281F8B05DA}" dt="2024-09-29T14:59:31.484" v="5565" actId="478"/>
          <ac:picMkLst>
            <pc:docMk/>
            <pc:sldMk cId="84711293" sldId="293"/>
            <ac:picMk id="18" creationId="{87A702FC-A5BB-8C5A-625F-32EEAD93036C}"/>
          </ac:picMkLst>
        </pc:picChg>
        <pc:picChg chg="mod">
          <ac:chgData name="Sohag Kabir" userId="e9b0da40-aef8-480a-bb63-d1daacecf555" providerId="ADAL" clId="{5C408035-4E8D-4ADF-9233-ED281F8B05DA}" dt="2024-09-29T15:00:04.942" v="5570" actId="1076"/>
          <ac:picMkLst>
            <pc:docMk/>
            <pc:sldMk cId="84711293" sldId="293"/>
            <ac:picMk id="32" creationId="{BC1BC54A-3BFC-F109-C945-E9B851285053}"/>
          </ac:picMkLst>
        </pc:picChg>
        <pc:picChg chg="mod">
          <ac:chgData name="Sohag Kabir" userId="e9b0da40-aef8-480a-bb63-d1daacecf555" providerId="ADAL" clId="{5C408035-4E8D-4ADF-9233-ED281F8B05DA}" dt="2024-09-29T15:00:04.942" v="5570" actId="1076"/>
          <ac:picMkLst>
            <pc:docMk/>
            <pc:sldMk cId="84711293" sldId="293"/>
            <ac:picMk id="35" creationId="{4C94D145-8423-073F-785D-3290DFDDA004}"/>
          </ac:picMkLst>
        </pc:picChg>
        <pc:picChg chg="mod">
          <ac:chgData name="Sohag Kabir" userId="e9b0da40-aef8-480a-bb63-d1daacecf555" providerId="ADAL" clId="{5C408035-4E8D-4ADF-9233-ED281F8B05DA}" dt="2024-09-29T15:00:04.942" v="5570" actId="1076"/>
          <ac:picMkLst>
            <pc:docMk/>
            <pc:sldMk cId="84711293" sldId="293"/>
            <ac:picMk id="36" creationId="{6A1A9FE9-B20B-2536-885B-66E2172D336A}"/>
          </ac:picMkLst>
        </pc:picChg>
      </pc:sldChg>
      <pc:sldChg chg="add">
        <pc:chgData name="Sohag Kabir" userId="e9b0da40-aef8-480a-bb63-d1daacecf555" providerId="ADAL" clId="{5C408035-4E8D-4ADF-9233-ED281F8B05DA}" dt="2024-09-29T15:02:32.823" v="5577" actId="2890"/>
        <pc:sldMkLst>
          <pc:docMk/>
          <pc:sldMk cId="1163318038" sldId="294"/>
        </pc:sldMkLst>
      </pc:sldChg>
      <pc:sldChg chg="addSp delSp modSp add mod">
        <pc:chgData name="Sohag Kabir" userId="e9b0da40-aef8-480a-bb63-d1daacecf555" providerId="ADAL" clId="{5C408035-4E8D-4ADF-9233-ED281F8B05DA}" dt="2024-09-29T15:30:48.793" v="5925" actId="14100"/>
        <pc:sldMkLst>
          <pc:docMk/>
          <pc:sldMk cId="1736692387" sldId="295"/>
        </pc:sldMkLst>
        <pc:spChg chg="add mod">
          <ac:chgData name="Sohag Kabir" userId="e9b0da40-aef8-480a-bb63-d1daacecf555" providerId="ADAL" clId="{5C408035-4E8D-4ADF-9233-ED281F8B05DA}" dt="2024-09-29T15:29:50.387" v="5912" actId="1076"/>
          <ac:spMkLst>
            <pc:docMk/>
            <pc:sldMk cId="1736692387" sldId="295"/>
            <ac:spMk id="2" creationId="{456C8F10-CBAC-0B98-5821-80029868C74E}"/>
          </ac:spMkLst>
        </pc:spChg>
        <pc:spChg chg="add mod">
          <ac:chgData name="Sohag Kabir" userId="e9b0da40-aef8-480a-bb63-d1daacecf555" providerId="ADAL" clId="{5C408035-4E8D-4ADF-9233-ED281F8B05DA}" dt="2024-09-29T15:29:44.253" v="5911" actId="1076"/>
          <ac:spMkLst>
            <pc:docMk/>
            <pc:sldMk cId="1736692387" sldId="295"/>
            <ac:spMk id="3" creationId="{A89813B8-61B1-DF41-274B-672AEA75BAFF}"/>
          </ac:spMkLst>
        </pc:spChg>
        <pc:spChg chg="add mod">
          <ac:chgData name="Sohag Kabir" userId="e9b0da40-aef8-480a-bb63-d1daacecf555" providerId="ADAL" clId="{5C408035-4E8D-4ADF-9233-ED281F8B05DA}" dt="2024-09-29T15:30:48.793" v="5925" actId="14100"/>
          <ac:spMkLst>
            <pc:docMk/>
            <pc:sldMk cId="1736692387" sldId="295"/>
            <ac:spMk id="4" creationId="{DC704C09-8B8A-D2C6-4E39-71CC6CC468CF}"/>
          </ac:spMkLst>
        </pc:spChg>
        <pc:spChg chg="mod">
          <ac:chgData name="Sohag Kabir" userId="e9b0da40-aef8-480a-bb63-d1daacecf555" providerId="ADAL" clId="{5C408035-4E8D-4ADF-9233-ED281F8B05DA}" dt="2024-09-29T15:29:20.041" v="5906"/>
          <ac:spMkLst>
            <pc:docMk/>
            <pc:sldMk cId="1736692387" sldId="295"/>
            <ac:spMk id="11" creationId="{1E09ABB6-8E37-DDEE-2E26-FFB134E4425E}"/>
          </ac:spMkLst>
        </pc:spChg>
        <pc:grpChg chg="del">
          <ac:chgData name="Sohag Kabir" userId="e9b0da40-aef8-480a-bb63-d1daacecf555" providerId="ADAL" clId="{5C408035-4E8D-4ADF-9233-ED281F8B05DA}" dt="2024-09-29T15:29:22.161" v="5907" actId="478"/>
          <ac:grpSpMkLst>
            <pc:docMk/>
            <pc:sldMk cId="1736692387" sldId="295"/>
            <ac:grpSpMk id="25" creationId="{9DBEE125-E72A-BBF0-BEA4-D3C1869D8055}"/>
          </ac:grpSpMkLst>
        </pc:grpChg>
      </pc:sldChg>
      <pc:sldChg chg="addSp delSp modSp add mod">
        <pc:chgData name="Sohag Kabir" userId="e9b0da40-aef8-480a-bb63-d1daacecf555" providerId="ADAL" clId="{5C408035-4E8D-4ADF-9233-ED281F8B05DA}" dt="2024-09-29T15:56:35.486" v="6247"/>
        <pc:sldMkLst>
          <pc:docMk/>
          <pc:sldMk cId="1404130163" sldId="296"/>
        </pc:sldMkLst>
        <pc:spChg chg="del mod">
          <ac:chgData name="Sohag Kabir" userId="e9b0da40-aef8-480a-bb63-d1daacecf555" providerId="ADAL" clId="{5C408035-4E8D-4ADF-9233-ED281F8B05DA}" dt="2024-09-29T15:56:31.096" v="6245" actId="478"/>
          <ac:spMkLst>
            <pc:docMk/>
            <pc:sldMk cId="1404130163" sldId="296"/>
            <ac:spMk id="2" creationId="{81C438A6-3010-496D-B29E-036E43E273F3}"/>
          </ac:spMkLst>
        </pc:spChg>
        <pc:spChg chg="add mod">
          <ac:chgData name="Sohag Kabir" userId="e9b0da40-aef8-480a-bb63-d1daacecf555" providerId="ADAL" clId="{5C408035-4E8D-4ADF-9233-ED281F8B05DA}" dt="2024-09-29T15:54:43.841" v="6219" actId="1076"/>
          <ac:spMkLst>
            <pc:docMk/>
            <pc:sldMk cId="1404130163" sldId="296"/>
            <ac:spMk id="3" creationId="{020CD03C-6F1E-4B8F-BF88-0798D4F51799}"/>
          </ac:spMkLst>
        </pc:spChg>
        <pc:spChg chg="add del mod">
          <ac:chgData name="Sohag Kabir" userId="e9b0da40-aef8-480a-bb63-d1daacecf555" providerId="ADAL" clId="{5C408035-4E8D-4ADF-9233-ED281F8B05DA}" dt="2024-09-29T15:56:34.659" v="6246" actId="478"/>
          <ac:spMkLst>
            <pc:docMk/>
            <pc:sldMk cId="1404130163" sldId="296"/>
            <ac:spMk id="4" creationId="{04FEFFE6-5238-9CDC-5500-D80FA57E1433}"/>
          </ac:spMkLst>
        </pc:spChg>
        <pc:spChg chg="add mod">
          <ac:chgData name="Sohag Kabir" userId="e9b0da40-aef8-480a-bb63-d1daacecf555" providerId="ADAL" clId="{5C408035-4E8D-4ADF-9233-ED281F8B05DA}" dt="2024-09-29T15:56:35.486" v="6247"/>
          <ac:spMkLst>
            <pc:docMk/>
            <pc:sldMk cId="1404130163" sldId="296"/>
            <ac:spMk id="7" creationId="{DCE5161E-542E-6534-B338-4A3F0B2C625E}"/>
          </ac:spMkLst>
        </pc:spChg>
        <pc:picChg chg="mod">
          <ac:chgData name="Sohag Kabir" userId="e9b0da40-aef8-480a-bb63-d1daacecf555" providerId="ADAL" clId="{5C408035-4E8D-4ADF-9233-ED281F8B05DA}" dt="2024-09-29T15:54:38.504" v="6218" actId="1076"/>
          <ac:picMkLst>
            <pc:docMk/>
            <pc:sldMk cId="1404130163" sldId="296"/>
            <ac:picMk id="5" creationId="{AAB077CA-4110-FD6A-FF45-A5D814E51265}"/>
          </ac:picMkLst>
        </pc:picChg>
      </pc:sldChg>
      <pc:sldChg chg="addSp delSp modSp add mod modNotesTx">
        <pc:chgData name="Sohag Kabir" userId="e9b0da40-aef8-480a-bb63-d1daacecf555" providerId="ADAL" clId="{5C408035-4E8D-4ADF-9233-ED281F8B05DA}" dt="2024-09-29T15:56:24.007" v="6244" actId="1076"/>
        <pc:sldMkLst>
          <pc:docMk/>
          <pc:sldMk cId="3364632169" sldId="297"/>
        </pc:sldMkLst>
        <pc:spChg chg="del">
          <ac:chgData name="Sohag Kabir" userId="e9b0da40-aef8-480a-bb63-d1daacecf555" providerId="ADAL" clId="{5C408035-4E8D-4ADF-9233-ED281F8B05DA}" dt="2024-09-29T15:56:16.560" v="6241" actId="478"/>
          <ac:spMkLst>
            <pc:docMk/>
            <pc:sldMk cId="3364632169" sldId="297"/>
            <ac:spMk id="2" creationId="{81C438A6-3010-496D-B29E-036E43E273F3}"/>
          </ac:spMkLst>
        </pc:spChg>
        <pc:spChg chg="add mod">
          <ac:chgData name="Sohag Kabir" userId="e9b0da40-aef8-480a-bb63-d1daacecf555" providerId="ADAL" clId="{5C408035-4E8D-4ADF-9233-ED281F8B05DA}" dt="2024-09-29T15:54:20.904" v="6216" actId="1076"/>
          <ac:spMkLst>
            <pc:docMk/>
            <pc:sldMk cId="3364632169" sldId="297"/>
            <ac:spMk id="5" creationId="{C93BE22E-4E56-E034-ED3F-E5B168D08942}"/>
          </ac:spMkLst>
        </pc:spChg>
        <pc:spChg chg="add mod">
          <ac:chgData name="Sohag Kabir" userId="e9b0da40-aef8-480a-bb63-d1daacecf555" providerId="ADAL" clId="{5C408035-4E8D-4ADF-9233-ED281F8B05DA}" dt="2024-09-29T15:54:15.328" v="6214" actId="1076"/>
          <ac:spMkLst>
            <pc:docMk/>
            <pc:sldMk cId="3364632169" sldId="297"/>
            <ac:spMk id="9" creationId="{1B4C65DF-1DC0-9A65-3B08-C53EB46881A5}"/>
          </ac:spMkLst>
        </pc:spChg>
        <pc:spChg chg="add del mod">
          <ac:chgData name="Sohag Kabir" userId="e9b0da40-aef8-480a-bb63-d1daacecf555" providerId="ADAL" clId="{5C408035-4E8D-4ADF-9233-ED281F8B05DA}" dt="2024-09-29T15:56:19.920" v="6242" actId="478"/>
          <ac:spMkLst>
            <pc:docMk/>
            <pc:sldMk cId="3364632169" sldId="297"/>
            <ac:spMk id="10" creationId="{EA3EEA8E-F675-3ECF-DF71-E818425D00F4}"/>
          </ac:spMkLst>
        </pc:spChg>
        <pc:spChg chg="add mod">
          <ac:chgData name="Sohag Kabir" userId="e9b0da40-aef8-480a-bb63-d1daacecf555" providerId="ADAL" clId="{5C408035-4E8D-4ADF-9233-ED281F8B05DA}" dt="2024-09-29T15:56:24.007" v="6244" actId="1076"/>
          <ac:spMkLst>
            <pc:docMk/>
            <pc:sldMk cId="3364632169" sldId="297"/>
            <ac:spMk id="11" creationId="{7D3F601D-F56D-0B39-A8F8-0B9434D5B7E5}"/>
          </ac:spMkLst>
        </pc:spChg>
        <pc:picChg chg="add del mod">
          <ac:chgData name="Sohag Kabir" userId="e9b0da40-aef8-480a-bb63-d1daacecf555" providerId="ADAL" clId="{5C408035-4E8D-4ADF-9233-ED281F8B05DA}" dt="2024-09-29T15:53:15.928" v="6150" actId="478"/>
          <ac:picMkLst>
            <pc:docMk/>
            <pc:sldMk cId="3364632169" sldId="297"/>
            <ac:picMk id="4" creationId="{C7356183-D4F7-F85F-737E-C1B7BE42CE27}"/>
          </ac:picMkLst>
        </pc:picChg>
        <pc:picChg chg="add mod">
          <ac:chgData name="Sohag Kabir" userId="e9b0da40-aef8-480a-bb63-d1daacecf555" providerId="ADAL" clId="{5C408035-4E8D-4ADF-9233-ED281F8B05DA}" dt="2024-09-29T15:54:17.705" v="6215" actId="1076"/>
          <ac:picMkLst>
            <pc:docMk/>
            <pc:sldMk cId="3364632169" sldId="297"/>
            <ac:picMk id="8" creationId="{195ABAA2-D5C1-2CED-587D-D5D4C0D4D3A7}"/>
          </ac:picMkLst>
        </pc:picChg>
        <pc:picChg chg="del">
          <ac:chgData name="Sohag Kabir" userId="e9b0da40-aef8-480a-bb63-d1daacecf555" providerId="ADAL" clId="{5C408035-4E8D-4ADF-9233-ED281F8B05DA}" dt="2024-09-29T15:50:21.409" v="6102" actId="478"/>
          <ac:picMkLst>
            <pc:docMk/>
            <pc:sldMk cId="3364632169" sldId="297"/>
            <ac:picMk id="11266" creationId="{B555FE88-D3E2-586D-98D7-0E6AB7E5E2B5}"/>
          </ac:picMkLst>
        </pc:picChg>
      </pc:sldChg>
      <pc:sldChg chg="delSp modSp add mod ord">
        <pc:chgData name="Sohag Kabir" userId="e9b0da40-aef8-480a-bb63-d1daacecf555" providerId="ADAL" clId="{5C408035-4E8D-4ADF-9233-ED281F8B05DA}" dt="2024-09-29T16:12:23.730" v="6516" actId="20577"/>
        <pc:sldMkLst>
          <pc:docMk/>
          <pc:sldMk cId="683997717" sldId="298"/>
        </pc:sldMkLst>
        <pc:spChg chg="mod">
          <ac:chgData name="Sohag Kabir" userId="e9b0da40-aef8-480a-bb63-d1daacecf555" providerId="ADAL" clId="{5C408035-4E8D-4ADF-9233-ED281F8B05DA}" dt="2024-09-29T16:12:23.730" v="6516" actId="20577"/>
          <ac:spMkLst>
            <pc:docMk/>
            <pc:sldMk cId="683997717" sldId="298"/>
            <ac:spMk id="3" creationId="{020CD03C-6F1E-4B8F-BF88-0798D4F51799}"/>
          </ac:spMkLst>
        </pc:spChg>
        <pc:spChg chg="mod">
          <ac:chgData name="Sohag Kabir" userId="e9b0da40-aef8-480a-bb63-d1daacecf555" providerId="ADAL" clId="{5C408035-4E8D-4ADF-9233-ED281F8B05DA}" dt="2024-09-29T16:07:38.560" v="6316" actId="14100"/>
          <ac:spMkLst>
            <pc:docMk/>
            <pc:sldMk cId="683997717" sldId="298"/>
            <ac:spMk id="7" creationId="{DCE5161E-542E-6534-B338-4A3F0B2C625E}"/>
          </ac:spMkLst>
        </pc:spChg>
        <pc:picChg chg="del">
          <ac:chgData name="Sohag Kabir" userId="e9b0da40-aef8-480a-bb63-d1daacecf555" providerId="ADAL" clId="{5C408035-4E8D-4ADF-9233-ED281F8B05DA}" dt="2024-09-29T16:07:02.060" v="6256" actId="478"/>
          <ac:picMkLst>
            <pc:docMk/>
            <pc:sldMk cId="683997717" sldId="298"/>
            <ac:picMk id="5" creationId="{AAB077CA-4110-FD6A-FF45-A5D814E51265}"/>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C15ADB-D0DE-4B9F-8AA3-6250035CD45A}" type="doc">
      <dgm:prSet loTypeId="urn:microsoft.com/office/officeart/2005/8/layout/cycle3" loCatId="cycle" qsTypeId="urn:microsoft.com/office/officeart/2005/8/quickstyle/simple4" qsCatId="simple" csTypeId="urn:microsoft.com/office/officeart/2005/8/colors/accent0_3" csCatId="mainScheme" phldr="1"/>
      <dgm:spPr/>
      <dgm:t>
        <a:bodyPr/>
        <a:lstStyle/>
        <a:p>
          <a:endParaRPr lang="en-US"/>
        </a:p>
      </dgm:t>
    </dgm:pt>
    <dgm:pt modelId="{7BF8C0D2-3E03-4718-B31A-A85893093061}">
      <dgm:prSet/>
      <dgm:spPr>
        <a:xfrm>
          <a:off x="3646716" y="3402"/>
          <a:ext cx="1393366" cy="696683"/>
        </a:xfrm>
        <a:prstGeom prst="roundRect">
          <a:avLst/>
        </a:prstGeom>
      </dgm:spPr>
      <dgm:t>
        <a:bodyPr/>
        <a:lstStyle/>
        <a:p>
          <a:pPr rtl="0">
            <a:buNone/>
          </a:pPr>
          <a:r>
            <a:rPr lang="en-US" b="1">
              <a:latin typeface="Trebuchet MS" panose="020B0603020202020204"/>
              <a:ea typeface="+mn-ea"/>
              <a:cs typeface="+mn-cs"/>
            </a:rPr>
            <a:t>Integer</a:t>
          </a:r>
          <a:r>
            <a:rPr lang="en-US">
              <a:latin typeface="Trebuchet MS" panose="020B0603020202020204"/>
              <a:ea typeface="+mn-ea"/>
              <a:cs typeface="+mn-cs"/>
            </a:rPr>
            <a:t> </a:t>
          </a:r>
          <a:endParaRPr lang="en-US" dirty="0">
            <a:latin typeface="Trebuchet MS" panose="020B0603020202020204"/>
            <a:ea typeface="+mn-ea"/>
            <a:cs typeface="+mn-cs"/>
          </a:endParaRPr>
        </a:p>
      </dgm:t>
    </dgm:pt>
    <dgm:pt modelId="{2DE66981-5663-4323-A2A8-85E46A4A71F6}" type="parTrans" cxnId="{CEDFB9CC-0149-4D72-9D6F-B0AD7791CB2A}">
      <dgm:prSet/>
      <dgm:spPr/>
      <dgm:t>
        <a:bodyPr/>
        <a:lstStyle/>
        <a:p>
          <a:endParaRPr lang="en-US"/>
        </a:p>
      </dgm:t>
    </dgm:pt>
    <dgm:pt modelId="{825A510D-7095-4D55-91B3-18077F483111}" type="sibTrans" cxnId="{CEDFB9CC-0149-4D72-9D6F-B0AD7791CB2A}">
      <dgm:prSet/>
      <dgm:spPr>
        <a:xfrm>
          <a:off x="1649905" y="-56473"/>
          <a:ext cx="5386989" cy="5386989"/>
        </a:xfrm>
        <a:prstGeom prst="circularArrow">
          <a:avLst>
            <a:gd name="adj1" fmla="val 5544"/>
            <a:gd name="adj2" fmla="val 330680"/>
            <a:gd name="adj3" fmla="val 14751820"/>
            <a:gd name="adj4" fmla="val 16816264"/>
            <a:gd name="adj5" fmla="val 5757"/>
          </a:avLst>
        </a:prstGeom>
      </dgm:spPr>
      <dgm:t>
        <a:bodyPr/>
        <a:lstStyle/>
        <a:p>
          <a:endParaRPr lang="en-US"/>
        </a:p>
      </dgm:t>
    </dgm:pt>
    <dgm:pt modelId="{214DAB1A-083B-4E1F-A10C-7957F60A5918}">
      <dgm:prSet/>
      <dgm:spPr>
        <a:xfrm>
          <a:off x="5410202" y="639761"/>
          <a:ext cx="1393366" cy="696683"/>
        </a:xfrm>
        <a:prstGeom prst="roundRect">
          <a:avLst/>
        </a:prstGeom>
      </dgm:spPr>
      <dgm:t>
        <a:bodyPr/>
        <a:lstStyle/>
        <a:p>
          <a:pPr rtl="0">
            <a:buNone/>
          </a:pPr>
          <a:r>
            <a:rPr lang="en-US" b="1">
              <a:latin typeface="Trebuchet MS" panose="020B0603020202020204"/>
              <a:ea typeface="+mn-ea"/>
              <a:cs typeface="+mn-cs"/>
            </a:rPr>
            <a:t>Boolean</a:t>
          </a:r>
          <a:r>
            <a:rPr lang="en-US">
              <a:latin typeface="Trebuchet MS" panose="020B0603020202020204"/>
              <a:ea typeface="+mn-ea"/>
              <a:cs typeface="+mn-cs"/>
            </a:rPr>
            <a:t> </a:t>
          </a:r>
          <a:endParaRPr lang="en-US" dirty="0">
            <a:latin typeface="Trebuchet MS" panose="020B0603020202020204"/>
            <a:ea typeface="+mn-ea"/>
            <a:cs typeface="+mn-cs"/>
          </a:endParaRPr>
        </a:p>
      </dgm:t>
    </dgm:pt>
    <dgm:pt modelId="{6F32FC43-4163-444C-98F0-612656DB87E4}" type="parTrans" cxnId="{0BF1CFF0-7B77-4F0E-A651-120BE7D1B5DC}">
      <dgm:prSet/>
      <dgm:spPr/>
      <dgm:t>
        <a:bodyPr/>
        <a:lstStyle/>
        <a:p>
          <a:endParaRPr lang="en-US"/>
        </a:p>
      </dgm:t>
    </dgm:pt>
    <dgm:pt modelId="{8909BDE4-3765-4C1B-997B-6AF413783151}" type="sibTrans" cxnId="{0BF1CFF0-7B77-4F0E-A651-120BE7D1B5DC}">
      <dgm:prSet/>
      <dgm:spPr/>
      <dgm:t>
        <a:bodyPr/>
        <a:lstStyle/>
        <a:p>
          <a:endParaRPr lang="en-US"/>
        </a:p>
      </dgm:t>
    </dgm:pt>
    <dgm:pt modelId="{51960DE5-1C2F-4B80-A92E-2757A3286E3F}">
      <dgm:prSet/>
      <dgm:spPr>
        <a:xfrm>
          <a:off x="5909040" y="1901718"/>
          <a:ext cx="1393366" cy="696683"/>
        </a:xfrm>
        <a:prstGeom prst="roundRect">
          <a:avLst/>
        </a:prstGeom>
      </dgm:spPr>
      <dgm:t>
        <a:bodyPr/>
        <a:lstStyle/>
        <a:p>
          <a:pPr rtl="0">
            <a:buNone/>
          </a:pPr>
          <a:r>
            <a:rPr lang="en-US" b="1">
              <a:latin typeface="Trebuchet MS" panose="020B0603020202020204"/>
              <a:ea typeface="+mn-ea"/>
              <a:cs typeface="+mn-cs"/>
            </a:rPr>
            <a:t>Double</a:t>
          </a:r>
          <a:r>
            <a:rPr lang="en-US">
              <a:latin typeface="Trebuchet MS" panose="020B0603020202020204"/>
              <a:ea typeface="+mn-ea"/>
              <a:cs typeface="+mn-cs"/>
            </a:rPr>
            <a:t> </a:t>
          </a:r>
          <a:endParaRPr lang="en-US" dirty="0">
            <a:latin typeface="Trebuchet MS" panose="020B0603020202020204"/>
            <a:ea typeface="+mn-ea"/>
            <a:cs typeface="+mn-cs"/>
          </a:endParaRPr>
        </a:p>
      </dgm:t>
    </dgm:pt>
    <dgm:pt modelId="{A355A8A5-2FF9-4F3D-8D6C-FBF5154945A3}" type="parTrans" cxnId="{0E95C8EA-2FFB-4CCB-9245-518F3171DB43}">
      <dgm:prSet/>
      <dgm:spPr/>
      <dgm:t>
        <a:bodyPr/>
        <a:lstStyle/>
        <a:p>
          <a:endParaRPr lang="en-US"/>
        </a:p>
      </dgm:t>
    </dgm:pt>
    <dgm:pt modelId="{9F2E6A7E-60D8-421E-9FDB-19D41DE4932E}" type="sibTrans" cxnId="{0E95C8EA-2FFB-4CCB-9245-518F3171DB43}">
      <dgm:prSet/>
      <dgm:spPr/>
      <dgm:t>
        <a:bodyPr/>
        <a:lstStyle/>
        <a:p>
          <a:endParaRPr lang="en-US"/>
        </a:p>
      </dgm:t>
    </dgm:pt>
    <dgm:pt modelId="{0D60B339-D07D-4BFF-9755-1D1C46F42B4C}">
      <dgm:prSet/>
      <dgm:spPr>
        <a:xfrm>
          <a:off x="5791191" y="3230565"/>
          <a:ext cx="1393366" cy="696683"/>
        </a:xfrm>
        <a:prstGeom prst="roundRect">
          <a:avLst/>
        </a:prstGeom>
      </dgm:spPr>
      <dgm:t>
        <a:bodyPr/>
        <a:lstStyle/>
        <a:p>
          <a:pPr rtl="0">
            <a:buNone/>
          </a:pPr>
          <a:r>
            <a:rPr lang="en-US" b="1">
              <a:latin typeface="Trebuchet MS" panose="020B0603020202020204"/>
              <a:ea typeface="+mn-ea"/>
              <a:cs typeface="+mn-cs"/>
            </a:rPr>
            <a:t>String</a:t>
          </a:r>
          <a:r>
            <a:rPr lang="en-US">
              <a:latin typeface="Trebuchet MS" panose="020B0603020202020204"/>
              <a:ea typeface="+mn-ea"/>
              <a:cs typeface="+mn-cs"/>
            </a:rPr>
            <a:t> </a:t>
          </a:r>
          <a:endParaRPr lang="en-US" dirty="0">
            <a:latin typeface="Trebuchet MS" panose="020B0603020202020204"/>
            <a:ea typeface="+mn-ea"/>
            <a:cs typeface="+mn-cs"/>
          </a:endParaRPr>
        </a:p>
      </dgm:t>
    </dgm:pt>
    <dgm:pt modelId="{E153A0F9-1EDF-4F32-B820-0E0FAF97F2C8}" type="parTrans" cxnId="{55FDE68B-5784-43FC-B28E-146F455E3DB0}">
      <dgm:prSet/>
      <dgm:spPr/>
      <dgm:t>
        <a:bodyPr/>
        <a:lstStyle/>
        <a:p>
          <a:endParaRPr lang="en-US"/>
        </a:p>
      </dgm:t>
    </dgm:pt>
    <dgm:pt modelId="{76B9C86D-0C7A-4412-AEBE-AC7F7E66FF03}" type="sibTrans" cxnId="{55FDE68B-5784-43FC-B28E-146F455E3DB0}">
      <dgm:prSet/>
      <dgm:spPr/>
      <dgm:t>
        <a:bodyPr/>
        <a:lstStyle/>
        <a:p>
          <a:endParaRPr lang="en-US"/>
        </a:p>
      </dgm:t>
    </dgm:pt>
    <dgm:pt modelId="{788FAF86-C4CF-4831-9649-915111B8AF78}">
      <dgm:prSet/>
      <dgm:spPr>
        <a:xfrm>
          <a:off x="4432413" y="4459311"/>
          <a:ext cx="1393366" cy="696683"/>
        </a:xfrm>
        <a:prstGeom prst="roundRect">
          <a:avLst/>
        </a:prstGeom>
      </dgm:spPr>
      <dgm:t>
        <a:bodyPr/>
        <a:lstStyle/>
        <a:p>
          <a:pPr rtl="0">
            <a:buNone/>
          </a:pPr>
          <a:r>
            <a:rPr lang="en-US" b="1">
              <a:latin typeface="Trebuchet MS" panose="020B0603020202020204"/>
              <a:ea typeface="+mn-ea"/>
              <a:cs typeface="+mn-cs"/>
            </a:rPr>
            <a:t>Arrays</a:t>
          </a:r>
          <a:endParaRPr lang="en-US" dirty="0">
            <a:latin typeface="Trebuchet MS" panose="020B0603020202020204"/>
            <a:ea typeface="+mn-ea"/>
            <a:cs typeface="+mn-cs"/>
          </a:endParaRPr>
        </a:p>
      </dgm:t>
    </dgm:pt>
    <dgm:pt modelId="{24266433-1399-4611-8233-2FEF5FD53571}" type="parTrans" cxnId="{020307ED-D6A0-4EBA-AFA9-3B484FCB7C3F}">
      <dgm:prSet/>
      <dgm:spPr/>
      <dgm:t>
        <a:bodyPr/>
        <a:lstStyle/>
        <a:p>
          <a:endParaRPr lang="en-US"/>
        </a:p>
      </dgm:t>
    </dgm:pt>
    <dgm:pt modelId="{179A939C-15AF-4AB9-A13E-7345F5437505}" type="sibTrans" cxnId="{020307ED-D6A0-4EBA-AFA9-3B484FCB7C3F}">
      <dgm:prSet/>
      <dgm:spPr/>
      <dgm:t>
        <a:bodyPr/>
        <a:lstStyle/>
        <a:p>
          <a:endParaRPr lang="en-US"/>
        </a:p>
      </dgm:t>
    </dgm:pt>
    <dgm:pt modelId="{FE45CA82-0D71-4FB6-9386-D43BCAFAA522}">
      <dgm:prSet/>
      <dgm:spPr>
        <a:xfrm>
          <a:off x="2514603" y="4373562"/>
          <a:ext cx="1393366" cy="696683"/>
        </a:xfrm>
        <a:prstGeom prst="roundRect">
          <a:avLst/>
        </a:prstGeom>
      </dgm:spPr>
      <dgm:t>
        <a:bodyPr/>
        <a:lstStyle/>
        <a:p>
          <a:pPr rtl="0">
            <a:buNone/>
          </a:pPr>
          <a:r>
            <a:rPr lang="en-US" b="1">
              <a:latin typeface="Trebuchet MS" panose="020B0603020202020204"/>
              <a:ea typeface="+mn-ea"/>
              <a:cs typeface="+mn-cs"/>
            </a:rPr>
            <a:t>Null</a:t>
          </a:r>
          <a:r>
            <a:rPr lang="en-US">
              <a:latin typeface="Trebuchet MS" panose="020B0603020202020204"/>
              <a:ea typeface="+mn-ea"/>
              <a:cs typeface="+mn-cs"/>
            </a:rPr>
            <a:t> </a:t>
          </a:r>
          <a:endParaRPr lang="en-US" dirty="0">
            <a:latin typeface="Trebuchet MS" panose="020B0603020202020204"/>
            <a:ea typeface="+mn-ea"/>
            <a:cs typeface="+mn-cs"/>
          </a:endParaRPr>
        </a:p>
      </dgm:t>
    </dgm:pt>
    <dgm:pt modelId="{20FAC7F2-DC8F-4C82-A92D-DDF5788484B4}" type="parTrans" cxnId="{810F6FF1-1F43-412B-8DB0-7C922EDF09EC}">
      <dgm:prSet/>
      <dgm:spPr/>
      <dgm:t>
        <a:bodyPr/>
        <a:lstStyle/>
        <a:p>
          <a:endParaRPr lang="en-US"/>
        </a:p>
      </dgm:t>
    </dgm:pt>
    <dgm:pt modelId="{1397DC63-5093-4FF1-9571-467FEF8360A2}" type="sibTrans" cxnId="{810F6FF1-1F43-412B-8DB0-7C922EDF09EC}">
      <dgm:prSet/>
      <dgm:spPr/>
      <dgm:t>
        <a:bodyPr/>
        <a:lstStyle/>
        <a:p>
          <a:endParaRPr lang="en-US"/>
        </a:p>
      </dgm:t>
    </dgm:pt>
    <dgm:pt modelId="{2C481EAE-53E9-47EA-9337-D109BB790D71}">
      <dgm:prSet/>
      <dgm:spPr>
        <a:xfrm>
          <a:off x="1600209" y="3154355"/>
          <a:ext cx="1393366" cy="696683"/>
        </a:xfrm>
        <a:prstGeom prst="roundRect">
          <a:avLst/>
        </a:prstGeom>
      </dgm:spPr>
      <dgm:t>
        <a:bodyPr/>
        <a:lstStyle/>
        <a:p>
          <a:pPr rtl="0">
            <a:buNone/>
          </a:pPr>
          <a:r>
            <a:rPr lang="en-US" b="1">
              <a:latin typeface="Times New Roman" pitchFamily="18" charset="0"/>
              <a:ea typeface="+mn-ea"/>
              <a:cs typeface="Times New Roman" pitchFamily="18" charset="0"/>
            </a:rPr>
            <a:t>Object ID</a:t>
          </a:r>
          <a:r>
            <a:rPr lang="en-US">
              <a:latin typeface="Times New Roman" pitchFamily="18" charset="0"/>
              <a:ea typeface="+mn-ea"/>
              <a:cs typeface="Times New Roman" pitchFamily="18" charset="0"/>
            </a:rPr>
            <a:t> </a:t>
          </a:r>
          <a:endParaRPr lang="en-US" dirty="0">
            <a:latin typeface="Times New Roman" pitchFamily="18" charset="0"/>
            <a:ea typeface="+mn-ea"/>
            <a:cs typeface="Times New Roman" pitchFamily="18" charset="0"/>
          </a:endParaRPr>
        </a:p>
      </dgm:t>
    </dgm:pt>
    <dgm:pt modelId="{F18D0743-DB38-46EA-8A2A-EF339808B091}" type="parTrans" cxnId="{C551E0DF-7179-4E45-979C-D4E87F08D73F}">
      <dgm:prSet/>
      <dgm:spPr/>
      <dgm:t>
        <a:bodyPr/>
        <a:lstStyle/>
        <a:p>
          <a:endParaRPr lang="en-US"/>
        </a:p>
      </dgm:t>
    </dgm:pt>
    <dgm:pt modelId="{4945027E-C762-4383-A3F3-AB5D8A6E2E47}" type="sibTrans" cxnId="{C551E0DF-7179-4E45-979C-D4E87F08D73F}">
      <dgm:prSet/>
      <dgm:spPr/>
      <dgm:t>
        <a:bodyPr/>
        <a:lstStyle/>
        <a:p>
          <a:endParaRPr lang="en-US"/>
        </a:p>
      </dgm:t>
    </dgm:pt>
    <dgm:pt modelId="{0E41C671-187D-44F1-ADD9-66C7A78AE109}">
      <dgm:prSet/>
      <dgm:spPr>
        <a:xfrm>
          <a:off x="1384393" y="1901718"/>
          <a:ext cx="1393366" cy="696683"/>
        </a:xfrm>
        <a:prstGeom prst="roundRect">
          <a:avLst/>
        </a:prstGeom>
      </dgm:spPr>
      <dgm:t>
        <a:bodyPr/>
        <a:lstStyle/>
        <a:p>
          <a:pPr rtl="0">
            <a:buNone/>
          </a:pPr>
          <a:r>
            <a:rPr lang="en-US" b="1">
              <a:latin typeface="Times New Roman" pitchFamily="18" charset="0"/>
              <a:ea typeface="+mn-ea"/>
              <a:cs typeface="Times New Roman" pitchFamily="18" charset="0"/>
            </a:rPr>
            <a:t>Binary data</a:t>
          </a:r>
          <a:r>
            <a:rPr lang="en-US">
              <a:latin typeface="Times New Roman" pitchFamily="18" charset="0"/>
              <a:ea typeface="+mn-ea"/>
              <a:cs typeface="Times New Roman" pitchFamily="18" charset="0"/>
            </a:rPr>
            <a:t> </a:t>
          </a:r>
          <a:endParaRPr lang="en-US" dirty="0">
            <a:latin typeface="Times New Roman" pitchFamily="18" charset="0"/>
            <a:ea typeface="+mn-ea"/>
            <a:cs typeface="Times New Roman" pitchFamily="18" charset="0"/>
          </a:endParaRPr>
        </a:p>
      </dgm:t>
    </dgm:pt>
    <dgm:pt modelId="{36867048-B3C8-4243-823A-A816EE2900D9}" type="parTrans" cxnId="{19B8CE0E-8826-44FF-80DE-DC80661E3DA7}">
      <dgm:prSet/>
      <dgm:spPr/>
      <dgm:t>
        <a:bodyPr/>
        <a:lstStyle/>
        <a:p>
          <a:endParaRPr lang="en-US"/>
        </a:p>
      </dgm:t>
    </dgm:pt>
    <dgm:pt modelId="{933FD0D7-10E4-48D7-8089-34881F6D06EA}" type="sibTrans" cxnId="{19B8CE0E-8826-44FF-80DE-DC80661E3DA7}">
      <dgm:prSet/>
      <dgm:spPr/>
      <dgm:t>
        <a:bodyPr/>
        <a:lstStyle/>
        <a:p>
          <a:endParaRPr lang="en-US"/>
        </a:p>
      </dgm:t>
    </dgm:pt>
    <dgm:pt modelId="{897ECF2C-3798-49C9-9A2B-17C0B9E53039}">
      <dgm:prSet/>
      <dgm:spPr>
        <a:xfrm>
          <a:off x="1981211" y="715968"/>
          <a:ext cx="1393366" cy="696683"/>
        </a:xfrm>
        <a:prstGeom prst="roundRect">
          <a:avLst/>
        </a:prstGeom>
      </dgm:spPr>
      <dgm:t>
        <a:bodyPr/>
        <a:lstStyle/>
        <a:p>
          <a:pPr rtl="0">
            <a:buNone/>
          </a:pPr>
          <a:r>
            <a:rPr lang="en-US" b="1">
              <a:latin typeface="Times New Roman" pitchFamily="18" charset="0"/>
              <a:ea typeface="+mn-ea"/>
              <a:cs typeface="Times New Roman" pitchFamily="18" charset="0"/>
            </a:rPr>
            <a:t>Date</a:t>
          </a:r>
          <a:endParaRPr lang="en-US" b="1" dirty="0">
            <a:latin typeface="Times New Roman" pitchFamily="18" charset="0"/>
            <a:ea typeface="+mn-ea"/>
            <a:cs typeface="Times New Roman" pitchFamily="18" charset="0"/>
          </a:endParaRPr>
        </a:p>
      </dgm:t>
    </dgm:pt>
    <dgm:pt modelId="{904BB25A-3CAC-4934-8032-64C56E3F8CC8}" type="parTrans" cxnId="{CB855926-B705-4561-A957-4C638CFF7569}">
      <dgm:prSet/>
      <dgm:spPr/>
      <dgm:t>
        <a:bodyPr/>
        <a:lstStyle/>
        <a:p>
          <a:endParaRPr lang="en-US"/>
        </a:p>
      </dgm:t>
    </dgm:pt>
    <dgm:pt modelId="{A5D693DA-0D16-427D-BED6-0E2CACFD9189}" type="sibTrans" cxnId="{CB855926-B705-4561-A957-4C638CFF7569}">
      <dgm:prSet/>
      <dgm:spPr/>
      <dgm:t>
        <a:bodyPr/>
        <a:lstStyle/>
        <a:p>
          <a:endParaRPr lang="en-US"/>
        </a:p>
      </dgm:t>
    </dgm:pt>
    <dgm:pt modelId="{C03672CA-4DC7-4CA2-BEF6-851A68BF0C8E}" type="pres">
      <dgm:prSet presAssocID="{62C15ADB-D0DE-4B9F-8AA3-6250035CD45A}" presName="Name0" presStyleCnt="0">
        <dgm:presLayoutVars>
          <dgm:dir/>
          <dgm:resizeHandles val="exact"/>
        </dgm:presLayoutVars>
      </dgm:prSet>
      <dgm:spPr/>
    </dgm:pt>
    <dgm:pt modelId="{D4E195FF-8E30-4C19-97F6-61212A082EBD}" type="pres">
      <dgm:prSet presAssocID="{62C15ADB-D0DE-4B9F-8AA3-6250035CD45A}" presName="cycle" presStyleCnt="0"/>
      <dgm:spPr/>
    </dgm:pt>
    <dgm:pt modelId="{3B4A7723-3A9E-4BA1-B845-31EDD2BF2A0E}" type="pres">
      <dgm:prSet presAssocID="{7BF8C0D2-3E03-4718-B31A-A85893093061}" presName="nodeFirstNode" presStyleLbl="node1" presStyleIdx="0" presStyleCnt="9">
        <dgm:presLayoutVars>
          <dgm:bulletEnabled val="1"/>
        </dgm:presLayoutVars>
      </dgm:prSet>
      <dgm:spPr/>
    </dgm:pt>
    <dgm:pt modelId="{4382BFEB-CE82-4155-9A53-4ED212008F13}" type="pres">
      <dgm:prSet presAssocID="{825A510D-7095-4D55-91B3-18077F483111}" presName="sibTransFirstNode" presStyleLbl="bgShp" presStyleIdx="0" presStyleCnt="1"/>
      <dgm:spPr/>
    </dgm:pt>
    <dgm:pt modelId="{8CA97B8E-30C7-4F78-A9F3-1472FE40F956}" type="pres">
      <dgm:prSet presAssocID="{214DAB1A-083B-4E1F-A10C-7957F60A5918}" presName="nodeFollowingNodes" presStyleLbl="node1" presStyleIdx="1" presStyleCnt="9" custRadScaleRad="105452" custRadScaleInc="18657">
        <dgm:presLayoutVars>
          <dgm:bulletEnabled val="1"/>
        </dgm:presLayoutVars>
      </dgm:prSet>
      <dgm:spPr/>
    </dgm:pt>
    <dgm:pt modelId="{5E2A7B23-E89A-4130-BC50-9D59446331A2}" type="pres">
      <dgm:prSet presAssocID="{51960DE5-1C2F-4B80-A92E-2757A3286E3F}" presName="nodeFollowingNodes" presStyleLbl="node1" presStyleIdx="2" presStyleCnt="9">
        <dgm:presLayoutVars>
          <dgm:bulletEnabled val="1"/>
        </dgm:presLayoutVars>
      </dgm:prSet>
      <dgm:spPr/>
    </dgm:pt>
    <dgm:pt modelId="{D79E28F7-5D6A-4D53-BBAA-CBDDD68F52D2}" type="pres">
      <dgm:prSet presAssocID="{0D60B339-D07D-4BFF-9755-1D1C46F42B4C}" presName="nodeFollowingNodes" presStyleLbl="node1" presStyleIdx="3" presStyleCnt="9" custRadScaleRad="101750" custRadScaleInc="-18212">
        <dgm:presLayoutVars>
          <dgm:bulletEnabled val="1"/>
        </dgm:presLayoutVars>
      </dgm:prSet>
      <dgm:spPr/>
    </dgm:pt>
    <dgm:pt modelId="{67D6866D-1114-4CF2-9986-F187C390B051}" type="pres">
      <dgm:prSet presAssocID="{788FAF86-C4CF-4831-9649-915111B8AF78}" presName="nodeFollowingNodes" presStyleLbl="node1" presStyleIdx="4" presStyleCnt="9">
        <dgm:presLayoutVars>
          <dgm:bulletEnabled val="1"/>
        </dgm:presLayoutVars>
      </dgm:prSet>
      <dgm:spPr/>
    </dgm:pt>
    <dgm:pt modelId="{6E8752D1-7CA4-48AB-B325-2F251D01BCDC}" type="pres">
      <dgm:prSet presAssocID="{FE45CA82-0D71-4FB6-9386-D43BCAFAA522}" presName="nodeFollowingNodes" presStyleLbl="node1" presStyleIdx="5" presStyleCnt="9" custRadScaleRad="102817" custRadScaleInc="24002">
        <dgm:presLayoutVars>
          <dgm:bulletEnabled val="1"/>
        </dgm:presLayoutVars>
      </dgm:prSet>
      <dgm:spPr/>
    </dgm:pt>
    <dgm:pt modelId="{10E22B9E-0F6D-4F06-9E66-4CC19BE5D578}" type="pres">
      <dgm:prSet presAssocID="{2C481EAE-53E9-47EA-9337-D109BB790D71}" presName="nodeFollowingNodes" presStyleLbl="node1" presStyleIdx="6" presStyleCnt="9" custRadScaleRad="96527" custRadScaleInc="20433">
        <dgm:presLayoutVars>
          <dgm:bulletEnabled val="1"/>
        </dgm:presLayoutVars>
      </dgm:prSet>
      <dgm:spPr/>
    </dgm:pt>
    <dgm:pt modelId="{011D19D7-08DE-4B6B-BCD3-2886A15784B5}" type="pres">
      <dgm:prSet presAssocID="{0E41C671-187D-44F1-ADD9-66C7A78AE109}" presName="nodeFollowingNodes" presStyleLbl="node1" presStyleIdx="7" presStyleCnt="9">
        <dgm:presLayoutVars>
          <dgm:bulletEnabled val="1"/>
        </dgm:presLayoutVars>
      </dgm:prSet>
      <dgm:spPr/>
    </dgm:pt>
    <dgm:pt modelId="{14333005-FD5A-42A8-AA63-EA62651E8166}" type="pres">
      <dgm:prSet presAssocID="{897ECF2C-3798-49C9-9A2B-17C0B9E53039}" presName="nodeFollowingNodes" presStyleLbl="node1" presStyleIdx="8" presStyleCnt="9" custRadScaleRad="100074" custRadScaleInc="-17847">
        <dgm:presLayoutVars>
          <dgm:bulletEnabled val="1"/>
        </dgm:presLayoutVars>
      </dgm:prSet>
      <dgm:spPr/>
    </dgm:pt>
  </dgm:ptLst>
  <dgm:cxnLst>
    <dgm:cxn modelId="{19B8CE0E-8826-44FF-80DE-DC80661E3DA7}" srcId="{62C15ADB-D0DE-4B9F-8AA3-6250035CD45A}" destId="{0E41C671-187D-44F1-ADD9-66C7A78AE109}" srcOrd="7" destOrd="0" parTransId="{36867048-B3C8-4243-823A-A816EE2900D9}" sibTransId="{933FD0D7-10E4-48D7-8089-34881F6D06EA}"/>
    <dgm:cxn modelId="{131DB621-6EA0-4F30-B769-306356180ED8}" type="presOf" srcId="{897ECF2C-3798-49C9-9A2B-17C0B9E53039}" destId="{14333005-FD5A-42A8-AA63-EA62651E8166}" srcOrd="0" destOrd="0" presId="urn:microsoft.com/office/officeart/2005/8/layout/cycle3"/>
    <dgm:cxn modelId="{CB855926-B705-4561-A957-4C638CFF7569}" srcId="{62C15ADB-D0DE-4B9F-8AA3-6250035CD45A}" destId="{897ECF2C-3798-49C9-9A2B-17C0B9E53039}" srcOrd="8" destOrd="0" parTransId="{904BB25A-3CAC-4934-8032-64C56E3F8CC8}" sibTransId="{A5D693DA-0D16-427D-BED6-0E2CACFD9189}"/>
    <dgm:cxn modelId="{83C2102D-63EF-4998-8E77-E8B3F54512E2}" type="presOf" srcId="{7BF8C0D2-3E03-4718-B31A-A85893093061}" destId="{3B4A7723-3A9E-4BA1-B845-31EDD2BF2A0E}" srcOrd="0" destOrd="0" presId="urn:microsoft.com/office/officeart/2005/8/layout/cycle3"/>
    <dgm:cxn modelId="{EA82A940-DB7F-488C-9FAA-8939949BD5D5}" type="presOf" srcId="{2C481EAE-53E9-47EA-9337-D109BB790D71}" destId="{10E22B9E-0F6D-4F06-9E66-4CC19BE5D578}" srcOrd="0" destOrd="0" presId="urn:microsoft.com/office/officeart/2005/8/layout/cycle3"/>
    <dgm:cxn modelId="{3EA87842-44C9-4B00-AF79-80C2233BA738}" type="presOf" srcId="{51960DE5-1C2F-4B80-A92E-2757A3286E3F}" destId="{5E2A7B23-E89A-4130-BC50-9D59446331A2}" srcOrd="0" destOrd="0" presId="urn:microsoft.com/office/officeart/2005/8/layout/cycle3"/>
    <dgm:cxn modelId="{D8D53145-54B9-4240-A074-11440512ADAC}" type="presOf" srcId="{0D60B339-D07D-4BFF-9755-1D1C46F42B4C}" destId="{D79E28F7-5D6A-4D53-BBAA-CBDDD68F52D2}" srcOrd="0" destOrd="0" presId="urn:microsoft.com/office/officeart/2005/8/layout/cycle3"/>
    <dgm:cxn modelId="{AF708978-36F0-471D-948A-349D74E004F4}" type="presOf" srcId="{825A510D-7095-4D55-91B3-18077F483111}" destId="{4382BFEB-CE82-4155-9A53-4ED212008F13}" srcOrd="0" destOrd="0" presId="urn:microsoft.com/office/officeart/2005/8/layout/cycle3"/>
    <dgm:cxn modelId="{E7A2285A-9D79-4D3C-97D1-2A3876DBB8E9}" type="presOf" srcId="{62C15ADB-D0DE-4B9F-8AA3-6250035CD45A}" destId="{C03672CA-4DC7-4CA2-BEF6-851A68BF0C8E}" srcOrd="0" destOrd="0" presId="urn:microsoft.com/office/officeart/2005/8/layout/cycle3"/>
    <dgm:cxn modelId="{55FDE68B-5784-43FC-B28E-146F455E3DB0}" srcId="{62C15ADB-D0DE-4B9F-8AA3-6250035CD45A}" destId="{0D60B339-D07D-4BFF-9755-1D1C46F42B4C}" srcOrd="3" destOrd="0" parTransId="{E153A0F9-1EDF-4F32-B820-0E0FAF97F2C8}" sibTransId="{76B9C86D-0C7A-4412-AEBE-AC7F7E66FF03}"/>
    <dgm:cxn modelId="{9D2692AA-61BC-4AE8-AE8F-CDB5919AA882}" type="presOf" srcId="{FE45CA82-0D71-4FB6-9386-D43BCAFAA522}" destId="{6E8752D1-7CA4-48AB-B325-2F251D01BCDC}" srcOrd="0" destOrd="0" presId="urn:microsoft.com/office/officeart/2005/8/layout/cycle3"/>
    <dgm:cxn modelId="{1B3929AF-BFB8-4F1E-93FC-69014F1889DB}" type="presOf" srcId="{214DAB1A-083B-4E1F-A10C-7957F60A5918}" destId="{8CA97B8E-30C7-4F78-A9F3-1472FE40F956}" srcOrd="0" destOrd="0" presId="urn:microsoft.com/office/officeart/2005/8/layout/cycle3"/>
    <dgm:cxn modelId="{F13957B3-BF8C-4085-B61B-0AEAD5007540}" type="presOf" srcId="{788FAF86-C4CF-4831-9649-915111B8AF78}" destId="{67D6866D-1114-4CF2-9986-F187C390B051}" srcOrd="0" destOrd="0" presId="urn:microsoft.com/office/officeart/2005/8/layout/cycle3"/>
    <dgm:cxn modelId="{CEDFB9CC-0149-4D72-9D6F-B0AD7791CB2A}" srcId="{62C15ADB-D0DE-4B9F-8AA3-6250035CD45A}" destId="{7BF8C0D2-3E03-4718-B31A-A85893093061}" srcOrd="0" destOrd="0" parTransId="{2DE66981-5663-4323-A2A8-85E46A4A71F6}" sibTransId="{825A510D-7095-4D55-91B3-18077F483111}"/>
    <dgm:cxn modelId="{C551E0DF-7179-4E45-979C-D4E87F08D73F}" srcId="{62C15ADB-D0DE-4B9F-8AA3-6250035CD45A}" destId="{2C481EAE-53E9-47EA-9337-D109BB790D71}" srcOrd="6" destOrd="0" parTransId="{F18D0743-DB38-46EA-8A2A-EF339808B091}" sibTransId="{4945027E-C762-4383-A3F3-AB5D8A6E2E47}"/>
    <dgm:cxn modelId="{0E95C8EA-2FFB-4CCB-9245-518F3171DB43}" srcId="{62C15ADB-D0DE-4B9F-8AA3-6250035CD45A}" destId="{51960DE5-1C2F-4B80-A92E-2757A3286E3F}" srcOrd="2" destOrd="0" parTransId="{A355A8A5-2FF9-4F3D-8D6C-FBF5154945A3}" sibTransId="{9F2E6A7E-60D8-421E-9FDB-19D41DE4932E}"/>
    <dgm:cxn modelId="{020307ED-D6A0-4EBA-AFA9-3B484FCB7C3F}" srcId="{62C15ADB-D0DE-4B9F-8AA3-6250035CD45A}" destId="{788FAF86-C4CF-4831-9649-915111B8AF78}" srcOrd="4" destOrd="0" parTransId="{24266433-1399-4611-8233-2FEF5FD53571}" sibTransId="{179A939C-15AF-4AB9-A13E-7345F5437505}"/>
    <dgm:cxn modelId="{0BF1CFF0-7B77-4F0E-A651-120BE7D1B5DC}" srcId="{62C15ADB-D0DE-4B9F-8AA3-6250035CD45A}" destId="{214DAB1A-083B-4E1F-A10C-7957F60A5918}" srcOrd="1" destOrd="0" parTransId="{6F32FC43-4163-444C-98F0-612656DB87E4}" sibTransId="{8909BDE4-3765-4C1B-997B-6AF413783151}"/>
    <dgm:cxn modelId="{810F6FF1-1F43-412B-8DB0-7C922EDF09EC}" srcId="{62C15ADB-D0DE-4B9F-8AA3-6250035CD45A}" destId="{FE45CA82-0D71-4FB6-9386-D43BCAFAA522}" srcOrd="5" destOrd="0" parTransId="{20FAC7F2-DC8F-4C82-A92D-DDF5788484B4}" sibTransId="{1397DC63-5093-4FF1-9571-467FEF8360A2}"/>
    <dgm:cxn modelId="{6BE2EAF7-D550-45B0-9076-40338172ED2E}" type="presOf" srcId="{0E41C671-187D-44F1-ADD9-66C7A78AE109}" destId="{011D19D7-08DE-4B6B-BCD3-2886A15784B5}" srcOrd="0" destOrd="0" presId="urn:microsoft.com/office/officeart/2005/8/layout/cycle3"/>
    <dgm:cxn modelId="{949B280E-F4B0-4AE2-BDE9-B06D85AC7E00}" type="presParOf" srcId="{C03672CA-4DC7-4CA2-BEF6-851A68BF0C8E}" destId="{D4E195FF-8E30-4C19-97F6-61212A082EBD}" srcOrd="0" destOrd="0" presId="urn:microsoft.com/office/officeart/2005/8/layout/cycle3"/>
    <dgm:cxn modelId="{180F4D40-9A7A-49E0-BF8D-0293F889ACD1}" type="presParOf" srcId="{D4E195FF-8E30-4C19-97F6-61212A082EBD}" destId="{3B4A7723-3A9E-4BA1-B845-31EDD2BF2A0E}" srcOrd="0" destOrd="0" presId="urn:microsoft.com/office/officeart/2005/8/layout/cycle3"/>
    <dgm:cxn modelId="{024D5725-5735-4024-9695-9ED3F0A2787B}" type="presParOf" srcId="{D4E195FF-8E30-4C19-97F6-61212A082EBD}" destId="{4382BFEB-CE82-4155-9A53-4ED212008F13}" srcOrd="1" destOrd="0" presId="urn:microsoft.com/office/officeart/2005/8/layout/cycle3"/>
    <dgm:cxn modelId="{100BBECB-1021-4DE3-A3C0-8AFA8F404DCC}" type="presParOf" srcId="{D4E195FF-8E30-4C19-97F6-61212A082EBD}" destId="{8CA97B8E-30C7-4F78-A9F3-1472FE40F956}" srcOrd="2" destOrd="0" presId="urn:microsoft.com/office/officeart/2005/8/layout/cycle3"/>
    <dgm:cxn modelId="{621DAFD5-2D73-405A-853D-C930E1E4FB3A}" type="presParOf" srcId="{D4E195FF-8E30-4C19-97F6-61212A082EBD}" destId="{5E2A7B23-E89A-4130-BC50-9D59446331A2}" srcOrd="3" destOrd="0" presId="urn:microsoft.com/office/officeart/2005/8/layout/cycle3"/>
    <dgm:cxn modelId="{69919C31-969E-43E7-8132-5A4D45EB8CE6}" type="presParOf" srcId="{D4E195FF-8E30-4C19-97F6-61212A082EBD}" destId="{D79E28F7-5D6A-4D53-BBAA-CBDDD68F52D2}" srcOrd="4" destOrd="0" presId="urn:microsoft.com/office/officeart/2005/8/layout/cycle3"/>
    <dgm:cxn modelId="{426095F2-2633-469E-9310-3533238F9DD8}" type="presParOf" srcId="{D4E195FF-8E30-4C19-97F6-61212A082EBD}" destId="{67D6866D-1114-4CF2-9986-F187C390B051}" srcOrd="5" destOrd="0" presId="urn:microsoft.com/office/officeart/2005/8/layout/cycle3"/>
    <dgm:cxn modelId="{17411320-E33F-400A-A116-490BC8E7A3CB}" type="presParOf" srcId="{D4E195FF-8E30-4C19-97F6-61212A082EBD}" destId="{6E8752D1-7CA4-48AB-B325-2F251D01BCDC}" srcOrd="6" destOrd="0" presId="urn:microsoft.com/office/officeart/2005/8/layout/cycle3"/>
    <dgm:cxn modelId="{427CDFA2-8574-4204-A7CD-274AC62195C6}" type="presParOf" srcId="{D4E195FF-8E30-4C19-97F6-61212A082EBD}" destId="{10E22B9E-0F6D-4F06-9E66-4CC19BE5D578}" srcOrd="7" destOrd="0" presId="urn:microsoft.com/office/officeart/2005/8/layout/cycle3"/>
    <dgm:cxn modelId="{7D1FFAA4-C5D7-40A8-9488-146F39A6D2DF}" type="presParOf" srcId="{D4E195FF-8E30-4C19-97F6-61212A082EBD}" destId="{011D19D7-08DE-4B6B-BCD3-2886A15784B5}" srcOrd="8" destOrd="0" presId="urn:microsoft.com/office/officeart/2005/8/layout/cycle3"/>
    <dgm:cxn modelId="{0AD323FE-F1C8-4192-A9E2-F001A2352DDC}" type="presParOf" srcId="{D4E195FF-8E30-4C19-97F6-61212A082EBD}" destId="{14333005-FD5A-42A8-AA63-EA62651E8166}" srcOrd="9"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C15ADB-D0DE-4B9F-8AA3-6250035CD45A}" type="doc">
      <dgm:prSet loTypeId="urn:microsoft.com/office/officeart/2005/8/layout/cycle3" loCatId="cycle" qsTypeId="urn:microsoft.com/office/officeart/2005/8/quickstyle/simple4" qsCatId="simple" csTypeId="urn:microsoft.com/office/officeart/2005/8/colors/accent0_3" csCatId="mainScheme" phldr="1"/>
      <dgm:spPr/>
      <dgm:t>
        <a:bodyPr/>
        <a:lstStyle/>
        <a:p>
          <a:endParaRPr lang="en-US"/>
        </a:p>
      </dgm:t>
    </dgm:pt>
    <dgm:pt modelId="{7BF8C0D2-3E03-4718-B31A-A85893093061}">
      <dgm:prSet/>
      <dgm:spPr>
        <a:xfrm>
          <a:off x="3646716" y="3402"/>
          <a:ext cx="1393366" cy="696683"/>
        </a:xfrm>
        <a:prstGeom prst="roundRect">
          <a:avLst/>
        </a:prstGeom>
      </dgm:spPr>
      <dgm:t>
        <a:bodyPr/>
        <a:lstStyle/>
        <a:p>
          <a:pPr rtl="0">
            <a:buNone/>
          </a:pPr>
          <a:r>
            <a:rPr lang="en-US" b="1">
              <a:latin typeface="Trebuchet MS" panose="020B0603020202020204"/>
              <a:ea typeface="+mn-ea"/>
              <a:cs typeface="+mn-cs"/>
            </a:rPr>
            <a:t>Integer</a:t>
          </a:r>
          <a:r>
            <a:rPr lang="en-US">
              <a:latin typeface="Trebuchet MS" panose="020B0603020202020204"/>
              <a:ea typeface="+mn-ea"/>
              <a:cs typeface="+mn-cs"/>
            </a:rPr>
            <a:t> </a:t>
          </a:r>
          <a:endParaRPr lang="en-US" dirty="0">
            <a:latin typeface="Trebuchet MS" panose="020B0603020202020204"/>
            <a:ea typeface="+mn-ea"/>
            <a:cs typeface="+mn-cs"/>
          </a:endParaRPr>
        </a:p>
      </dgm:t>
    </dgm:pt>
    <dgm:pt modelId="{2DE66981-5663-4323-A2A8-85E46A4A71F6}" type="parTrans" cxnId="{CEDFB9CC-0149-4D72-9D6F-B0AD7791CB2A}">
      <dgm:prSet/>
      <dgm:spPr/>
      <dgm:t>
        <a:bodyPr/>
        <a:lstStyle/>
        <a:p>
          <a:endParaRPr lang="en-US"/>
        </a:p>
      </dgm:t>
    </dgm:pt>
    <dgm:pt modelId="{825A510D-7095-4D55-91B3-18077F483111}" type="sibTrans" cxnId="{CEDFB9CC-0149-4D72-9D6F-B0AD7791CB2A}">
      <dgm:prSet/>
      <dgm:spPr>
        <a:xfrm>
          <a:off x="1649905" y="-56473"/>
          <a:ext cx="5386989" cy="5386989"/>
        </a:xfrm>
        <a:prstGeom prst="circularArrow">
          <a:avLst>
            <a:gd name="adj1" fmla="val 5544"/>
            <a:gd name="adj2" fmla="val 330680"/>
            <a:gd name="adj3" fmla="val 14751820"/>
            <a:gd name="adj4" fmla="val 16816264"/>
            <a:gd name="adj5" fmla="val 5757"/>
          </a:avLst>
        </a:prstGeom>
      </dgm:spPr>
      <dgm:t>
        <a:bodyPr/>
        <a:lstStyle/>
        <a:p>
          <a:endParaRPr lang="en-US"/>
        </a:p>
      </dgm:t>
    </dgm:pt>
    <dgm:pt modelId="{214DAB1A-083B-4E1F-A10C-7957F60A5918}">
      <dgm:prSet/>
      <dgm:spPr>
        <a:xfrm>
          <a:off x="5410202" y="639761"/>
          <a:ext cx="1393366" cy="696683"/>
        </a:xfrm>
        <a:prstGeom prst="roundRect">
          <a:avLst/>
        </a:prstGeom>
      </dgm:spPr>
      <dgm:t>
        <a:bodyPr/>
        <a:lstStyle/>
        <a:p>
          <a:pPr rtl="0">
            <a:buNone/>
          </a:pPr>
          <a:r>
            <a:rPr lang="en-US" b="1">
              <a:latin typeface="Trebuchet MS" panose="020B0603020202020204"/>
              <a:ea typeface="+mn-ea"/>
              <a:cs typeface="+mn-cs"/>
            </a:rPr>
            <a:t>Boolean</a:t>
          </a:r>
          <a:r>
            <a:rPr lang="en-US">
              <a:latin typeface="Trebuchet MS" panose="020B0603020202020204"/>
              <a:ea typeface="+mn-ea"/>
              <a:cs typeface="+mn-cs"/>
            </a:rPr>
            <a:t> </a:t>
          </a:r>
          <a:endParaRPr lang="en-US" dirty="0">
            <a:latin typeface="Trebuchet MS" panose="020B0603020202020204"/>
            <a:ea typeface="+mn-ea"/>
            <a:cs typeface="+mn-cs"/>
          </a:endParaRPr>
        </a:p>
      </dgm:t>
    </dgm:pt>
    <dgm:pt modelId="{6F32FC43-4163-444C-98F0-612656DB87E4}" type="parTrans" cxnId="{0BF1CFF0-7B77-4F0E-A651-120BE7D1B5DC}">
      <dgm:prSet/>
      <dgm:spPr/>
      <dgm:t>
        <a:bodyPr/>
        <a:lstStyle/>
        <a:p>
          <a:endParaRPr lang="en-US"/>
        </a:p>
      </dgm:t>
    </dgm:pt>
    <dgm:pt modelId="{8909BDE4-3765-4C1B-997B-6AF413783151}" type="sibTrans" cxnId="{0BF1CFF0-7B77-4F0E-A651-120BE7D1B5DC}">
      <dgm:prSet/>
      <dgm:spPr/>
      <dgm:t>
        <a:bodyPr/>
        <a:lstStyle/>
        <a:p>
          <a:endParaRPr lang="en-US"/>
        </a:p>
      </dgm:t>
    </dgm:pt>
    <dgm:pt modelId="{51960DE5-1C2F-4B80-A92E-2757A3286E3F}">
      <dgm:prSet/>
      <dgm:spPr>
        <a:xfrm>
          <a:off x="5909040" y="1901718"/>
          <a:ext cx="1393366" cy="696683"/>
        </a:xfrm>
        <a:prstGeom prst="roundRect">
          <a:avLst/>
        </a:prstGeom>
      </dgm:spPr>
      <dgm:t>
        <a:bodyPr/>
        <a:lstStyle/>
        <a:p>
          <a:pPr rtl="0">
            <a:buNone/>
          </a:pPr>
          <a:r>
            <a:rPr lang="en-US" b="1">
              <a:latin typeface="Trebuchet MS" panose="020B0603020202020204"/>
              <a:ea typeface="+mn-ea"/>
              <a:cs typeface="+mn-cs"/>
            </a:rPr>
            <a:t>Double</a:t>
          </a:r>
          <a:r>
            <a:rPr lang="en-US">
              <a:latin typeface="Trebuchet MS" panose="020B0603020202020204"/>
              <a:ea typeface="+mn-ea"/>
              <a:cs typeface="+mn-cs"/>
            </a:rPr>
            <a:t> </a:t>
          </a:r>
          <a:endParaRPr lang="en-US" dirty="0">
            <a:latin typeface="Trebuchet MS" panose="020B0603020202020204"/>
            <a:ea typeface="+mn-ea"/>
            <a:cs typeface="+mn-cs"/>
          </a:endParaRPr>
        </a:p>
      </dgm:t>
    </dgm:pt>
    <dgm:pt modelId="{A355A8A5-2FF9-4F3D-8D6C-FBF5154945A3}" type="parTrans" cxnId="{0E95C8EA-2FFB-4CCB-9245-518F3171DB43}">
      <dgm:prSet/>
      <dgm:spPr/>
      <dgm:t>
        <a:bodyPr/>
        <a:lstStyle/>
        <a:p>
          <a:endParaRPr lang="en-US"/>
        </a:p>
      </dgm:t>
    </dgm:pt>
    <dgm:pt modelId="{9F2E6A7E-60D8-421E-9FDB-19D41DE4932E}" type="sibTrans" cxnId="{0E95C8EA-2FFB-4CCB-9245-518F3171DB43}">
      <dgm:prSet/>
      <dgm:spPr/>
      <dgm:t>
        <a:bodyPr/>
        <a:lstStyle/>
        <a:p>
          <a:endParaRPr lang="en-US"/>
        </a:p>
      </dgm:t>
    </dgm:pt>
    <dgm:pt modelId="{0D60B339-D07D-4BFF-9755-1D1C46F42B4C}">
      <dgm:prSet/>
      <dgm:spPr>
        <a:xfrm>
          <a:off x="5791191" y="3230565"/>
          <a:ext cx="1393366" cy="696683"/>
        </a:xfrm>
        <a:prstGeom prst="roundRect">
          <a:avLst/>
        </a:prstGeom>
      </dgm:spPr>
      <dgm:t>
        <a:bodyPr/>
        <a:lstStyle/>
        <a:p>
          <a:pPr rtl="0">
            <a:buNone/>
          </a:pPr>
          <a:r>
            <a:rPr lang="en-US" b="1">
              <a:latin typeface="Trebuchet MS" panose="020B0603020202020204"/>
              <a:ea typeface="+mn-ea"/>
              <a:cs typeface="+mn-cs"/>
            </a:rPr>
            <a:t>String</a:t>
          </a:r>
          <a:r>
            <a:rPr lang="en-US">
              <a:latin typeface="Trebuchet MS" panose="020B0603020202020204"/>
              <a:ea typeface="+mn-ea"/>
              <a:cs typeface="+mn-cs"/>
            </a:rPr>
            <a:t> </a:t>
          </a:r>
          <a:endParaRPr lang="en-US" dirty="0">
            <a:latin typeface="Trebuchet MS" panose="020B0603020202020204"/>
            <a:ea typeface="+mn-ea"/>
            <a:cs typeface="+mn-cs"/>
          </a:endParaRPr>
        </a:p>
      </dgm:t>
    </dgm:pt>
    <dgm:pt modelId="{E153A0F9-1EDF-4F32-B820-0E0FAF97F2C8}" type="parTrans" cxnId="{55FDE68B-5784-43FC-B28E-146F455E3DB0}">
      <dgm:prSet/>
      <dgm:spPr/>
      <dgm:t>
        <a:bodyPr/>
        <a:lstStyle/>
        <a:p>
          <a:endParaRPr lang="en-US"/>
        </a:p>
      </dgm:t>
    </dgm:pt>
    <dgm:pt modelId="{76B9C86D-0C7A-4412-AEBE-AC7F7E66FF03}" type="sibTrans" cxnId="{55FDE68B-5784-43FC-B28E-146F455E3DB0}">
      <dgm:prSet/>
      <dgm:spPr/>
      <dgm:t>
        <a:bodyPr/>
        <a:lstStyle/>
        <a:p>
          <a:endParaRPr lang="en-US"/>
        </a:p>
      </dgm:t>
    </dgm:pt>
    <dgm:pt modelId="{788FAF86-C4CF-4831-9649-915111B8AF78}">
      <dgm:prSet/>
      <dgm:spPr>
        <a:xfrm>
          <a:off x="4432413" y="4459311"/>
          <a:ext cx="1393366" cy="696683"/>
        </a:xfrm>
        <a:prstGeom prst="roundRect">
          <a:avLst/>
        </a:prstGeom>
      </dgm:spPr>
      <dgm:t>
        <a:bodyPr/>
        <a:lstStyle/>
        <a:p>
          <a:pPr rtl="0">
            <a:buNone/>
          </a:pPr>
          <a:r>
            <a:rPr lang="en-US" b="1">
              <a:latin typeface="Trebuchet MS" panose="020B0603020202020204"/>
              <a:ea typeface="+mn-ea"/>
              <a:cs typeface="+mn-cs"/>
            </a:rPr>
            <a:t>Arrays</a:t>
          </a:r>
          <a:endParaRPr lang="en-US" dirty="0">
            <a:latin typeface="Trebuchet MS" panose="020B0603020202020204"/>
            <a:ea typeface="+mn-ea"/>
            <a:cs typeface="+mn-cs"/>
          </a:endParaRPr>
        </a:p>
      </dgm:t>
    </dgm:pt>
    <dgm:pt modelId="{24266433-1399-4611-8233-2FEF5FD53571}" type="parTrans" cxnId="{020307ED-D6A0-4EBA-AFA9-3B484FCB7C3F}">
      <dgm:prSet/>
      <dgm:spPr/>
      <dgm:t>
        <a:bodyPr/>
        <a:lstStyle/>
        <a:p>
          <a:endParaRPr lang="en-US"/>
        </a:p>
      </dgm:t>
    </dgm:pt>
    <dgm:pt modelId="{179A939C-15AF-4AB9-A13E-7345F5437505}" type="sibTrans" cxnId="{020307ED-D6A0-4EBA-AFA9-3B484FCB7C3F}">
      <dgm:prSet/>
      <dgm:spPr/>
      <dgm:t>
        <a:bodyPr/>
        <a:lstStyle/>
        <a:p>
          <a:endParaRPr lang="en-US"/>
        </a:p>
      </dgm:t>
    </dgm:pt>
    <dgm:pt modelId="{FE45CA82-0D71-4FB6-9386-D43BCAFAA522}">
      <dgm:prSet/>
      <dgm:spPr>
        <a:xfrm>
          <a:off x="2514603" y="4373562"/>
          <a:ext cx="1393366" cy="696683"/>
        </a:xfrm>
        <a:prstGeom prst="roundRect">
          <a:avLst/>
        </a:prstGeom>
      </dgm:spPr>
      <dgm:t>
        <a:bodyPr/>
        <a:lstStyle/>
        <a:p>
          <a:pPr rtl="0">
            <a:buNone/>
          </a:pPr>
          <a:r>
            <a:rPr lang="en-US" b="1">
              <a:latin typeface="Trebuchet MS" panose="020B0603020202020204"/>
              <a:ea typeface="+mn-ea"/>
              <a:cs typeface="+mn-cs"/>
            </a:rPr>
            <a:t>Null</a:t>
          </a:r>
          <a:r>
            <a:rPr lang="en-US">
              <a:latin typeface="Trebuchet MS" panose="020B0603020202020204"/>
              <a:ea typeface="+mn-ea"/>
              <a:cs typeface="+mn-cs"/>
            </a:rPr>
            <a:t> </a:t>
          </a:r>
          <a:endParaRPr lang="en-US" dirty="0">
            <a:latin typeface="Trebuchet MS" panose="020B0603020202020204"/>
            <a:ea typeface="+mn-ea"/>
            <a:cs typeface="+mn-cs"/>
          </a:endParaRPr>
        </a:p>
      </dgm:t>
    </dgm:pt>
    <dgm:pt modelId="{20FAC7F2-DC8F-4C82-A92D-DDF5788484B4}" type="parTrans" cxnId="{810F6FF1-1F43-412B-8DB0-7C922EDF09EC}">
      <dgm:prSet/>
      <dgm:spPr/>
      <dgm:t>
        <a:bodyPr/>
        <a:lstStyle/>
        <a:p>
          <a:endParaRPr lang="en-US"/>
        </a:p>
      </dgm:t>
    </dgm:pt>
    <dgm:pt modelId="{1397DC63-5093-4FF1-9571-467FEF8360A2}" type="sibTrans" cxnId="{810F6FF1-1F43-412B-8DB0-7C922EDF09EC}">
      <dgm:prSet/>
      <dgm:spPr/>
      <dgm:t>
        <a:bodyPr/>
        <a:lstStyle/>
        <a:p>
          <a:endParaRPr lang="en-US"/>
        </a:p>
      </dgm:t>
    </dgm:pt>
    <dgm:pt modelId="{2C481EAE-53E9-47EA-9337-D109BB790D71}">
      <dgm:prSet/>
      <dgm:spPr>
        <a:xfrm>
          <a:off x="1600209" y="3154355"/>
          <a:ext cx="1393366" cy="696683"/>
        </a:xfrm>
        <a:prstGeom prst="roundRect">
          <a:avLst/>
        </a:prstGeom>
      </dgm:spPr>
      <dgm:t>
        <a:bodyPr/>
        <a:lstStyle/>
        <a:p>
          <a:pPr rtl="0">
            <a:buNone/>
          </a:pPr>
          <a:r>
            <a:rPr lang="en-US" b="1">
              <a:latin typeface="Times New Roman" pitchFamily="18" charset="0"/>
              <a:ea typeface="+mn-ea"/>
              <a:cs typeface="Times New Roman" pitchFamily="18" charset="0"/>
            </a:rPr>
            <a:t>Object ID</a:t>
          </a:r>
          <a:r>
            <a:rPr lang="en-US">
              <a:latin typeface="Times New Roman" pitchFamily="18" charset="0"/>
              <a:ea typeface="+mn-ea"/>
              <a:cs typeface="Times New Roman" pitchFamily="18" charset="0"/>
            </a:rPr>
            <a:t> </a:t>
          </a:r>
          <a:endParaRPr lang="en-US" dirty="0">
            <a:latin typeface="Times New Roman" pitchFamily="18" charset="0"/>
            <a:ea typeface="+mn-ea"/>
            <a:cs typeface="Times New Roman" pitchFamily="18" charset="0"/>
          </a:endParaRPr>
        </a:p>
      </dgm:t>
    </dgm:pt>
    <dgm:pt modelId="{F18D0743-DB38-46EA-8A2A-EF339808B091}" type="parTrans" cxnId="{C551E0DF-7179-4E45-979C-D4E87F08D73F}">
      <dgm:prSet/>
      <dgm:spPr/>
      <dgm:t>
        <a:bodyPr/>
        <a:lstStyle/>
        <a:p>
          <a:endParaRPr lang="en-US"/>
        </a:p>
      </dgm:t>
    </dgm:pt>
    <dgm:pt modelId="{4945027E-C762-4383-A3F3-AB5D8A6E2E47}" type="sibTrans" cxnId="{C551E0DF-7179-4E45-979C-D4E87F08D73F}">
      <dgm:prSet/>
      <dgm:spPr/>
      <dgm:t>
        <a:bodyPr/>
        <a:lstStyle/>
        <a:p>
          <a:endParaRPr lang="en-US"/>
        </a:p>
      </dgm:t>
    </dgm:pt>
    <dgm:pt modelId="{0E41C671-187D-44F1-ADD9-66C7A78AE109}">
      <dgm:prSet/>
      <dgm:spPr>
        <a:xfrm>
          <a:off x="1384393" y="1901718"/>
          <a:ext cx="1393366" cy="696683"/>
        </a:xfrm>
        <a:prstGeom prst="roundRect">
          <a:avLst/>
        </a:prstGeom>
      </dgm:spPr>
      <dgm:t>
        <a:bodyPr/>
        <a:lstStyle/>
        <a:p>
          <a:pPr rtl="0">
            <a:buNone/>
          </a:pPr>
          <a:r>
            <a:rPr lang="en-US" b="1">
              <a:latin typeface="Times New Roman" pitchFamily="18" charset="0"/>
              <a:ea typeface="+mn-ea"/>
              <a:cs typeface="Times New Roman" pitchFamily="18" charset="0"/>
            </a:rPr>
            <a:t>Binary data</a:t>
          </a:r>
          <a:r>
            <a:rPr lang="en-US">
              <a:latin typeface="Times New Roman" pitchFamily="18" charset="0"/>
              <a:ea typeface="+mn-ea"/>
              <a:cs typeface="Times New Roman" pitchFamily="18" charset="0"/>
            </a:rPr>
            <a:t> </a:t>
          </a:r>
          <a:endParaRPr lang="en-US" dirty="0">
            <a:latin typeface="Times New Roman" pitchFamily="18" charset="0"/>
            <a:ea typeface="+mn-ea"/>
            <a:cs typeface="Times New Roman" pitchFamily="18" charset="0"/>
          </a:endParaRPr>
        </a:p>
      </dgm:t>
    </dgm:pt>
    <dgm:pt modelId="{36867048-B3C8-4243-823A-A816EE2900D9}" type="parTrans" cxnId="{19B8CE0E-8826-44FF-80DE-DC80661E3DA7}">
      <dgm:prSet/>
      <dgm:spPr/>
      <dgm:t>
        <a:bodyPr/>
        <a:lstStyle/>
        <a:p>
          <a:endParaRPr lang="en-US"/>
        </a:p>
      </dgm:t>
    </dgm:pt>
    <dgm:pt modelId="{933FD0D7-10E4-48D7-8089-34881F6D06EA}" type="sibTrans" cxnId="{19B8CE0E-8826-44FF-80DE-DC80661E3DA7}">
      <dgm:prSet/>
      <dgm:spPr/>
      <dgm:t>
        <a:bodyPr/>
        <a:lstStyle/>
        <a:p>
          <a:endParaRPr lang="en-US"/>
        </a:p>
      </dgm:t>
    </dgm:pt>
    <dgm:pt modelId="{897ECF2C-3798-49C9-9A2B-17C0B9E53039}">
      <dgm:prSet/>
      <dgm:spPr>
        <a:xfrm>
          <a:off x="1981211" y="715968"/>
          <a:ext cx="1393366" cy="696683"/>
        </a:xfrm>
        <a:prstGeom prst="roundRect">
          <a:avLst/>
        </a:prstGeom>
      </dgm:spPr>
      <dgm:t>
        <a:bodyPr/>
        <a:lstStyle/>
        <a:p>
          <a:pPr rtl="0">
            <a:buNone/>
          </a:pPr>
          <a:r>
            <a:rPr lang="en-US" b="1">
              <a:latin typeface="Times New Roman" pitchFamily="18" charset="0"/>
              <a:ea typeface="+mn-ea"/>
              <a:cs typeface="Times New Roman" pitchFamily="18" charset="0"/>
            </a:rPr>
            <a:t>Date</a:t>
          </a:r>
          <a:endParaRPr lang="en-US" b="1" dirty="0">
            <a:latin typeface="Times New Roman" pitchFamily="18" charset="0"/>
            <a:ea typeface="+mn-ea"/>
            <a:cs typeface="Times New Roman" pitchFamily="18" charset="0"/>
          </a:endParaRPr>
        </a:p>
      </dgm:t>
    </dgm:pt>
    <dgm:pt modelId="{904BB25A-3CAC-4934-8032-64C56E3F8CC8}" type="parTrans" cxnId="{CB855926-B705-4561-A957-4C638CFF7569}">
      <dgm:prSet/>
      <dgm:spPr/>
      <dgm:t>
        <a:bodyPr/>
        <a:lstStyle/>
        <a:p>
          <a:endParaRPr lang="en-US"/>
        </a:p>
      </dgm:t>
    </dgm:pt>
    <dgm:pt modelId="{A5D693DA-0D16-427D-BED6-0E2CACFD9189}" type="sibTrans" cxnId="{CB855926-B705-4561-A957-4C638CFF7569}">
      <dgm:prSet/>
      <dgm:spPr/>
      <dgm:t>
        <a:bodyPr/>
        <a:lstStyle/>
        <a:p>
          <a:endParaRPr lang="en-US"/>
        </a:p>
      </dgm:t>
    </dgm:pt>
    <dgm:pt modelId="{C03672CA-4DC7-4CA2-BEF6-851A68BF0C8E}" type="pres">
      <dgm:prSet presAssocID="{62C15ADB-D0DE-4B9F-8AA3-6250035CD45A}" presName="Name0" presStyleCnt="0">
        <dgm:presLayoutVars>
          <dgm:dir/>
          <dgm:resizeHandles val="exact"/>
        </dgm:presLayoutVars>
      </dgm:prSet>
      <dgm:spPr/>
    </dgm:pt>
    <dgm:pt modelId="{D4E195FF-8E30-4C19-97F6-61212A082EBD}" type="pres">
      <dgm:prSet presAssocID="{62C15ADB-D0DE-4B9F-8AA3-6250035CD45A}" presName="cycle" presStyleCnt="0"/>
      <dgm:spPr/>
    </dgm:pt>
    <dgm:pt modelId="{3B4A7723-3A9E-4BA1-B845-31EDD2BF2A0E}" type="pres">
      <dgm:prSet presAssocID="{7BF8C0D2-3E03-4718-B31A-A85893093061}" presName="nodeFirstNode" presStyleLbl="node1" presStyleIdx="0" presStyleCnt="9">
        <dgm:presLayoutVars>
          <dgm:bulletEnabled val="1"/>
        </dgm:presLayoutVars>
      </dgm:prSet>
      <dgm:spPr/>
    </dgm:pt>
    <dgm:pt modelId="{4382BFEB-CE82-4155-9A53-4ED212008F13}" type="pres">
      <dgm:prSet presAssocID="{825A510D-7095-4D55-91B3-18077F483111}" presName="sibTransFirstNode" presStyleLbl="bgShp" presStyleIdx="0" presStyleCnt="1"/>
      <dgm:spPr/>
    </dgm:pt>
    <dgm:pt modelId="{8CA97B8E-30C7-4F78-A9F3-1472FE40F956}" type="pres">
      <dgm:prSet presAssocID="{214DAB1A-083B-4E1F-A10C-7957F60A5918}" presName="nodeFollowingNodes" presStyleLbl="node1" presStyleIdx="1" presStyleCnt="9" custRadScaleRad="105452" custRadScaleInc="18657">
        <dgm:presLayoutVars>
          <dgm:bulletEnabled val="1"/>
        </dgm:presLayoutVars>
      </dgm:prSet>
      <dgm:spPr/>
    </dgm:pt>
    <dgm:pt modelId="{5E2A7B23-E89A-4130-BC50-9D59446331A2}" type="pres">
      <dgm:prSet presAssocID="{51960DE5-1C2F-4B80-A92E-2757A3286E3F}" presName="nodeFollowingNodes" presStyleLbl="node1" presStyleIdx="2" presStyleCnt="9">
        <dgm:presLayoutVars>
          <dgm:bulletEnabled val="1"/>
        </dgm:presLayoutVars>
      </dgm:prSet>
      <dgm:spPr/>
    </dgm:pt>
    <dgm:pt modelId="{D79E28F7-5D6A-4D53-BBAA-CBDDD68F52D2}" type="pres">
      <dgm:prSet presAssocID="{0D60B339-D07D-4BFF-9755-1D1C46F42B4C}" presName="nodeFollowingNodes" presStyleLbl="node1" presStyleIdx="3" presStyleCnt="9" custRadScaleRad="101750" custRadScaleInc="-18212">
        <dgm:presLayoutVars>
          <dgm:bulletEnabled val="1"/>
        </dgm:presLayoutVars>
      </dgm:prSet>
      <dgm:spPr/>
    </dgm:pt>
    <dgm:pt modelId="{67D6866D-1114-4CF2-9986-F187C390B051}" type="pres">
      <dgm:prSet presAssocID="{788FAF86-C4CF-4831-9649-915111B8AF78}" presName="nodeFollowingNodes" presStyleLbl="node1" presStyleIdx="4" presStyleCnt="9">
        <dgm:presLayoutVars>
          <dgm:bulletEnabled val="1"/>
        </dgm:presLayoutVars>
      </dgm:prSet>
      <dgm:spPr/>
    </dgm:pt>
    <dgm:pt modelId="{6E8752D1-7CA4-48AB-B325-2F251D01BCDC}" type="pres">
      <dgm:prSet presAssocID="{FE45CA82-0D71-4FB6-9386-D43BCAFAA522}" presName="nodeFollowingNodes" presStyleLbl="node1" presStyleIdx="5" presStyleCnt="9" custRadScaleRad="102817" custRadScaleInc="24002">
        <dgm:presLayoutVars>
          <dgm:bulletEnabled val="1"/>
        </dgm:presLayoutVars>
      </dgm:prSet>
      <dgm:spPr/>
    </dgm:pt>
    <dgm:pt modelId="{10E22B9E-0F6D-4F06-9E66-4CC19BE5D578}" type="pres">
      <dgm:prSet presAssocID="{2C481EAE-53E9-47EA-9337-D109BB790D71}" presName="nodeFollowingNodes" presStyleLbl="node1" presStyleIdx="6" presStyleCnt="9" custRadScaleRad="96527" custRadScaleInc="20433">
        <dgm:presLayoutVars>
          <dgm:bulletEnabled val="1"/>
        </dgm:presLayoutVars>
      </dgm:prSet>
      <dgm:spPr/>
    </dgm:pt>
    <dgm:pt modelId="{011D19D7-08DE-4B6B-BCD3-2886A15784B5}" type="pres">
      <dgm:prSet presAssocID="{0E41C671-187D-44F1-ADD9-66C7A78AE109}" presName="nodeFollowingNodes" presStyleLbl="node1" presStyleIdx="7" presStyleCnt="9">
        <dgm:presLayoutVars>
          <dgm:bulletEnabled val="1"/>
        </dgm:presLayoutVars>
      </dgm:prSet>
      <dgm:spPr/>
    </dgm:pt>
    <dgm:pt modelId="{14333005-FD5A-42A8-AA63-EA62651E8166}" type="pres">
      <dgm:prSet presAssocID="{897ECF2C-3798-49C9-9A2B-17C0B9E53039}" presName="nodeFollowingNodes" presStyleLbl="node1" presStyleIdx="8" presStyleCnt="9" custRadScaleRad="100074" custRadScaleInc="-17847">
        <dgm:presLayoutVars>
          <dgm:bulletEnabled val="1"/>
        </dgm:presLayoutVars>
      </dgm:prSet>
      <dgm:spPr/>
    </dgm:pt>
  </dgm:ptLst>
  <dgm:cxnLst>
    <dgm:cxn modelId="{19B8CE0E-8826-44FF-80DE-DC80661E3DA7}" srcId="{62C15ADB-D0DE-4B9F-8AA3-6250035CD45A}" destId="{0E41C671-187D-44F1-ADD9-66C7A78AE109}" srcOrd="7" destOrd="0" parTransId="{36867048-B3C8-4243-823A-A816EE2900D9}" sibTransId="{933FD0D7-10E4-48D7-8089-34881F6D06EA}"/>
    <dgm:cxn modelId="{131DB621-6EA0-4F30-B769-306356180ED8}" type="presOf" srcId="{897ECF2C-3798-49C9-9A2B-17C0B9E53039}" destId="{14333005-FD5A-42A8-AA63-EA62651E8166}" srcOrd="0" destOrd="0" presId="urn:microsoft.com/office/officeart/2005/8/layout/cycle3"/>
    <dgm:cxn modelId="{CB855926-B705-4561-A957-4C638CFF7569}" srcId="{62C15ADB-D0DE-4B9F-8AA3-6250035CD45A}" destId="{897ECF2C-3798-49C9-9A2B-17C0B9E53039}" srcOrd="8" destOrd="0" parTransId="{904BB25A-3CAC-4934-8032-64C56E3F8CC8}" sibTransId="{A5D693DA-0D16-427D-BED6-0E2CACFD9189}"/>
    <dgm:cxn modelId="{83C2102D-63EF-4998-8E77-E8B3F54512E2}" type="presOf" srcId="{7BF8C0D2-3E03-4718-B31A-A85893093061}" destId="{3B4A7723-3A9E-4BA1-B845-31EDD2BF2A0E}" srcOrd="0" destOrd="0" presId="urn:microsoft.com/office/officeart/2005/8/layout/cycle3"/>
    <dgm:cxn modelId="{EA82A940-DB7F-488C-9FAA-8939949BD5D5}" type="presOf" srcId="{2C481EAE-53E9-47EA-9337-D109BB790D71}" destId="{10E22B9E-0F6D-4F06-9E66-4CC19BE5D578}" srcOrd="0" destOrd="0" presId="urn:microsoft.com/office/officeart/2005/8/layout/cycle3"/>
    <dgm:cxn modelId="{3EA87842-44C9-4B00-AF79-80C2233BA738}" type="presOf" srcId="{51960DE5-1C2F-4B80-A92E-2757A3286E3F}" destId="{5E2A7B23-E89A-4130-BC50-9D59446331A2}" srcOrd="0" destOrd="0" presId="urn:microsoft.com/office/officeart/2005/8/layout/cycle3"/>
    <dgm:cxn modelId="{D8D53145-54B9-4240-A074-11440512ADAC}" type="presOf" srcId="{0D60B339-D07D-4BFF-9755-1D1C46F42B4C}" destId="{D79E28F7-5D6A-4D53-BBAA-CBDDD68F52D2}" srcOrd="0" destOrd="0" presId="urn:microsoft.com/office/officeart/2005/8/layout/cycle3"/>
    <dgm:cxn modelId="{AF708978-36F0-471D-948A-349D74E004F4}" type="presOf" srcId="{825A510D-7095-4D55-91B3-18077F483111}" destId="{4382BFEB-CE82-4155-9A53-4ED212008F13}" srcOrd="0" destOrd="0" presId="urn:microsoft.com/office/officeart/2005/8/layout/cycle3"/>
    <dgm:cxn modelId="{E7A2285A-9D79-4D3C-97D1-2A3876DBB8E9}" type="presOf" srcId="{62C15ADB-D0DE-4B9F-8AA3-6250035CD45A}" destId="{C03672CA-4DC7-4CA2-BEF6-851A68BF0C8E}" srcOrd="0" destOrd="0" presId="urn:microsoft.com/office/officeart/2005/8/layout/cycle3"/>
    <dgm:cxn modelId="{55FDE68B-5784-43FC-B28E-146F455E3DB0}" srcId="{62C15ADB-D0DE-4B9F-8AA3-6250035CD45A}" destId="{0D60B339-D07D-4BFF-9755-1D1C46F42B4C}" srcOrd="3" destOrd="0" parTransId="{E153A0F9-1EDF-4F32-B820-0E0FAF97F2C8}" sibTransId="{76B9C86D-0C7A-4412-AEBE-AC7F7E66FF03}"/>
    <dgm:cxn modelId="{9D2692AA-61BC-4AE8-AE8F-CDB5919AA882}" type="presOf" srcId="{FE45CA82-0D71-4FB6-9386-D43BCAFAA522}" destId="{6E8752D1-7CA4-48AB-B325-2F251D01BCDC}" srcOrd="0" destOrd="0" presId="urn:microsoft.com/office/officeart/2005/8/layout/cycle3"/>
    <dgm:cxn modelId="{1B3929AF-BFB8-4F1E-93FC-69014F1889DB}" type="presOf" srcId="{214DAB1A-083B-4E1F-A10C-7957F60A5918}" destId="{8CA97B8E-30C7-4F78-A9F3-1472FE40F956}" srcOrd="0" destOrd="0" presId="urn:microsoft.com/office/officeart/2005/8/layout/cycle3"/>
    <dgm:cxn modelId="{F13957B3-BF8C-4085-B61B-0AEAD5007540}" type="presOf" srcId="{788FAF86-C4CF-4831-9649-915111B8AF78}" destId="{67D6866D-1114-4CF2-9986-F187C390B051}" srcOrd="0" destOrd="0" presId="urn:microsoft.com/office/officeart/2005/8/layout/cycle3"/>
    <dgm:cxn modelId="{CEDFB9CC-0149-4D72-9D6F-B0AD7791CB2A}" srcId="{62C15ADB-D0DE-4B9F-8AA3-6250035CD45A}" destId="{7BF8C0D2-3E03-4718-B31A-A85893093061}" srcOrd="0" destOrd="0" parTransId="{2DE66981-5663-4323-A2A8-85E46A4A71F6}" sibTransId="{825A510D-7095-4D55-91B3-18077F483111}"/>
    <dgm:cxn modelId="{C551E0DF-7179-4E45-979C-D4E87F08D73F}" srcId="{62C15ADB-D0DE-4B9F-8AA3-6250035CD45A}" destId="{2C481EAE-53E9-47EA-9337-D109BB790D71}" srcOrd="6" destOrd="0" parTransId="{F18D0743-DB38-46EA-8A2A-EF339808B091}" sibTransId="{4945027E-C762-4383-A3F3-AB5D8A6E2E47}"/>
    <dgm:cxn modelId="{0E95C8EA-2FFB-4CCB-9245-518F3171DB43}" srcId="{62C15ADB-D0DE-4B9F-8AA3-6250035CD45A}" destId="{51960DE5-1C2F-4B80-A92E-2757A3286E3F}" srcOrd="2" destOrd="0" parTransId="{A355A8A5-2FF9-4F3D-8D6C-FBF5154945A3}" sibTransId="{9F2E6A7E-60D8-421E-9FDB-19D41DE4932E}"/>
    <dgm:cxn modelId="{020307ED-D6A0-4EBA-AFA9-3B484FCB7C3F}" srcId="{62C15ADB-D0DE-4B9F-8AA3-6250035CD45A}" destId="{788FAF86-C4CF-4831-9649-915111B8AF78}" srcOrd="4" destOrd="0" parTransId="{24266433-1399-4611-8233-2FEF5FD53571}" sibTransId="{179A939C-15AF-4AB9-A13E-7345F5437505}"/>
    <dgm:cxn modelId="{0BF1CFF0-7B77-4F0E-A651-120BE7D1B5DC}" srcId="{62C15ADB-D0DE-4B9F-8AA3-6250035CD45A}" destId="{214DAB1A-083B-4E1F-A10C-7957F60A5918}" srcOrd="1" destOrd="0" parTransId="{6F32FC43-4163-444C-98F0-612656DB87E4}" sibTransId="{8909BDE4-3765-4C1B-997B-6AF413783151}"/>
    <dgm:cxn modelId="{810F6FF1-1F43-412B-8DB0-7C922EDF09EC}" srcId="{62C15ADB-D0DE-4B9F-8AA3-6250035CD45A}" destId="{FE45CA82-0D71-4FB6-9386-D43BCAFAA522}" srcOrd="5" destOrd="0" parTransId="{20FAC7F2-DC8F-4C82-A92D-DDF5788484B4}" sibTransId="{1397DC63-5093-4FF1-9571-467FEF8360A2}"/>
    <dgm:cxn modelId="{6BE2EAF7-D550-45B0-9076-40338172ED2E}" type="presOf" srcId="{0E41C671-187D-44F1-ADD9-66C7A78AE109}" destId="{011D19D7-08DE-4B6B-BCD3-2886A15784B5}" srcOrd="0" destOrd="0" presId="urn:microsoft.com/office/officeart/2005/8/layout/cycle3"/>
    <dgm:cxn modelId="{949B280E-F4B0-4AE2-BDE9-B06D85AC7E00}" type="presParOf" srcId="{C03672CA-4DC7-4CA2-BEF6-851A68BF0C8E}" destId="{D4E195FF-8E30-4C19-97F6-61212A082EBD}" srcOrd="0" destOrd="0" presId="urn:microsoft.com/office/officeart/2005/8/layout/cycle3"/>
    <dgm:cxn modelId="{180F4D40-9A7A-49E0-BF8D-0293F889ACD1}" type="presParOf" srcId="{D4E195FF-8E30-4C19-97F6-61212A082EBD}" destId="{3B4A7723-3A9E-4BA1-B845-31EDD2BF2A0E}" srcOrd="0" destOrd="0" presId="urn:microsoft.com/office/officeart/2005/8/layout/cycle3"/>
    <dgm:cxn modelId="{024D5725-5735-4024-9695-9ED3F0A2787B}" type="presParOf" srcId="{D4E195FF-8E30-4C19-97F6-61212A082EBD}" destId="{4382BFEB-CE82-4155-9A53-4ED212008F13}" srcOrd="1" destOrd="0" presId="urn:microsoft.com/office/officeart/2005/8/layout/cycle3"/>
    <dgm:cxn modelId="{100BBECB-1021-4DE3-A3C0-8AFA8F404DCC}" type="presParOf" srcId="{D4E195FF-8E30-4C19-97F6-61212A082EBD}" destId="{8CA97B8E-30C7-4F78-A9F3-1472FE40F956}" srcOrd="2" destOrd="0" presId="urn:microsoft.com/office/officeart/2005/8/layout/cycle3"/>
    <dgm:cxn modelId="{621DAFD5-2D73-405A-853D-C930E1E4FB3A}" type="presParOf" srcId="{D4E195FF-8E30-4C19-97F6-61212A082EBD}" destId="{5E2A7B23-E89A-4130-BC50-9D59446331A2}" srcOrd="3" destOrd="0" presId="urn:microsoft.com/office/officeart/2005/8/layout/cycle3"/>
    <dgm:cxn modelId="{69919C31-969E-43E7-8132-5A4D45EB8CE6}" type="presParOf" srcId="{D4E195FF-8E30-4C19-97F6-61212A082EBD}" destId="{D79E28F7-5D6A-4D53-BBAA-CBDDD68F52D2}" srcOrd="4" destOrd="0" presId="urn:microsoft.com/office/officeart/2005/8/layout/cycle3"/>
    <dgm:cxn modelId="{426095F2-2633-469E-9310-3533238F9DD8}" type="presParOf" srcId="{D4E195FF-8E30-4C19-97F6-61212A082EBD}" destId="{67D6866D-1114-4CF2-9986-F187C390B051}" srcOrd="5" destOrd="0" presId="urn:microsoft.com/office/officeart/2005/8/layout/cycle3"/>
    <dgm:cxn modelId="{17411320-E33F-400A-A116-490BC8E7A3CB}" type="presParOf" srcId="{D4E195FF-8E30-4C19-97F6-61212A082EBD}" destId="{6E8752D1-7CA4-48AB-B325-2F251D01BCDC}" srcOrd="6" destOrd="0" presId="urn:microsoft.com/office/officeart/2005/8/layout/cycle3"/>
    <dgm:cxn modelId="{427CDFA2-8574-4204-A7CD-274AC62195C6}" type="presParOf" srcId="{D4E195FF-8E30-4C19-97F6-61212A082EBD}" destId="{10E22B9E-0F6D-4F06-9E66-4CC19BE5D578}" srcOrd="7" destOrd="0" presId="urn:microsoft.com/office/officeart/2005/8/layout/cycle3"/>
    <dgm:cxn modelId="{7D1FFAA4-C5D7-40A8-9488-146F39A6D2DF}" type="presParOf" srcId="{D4E195FF-8E30-4C19-97F6-61212A082EBD}" destId="{011D19D7-08DE-4B6B-BCD3-2886A15784B5}" srcOrd="8" destOrd="0" presId="urn:microsoft.com/office/officeart/2005/8/layout/cycle3"/>
    <dgm:cxn modelId="{0AD323FE-F1C8-4192-A9E2-F001A2352DDC}" type="presParOf" srcId="{D4E195FF-8E30-4C19-97F6-61212A082EBD}" destId="{14333005-FD5A-42A8-AA63-EA62651E8166}" srcOrd="9"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82BFEB-CE82-4155-9A53-4ED212008F13}">
      <dsp:nvSpPr>
        <dsp:cNvPr id="0" name=""/>
        <dsp:cNvSpPr/>
      </dsp:nvSpPr>
      <dsp:spPr>
        <a:xfrm>
          <a:off x="1243687" y="-48747"/>
          <a:ext cx="4425392" cy="4425392"/>
        </a:xfrm>
        <a:prstGeom prst="circularArrow">
          <a:avLst>
            <a:gd name="adj1" fmla="val 5544"/>
            <a:gd name="adj2" fmla="val 330680"/>
            <a:gd name="adj3" fmla="val 14751820"/>
            <a:gd name="adj4" fmla="val 16816264"/>
            <a:gd name="adj5" fmla="val 5757"/>
          </a:avLst>
        </a:prstGeom>
        <a:solidFill>
          <a:schemeClr val="dk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3B4A7723-3A9E-4BA1-B845-31EDD2BF2A0E}">
      <dsp:nvSpPr>
        <dsp:cNvPr id="0" name=""/>
        <dsp:cNvSpPr/>
      </dsp:nvSpPr>
      <dsp:spPr>
        <a:xfrm>
          <a:off x="2891852" y="1978"/>
          <a:ext cx="1129062" cy="564531"/>
        </a:xfrm>
        <a:prstGeom prst="round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a:latin typeface="Trebuchet MS" panose="020B0603020202020204"/>
              <a:ea typeface="+mn-ea"/>
              <a:cs typeface="+mn-cs"/>
            </a:rPr>
            <a:t>Integer</a:t>
          </a:r>
          <a:r>
            <a:rPr lang="en-US" sz="1500" kern="1200">
              <a:latin typeface="Trebuchet MS" panose="020B0603020202020204"/>
              <a:ea typeface="+mn-ea"/>
              <a:cs typeface="+mn-cs"/>
            </a:rPr>
            <a:t> </a:t>
          </a:r>
          <a:endParaRPr lang="en-US" sz="1500" kern="1200" dirty="0">
            <a:latin typeface="Trebuchet MS" panose="020B0603020202020204"/>
            <a:ea typeface="+mn-ea"/>
            <a:cs typeface="+mn-cs"/>
          </a:endParaRPr>
        </a:p>
      </dsp:txBody>
      <dsp:txXfrm>
        <a:off x="2919410" y="29536"/>
        <a:ext cx="1073946" cy="509415"/>
      </dsp:txXfrm>
    </dsp:sp>
    <dsp:sp modelId="{8CA97B8E-30C7-4F78-A9F3-1472FE40F956}">
      <dsp:nvSpPr>
        <dsp:cNvPr id="0" name=""/>
        <dsp:cNvSpPr/>
      </dsp:nvSpPr>
      <dsp:spPr>
        <a:xfrm>
          <a:off x="4340549" y="524744"/>
          <a:ext cx="1129062" cy="564531"/>
        </a:xfrm>
        <a:prstGeom prst="round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a:latin typeface="Trebuchet MS" panose="020B0603020202020204"/>
              <a:ea typeface="+mn-ea"/>
              <a:cs typeface="+mn-cs"/>
            </a:rPr>
            <a:t>Boolean</a:t>
          </a:r>
          <a:r>
            <a:rPr lang="en-US" sz="1500" kern="1200">
              <a:latin typeface="Trebuchet MS" panose="020B0603020202020204"/>
              <a:ea typeface="+mn-ea"/>
              <a:cs typeface="+mn-cs"/>
            </a:rPr>
            <a:t> </a:t>
          </a:r>
          <a:endParaRPr lang="en-US" sz="1500" kern="1200" dirty="0">
            <a:latin typeface="Trebuchet MS" panose="020B0603020202020204"/>
            <a:ea typeface="+mn-ea"/>
            <a:cs typeface="+mn-cs"/>
          </a:endParaRPr>
        </a:p>
      </dsp:txBody>
      <dsp:txXfrm>
        <a:off x="4368107" y="552302"/>
        <a:ext cx="1073946" cy="509415"/>
      </dsp:txXfrm>
    </dsp:sp>
    <dsp:sp modelId="{5E2A7B23-E89A-4130-BC50-9D59446331A2}">
      <dsp:nvSpPr>
        <dsp:cNvPr id="0" name=""/>
        <dsp:cNvSpPr/>
      </dsp:nvSpPr>
      <dsp:spPr>
        <a:xfrm>
          <a:off x="4750343" y="1561437"/>
          <a:ext cx="1129062" cy="564531"/>
        </a:xfrm>
        <a:prstGeom prst="round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a:latin typeface="Trebuchet MS" panose="020B0603020202020204"/>
              <a:ea typeface="+mn-ea"/>
              <a:cs typeface="+mn-cs"/>
            </a:rPr>
            <a:t>Double</a:t>
          </a:r>
          <a:r>
            <a:rPr lang="en-US" sz="1500" kern="1200">
              <a:latin typeface="Trebuchet MS" panose="020B0603020202020204"/>
              <a:ea typeface="+mn-ea"/>
              <a:cs typeface="+mn-cs"/>
            </a:rPr>
            <a:t> </a:t>
          </a:r>
          <a:endParaRPr lang="en-US" sz="1500" kern="1200" dirty="0">
            <a:latin typeface="Trebuchet MS" panose="020B0603020202020204"/>
            <a:ea typeface="+mn-ea"/>
            <a:cs typeface="+mn-cs"/>
          </a:endParaRPr>
        </a:p>
      </dsp:txBody>
      <dsp:txXfrm>
        <a:off x="4777901" y="1588995"/>
        <a:ext cx="1073946" cy="509415"/>
      </dsp:txXfrm>
    </dsp:sp>
    <dsp:sp modelId="{D79E28F7-5D6A-4D53-BBAA-CBDDD68F52D2}">
      <dsp:nvSpPr>
        <dsp:cNvPr id="0" name=""/>
        <dsp:cNvSpPr/>
      </dsp:nvSpPr>
      <dsp:spPr>
        <a:xfrm>
          <a:off x="4653530" y="2653080"/>
          <a:ext cx="1129062" cy="564531"/>
        </a:xfrm>
        <a:prstGeom prst="round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a:latin typeface="Trebuchet MS" panose="020B0603020202020204"/>
              <a:ea typeface="+mn-ea"/>
              <a:cs typeface="+mn-cs"/>
            </a:rPr>
            <a:t>String</a:t>
          </a:r>
          <a:r>
            <a:rPr lang="en-US" sz="1500" kern="1200">
              <a:latin typeface="Trebuchet MS" panose="020B0603020202020204"/>
              <a:ea typeface="+mn-ea"/>
              <a:cs typeface="+mn-cs"/>
            </a:rPr>
            <a:t> </a:t>
          </a:r>
          <a:endParaRPr lang="en-US" sz="1500" kern="1200" dirty="0">
            <a:latin typeface="Trebuchet MS" panose="020B0603020202020204"/>
            <a:ea typeface="+mn-ea"/>
            <a:cs typeface="+mn-cs"/>
          </a:endParaRPr>
        </a:p>
      </dsp:txBody>
      <dsp:txXfrm>
        <a:off x="4681088" y="2680638"/>
        <a:ext cx="1073946" cy="509415"/>
      </dsp:txXfrm>
    </dsp:sp>
    <dsp:sp modelId="{67D6866D-1114-4CF2-9986-F187C390B051}">
      <dsp:nvSpPr>
        <dsp:cNvPr id="0" name=""/>
        <dsp:cNvSpPr/>
      </dsp:nvSpPr>
      <dsp:spPr>
        <a:xfrm>
          <a:off x="3537299" y="3662490"/>
          <a:ext cx="1129062" cy="564531"/>
        </a:xfrm>
        <a:prstGeom prst="round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a:latin typeface="Trebuchet MS" panose="020B0603020202020204"/>
              <a:ea typeface="+mn-ea"/>
              <a:cs typeface="+mn-cs"/>
            </a:rPr>
            <a:t>Arrays</a:t>
          </a:r>
          <a:endParaRPr lang="en-US" sz="1500" kern="1200" dirty="0">
            <a:latin typeface="Trebuchet MS" panose="020B0603020202020204"/>
            <a:ea typeface="+mn-ea"/>
            <a:cs typeface="+mn-cs"/>
          </a:endParaRPr>
        </a:p>
      </dsp:txBody>
      <dsp:txXfrm>
        <a:off x="3564857" y="3690048"/>
        <a:ext cx="1073946" cy="509415"/>
      </dsp:txXfrm>
    </dsp:sp>
    <dsp:sp modelId="{6E8752D1-7CA4-48AB-B325-2F251D01BCDC}">
      <dsp:nvSpPr>
        <dsp:cNvPr id="0" name=""/>
        <dsp:cNvSpPr/>
      </dsp:nvSpPr>
      <dsp:spPr>
        <a:xfrm>
          <a:off x="1961825" y="3592048"/>
          <a:ext cx="1129062" cy="564531"/>
        </a:xfrm>
        <a:prstGeom prst="round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a:latin typeface="Trebuchet MS" panose="020B0603020202020204"/>
              <a:ea typeface="+mn-ea"/>
              <a:cs typeface="+mn-cs"/>
            </a:rPr>
            <a:t>Null</a:t>
          </a:r>
          <a:r>
            <a:rPr lang="en-US" sz="1500" kern="1200">
              <a:latin typeface="Trebuchet MS" panose="020B0603020202020204"/>
              <a:ea typeface="+mn-ea"/>
              <a:cs typeface="+mn-cs"/>
            </a:rPr>
            <a:t> </a:t>
          </a:r>
          <a:endParaRPr lang="en-US" sz="1500" kern="1200" dirty="0">
            <a:latin typeface="Trebuchet MS" panose="020B0603020202020204"/>
            <a:ea typeface="+mn-ea"/>
            <a:cs typeface="+mn-cs"/>
          </a:endParaRPr>
        </a:p>
      </dsp:txBody>
      <dsp:txXfrm>
        <a:off x="1989383" y="3619606"/>
        <a:ext cx="1073946" cy="509415"/>
      </dsp:txXfrm>
    </dsp:sp>
    <dsp:sp modelId="{10E22B9E-0F6D-4F06-9E66-4CC19BE5D578}">
      <dsp:nvSpPr>
        <dsp:cNvPr id="0" name=""/>
        <dsp:cNvSpPr/>
      </dsp:nvSpPr>
      <dsp:spPr>
        <a:xfrm>
          <a:off x="1210654" y="2590473"/>
          <a:ext cx="1129062" cy="564531"/>
        </a:xfrm>
        <a:prstGeom prst="round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a:latin typeface="Times New Roman" pitchFamily="18" charset="0"/>
              <a:ea typeface="+mn-ea"/>
              <a:cs typeface="Times New Roman" pitchFamily="18" charset="0"/>
            </a:rPr>
            <a:t>Object ID</a:t>
          </a:r>
          <a:r>
            <a:rPr lang="en-US" sz="1500" kern="1200">
              <a:latin typeface="Times New Roman" pitchFamily="18" charset="0"/>
              <a:ea typeface="+mn-ea"/>
              <a:cs typeface="Times New Roman" pitchFamily="18" charset="0"/>
            </a:rPr>
            <a:t> </a:t>
          </a:r>
          <a:endParaRPr lang="en-US" sz="1500" kern="1200" dirty="0">
            <a:latin typeface="Times New Roman" pitchFamily="18" charset="0"/>
            <a:ea typeface="+mn-ea"/>
            <a:cs typeface="Times New Roman" pitchFamily="18" charset="0"/>
          </a:endParaRPr>
        </a:p>
      </dsp:txBody>
      <dsp:txXfrm>
        <a:off x="1238212" y="2618031"/>
        <a:ext cx="1073946" cy="509415"/>
      </dsp:txXfrm>
    </dsp:sp>
    <dsp:sp modelId="{011D19D7-08DE-4B6B-BCD3-2886A15784B5}">
      <dsp:nvSpPr>
        <dsp:cNvPr id="0" name=""/>
        <dsp:cNvSpPr/>
      </dsp:nvSpPr>
      <dsp:spPr>
        <a:xfrm>
          <a:off x="1033361" y="1561437"/>
          <a:ext cx="1129062" cy="564531"/>
        </a:xfrm>
        <a:prstGeom prst="round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a:latin typeface="Times New Roman" pitchFamily="18" charset="0"/>
              <a:ea typeface="+mn-ea"/>
              <a:cs typeface="Times New Roman" pitchFamily="18" charset="0"/>
            </a:rPr>
            <a:t>Binary data</a:t>
          </a:r>
          <a:r>
            <a:rPr lang="en-US" sz="1500" kern="1200">
              <a:latin typeface="Times New Roman" pitchFamily="18" charset="0"/>
              <a:ea typeface="+mn-ea"/>
              <a:cs typeface="Times New Roman" pitchFamily="18" charset="0"/>
            </a:rPr>
            <a:t> </a:t>
          </a:r>
          <a:endParaRPr lang="en-US" sz="1500" kern="1200" dirty="0">
            <a:latin typeface="Times New Roman" pitchFamily="18" charset="0"/>
            <a:ea typeface="+mn-ea"/>
            <a:cs typeface="Times New Roman" pitchFamily="18" charset="0"/>
          </a:endParaRPr>
        </a:p>
      </dsp:txBody>
      <dsp:txXfrm>
        <a:off x="1060919" y="1588995"/>
        <a:ext cx="1073946" cy="509415"/>
      </dsp:txXfrm>
    </dsp:sp>
    <dsp:sp modelId="{14333005-FD5A-42A8-AA63-EA62651E8166}">
      <dsp:nvSpPr>
        <dsp:cNvPr id="0" name=""/>
        <dsp:cNvSpPr/>
      </dsp:nvSpPr>
      <dsp:spPr>
        <a:xfrm>
          <a:off x="1523646" y="587348"/>
          <a:ext cx="1129062" cy="564531"/>
        </a:xfrm>
        <a:prstGeom prst="round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a:latin typeface="Times New Roman" pitchFamily="18" charset="0"/>
              <a:ea typeface="+mn-ea"/>
              <a:cs typeface="Times New Roman" pitchFamily="18" charset="0"/>
            </a:rPr>
            <a:t>Date</a:t>
          </a:r>
          <a:endParaRPr lang="en-US" sz="1500" b="1" kern="1200" dirty="0">
            <a:latin typeface="Times New Roman" pitchFamily="18" charset="0"/>
            <a:ea typeface="+mn-ea"/>
            <a:cs typeface="Times New Roman" pitchFamily="18" charset="0"/>
          </a:endParaRPr>
        </a:p>
      </dsp:txBody>
      <dsp:txXfrm>
        <a:off x="1551204" y="614906"/>
        <a:ext cx="1073946" cy="5094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82BFEB-CE82-4155-9A53-4ED212008F13}">
      <dsp:nvSpPr>
        <dsp:cNvPr id="0" name=""/>
        <dsp:cNvSpPr/>
      </dsp:nvSpPr>
      <dsp:spPr>
        <a:xfrm>
          <a:off x="1243687" y="-48747"/>
          <a:ext cx="4425392" cy="4425392"/>
        </a:xfrm>
        <a:prstGeom prst="circularArrow">
          <a:avLst>
            <a:gd name="adj1" fmla="val 5544"/>
            <a:gd name="adj2" fmla="val 330680"/>
            <a:gd name="adj3" fmla="val 14751820"/>
            <a:gd name="adj4" fmla="val 16816264"/>
            <a:gd name="adj5" fmla="val 5757"/>
          </a:avLst>
        </a:prstGeom>
        <a:solidFill>
          <a:schemeClr val="dk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3B4A7723-3A9E-4BA1-B845-31EDD2BF2A0E}">
      <dsp:nvSpPr>
        <dsp:cNvPr id="0" name=""/>
        <dsp:cNvSpPr/>
      </dsp:nvSpPr>
      <dsp:spPr>
        <a:xfrm>
          <a:off x="2891852" y="1978"/>
          <a:ext cx="1129062" cy="564531"/>
        </a:xfrm>
        <a:prstGeom prst="round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a:latin typeface="Trebuchet MS" panose="020B0603020202020204"/>
              <a:ea typeface="+mn-ea"/>
              <a:cs typeface="+mn-cs"/>
            </a:rPr>
            <a:t>Integer</a:t>
          </a:r>
          <a:r>
            <a:rPr lang="en-US" sz="1500" kern="1200">
              <a:latin typeface="Trebuchet MS" panose="020B0603020202020204"/>
              <a:ea typeface="+mn-ea"/>
              <a:cs typeface="+mn-cs"/>
            </a:rPr>
            <a:t> </a:t>
          </a:r>
          <a:endParaRPr lang="en-US" sz="1500" kern="1200" dirty="0">
            <a:latin typeface="Trebuchet MS" panose="020B0603020202020204"/>
            <a:ea typeface="+mn-ea"/>
            <a:cs typeface="+mn-cs"/>
          </a:endParaRPr>
        </a:p>
      </dsp:txBody>
      <dsp:txXfrm>
        <a:off x="2919410" y="29536"/>
        <a:ext cx="1073946" cy="509415"/>
      </dsp:txXfrm>
    </dsp:sp>
    <dsp:sp modelId="{8CA97B8E-30C7-4F78-A9F3-1472FE40F956}">
      <dsp:nvSpPr>
        <dsp:cNvPr id="0" name=""/>
        <dsp:cNvSpPr/>
      </dsp:nvSpPr>
      <dsp:spPr>
        <a:xfrm>
          <a:off x="4340549" y="524744"/>
          <a:ext cx="1129062" cy="564531"/>
        </a:xfrm>
        <a:prstGeom prst="round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a:latin typeface="Trebuchet MS" panose="020B0603020202020204"/>
              <a:ea typeface="+mn-ea"/>
              <a:cs typeface="+mn-cs"/>
            </a:rPr>
            <a:t>Boolean</a:t>
          </a:r>
          <a:r>
            <a:rPr lang="en-US" sz="1500" kern="1200">
              <a:latin typeface="Trebuchet MS" panose="020B0603020202020204"/>
              <a:ea typeface="+mn-ea"/>
              <a:cs typeface="+mn-cs"/>
            </a:rPr>
            <a:t> </a:t>
          </a:r>
          <a:endParaRPr lang="en-US" sz="1500" kern="1200" dirty="0">
            <a:latin typeface="Trebuchet MS" panose="020B0603020202020204"/>
            <a:ea typeface="+mn-ea"/>
            <a:cs typeface="+mn-cs"/>
          </a:endParaRPr>
        </a:p>
      </dsp:txBody>
      <dsp:txXfrm>
        <a:off x="4368107" y="552302"/>
        <a:ext cx="1073946" cy="509415"/>
      </dsp:txXfrm>
    </dsp:sp>
    <dsp:sp modelId="{5E2A7B23-E89A-4130-BC50-9D59446331A2}">
      <dsp:nvSpPr>
        <dsp:cNvPr id="0" name=""/>
        <dsp:cNvSpPr/>
      </dsp:nvSpPr>
      <dsp:spPr>
        <a:xfrm>
          <a:off x="4750343" y="1561437"/>
          <a:ext cx="1129062" cy="564531"/>
        </a:xfrm>
        <a:prstGeom prst="round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a:latin typeface="Trebuchet MS" panose="020B0603020202020204"/>
              <a:ea typeface="+mn-ea"/>
              <a:cs typeface="+mn-cs"/>
            </a:rPr>
            <a:t>Double</a:t>
          </a:r>
          <a:r>
            <a:rPr lang="en-US" sz="1500" kern="1200">
              <a:latin typeface="Trebuchet MS" panose="020B0603020202020204"/>
              <a:ea typeface="+mn-ea"/>
              <a:cs typeface="+mn-cs"/>
            </a:rPr>
            <a:t> </a:t>
          </a:r>
          <a:endParaRPr lang="en-US" sz="1500" kern="1200" dirty="0">
            <a:latin typeface="Trebuchet MS" panose="020B0603020202020204"/>
            <a:ea typeface="+mn-ea"/>
            <a:cs typeface="+mn-cs"/>
          </a:endParaRPr>
        </a:p>
      </dsp:txBody>
      <dsp:txXfrm>
        <a:off x="4777901" y="1588995"/>
        <a:ext cx="1073946" cy="509415"/>
      </dsp:txXfrm>
    </dsp:sp>
    <dsp:sp modelId="{D79E28F7-5D6A-4D53-BBAA-CBDDD68F52D2}">
      <dsp:nvSpPr>
        <dsp:cNvPr id="0" name=""/>
        <dsp:cNvSpPr/>
      </dsp:nvSpPr>
      <dsp:spPr>
        <a:xfrm>
          <a:off x="4653530" y="2653080"/>
          <a:ext cx="1129062" cy="564531"/>
        </a:xfrm>
        <a:prstGeom prst="round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a:latin typeface="Trebuchet MS" panose="020B0603020202020204"/>
              <a:ea typeface="+mn-ea"/>
              <a:cs typeface="+mn-cs"/>
            </a:rPr>
            <a:t>String</a:t>
          </a:r>
          <a:r>
            <a:rPr lang="en-US" sz="1500" kern="1200">
              <a:latin typeface="Trebuchet MS" panose="020B0603020202020204"/>
              <a:ea typeface="+mn-ea"/>
              <a:cs typeface="+mn-cs"/>
            </a:rPr>
            <a:t> </a:t>
          </a:r>
          <a:endParaRPr lang="en-US" sz="1500" kern="1200" dirty="0">
            <a:latin typeface="Trebuchet MS" panose="020B0603020202020204"/>
            <a:ea typeface="+mn-ea"/>
            <a:cs typeface="+mn-cs"/>
          </a:endParaRPr>
        </a:p>
      </dsp:txBody>
      <dsp:txXfrm>
        <a:off x="4681088" y="2680638"/>
        <a:ext cx="1073946" cy="509415"/>
      </dsp:txXfrm>
    </dsp:sp>
    <dsp:sp modelId="{67D6866D-1114-4CF2-9986-F187C390B051}">
      <dsp:nvSpPr>
        <dsp:cNvPr id="0" name=""/>
        <dsp:cNvSpPr/>
      </dsp:nvSpPr>
      <dsp:spPr>
        <a:xfrm>
          <a:off x="3537299" y="3662490"/>
          <a:ext cx="1129062" cy="564531"/>
        </a:xfrm>
        <a:prstGeom prst="round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a:latin typeface="Trebuchet MS" panose="020B0603020202020204"/>
              <a:ea typeface="+mn-ea"/>
              <a:cs typeface="+mn-cs"/>
            </a:rPr>
            <a:t>Arrays</a:t>
          </a:r>
          <a:endParaRPr lang="en-US" sz="1500" kern="1200" dirty="0">
            <a:latin typeface="Trebuchet MS" panose="020B0603020202020204"/>
            <a:ea typeface="+mn-ea"/>
            <a:cs typeface="+mn-cs"/>
          </a:endParaRPr>
        </a:p>
      </dsp:txBody>
      <dsp:txXfrm>
        <a:off x="3564857" y="3690048"/>
        <a:ext cx="1073946" cy="509415"/>
      </dsp:txXfrm>
    </dsp:sp>
    <dsp:sp modelId="{6E8752D1-7CA4-48AB-B325-2F251D01BCDC}">
      <dsp:nvSpPr>
        <dsp:cNvPr id="0" name=""/>
        <dsp:cNvSpPr/>
      </dsp:nvSpPr>
      <dsp:spPr>
        <a:xfrm>
          <a:off x="1961825" y="3592048"/>
          <a:ext cx="1129062" cy="564531"/>
        </a:xfrm>
        <a:prstGeom prst="round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a:latin typeface="Trebuchet MS" panose="020B0603020202020204"/>
              <a:ea typeface="+mn-ea"/>
              <a:cs typeface="+mn-cs"/>
            </a:rPr>
            <a:t>Null</a:t>
          </a:r>
          <a:r>
            <a:rPr lang="en-US" sz="1500" kern="1200">
              <a:latin typeface="Trebuchet MS" panose="020B0603020202020204"/>
              <a:ea typeface="+mn-ea"/>
              <a:cs typeface="+mn-cs"/>
            </a:rPr>
            <a:t> </a:t>
          </a:r>
          <a:endParaRPr lang="en-US" sz="1500" kern="1200" dirty="0">
            <a:latin typeface="Trebuchet MS" panose="020B0603020202020204"/>
            <a:ea typeface="+mn-ea"/>
            <a:cs typeface="+mn-cs"/>
          </a:endParaRPr>
        </a:p>
      </dsp:txBody>
      <dsp:txXfrm>
        <a:off x="1989383" y="3619606"/>
        <a:ext cx="1073946" cy="509415"/>
      </dsp:txXfrm>
    </dsp:sp>
    <dsp:sp modelId="{10E22B9E-0F6D-4F06-9E66-4CC19BE5D578}">
      <dsp:nvSpPr>
        <dsp:cNvPr id="0" name=""/>
        <dsp:cNvSpPr/>
      </dsp:nvSpPr>
      <dsp:spPr>
        <a:xfrm>
          <a:off x="1210654" y="2590473"/>
          <a:ext cx="1129062" cy="564531"/>
        </a:xfrm>
        <a:prstGeom prst="round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a:latin typeface="Times New Roman" pitchFamily="18" charset="0"/>
              <a:ea typeface="+mn-ea"/>
              <a:cs typeface="Times New Roman" pitchFamily="18" charset="0"/>
            </a:rPr>
            <a:t>Object ID</a:t>
          </a:r>
          <a:r>
            <a:rPr lang="en-US" sz="1500" kern="1200">
              <a:latin typeface="Times New Roman" pitchFamily="18" charset="0"/>
              <a:ea typeface="+mn-ea"/>
              <a:cs typeface="Times New Roman" pitchFamily="18" charset="0"/>
            </a:rPr>
            <a:t> </a:t>
          </a:r>
          <a:endParaRPr lang="en-US" sz="1500" kern="1200" dirty="0">
            <a:latin typeface="Times New Roman" pitchFamily="18" charset="0"/>
            <a:ea typeface="+mn-ea"/>
            <a:cs typeface="Times New Roman" pitchFamily="18" charset="0"/>
          </a:endParaRPr>
        </a:p>
      </dsp:txBody>
      <dsp:txXfrm>
        <a:off x="1238212" y="2618031"/>
        <a:ext cx="1073946" cy="509415"/>
      </dsp:txXfrm>
    </dsp:sp>
    <dsp:sp modelId="{011D19D7-08DE-4B6B-BCD3-2886A15784B5}">
      <dsp:nvSpPr>
        <dsp:cNvPr id="0" name=""/>
        <dsp:cNvSpPr/>
      </dsp:nvSpPr>
      <dsp:spPr>
        <a:xfrm>
          <a:off x="1033361" y="1561437"/>
          <a:ext cx="1129062" cy="564531"/>
        </a:xfrm>
        <a:prstGeom prst="round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a:latin typeface="Times New Roman" pitchFamily="18" charset="0"/>
              <a:ea typeface="+mn-ea"/>
              <a:cs typeface="Times New Roman" pitchFamily="18" charset="0"/>
            </a:rPr>
            <a:t>Binary data</a:t>
          </a:r>
          <a:r>
            <a:rPr lang="en-US" sz="1500" kern="1200">
              <a:latin typeface="Times New Roman" pitchFamily="18" charset="0"/>
              <a:ea typeface="+mn-ea"/>
              <a:cs typeface="Times New Roman" pitchFamily="18" charset="0"/>
            </a:rPr>
            <a:t> </a:t>
          </a:r>
          <a:endParaRPr lang="en-US" sz="1500" kern="1200" dirty="0">
            <a:latin typeface="Times New Roman" pitchFamily="18" charset="0"/>
            <a:ea typeface="+mn-ea"/>
            <a:cs typeface="Times New Roman" pitchFamily="18" charset="0"/>
          </a:endParaRPr>
        </a:p>
      </dsp:txBody>
      <dsp:txXfrm>
        <a:off x="1060919" y="1588995"/>
        <a:ext cx="1073946" cy="509415"/>
      </dsp:txXfrm>
    </dsp:sp>
    <dsp:sp modelId="{14333005-FD5A-42A8-AA63-EA62651E8166}">
      <dsp:nvSpPr>
        <dsp:cNvPr id="0" name=""/>
        <dsp:cNvSpPr/>
      </dsp:nvSpPr>
      <dsp:spPr>
        <a:xfrm>
          <a:off x="1523646" y="587348"/>
          <a:ext cx="1129062" cy="564531"/>
        </a:xfrm>
        <a:prstGeom prst="round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a:latin typeface="Times New Roman" pitchFamily="18" charset="0"/>
              <a:ea typeface="+mn-ea"/>
              <a:cs typeface="Times New Roman" pitchFamily="18" charset="0"/>
            </a:rPr>
            <a:t>Date</a:t>
          </a:r>
          <a:endParaRPr lang="en-US" sz="1500" b="1" kern="1200" dirty="0">
            <a:latin typeface="Times New Roman" pitchFamily="18" charset="0"/>
            <a:ea typeface="+mn-ea"/>
            <a:cs typeface="Times New Roman" pitchFamily="18" charset="0"/>
          </a:endParaRPr>
        </a:p>
      </dsp:txBody>
      <dsp:txXfrm>
        <a:off x="1551204" y="614906"/>
        <a:ext cx="1073946" cy="509415"/>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GB"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7E6BECCB-7C71-7345-A5A2-F60CB0E20467}" type="datetimeFigureOut">
              <a:rPr lang="en-GB"/>
              <a:pPr>
                <a:defRPr/>
              </a:pPr>
              <a:t>09/10/2024</a:t>
            </a:fld>
            <a:endParaRPr lang="en-GB"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GB"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7BADAF51-FF12-CA43-900E-043F7389A440}" type="slidenum">
              <a:rPr lang="en-GB"/>
              <a:pPr>
                <a:defRPr/>
              </a:pPr>
              <a:t>‹#›</a:t>
            </a:fld>
            <a:endParaRPr lang="en-GB" dirty="0"/>
          </a:p>
        </p:txBody>
      </p:sp>
    </p:spTree>
    <p:extLst>
      <p:ext uri="{BB962C8B-B14F-4D97-AF65-F5344CB8AC3E}">
        <p14:creationId xmlns:p14="http://schemas.microsoft.com/office/powerpoint/2010/main" val="168025436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84DA0FA5-5D29-7B45-8F3A-96EA1D15B80A}" type="datetimeFigureOut">
              <a:rPr lang="en-GB"/>
              <a:pPr>
                <a:defRPr/>
              </a:pPr>
              <a:t>09/10/2024</a:t>
            </a:fld>
            <a:endParaRPr lang="en-GB" dirty="0"/>
          </a:p>
        </p:txBody>
      </p:sp>
      <p:sp>
        <p:nvSpPr>
          <p:cNvPr id="4" name="Slide Image Placeholder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pPr lvl="0"/>
            <a:endParaRPr lang="en-GB"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5A687475-B03E-7245-9DAE-B0A12B4FC5E5}" type="slidenum">
              <a:rPr lang="en-GB"/>
              <a:pPr>
                <a:defRPr/>
              </a:pPr>
              <a:t>‹#›</a:t>
            </a:fld>
            <a:endParaRPr lang="en-GB" dirty="0"/>
          </a:p>
        </p:txBody>
      </p:sp>
    </p:spTree>
    <p:extLst>
      <p:ext uri="{BB962C8B-B14F-4D97-AF65-F5344CB8AC3E}">
        <p14:creationId xmlns:p14="http://schemas.microsoft.com/office/powerpoint/2010/main" val="3741156426"/>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5A687475-B03E-7245-9DAE-B0A12B4FC5E5}" type="slidenum">
              <a:rPr lang="en-GB" smtClean="0"/>
              <a:pPr>
                <a:defRPr/>
              </a:pPr>
              <a:t>3</a:t>
            </a:fld>
            <a:endParaRPr lang="en-GB" dirty="0"/>
          </a:p>
        </p:txBody>
      </p:sp>
    </p:spTree>
    <p:extLst>
      <p:ext uri="{BB962C8B-B14F-4D97-AF65-F5344CB8AC3E}">
        <p14:creationId xmlns:p14="http://schemas.microsoft.com/office/powerpoint/2010/main" val="18720815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BASE: Basically Available Soft state Eventually consistent</a:t>
            </a:r>
          </a:p>
        </p:txBody>
      </p:sp>
      <p:sp>
        <p:nvSpPr>
          <p:cNvPr id="4" name="Slide Number Placeholder 3"/>
          <p:cNvSpPr>
            <a:spLocks noGrp="1"/>
          </p:cNvSpPr>
          <p:nvPr>
            <p:ph type="sldNum" sz="quarter" idx="5"/>
          </p:nvPr>
        </p:nvSpPr>
        <p:spPr/>
        <p:txBody>
          <a:bodyPr/>
          <a:lstStyle/>
          <a:p>
            <a:pPr>
              <a:defRPr/>
            </a:pPr>
            <a:fld id="{5A687475-B03E-7245-9DAE-B0A12B4FC5E5}" type="slidenum">
              <a:rPr lang="en-GB" smtClean="0"/>
              <a:pPr>
                <a:defRPr/>
              </a:pPr>
              <a:t>10</a:t>
            </a:fld>
            <a:endParaRPr lang="en-GB" dirty="0"/>
          </a:p>
        </p:txBody>
      </p:sp>
    </p:spTree>
    <p:extLst>
      <p:ext uri="{BB962C8B-B14F-4D97-AF65-F5344CB8AC3E}">
        <p14:creationId xmlns:p14="http://schemas.microsoft.com/office/powerpoint/2010/main" val="21025711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2400" dirty="0"/>
              <a:t>An </a:t>
            </a:r>
            <a:r>
              <a:rPr lang="en-GB" sz="2400" b="1" dirty="0" err="1"/>
              <a:t>ObjectId</a:t>
            </a:r>
            <a:r>
              <a:rPr lang="en-GB" sz="2400" dirty="0"/>
              <a:t> is a 12-byte BSON type having the following structure −</a:t>
            </a:r>
          </a:p>
          <a:p>
            <a:pPr lvl="1"/>
            <a:r>
              <a:rPr lang="en-GB" dirty="0"/>
              <a:t>The first 4 bytes representing the seconds since the Unix epoch</a:t>
            </a:r>
          </a:p>
          <a:p>
            <a:pPr lvl="1"/>
            <a:r>
              <a:rPr lang="en-GB" dirty="0"/>
              <a:t>The next 3 bytes are the machine identifier</a:t>
            </a:r>
          </a:p>
          <a:p>
            <a:pPr lvl="1"/>
            <a:r>
              <a:rPr lang="en-GB" dirty="0"/>
              <a:t>The next 2 bytes consists of </a:t>
            </a:r>
            <a:r>
              <a:rPr lang="en-GB" b="1" dirty="0"/>
              <a:t>process id</a:t>
            </a:r>
            <a:endParaRPr lang="en-GB" dirty="0"/>
          </a:p>
          <a:p>
            <a:pPr lvl="1"/>
            <a:r>
              <a:rPr lang="en-GB" dirty="0"/>
              <a:t>The last 3 bytes are a random counter value</a:t>
            </a:r>
          </a:p>
          <a:p>
            <a:endParaRPr lang="en-GB" dirty="0"/>
          </a:p>
        </p:txBody>
      </p:sp>
      <p:sp>
        <p:nvSpPr>
          <p:cNvPr id="4" name="Slide Number Placeholder 3"/>
          <p:cNvSpPr>
            <a:spLocks noGrp="1"/>
          </p:cNvSpPr>
          <p:nvPr>
            <p:ph type="sldNum" sz="quarter" idx="5"/>
          </p:nvPr>
        </p:nvSpPr>
        <p:spPr/>
        <p:txBody>
          <a:bodyPr/>
          <a:lstStyle/>
          <a:p>
            <a:pPr>
              <a:defRPr/>
            </a:pPr>
            <a:fld id="{5A687475-B03E-7245-9DAE-B0A12B4FC5E5}" type="slidenum">
              <a:rPr lang="en-GB" smtClean="0"/>
              <a:pPr>
                <a:defRPr/>
              </a:pPr>
              <a:t>27</a:t>
            </a:fld>
            <a:endParaRPr lang="en-GB" dirty="0"/>
          </a:p>
        </p:txBody>
      </p:sp>
    </p:spTree>
    <p:extLst>
      <p:ext uri="{BB962C8B-B14F-4D97-AF65-F5344CB8AC3E}">
        <p14:creationId xmlns:p14="http://schemas.microsoft.com/office/powerpoint/2010/main" val="2652641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MongoDB query, we are using the </a:t>
            </a:r>
            <a:r>
              <a:rPr lang="en-GB" b="1" dirty="0"/>
              <a:t>find() </a:t>
            </a:r>
            <a:r>
              <a:rPr lang="en-GB" dirty="0"/>
              <a:t>function to retrieve all documents from the </a:t>
            </a:r>
            <a:r>
              <a:rPr lang="en-GB" b="1" dirty="0"/>
              <a:t>Users</a:t>
            </a:r>
            <a:r>
              <a:rPr lang="en-GB" dirty="0"/>
              <a:t> collection where the </a:t>
            </a:r>
            <a:r>
              <a:rPr lang="en-GB" b="1" dirty="0"/>
              <a:t>city</a:t>
            </a:r>
            <a:r>
              <a:rPr lang="en-GB" dirty="0"/>
              <a:t> field is equal to </a:t>
            </a:r>
            <a:r>
              <a:rPr lang="en-GB" b="1" dirty="0"/>
              <a:t>"Bradford"</a:t>
            </a:r>
            <a:r>
              <a:rPr lang="en-GB" dirty="0"/>
              <a:t>. </a:t>
            </a:r>
          </a:p>
        </p:txBody>
      </p:sp>
      <p:sp>
        <p:nvSpPr>
          <p:cNvPr id="4" name="Slide Number Placeholder 3"/>
          <p:cNvSpPr>
            <a:spLocks noGrp="1"/>
          </p:cNvSpPr>
          <p:nvPr>
            <p:ph type="sldNum" sz="quarter" idx="5"/>
          </p:nvPr>
        </p:nvSpPr>
        <p:spPr/>
        <p:txBody>
          <a:bodyPr/>
          <a:lstStyle/>
          <a:p>
            <a:pPr>
              <a:defRPr/>
            </a:pPr>
            <a:fld id="{5A687475-B03E-7245-9DAE-B0A12B4FC5E5}" type="slidenum">
              <a:rPr lang="en-GB" smtClean="0"/>
              <a:pPr>
                <a:defRPr/>
              </a:pPr>
              <a:t>30</a:t>
            </a:fld>
            <a:endParaRPr lang="en-GB" dirty="0"/>
          </a:p>
        </p:txBody>
      </p:sp>
    </p:spTree>
    <p:extLst>
      <p:ext uri="{BB962C8B-B14F-4D97-AF65-F5344CB8AC3E}">
        <p14:creationId xmlns:p14="http://schemas.microsoft.com/office/powerpoint/2010/main" val="893824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5A687475-B03E-7245-9DAE-B0A12B4FC5E5}" type="slidenum">
              <a:rPr lang="en-GB" smtClean="0"/>
              <a:pPr>
                <a:defRPr/>
              </a:pPr>
              <a:t>31</a:t>
            </a:fld>
            <a:endParaRPr lang="en-GB" dirty="0"/>
          </a:p>
        </p:txBody>
      </p:sp>
    </p:spTree>
    <p:extLst>
      <p:ext uri="{BB962C8B-B14F-4D97-AF65-F5344CB8AC3E}">
        <p14:creationId xmlns:p14="http://schemas.microsoft.com/office/powerpoint/2010/main" val="9650385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5A687475-B03E-7245-9DAE-B0A12B4FC5E5}" type="slidenum">
              <a:rPr lang="en-GB" smtClean="0"/>
              <a:pPr>
                <a:defRPr/>
              </a:pPr>
              <a:t>32</a:t>
            </a:fld>
            <a:endParaRPr lang="en-GB" dirty="0"/>
          </a:p>
        </p:txBody>
      </p:sp>
    </p:spTree>
    <p:extLst>
      <p:ext uri="{BB962C8B-B14F-4D97-AF65-F5344CB8AC3E}">
        <p14:creationId xmlns:p14="http://schemas.microsoft.com/office/powerpoint/2010/main" val="28817172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0363" y="152400"/>
            <a:ext cx="34163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742950" y="1916839"/>
            <a:ext cx="8420100" cy="1470025"/>
          </a:xfrm>
        </p:spPr>
        <p:txBody>
          <a:bodyPr/>
          <a:lstStyle>
            <a:lvl1pPr algn="ctr">
              <a:defRPr>
                <a:solidFill>
                  <a:srgbClr val="87A529"/>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3672607"/>
            <a:ext cx="6934200" cy="1752600"/>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6" name="Date Placeholder 3"/>
          <p:cNvSpPr>
            <a:spLocks noGrp="1"/>
          </p:cNvSpPr>
          <p:nvPr>
            <p:ph type="dt" sz="half" idx="10"/>
          </p:nvPr>
        </p:nvSpPr>
        <p:spPr/>
        <p:txBody>
          <a:bodyPr/>
          <a:lstStyle>
            <a:lvl1pPr>
              <a:defRPr/>
            </a:lvl1pPr>
          </a:lstStyle>
          <a:p>
            <a:pPr>
              <a:defRPr/>
            </a:pPr>
            <a:fld id="{267FACD6-29D2-2848-BEDC-606464A5B308}" type="datetime3">
              <a:rPr lang="en-GB"/>
              <a:pPr>
                <a:defRPr/>
              </a:pPr>
              <a:t>9 October,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8" name="Slide Number Placeholder 5"/>
          <p:cNvSpPr>
            <a:spLocks noGrp="1"/>
          </p:cNvSpPr>
          <p:nvPr>
            <p:ph type="sldNum" sz="quarter" idx="12"/>
          </p:nvPr>
        </p:nvSpPr>
        <p:spPr/>
        <p:txBody>
          <a:bodyPr/>
          <a:lstStyle>
            <a:lvl1pPr>
              <a:defRPr/>
            </a:lvl1pPr>
          </a:lstStyle>
          <a:p>
            <a:pPr>
              <a:defRPr/>
            </a:pPr>
            <a:fld id="{5DF220EC-324F-0142-ADB7-E82420EFE078}" type="slidenum">
              <a:rPr lang="en-GB"/>
              <a:pPr>
                <a:defRPr/>
              </a:pPr>
              <a:t>‹#›</a:t>
            </a:fld>
            <a:endParaRPr lang="en-GB" dirty="0"/>
          </a:p>
        </p:txBody>
      </p:sp>
      <p:cxnSp>
        <p:nvCxnSpPr>
          <p:cNvPr id="9" name="Straight Connector 8"/>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40515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5525" y="929928"/>
            <a:ext cx="8485605" cy="780762"/>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1771650"/>
            <a:ext cx="8485605" cy="4465662"/>
          </a:xfrm>
        </p:spPr>
        <p:txBody>
          <a:bodyPr>
            <a:normAutofit/>
          </a:bodyPr>
          <a:lstStyle>
            <a:lvl1pPr>
              <a:defRPr sz="24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Date Placeholder 3"/>
          <p:cNvSpPr>
            <a:spLocks noGrp="1"/>
          </p:cNvSpPr>
          <p:nvPr>
            <p:ph type="dt" sz="half" idx="10"/>
          </p:nvPr>
        </p:nvSpPr>
        <p:spPr/>
        <p:txBody>
          <a:bodyPr/>
          <a:lstStyle>
            <a:lvl1pPr>
              <a:defRPr/>
            </a:lvl1pPr>
          </a:lstStyle>
          <a:p>
            <a:pPr>
              <a:defRPr/>
            </a:pPr>
            <a:fld id="{25308693-8D1A-A44C-AE67-942CA08B9687}" type="datetime3">
              <a:rPr lang="en-GB"/>
              <a:pPr>
                <a:defRPr/>
              </a:pPr>
              <a:t>9 October,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8" name="Slide Number Placeholder 5"/>
          <p:cNvSpPr>
            <a:spLocks noGrp="1"/>
          </p:cNvSpPr>
          <p:nvPr>
            <p:ph type="sldNum" sz="quarter" idx="12"/>
          </p:nvPr>
        </p:nvSpPr>
        <p:spPr/>
        <p:txBody>
          <a:bodyPr/>
          <a:lstStyle>
            <a:lvl1pPr>
              <a:defRPr/>
            </a:lvl1pPr>
          </a:lstStyle>
          <a:p>
            <a:pPr>
              <a:defRPr/>
            </a:pPr>
            <a:fld id="{09B5ADBA-EE88-1840-8B71-40682D165005}"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08899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5525" y="128162"/>
            <a:ext cx="8485605" cy="780558"/>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908720"/>
            <a:ext cx="8485605" cy="5328592"/>
          </a:xfrm>
        </p:spPr>
        <p:txBody>
          <a:bodyPr>
            <a:normAutofit/>
          </a:bodyPr>
          <a:lstStyle>
            <a:lvl1pPr>
              <a:defRPr sz="24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3"/>
          <p:cNvSpPr>
            <a:spLocks noGrp="1"/>
          </p:cNvSpPr>
          <p:nvPr>
            <p:ph type="dt" sz="half" idx="10"/>
          </p:nvPr>
        </p:nvSpPr>
        <p:spPr/>
        <p:txBody>
          <a:bodyPr/>
          <a:lstStyle>
            <a:lvl1pPr>
              <a:defRPr/>
            </a:lvl1pPr>
          </a:lstStyle>
          <a:p>
            <a:pPr>
              <a:defRPr/>
            </a:pPr>
            <a:fld id="{E2BECACE-57B6-4046-9252-D954F3001C09}" type="datetime3">
              <a:rPr lang="en-GB"/>
              <a:pPr>
                <a:defRPr/>
              </a:pPr>
              <a:t>9 October, 2024</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7" name="Slide Number Placeholder 5"/>
          <p:cNvSpPr>
            <a:spLocks noGrp="1"/>
          </p:cNvSpPr>
          <p:nvPr>
            <p:ph type="sldNum" sz="quarter" idx="12"/>
          </p:nvPr>
        </p:nvSpPr>
        <p:spPr/>
        <p:txBody>
          <a:bodyPr/>
          <a:lstStyle>
            <a:lvl1pPr>
              <a:defRPr/>
            </a:lvl1pPr>
          </a:lstStyle>
          <a:p>
            <a:pPr>
              <a:defRPr/>
            </a:pPr>
            <a:fld id="{B3C9BB69-B244-A945-B2FE-1757326D277F}"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56792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cxnSp>
        <p:nvCxnSpPr>
          <p:cNvPr id="4" name="Straight Connector 3"/>
          <p:cNvCxnSpPr/>
          <p:nvPr userDrawn="1"/>
        </p:nvCxnSpPr>
        <p:spPr>
          <a:xfrm flipV="1">
            <a:off x="4953000" y="4464050"/>
            <a:ext cx="0" cy="569913"/>
          </a:xfrm>
          <a:prstGeom prst="line">
            <a:avLst/>
          </a:prstGeom>
          <a:ln w="12700">
            <a:solidFill>
              <a:srgbClr val="87A529"/>
            </a:solidFill>
            <a:prstDash val="sysDash"/>
          </a:ln>
        </p:spPr>
        <p:style>
          <a:lnRef idx="1">
            <a:schemeClr val="dk1"/>
          </a:lnRef>
          <a:fillRef idx="0">
            <a:schemeClr val="dk1"/>
          </a:fillRef>
          <a:effectRef idx="0">
            <a:schemeClr val="dk1"/>
          </a:effectRef>
          <a:fontRef idx="minor">
            <a:schemeClr val="tx1"/>
          </a:fontRef>
        </p:style>
      </p:cxnSp>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0363" y="152400"/>
            <a:ext cx="34163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3427722" y="1412776"/>
            <a:ext cx="3050556" cy="3050556"/>
          </a:xfrm>
          <a:ln w="12700" cap="rnd">
            <a:solidFill>
              <a:srgbClr val="87A529"/>
            </a:solidFill>
          </a:ln>
        </p:spPr>
        <p:txBody>
          <a:bodyPr lIns="108000" tIns="108000" rIns="108000" bIns="108000"/>
          <a:lstStyle>
            <a:lvl1pPr algn="ctr">
              <a:defRPr>
                <a:solidFill>
                  <a:srgbClr val="87A529"/>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5033193"/>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7" name="Date Placeholder 3"/>
          <p:cNvSpPr>
            <a:spLocks noGrp="1"/>
          </p:cNvSpPr>
          <p:nvPr>
            <p:ph type="dt" sz="half" idx="10"/>
          </p:nvPr>
        </p:nvSpPr>
        <p:spPr/>
        <p:txBody>
          <a:bodyPr/>
          <a:lstStyle>
            <a:lvl1pPr>
              <a:defRPr/>
            </a:lvl1pPr>
          </a:lstStyle>
          <a:p>
            <a:pPr>
              <a:defRPr/>
            </a:pPr>
            <a:fld id="{97E11F15-D298-9040-B765-C154DF8EF6B8}" type="datetime3">
              <a:rPr lang="en-GB"/>
              <a:pPr>
                <a:defRPr/>
              </a:pPr>
              <a:t>9 October, 2024</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9" name="Slide Number Placeholder 5"/>
          <p:cNvSpPr>
            <a:spLocks noGrp="1"/>
          </p:cNvSpPr>
          <p:nvPr>
            <p:ph type="sldNum" sz="quarter" idx="12"/>
          </p:nvPr>
        </p:nvSpPr>
        <p:spPr/>
        <p:txBody>
          <a:bodyPr/>
          <a:lstStyle>
            <a:lvl1pPr>
              <a:defRPr/>
            </a:lvl1pPr>
          </a:lstStyle>
          <a:p>
            <a:pPr>
              <a:defRPr/>
            </a:pPr>
            <a:fld id="{D23D3873-FA79-C04C-A812-5E517E0A367F}" type="slidenum">
              <a:rPr lang="en-GB"/>
              <a:pPr>
                <a:defRPr/>
              </a:pPr>
              <a:t>‹#›</a:t>
            </a:fld>
            <a:endParaRPr lang="en-GB" dirty="0"/>
          </a:p>
        </p:txBody>
      </p:sp>
      <p:cxnSp>
        <p:nvCxnSpPr>
          <p:cNvPr id="10" name="Straight Connector 9"/>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03394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cxnSp>
        <p:nvCxnSpPr>
          <p:cNvPr id="4" name="Straight Connector 3"/>
          <p:cNvCxnSpPr/>
          <p:nvPr userDrawn="1"/>
        </p:nvCxnSpPr>
        <p:spPr>
          <a:xfrm flipV="1">
            <a:off x="4953000" y="4464050"/>
            <a:ext cx="0" cy="569913"/>
          </a:xfrm>
          <a:prstGeom prst="line">
            <a:avLst/>
          </a:prstGeom>
          <a:ln w="12700">
            <a:solidFill>
              <a:srgbClr val="87A529"/>
            </a:solidFill>
            <a:prstDash val="sysDash"/>
          </a:ln>
        </p:spPr>
        <p:style>
          <a:lnRef idx="1">
            <a:schemeClr val="dk1"/>
          </a:lnRef>
          <a:fillRef idx="0">
            <a:schemeClr val="dk1"/>
          </a:fillRef>
          <a:effectRef idx="0">
            <a:schemeClr val="dk1"/>
          </a:effectRef>
          <a:fontRef idx="minor">
            <a:schemeClr val="tx1"/>
          </a:fontRef>
        </p:style>
      </p:cxnSp>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0363" y="152400"/>
            <a:ext cx="34163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3427722" y="1412776"/>
            <a:ext cx="3050556" cy="3050556"/>
          </a:xfrm>
          <a:solidFill>
            <a:schemeClr val="accent1"/>
          </a:solidFill>
          <a:ln>
            <a:solidFill>
              <a:srgbClr val="87A529"/>
            </a:solidFill>
          </a:ln>
        </p:spPr>
        <p:txBody>
          <a:bodyPr lIns="108000" tIns="108000" rIns="108000" bIns="108000">
            <a:normAutofit/>
          </a:bodyPr>
          <a:lstStyle>
            <a:lvl1pPr algn="ctr">
              <a:defRPr>
                <a:solidFill>
                  <a:schemeClr val="bg1"/>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5033193"/>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7" name="Date Placeholder 3"/>
          <p:cNvSpPr>
            <a:spLocks noGrp="1"/>
          </p:cNvSpPr>
          <p:nvPr>
            <p:ph type="dt" sz="half" idx="10"/>
          </p:nvPr>
        </p:nvSpPr>
        <p:spPr/>
        <p:txBody>
          <a:bodyPr/>
          <a:lstStyle>
            <a:lvl1pPr>
              <a:defRPr/>
            </a:lvl1pPr>
          </a:lstStyle>
          <a:p>
            <a:pPr>
              <a:defRPr/>
            </a:pPr>
            <a:fld id="{5AF61B09-456C-8F49-B98C-600891BD3AA1}" type="datetime3">
              <a:rPr lang="en-GB"/>
              <a:pPr>
                <a:defRPr/>
              </a:pPr>
              <a:t>9 October, 2024</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9" name="Slide Number Placeholder 5"/>
          <p:cNvSpPr>
            <a:spLocks noGrp="1"/>
          </p:cNvSpPr>
          <p:nvPr>
            <p:ph type="sldNum" sz="quarter" idx="12"/>
          </p:nvPr>
        </p:nvSpPr>
        <p:spPr/>
        <p:txBody>
          <a:bodyPr/>
          <a:lstStyle>
            <a:lvl1pPr>
              <a:defRPr/>
            </a:lvl1pPr>
          </a:lstStyle>
          <a:p>
            <a:pPr>
              <a:defRPr/>
            </a:pPr>
            <a:fld id="{C78CB21A-4DBE-8640-A1B9-E10FD6211ABF}" type="slidenum">
              <a:rPr lang="en-GB"/>
              <a:pPr>
                <a:defRPr/>
              </a:pPr>
              <a:t>‹#›</a:t>
            </a:fld>
            <a:endParaRPr lang="en-GB" dirty="0"/>
          </a:p>
        </p:txBody>
      </p:sp>
      <p:cxnSp>
        <p:nvCxnSpPr>
          <p:cNvPr id="10" name="Straight Connector 9"/>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47593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0363" y="152400"/>
            <a:ext cx="34163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742950" y="4521999"/>
            <a:ext cx="8420100" cy="864096"/>
          </a:xfrm>
        </p:spPr>
        <p:txBody>
          <a:bodyPr/>
          <a:lstStyle>
            <a:lvl1pPr algn="ctr">
              <a:defRPr sz="3600">
                <a:solidFill>
                  <a:srgbClr val="87A529"/>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5393233"/>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8" name="Picture Placeholder 7"/>
          <p:cNvSpPr>
            <a:spLocks noGrp="1"/>
          </p:cNvSpPr>
          <p:nvPr>
            <p:ph type="pic" sz="quarter" idx="13"/>
          </p:nvPr>
        </p:nvSpPr>
        <p:spPr>
          <a:xfrm>
            <a:off x="2460636" y="1196400"/>
            <a:ext cx="4984728" cy="3240712"/>
          </a:xfrm>
        </p:spPr>
        <p:txBody>
          <a:bodyPr rtlCol="0">
            <a:normAutofit/>
          </a:bodyPr>
          <a:lstStyle/>
          <a:p>
            <a:pPr lvl="0"/>
            <a:r>
              <a:rPr lang="en-US" noProof="0" dirty="0"/>
              <a:t>Click icon to add picture</a:t>
            </a:r>
            <a:endParaRPr lang="en-GB" noProof="0" dirty="0"/>
          </a:p>
        </p:txBody>
      </p:sp>
      <p:sp>
        <p:nvSpPr>
          <p:cNvPr id="7" name="Date Placeholder 3"/>
          <p:cNvSpPr>
            <a:spLocks noGrp="1"/>
          </p:cNvSpPr>
          <p:nvPr>
            <p:ph type="dt" sz="half" idx="14"/>
          </p:nvPr>
        </p:nvSpPr>
        <p:spPr/>
        <p:txBody>
          <a:bodyPr/>
          <a:lstStyle>
            <a:lvl1pPr>
              <a:defRPr/>
            </a:lvl1pPr>
          </a:lstStyle>
          <a:p>
            <a:pPr>
              <a:defRPr/>
            </a:pPr>
            <a:fld id="{367115C0-7569-1944-9CC4-CD69F8B1B381}" type="datetime3">
              <a:rPr lang="en-GB"/>
              <a:pPr>
                <a:defRPr/>
              </a:pPr>
              <a:t>9 October, 2024</a:t>
            </a:fld>
            <a:endParaRPr lang="en-GB" dirty="0"/>
          </a:p>
        </p:txBody>
      </p:sp>
      <p:sp>
        <p:nvSpPr>
          <p:cNvPr id="9" name="Footer Placeholder 4"/>
          <p:cNvSpPr>
            <a:spLocks noGrp="1"/>
          </p:cNvSpPr>
          <p:nvPr>
            <p:ph type="ftr" sz="quarter" idx="15"/>
          </p:nvPr>
        </p:nvSpPr>
        <p:spPr/>
        <p:txBody>
          <a:bodyPr/>
          <a:lstStyle>
            <a:lvl1pPr>
              <a:defRPr/>
            </a:lvl1pPr>
          </a:lstStyle>
          <a:p>
            <a:pPr>
              <a:defRPr/>
            </a:pPr>
            <a:r>
              <a:rPr lang="en-GB" dirty="0"/>
              <a:t>COS7039-B: Internet of Things</a:t>
            </a:r>
          </a:p>
        </p:txBody>
      </p:sp>
      <p:sp>
        <p:nvSpPr>
          <p:cNvPr id="10" name="Slide Number Placeholder 5"/>
          <p:cNvSpPr>
            <a:spLocks noGrp="1"/>
          </p:cNvSpPr>
          <p:nvPr>
            <p:ph type="sldNum" sz="quarter" idx="16"/>
          </p:nvPr>
        </p:nvSpPr>
        <p:spPr/>
        <p:txBody>
          <a:bodyPr/>
          <a:lstStyle>
            <a:lvl1pPr>
              <a:defRPr/>
            </a:lvl1pPr>
          </a:lstStyle>
          <a:p>
            <a:pPr>
              <a:defRPr/>
            </a:pPr>
            <a:fld id="{D3C9A484-57CE-FE4F-B6B9-41CA4D3D1411}" type="slidenum">
              <a:rPr lang="en-GB"/>
              <a:pPr>
                <a:defRPr/>
              </a:pPr>
              <a:t>‹#›</a:t>
            </a:fld>
            <a:endParaRPr lang="en-GB" dirty="0"/>
          </a:p>
        </p:txBody>
      </p:sp>
      <p:cxnSp>
        <p:nvCxnSpPr>
          <p:cNvPr id="11" name="Straight Connector 10"/>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84825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cxnSp>
        <p:nvCxnSpPr>
          <p:cNvPr id="5" name="Straight Connector 4"/>
          <p:cNvCxnSpPr>
            <a:stCxn id="8" idx="3"/>
          </p:cNvCxnSpPr>
          <p:nvPr userDrawn="1"/>
        </p:nvCxnSpPr>
        <p:spPr>
          <a:xfrm>
            <a:off x="4627563" y="3176588"/>
            <a:ext cx="649287" cy="0"/>
          </a:xfrm>
          <a:prstGeom prst="line">
            <a:avLst/>
          </a:prstGeom>
          <a:ln w="12700">
            <a:solidFill>
              <a:srgbClr val="87A529"/>
            </a:solidFill>
            <a:prstDash val="sysDash"/>
          </a:ln>
        </p:spPr>
        <p:style>
          <a:lnRef idx="1">
            <a:schemeClr val="dk1"/>
          </a:lnRef>
          <a:fillRef idx="0">
            <a:schemeClr val="dk1"/>
          </a:fillRef>
          <a:effectRef idx="0">
            <a:schemeClr val="dk1"/>
          </a:effectRef>
          <a:fontRef idx="minor">
            <a:schemeClr val="tx1"/>
          </a:fontRef>
        </p:style>
      </p:cxnSp>
      <p:pic>
        <p:nvPicPr>
          <p:cNvPr id="7"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0363" y="152400"/>
            <a:ext cx="34163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5276312" y="1917112"/>
            <a:ext cx="2520000" cy="2520000"/>
          </a:xfrm>
          <a:noFill/>
          <a:ln w="12700">
            <a:solidFill>
              <a:srgbClr val="87A529"/>
            </a:solidFill>
            <a:prstDash val="solid"/>
          </a:ln>
        </p:spPr>
        <p:txBody>
          <a:bodyPr lIns="108000" tIns="108000" rIns="108000" bIns="108000"/>
          <a:lstStyle>
            <a:lvl1pPr algn="ctr">
              <a:defRPr sz="3600">
                <a:solidFill>
                  <a:srgbClr val="87A529"/>
                </a:solidFill>
              </a:defRPr>
            </a:lvl1pPr>
          </a:lstStyle>
          <a:p>
            <a:r>
              <a:rPr lang="en-US"/>
              <a:t>Click to edit Master title style</a:t>
            </a:r>
            <a:endParaRPr lang="en-GB" dirty="0"/>
          </a:p>
        </p:txBody>
      </p:sp>
      <p:sp>
        <p:nvSpPr>
          <p:cNvPr id="8" name="Picture Placeholder 7"/>
          <p:cNvSpPr>
            <a:spLocks noGrp="1"/>
          </p:cNvSpPr>
          <p:nvPr>
            <p:ph type="pic" sz="quarter" idx="13"/>
          </p:nvPr>
        </p:nvSpPr>
        <p:spPr>
          <a:xfrm>
            <a:off x="2107960" y="1917112"/>
            <a:ext cx="2520000" cy="2520000"/>
          </a:xfrm>
        </p:spPr>
        <p:txBody>
          <a:bodyPr rtlCol="0">
            <a:normAutofit/>
          </a:bodyPr>
          <a:lstStyle/>
          <a:p>
            <a:pPr lvl="0"/>
            <a:r>
              <a:rPr lang="en-US" noProof="0" dirty="0"/>
              <a:t>Click icon to add picture</a:t>
            </a:r>
            <a:endParaRPr lang="en-GB" noProof="0" dirty="0"/>
          </a:p>
        </p:txBody>
      </p:sp>
      <p:sp>
        <p:nvSpPr>
          <p:cNvPr id="3" name="Subtitle 2"/>
          <p:cNvSpPr>
            <a:spLocks noGrp="1"/>
          </p:cNvSpPr>
          <p:nvPr>
            <p:ph type="subTitle" idx="1"/>
          </p:nvPr>
        </p:nvSpPr>
        <p:spPr>
          <a:xfrm>
            <a:off x="1485900" y="4869160"/>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9" name="Date Placeholder 3"/>
          <p:cNvSpPr>
            <a:spLocks noGrp="1"/>
          </p:cNvSpPr>
          <p:nvPr>
            <p:ph type="dt" sz="half" idx="14"/>
          </p:nvPr>
        </p:nvSpPr>
        <p:spPr/>
        <p:txBody>
          <a:bodyPr/>
          <a:lstStyle>
            <a:lvl1pPr>
              <a:defRPr/>
            </a:lvl1pPr>
          </a:lstStyle>
          <a:p>
            <a:pPr>
              <a:defRPr/>
            </a:pPr>
            <a:fld id="{FE4AC31E-B512-CA45-9F01-FED17CFC0DEF}" type="datetime3">
              <a:rPr lang="en-GB"/>
              <a:pPr>
                <a:defRPr/>
              </a:pPr>
              <a:t>9 October, 2024</a:t>
            </a:fld>
            <a:endParaRPr lang="en-GB" dirty="0"/>
          </a:p>
        </p:txBody>
      </p:sp>
      <p:sp>
        <p:nvSpPr>
          <p:cNvPr id="10" name="Footer Placeholder 4"/>
          <p:cNvSpPr>
            <a:spLocks noGrp="1"/>
          </p:cNvSpPr>
          <p:nvPr>
            <p:ph type="ftr" sz="quarter" idx="15"/>
          </p:nvPr>
        </p:nvSpPr>
        <p:spPr/>
        <p:txBody>
          <a:bodyPr/>
          <a:lstStyle>
            <a:lvl1pPr>
              <a:defRPr/>
            </a:lvl1pPr>
          </a:lstStyle>
          <a:p>
            <a:pPr>
              <a:defRPr/>
            </a:pPr>
            <a:r>
              <a:rPr lang="en-GB" dirty="0"/>
              <a:t>COS7039-B: Internet of Things</a:t>
            </a:r>
          </a:p>
        </p:txBody>
      </p:sp>
      <p:sp>
        <p:nvSpPr>
          <p:cNvPr id="11" name="Slide Number Placeholder 5"/>
          <p:cNvSpPr>
            <a:spLocks noGrp="1"/>
          </p:cNvSpPr>
          <p:nvPr>
            <p:ph type="sldNum" sz="quarter" idx="16"/>
          </p:nvPr>
        </p:nvSpPr>
        <p:spPr/>
        <p:txBody>
          <a:bodyPr/>
          <a:lstStyle>
            <a:lvl1pPr>
              <a:defRPr/>
            </a:lvl1pPr>
          </a:lstStyle>
          <a:p>
            <a:pPr>
              <a:defRPr/>
            </a:pPr>
            <a:fld id="{9E53BAAD-3567-5449-BA34-98DF5D76DACB}" type="slidenum">
              <a:rPr lang="en-GB"/>
              <a:pPr>
                <a:defRPr/>
              </a:pPr>
              <a:t>‹#›</a:t>
            </a:fld>
            <a:endParaRPr lang="en-GB" dirty="0"/>
          </a:p>
        </p:txBody>
      </p:sp>
      <p:cxnSp>
        <p:nvCxnSpPr>
          <p:cNvPr id="12" name="Straight Connector 11"/>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0689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5_Title Slide">
    <p:spTree>
      <p:nvGrpSpPr>
        <p:cNvPr id="1" name=""/>
        <p:cNvGrpSpPr/>
        <p:nvPr/>
      </p:nvGrpSpPr>
      <p:grpSpPr>
        <a:xfrm>
          <a:off x="0" y="0"/>
          <a:ext cx="0" cy="0"/>
          <a:chOff x="0" y="0"/>
          <a:chExt cx="0" cy="0"/>
        </a:xfrm>
      </p:grpSpPr>
      <p:cxnSp>
        <p:nvCxnSpPr>
          <p:cNvPr id="4" name="Straight Connector 3"/>
          <p:cNvCxnSpPr/>
          <p:nvPr userDrawn="1"/>
        </p:nvCxnSpPr>
        <p:spPr>
          <a:xfrm flipH="1">
            <a:off x="4632325" y="3425825"/>
            <a:ext cx="476250" cy="0"/>
          </a:xfrm>
          <a:prstGeom prst="line">
            <a:avLst/>
          </a:prstGeom>
          <a:ln w="12700" cmpd="sng">
            <a:solidFill>
              <a:srgbClr val="87A529"/>
            </a:solidFill>
            <a:prstDash val="sysDash"/>
          </a:ln>
        </p:spPr>
        <p:style>
          <a:lnRef idx="1">
            <a:schemeClr val="dk1"/>
          </a:lnRef>
          <a:fillRef idx="0">
            <a:schemeClr val="dk1"/>
          </a:fillRef>
          <a:effectRef idx="0">
            <a:schemeClr val="dk1"/>
          </a:effectRef>
          <a:fontRef idx="minor">
            <a:schemeClr val="tx1"/>
          </a:fontRef>
        </p:style>
      </p:cxnSp>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0363" y="152400"/>
            <a:ext cx="34163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2111789" y="2166556"/>
            <a:ext cx="2520000" cy="2520000"/>
          </a:xfrm>
          <a:solidFill>
            <a:schemeClr val="accent1"/>
          </a:solidFill>
          <a:ln>
            <a:solidFill>
              <a:srgbClr val="87A529"/>
            </a:solidFill>
          </a:ln>
        </p:spPr>
        <p:txBody>
          <a:bodyPr lIns="108000" tIns="108000" rIns="108000" bIns="108000">
            <a:normAutofit/>
          </a:bodyPr>
          <a:lstStyle>
            <a:lvl1pPr algn="ctr">
              <a:defRPr sz="2400">
                <a:solidFill>
                  <a:schemeClr val="bg1"/>
                </a:solidFill>
              </a:defRPr>
            </a:lvl1pPr>
          </a:lstStyle>
          <a:p>
            <a:r>
              <a:rPr lang="en-US"/>
              <a:t>Click to edit Master title style</a:t>
            </a:r>
            <a:endParaRPr lang="en-GB" dirty="0"/>
          </a:p>
        </p:txBody>
      </p:sp>
      <p:sp>
        <p:nvSpPr>
          <p:cNvPr id="3" name="Subtitle 2"/>
          <p:cNvSpPr>
            <a:spLocks noGrp="1"/>
          </p:cNvSpPr>
          <p:nvPr>
            <p:ph type="subTitle" idx="1"/>
          </p:nvPr>
        </p:nvSpPr>
        <p:spPr>
          <a:xfrm>
            <a:off x="5109056" y="2166556"/>
            <a:ext cx="2520000" cy="2520000"/>
          </a:xfrm>
          <a:ln w="12700">
            <a:solidFill>
              <a:srgbClr val="87A529"/>
            </a:solidFill>
          </a:ln>
        </p:spPr>
        <p:txBody>
          <a:bodyPr lIns="108000" tIns="108000" rIns="108000" bIns="108000"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7" name="Date Placeholder 3"/>
          <p:cNvSpPr>
            <a:spLocks noGrp="1"/>
          </p:cNvSpPr>
          <p:nvPr>
            <p:ph type="dt" sz="half" idx="10"/>
          </p:nvPr>
        </p:nvSpPr>
        <p:spPr/>
        <p:txBody>
          <a:bodyPr/>
          <a:lstStyle>
            <a:lvl1pPr>
              <a:defRPr/>
            </a:lvl1pPr>
          </a:lstStyle>
          <a:p>
            <a:pPr>
              <a:defRPr/>
            </a:pPr>
            <a:fld id="{14354681-AB38-6444-98D5-BBD5BA84816D}" type="datetime3">
              <a:rPr lang="en-GB"/>
              <a:pPr>
                <a:defRPr/>
              </a:pPr>
              <a:t>9 October, 2024</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9" name="Slide Number Placeholder 5"/>
          <p:cNvSpPr>
            <a:spLocks noGrp="1"/>
          </p:cNvSpPr>
          <p:nvPr>
            <p:ph type="sldNum" sz="quarter" idx="12"/>
          </p:nvPr>
        </p:nvSpPr>
        <p:spPr/>
        <p:txBody>
          <a:bodyPr/>
          <a:lstStyle>
            <a:lvl1pPr>
              <a:defRPr/>
            </a:lvl1pPr>
          </a:lstStyle>
          <a:p>
            <a:pPr>
              <a:defRPr/>
            </a:pPr>
            <a:fld id="{A3D8D661-7855-F14B-8AA6-252FA0A881E6}" type="slidenum">
              <a:rPr lang="en-GB"/>
              <a:pPr>
                <a:defRPr/>
              </a:pPr>
              <a:t>‹#›</a:t>
            </a:fld>
            <a:endParaRPr lang="en-GB" dirty="0"/>
          </a:p>
        </p:txBody>
      </p:sp>
      <p:cxnSp>
        <p:nvCxnSpPr>
          <p:cNvPr id="10" name="Straight Connector 9"/>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23508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742950" y="2852936"/>
            <a:ext cx="8420100" cy="1362075"/>
          </a:xfrm>
        </p:spPr>
        <p:txBody>
          <a:bodyPr/>
          <a:lstStyle>
            <a:lvl1pPr algn="l">
              <a:defRPr sz="4000" b="1" cap="none"/>
            </a:lvl1pPr>
          </a:lstStyle>
          <a:p>
            <a:r>
              <a:rPr lang="en-US"/>
              <a:t>Click to edit Master title style</a:t>
            </a:r>
            <a:endParaRPr lang="en-GB" dirty="0"/>
          </a:p>
        </p:txBody>
      </p:sp>
      <p:sp>
        <p:nvSpPr>
          <p:cNvPr id="3" name="Text Placeholder 2"/>
          <p:cNvSpPr>
            <a:spLocks noGrp="1"/>
          </p:cNvSpPr>
          <p:nvPr>
            <p:ph type="body" idx="1"/>
          </p:nvPr>
        </p:nvSpPr>
        <p:spPr>
          <a:xfrm>
            <a:off x="742950" y="4509120"/>
            <a:ext cx="8420100" cy="1080120"/>
          </a:xfrm>
        </p:spPr>
        <p:txBody>
          <a:bodyPr anchor="ct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5D4E611A-1751-7C46-931A-ECAE714F5E92}" type="datetime3">
              <a:rPr lang="en-GB"/>
              <a:pPr>
                <a:defRPr/>
              </a:pPr>
              <a:t>9 October,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8" name="Slide Number Placeholder 5"/>
          <p:cNvSpPr>
            <a:spLocks noGrp="1"/>
          </p:cNvSpPr>
          <p:nvPr>
            <p:ph type="sldNum" sz="quarter" idx="12"/>
          </p:nvPr>
        </p:nvSpPr>
        <p:spPr/>
        <p:txBody>
          <a:bodyPr/>
          <a:lstStyle>
            <a:lvl1pPr>
              <a:defRPr/>
            </a:lvl1pPr>
          </a:lstStyle>
          <a:p>
            <a:pPr>
              <a:defRPr/>
            </a:pPr>
            <a:fld id="{E399D912-52B9-434D-9B28-D10416F3580E}"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34853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pic>
        <p:nvPicPr>
          <p:cNvPr id="7"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25525" y="934120"/>
            <a:ext cx="8485605" cy="755933"/>
          </a:xfrm>
        </p:spPr>
        <p:txBody>
          <a:bodyPr/>
          <a:lstStyle/>
          <a:p>
            <a:r>
              <a:rPr lang="en-US"/>
              <a:t>Click to edit Master title style</a:t>
            </a:r>
            <a:endParaRPr lang="en-GB" dirty="0"/>
          </a:p>
        </p:txBody>
      </p:sp>
      <p:sp>
        <p:nvSpPr>
          <p:cNvPr id="3" name="Content Placeholder 2"/>
          <p:cNvSpPr>
            <a:spLocks noGrp="1"/>
          </p:cNvSpPr>
          <p:nvPr>
            <p:ph idx="1"/>
          </p:nvPr>
        </p:nvSpPr>
        <p:spPr>
          <a:xfrm>
            <a:off x="1030724" y="1771650"/>
            <a:ext cx="5054084" cy="446566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2060848"/>
            <a:ext cx="2011362" cy="2012950"/>
          </a:xfrm>
          <a:noFill/>
          <a:ln w="12700">
            <a:solidFill>
              <a:srgbClr val="87A529"/>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rgbClr val="87A529"/>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8" name="Date Placeholder 3"/>
          <p:cNvSpPr>
            <a:spLocks noGrp="1"/>
          </p:cNvSpPr>
          <p:nvPr>
            <p:ph type="dt" sz="half" idx="14"/>
          </p:nvPr>
        </p:nvSpPr>
        <p:spPr/>
        <p:txBody>
          <a:bodyPr/>
          <a:lstStyle>
            <a:lvl1pPr>
              <a:defRPr/>
            </a:lvl1pPr>
          </a:lstStyle>
          <a:p>
            <a:pPr>
              <a:defRPr/>
            </a:pPr>
            <a:fld id="{5BB38C7B-9D24-A64A-B21C-8A266EADA6F8}" type="datetime3">
              <a:rPr lang="en-GB"/>
              <a:pPr>
                <a:defRPr/>
              </a:pPr>
              <a:t>9 October, 2024</a:t>
            </a:fld>
            <a:endParaRPr lang="en-GB" dirty="0"/>
          </a:p>
        </p:txBody>
      </p:sp>
      <p:sp>
        <p:nvSpPr>
          <p:cNvPr id="9" name="Footer Placeholder 4"/>
          <p:cNvSpPr>
            <a:spLocks noGrp="1"/>
          </p:cNvSpPr>
          <p:nvPr>
            <p:ph type="ftr" sz="quarter" idx="15"/>
          </p:nvPr>
        </p:nvSpPr>
        <p:spPr/>
        <p:txBody>
          <a:bodyPr/>
          <a:lstStyle>
            <a:lvl1pPr>
              <a:defRPr/>
            </a:lvl1pPr>
          </a:lstStyle>
          <a:p>
            <a:pPr>
              <a:defRPr/>
            </a:pPr>
            <a:r>
              <a:rPr lang="en-GB" dirty="0"/>
              <a:t>POWERPOINT PRESENTATION TEMPLATE GREEN</a:t>
            </a:r>
          </a:p>
        </p:txBody>
      </p:sp>
      <p:sp>
        <p:nvSpPr>
          <p:cNvPr id="11" name="Slide Number Placeholder 5"/>
          <p:cNvSpPr>
            <a:spLocks noGrp="1"/>
          </p:cNvSpPr>
          <p:nvPr>
            <p:ph type="sldNum" sz="quarter" idx="16"/>
          </p:nvPr>
        </p:nvSpPr>
        <p:spPr/>
        <p:txBody>
          <a:bodyPr/>
          <a:lstStyle>
            <a:lvl1pPr>
              <a:defRPr/>
            </a:lvl1pPr>
          </a:lstStyle>
          <a:p>
            <a:pPr>
              <a:defRPr/>
            </a:pPr>
            <a:fld id="{FF6AD0DC-C5F3-194F-9E56-4AE1F77D0414}" type="slidenum">
              <a:rPr lang="en-GB"/>
              <a:pPr>
                <a:defRPr/>
              </a:pPr>
              <a:t>‹#›</a:t>
            </a:fld>
            <a:endParaRPr lang="en-GB" dirty="0"/>
          </a:p>
        </p:txBody>
      </p:sp>
      <p:cxnSp>
        <p:nvCxnSpPr>
          <p:cNvPr id="12" name="Straight Connector 11"/>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98957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881" y="3645024"/>
            <a:ext cx="2407" cy="2664296"/>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25525" y="116632"/>
            <a:ext cx="8485605" cy="755933"/>
          </a:xfrm>
        </p:spPr>
        <p:txBody>
          <a:bodyPr/>
          <a:lstStyle/>
          <a:p>
            <a:r>
              <a:rPr lang="en-US"/>
              <a:t>Click to edit Master title style</a:t>
            </a:r>
            <a:endParaRPr lang="en-GB" dirty="0"/>
          </a:p>
        </p:txBody>
      </p:sp>
      <p:sp>
        <p:nvSpPr>
          <p:cNvPr id="3" name="Content Placeholder 2"/>
          <p:cNvSpPr>
            <a:spLocks noGrp="1"/>
          </p:cNvSpPr>
          <p:nvPr>
            <p:ph idx="1"/>
          </p:nvPr>
        </p:nvSpPr>
        <p:spPr>
          <a:xfrm>
            <a:off x="1030724" y="908720"/>
            <a:ext cx="5054084" cy="532859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1632074"/>
            <a:ext cx="2011362" cy="2012950"/>
          </a:xfrm>
          <a:ln w="12700">
            <a:solidFill>
              <a:srgbClr val="87A529"/>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rgbClr val="87A529"/>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Date Placeholder 3"/>
          <p:cNvSpPr>
            <a:spLocks noGrp="1"/>
          </p:cNvSpPr>
          <p:nvPr>
            <p:ph type="dt" sz="half" idx="14"/>
          </p:nvPr>
        </p:nvSpPr>
        <p:spPr/>
        <p:txBody>
          <a:bodyPr/>
          <a:lstStyle>
            <a:lvl1pPr>
              <a:defRPr/>
            </a:lvl1pPr>
          </a:lstStyle>
          <a:p>
            <a:pPr>
              <a:defRPr/>
            </a:pPr>
            <a:fld id="{D05BDD8D-5686-D04B-9A44-99E54E4E89FB}" type="datetime3">
              <a:rPr lang="en-GB"/>
              <a:pPr>
                <a:defRPr/>
              </a:pPr>
              <a:t>9 October, 2024</a:t>
            </a:fld>
            <a:endParaRPr lang="en-GB" dirty="0"/>
          </a:p>
        </p:txBody>
      </p:sp>
      <p:sp>
        <p:nvSpPr>
          <p:cNvPr id="8" name="Footer Placeholder 4"/>
          <p:cNvSpPr>
            <a:spLocks noGrp="1"/>
          </p:cNvSpPr>
          <p:nvPr>
            <p:ph type="ftr" sz="quarter" idx="15"/>
          </p:nvPr>
        </p:nvSpPr>
        <p:spPr/>
        <p:txBody>
          <a:bodyPr/>
          <a:lstStyle>
            <a:lvl1pPr>
              <a:defRPr/>
            </a:lvl1pPr>
          </a:lstStyle>
          <a:p>
            <a:pPr>
              <a:defRPr/>
            </a:pPr>
            <a:r>
              <a:rPr lang="en-GB" dirty="0"/>
              <a:t>POWERPOINT PRESENTATION TEMPLATE GREEN</a:t>
            </a:r>
          </a:p>
        </p:txBody>
      </p:sp>
      <p:sp>
        <p:nvSpPr>
          <p:cNvPr id="9" name="Slide Number Placeholder 5"/>
          <p:cNvSpPr>
            <a:spLocks noGrp="1"/>
          </p:cNvSpPr>
          <p:nvPr>
            <p:ph type="sldNum" sz="quarter" idx="16"/>
          </p:nvPr>
        </p:nvSpPr>
        <p:spPr/>
        <p:txBody>
          <a:bodyPr/>
          <a:lstStyle>
            <a:lvl1pPr>
              <a:defRPr/>
            </a:lvl1pPr>
          </a:lstStyle>
          <a:p>
            <a:pPr>
              <a:defRPr/>
            </a:pPr>
            <a:fld id="{B6E623B7-B941-3444-8A02-04DF95FFF5B6}" type="slidenum">
              <a:rPr lang="en-GB"/>
              <a:pPr>
                <a:defRPr/>
              </a:pPr>
              <a:t>‹#›</a:t>
            </a:fld>
            <a:endParaRPr lang="en-GB" dirty="0"/>
          </a:p>
        </p:txBody>
      </p:sp>
      <p:cxnSp>
        <p:nvCxnSpPr>
          <p:cNvPr id="11" name="Straight Connector 10"/>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251445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pic>
        <p:nvPicPr>
          <p:cNvPr id="7"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25525" y="940088"/>
            <a:ext cx="8485605" cy="760125"/>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1771650"/>
            <a:ext cx="5079603" cy="446566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2060848"/>
            <a:ext cx="2011362" cy="2012950"/>
          </a:xfrm>
          <a:solidFill>
            <a:schemeClr val="accent1"/>
          </a:solidFill>
          <a:ln w="12700">
            <a:solidFill>
              <a:srgbClr val="87A529"/>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chemeClr val="bg1"/>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8" name="Date Placeholder 3"/>
          <p:cNvSpPr>
            <a:spLocks noGrp="1"/>
          </p:cNvSpPr>
          <p:nvPr>
            <p:ph type="dt" sz="half" idx="14"/>
          </p:nvPr>
        </p:nvSpPr>
        <p:spPr/>
        <p:txBody>
          <a:bodyPr/>
          <a:lstStyle>
            <a:lvl1pPr>
              <a:defRPr/>
            </a:lvl1pPr>
          </a:lstStyle>
          <a:p>
            <a:pPr>
              <a:defRPr/>
            </a:pPr>
            <a:fld id="{BC3222AF-7D3D-C74A-84D1-040B0E9C47C9}" type="datetime3">
              <a:rPr lang="en-GB"/>
              <a:pPr>
                <a:defRPr/>
              </a:pPr>
              <a:t>9 October, 2024</a:t>
            </a:fld>
            <a:endParaRPr lang="en-GB" dirty="0"/>
          </a:p>
        </p:txBody>
      </p:sp>
      <p:sp>
        <p:nvSpPr>
          <p:cNvPr id="9" name="Footer Placeholder 4"/>
          <p:cNvSpPr>
            <a:spLocks noGrp="1"/>
          </p:cNvSpPr>
          <p:nvPr>
            <p:ph type="ftr" sz="quarter" idx="15"/>
          </p:nvPr>
        </p:nvSpPr>
        <p:spPr/>
        <p:txBody>
          <a:bodyPr/>
          <a:lstStyle>
            <a:lvl1pPr>
              <a:defRPr/>
            </a:lvl1pPr>
          </a:lstStyle>
          <a:p>
            <a:pPr>
              <a:defRPr/>
            </a:pPr>
            <a:r>
              <a:rPr lang="en-GB" dirty="0"/>
              <a:t>POWERPOINT PRESENTATION TEMPLATE GREEN</a:t>
            </a:r>
          </a:p>
        </p:txBody>
      </p:sp>
      <p:sp>
        <p:nvSpPr>
          <p:cNvPr id="11" name="Slide Number Placeholder 5"/>
          <p:cNvSpPr>
            <a:spLocks noGrp="1"/>
          </p:cNvSpPr>
          <p:nvPr>
            <p:ph type="sldNum" sz="quarter" idx="16"/>
          </p:nvPr>
        </p:nvSpPr>
        <p:spPr/>
        <p:txBody>
          <a:bodyPr/>
          <a:lstStyle>
            <a:lvl1pPr>
              <a:defRPr/>
            </a:lvl1pPr>
          </a:lstStyle>
          <a:p>
            <a:pPr>
              <a:defRPr/>
            </a:pPr>
            <a:fld id="{96947520-5547-EB48-9E3D-CF85C605AB64}" type="slidenum">
              <a:rPr lang="en-GB"/>
              <a:pPr>
                <a:defRPr/>
              </a:pPr>
              <a:t>‹#›</a:t>
            </a:fld>
            <a:endParaRPr lang="en-GB" dirty="0"/>
          </a:p>
        </p:txBody>
      </p:sp>
      <p:cxnSp>
        <p:nvCxnSpPr>
          <p:cNvPr id="12" name="Straight Connector 11"/>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6424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881" y="3501008"/>
            <a:ext cx="2407" cy="2808312"/>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25525" y="116632"/>
            <a:ext cx="8485605" cy="760125"/>
          </a:xfrm>
        </p:spPr>
        <p:txBody>
          <a:bodyPr/>
          <a:lstStyle>
            <a:lvl1pPr>
              <a:defRPr>
                <a:solidFill>
                  <a:srgbClr val="87A529"/>
                </a:solidFill>
              </a:defRPr>
            </a:lvl1pPr>
          </a:lstStyle>
          <a:p>
            <a:r>
              <a:rPr lang="en-US"/>
              <a:t>Click to edit Master title style</a:t>
            </a:r>
            <a:endParaRPr lang="en-GB" dirty="0"/>
          </a:p>
        </p:txBody>
      </p:sp>
      <p:sp>
        <p:nvSpPr>
          <p:cNvPr id="3" name="Content Placeholder 2"/>
          <p:cNvSpPr>
            <a:spLocks noGrp="1"/>
          </p:cNvSpPr>
          <p:nvPr>
            <p:ph idx="1"/>
          </p:nvPr>
        </p:nvSpPr>
        <p:spPr>
          <a:xfrm>
            <a:off x="1025525" y="908720"/>
            <a:ext cx="5079603" cy="532859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1488058"/>
            <a:ext cx="2011362" cy="2012950"/>
          </a:xfrm>
          <a:solidFill>
            <a:schemeClr val="accent1"/>
          </a:solidFill>
          <a:ln w="12700">
            <a:solidFill>
              <a:schemeClr val="accent1"/>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chemeClr val="bg1"/>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Date Placeholder 3"/>
          <p:cNvSpPr>
            <a:spLocks noGrp="1"/>
          </p:cNvSpPr>
          <p:nvPr>
            <p:ph type="dt" sz="half" idx="14"/>
          </p:nvPr>
        </p:nvSpPr>
        <p:spPr/>
        <p:txBody>
          <a:bodyPr/>
          <a:lstStyle>
            <a:lvl1pPr>
              <a:defRPr/>
            </a:lvl1pPr>
          </a:lstStyle>
          <a:p>
            <a:pPr>
              <a:defRPr/>
            </a:pPr>
            <a:fld id="{6BA65434-6B3F-194B-9261-F2C835AEE536}" type="datetime3">
              <a:rPr lang="en-GB"/>
              <a:pPr>
                <a:defRPr/>
              </a:pPr>
              <a:t>9 October, 2024</a:t>
            </a:fld>
            <a:endParaRPr lang="en-GB" dirty="0"/>
          </a:p>
        </p:txBody>
      </p:sp>
      <p:sp>
        <p:nvSpPr>
          <p:cNvPr id="8" name="Footer Placeholder 4"/>
          <p:cNvSpPr>
            <a:spLocks noGrp="1"/>
          </p:cNvSpPr>
          <p:nvPr>
            <p:ph type="ftr" sz="quarter" idx="15"/>
          </p:nvPr>
        </p:nvSpPr>
        <p:spPr/>
        <p:txBody>
          <a:bodyPr/>
          <a:lstStyle>
            <a:lvl1pPr>
              <a:defRPr/>
            </a:lvl1pPr>
          </a:lstStyle>
          <a:p>
            <a:pPr>
              <a:defRPr/>
            </a:pPr>
            <a:r>
              <a:rPr lang="en-GB" dirty="0"/>
              <a:t>POWERPOINT PRESENTATION TEMPLATE GREEN</a:t>
            </a:r>
          </a:p>
        </p:txBody>
      </p:sp>
      <p:sp>
        <p:nvSpPr>
          <p:cNvPr id="9" name="Slide Number Placeholder 5"/>
          <p:cNvSpPr>
            <a:spLocks noGrp="1"/>
          </p:cNvSpPr>
          <p:nvPr>
            <p:ph type="sldNum" sz="quarter" idx="16"/>
          </p:nvPr>
        </p:nvSpPr>
        <p:spPr/>
        <p:txBody>
          <a:bodyPr/>
          <a:lstStyle>
            <a:lvl1pPr>
              <a:defRPr/>
            </a:lvl1pPr>
          </a:lstStyle>
          <a:p>
            <a:pPr>
              <a:defRPr/>
            </a:pPr>
            <a:fld id="{1F0152CE-70D9-BC47-8F81-41904687DE4B}" type="slidenum">
              <a:rPr lang="en-GB"/>
              <a:pPr>
                <a:defRPr/>
              </a:pPr>
              <a:t>‹#›</a:t>
            </a:fld>
            <a:endParaRPr lang="en-GB" dirty="0"/>
          </a:p>
        </p:txBody>
      </p:sp>
      <p:cxnSp>
        <p:nvCxnSpPr>
          <p:cNvPr id="11" name="Straight Connector 10"/>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162446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cxnSp>
        <p:nvCxnSpPr>
          <p:cNvPr id="5" name="Straight Connector 4"/>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pic>
        <p:nvPicPr>
          <p:cNvPr id="7"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Picture Placeholder 13"/>
          <p:cNvSpPr>
            <a:spLocks noGrp="1"/>
          </p:cNvSpPr>
          <p:nvPr>
            <p:ph type="pic" sz="quarter" idx="17"/>
          </p:nvPr>
        </p:nvSpPr>
        <p:spPr>
          <a:xfrm>
            <a:off x="6753225" y="2060575"/>
            <a:ext cx="2016125" cy="2016125"/>
          </a:xfrm>
        </p:spPr>
        <p:txBody>
          <a:bodyPr/>
          <a:lstStyle>
            <a:lvl1pPr marL="0" indent="0">
              <a:buNone/>
              <a:defRPr/>
            </a:lvl1pPr>
          </a:lstStyle>
          <a:p>
            <a:pPr lvl="0"/>
            <a:r>
              <a:rPr lang="en-US" noProof="0" dirty="0"/>
              <a:t>Click icon to add picture</a:t>
            </a:r>
            <a:endParaRPr lang="en-GB" noProof="0" dirty="0"/>
          </a:p>
        </p:txBody>
      </p:sp>
      <p:sp>
        <p:nvSpPr>
          <p:cNvPr id="2" name="Title 1"/>
          <p:cNvSpPr>
            <a:spLocks noGrp="1"/>
          </p:cNvSpPr>
          <p:nvPr>
            <p:ph type="title"/>
          </p:nvPr>
        </p:nvSpPr>
        <p:spPr>
          <a:xfrm>
            <a:off x="1025525" y="940088"/>
            <a:ext cx="8485605" cy="760125"/>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1771650"/>
            <a:ext cx="5079603" cy="446566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Date Placeholder 3"/>
          <p:cNvSpPr>
            <a:spLocks noGrp="1"/>
          </p:cNvSpPr>
          <p:nvPr>
            <p:ph type="dt" sz="half" idx="18"/>
          </p:nvPr>
        </p:nvSpPr>
        <p:spPr/>
        <p:txBody>
          <a:bodyPr/>
          <a:lstStyle>
            <a:lvl1pPr>
              <a:defRPr/>
            </a:lvl1pPr>
          </a:lstStyle>
          <a:p>
            <a:pPr>
              <a:defRPr/>
            </a:pPr>
            <a:fld id="{8901AA5D-4117-DC42-8767-9087B666EFBF}" type="datetime3">
              <a:rPr lang="en-GB"/>
              <a:pPr>
                <a:defRPr/>
              </a:pPr>
              <a:t>9 October, 2024</a:t>
            </a:fld>
            <a:endParaRPr lang="en-GB" dirty="0"/>
          </a:p>
        </p:txBody>
      </p:sp>
      <p:sp>
        <p:nvSpPr>
          <p:cNvPr id="9" name="Footer Placeholder 4"/>
          <p:cNvSpPr>
            <a:spLocks noGrp="1"/>
          </p:cNvSpPr>
          <p:nvPr>
            <p:ph type="ftr" sz="quarter" idx="19"/>
          </p:nvPr>
        </p:nvSpPr>
        <p:spPr/>
        <p:txBody>
          <a:bodyPr/>
          <a:lstStyle>
            <a:lvl1pPr>
              <a:defRPr/>
            </a:lvl1pPr>
          </a:lstStyle>
          <a:p>
            <a:pPr>
              <a:defRPr/>
            </a:pPr>
            <a:r>
              <a:rPr lang="en-GB" dirty="0"/>
              <a:t>POWERPOINT PRESENTATION TEMPLATE GREEN</a:t>
            </a:r>
          </a:p>
        </p:txBody>
      </p:sp>
      <p:sp>
        <p:nvSpPr>
          <p:cNvPr id="10" name="Slide Number Placeholder 5"/>
          <p:cNvSpPr>
            <a:spLocks noGrp="1"/>
          </p:cNvSpPr>
          <p:nvPr>
            <p:ph type="sldNum" sz="quarter" idx="20"/>
          </p:nvPr>
        </p:nvSpPr>
        <p:spPr/>
        <p:txBody>
          <a:bodyPr/>
          <a:lstStyle>
            <a:lvl1pPr>
              <a:defRPr/>
            </a:lvl1pPr>
          </a:lstStyle>
          <a:p>
            <a:pPr>
              <a:defRPr/>
            </a:pPr>
            <a:fld id="{D15EF3D2-1C91-1E4C-9342-2EE3F832DBD2}" type="slidenum">
              <a:rPr lang="en-GB"/>
              <a:pPr>
                <a:defRPr/>
              </a:pPr>
              <a:t>‹#›</a:t>
            </a:fld>
            <a:endParaRPr lang="en-GB" dirty="0"/>
          </a:p>
        </p:txBody>
      </p:sp>
      <p:cxnSp>
        <p:nvCxnSpPr>
          <p:cNvPr id="11" name="Straight Connector 10"/>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956297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cxnSp>
        <p:nvCxnSpPr>
          <p:cNvPr id="5" name="Straight Connector 4"/>
          <p:cNvCxnSpPr>
            <a:stCxn id="12" idx="2"/>
          </p:cNvCxnSpPr>
          <p:nvPr userDrawn="1"/>
        </p:nvCxnSpPr>
        <p:spPr>
          <a:xfrm>
            <a:off x="7761288" y="3501008"/>
            <a:ext cx="0" cy="2841055"/>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sp>
        <p:nvSpPr>
          <p:cNvPr id="12" name="Picture Placeholder 13"/>
          <p:cNvSpPr>
            <a:spLocks noGrp="1"/>
          </p:cNvSpPr>
          <p:nvPr>
            <p:ph type="pic" sz="quarter" idx="17"/>
          </p:nvPr>
        </p:nvSpPr>
        <p:spPr>
          <a:xfrm>
            <a:off x="6753225" y="1484883"/>
            <a:ext cx="2016125" cy="2016125"/>
          </a:xfrm>
        </p:spPr>
        <p:txBody>
          <a:bodyPr/>
          <a:lstStyle>
            <a:lvl1pPr marL="0" indent="0">
              <a:buNone/>
              <a:defRPr/>
            </a:lvl1pPr>
          </a:lstStyle>
          <a:p>
            <a:pPr lvl="0"/>
            <a:r>
              <a:rPr lang="en-US" noProof="0" dirty="0"/>
              <a:t>Click icon to add picture</a:t>
            </a:r>
            <a:endParaRPr lang="en-GB" noProof="0" dirty="0"/>
          </a:p>
        </p:txBody>
      </p:sp>
      <p:sp>
        <p:nvSpPr>
          <p:cNvPr id="2" name="Title 1"/>
          <p:cNvSpPr>
            <a:spLocks noGrp="1"/>
          </p:cNvSpPr>
          <p:nvPr>
            <p:ph type="title"/>
          </p:nvPr>
        </p:nvSpPr>
        <p:spPr>
          <a:xfrm>
            <a:off x="1025525" y="116632"/>
            <a:ext cx="8485605" cy="760125"/>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908720"/>
            <a:ext cx="5079603" cy="532859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3"/>
          <p:cNvSpPr>
            <a:spLocks noGrp="1"/>
          </p:cNvSpPr>
          <p:nvPr>
            <p:ph type="dt" sz="half" idx="18"/>
          </p:nvPr>
        </p:nvSpPr>
        <p:spPr/>
        <p:txBody>
          <a:bodyPr/>
          <a:lstStyle>
            <a:lvl1pPr>
              <a:defRPr/>
            </a:lvl1pPr>
          </a:lstStyle>
          <a:p>
            <a:pPr>
              <a:defRPr/>
            </a:pPr>
            <a:fld id="{768B0775-884F-014D-97CD-CFAC1EB97F57}" type="datetime3">
              <a:rPr lang="en-GB"/>
              <a:pPr>
                <a:defRPr/>
              </a:pPr>
              <a:t>9 October, 2024</a:t>
            </a:fld>
            <a:endParaRPr lang="en-GB" dirty="0"/>
          </a:p>
        </p:txBody>
      </p:sp>
      <p:sp>
        <p:nvSpPr>
          <p:cNvPr id="8" name="Footer Placeholder 4"/>
          <p:cNvSpPr>
            <a:spLocks noGrp="1"/>
          </p:cNvSpPr>
          <p:nvPr>
            <p:ph type="ftr" sz="quarter" idx="19"/>
          </p:nvPr>
        </p:nvSpPr>
        <p:spPr/>
        <p:txBody>
          <a:bodyPr/>
          <a:lstStyle>
            <a:lvl1pPr>
              <a:defRPr/>
            </a:lvl1pPr>
          </a:lstStyle>
          <a:p>
            <a:pPr>
              <a:defRPr/>
            </a:pPr>
            <a:r>
              <a:rPr lang="en-GB" dirty="0"/>
              <a:t>POWERPOINT PRESENTATION TEMPLATE GREEN</a:t>
            </a:r>
          </a:p>
        </p:txBody>
      </p:sp>
      <p:sp>
        <p:nvSpPr>
          <p:cNvPr id="9" name="Slide Number Placeholder 5"/>
          <p:cNvSpPr>
            <a:spLocks noGrp="1"/>
          </p:cNvSpPr>
          <p:nvPr>
            <p:ph type="sldNum" sz="quarter" idx="20"/>
          </p:nvPr>
        </p:nvSpPr>
        <p:spPr/>
        <p:txBody>
          <a:bodyPr/>
          <a:lstStyle>
            <a:lvl1pPr>
              <a:defRPr/>
            </a:lvl1pPr>
          </a:lstStyle>
          <a:p>
            <a:pPr>
              <a:defRPr/>
            </a:pPr>
            <a:fld id="{5B9B0EC1-6015-9E4C-92A4-40AB233061DD}" type="slidenum">
              <a:rPr lang="en-GB"/>
              <a:pPr>
                <a:defRPr/>
              </a:pPr>
              <a:t>‹#›</a:t>
            </a:fld>
            <a:endParaRPr lang="en-GB" dirty="0"/>
          </a:p>
        </p:txBody>
      </p:sp>
      <p:cxnSp>
        <p:nvCxnSpPr>
          <p:cNvPr id="10" name="Straight Connector 9"/>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77707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32163" y="933343"/>
            <a:ext cx="8473787" cy="767465"/>
          </a:xfrm>
        </p:spPr>
        <p:txBody>
          <a:bodyPr/>
          <a:lstStyle/>
          <a:p>
            <a:r>
              <a:rPr lang="en-US"/>
              <a:t>Click to edit Master title style</a:t>
            </a:r>
            <a:endParaRPr lang="en-GB" dirty="0"/>
          </a:p>
        </p:txBody>
      </p:sp>
      <p:sp>
        <p:nvSpPr>
          <p:cNvPr id="3" name="Content Placeholder 2"/>
          <p:cNvSpPr>
            <a:spLocks noGrp="1"/>
          </p:cNvSpPr>
          <p:nvPr>
            <p:ph sz="half" idx="1"/>
          </p:nvPr>
        </p:nvSpPr>
        <p:spPr>
          <a:xfrm>
            <a:off x="1034088" y="1771650"/>
            <a:ext cx="4062928" cy="435451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5457056" y="1771650"/>
            <a:ext cx="4048894" cy="435451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3"/>
          <p:cNvSpPr>
            <a:spLocks noGrp="1"/>
          </p:cNvSpPr>
          <p:nvPr>
            <p:ph type="dt" sz="half" idx="10"/>
          </p:nvPr>
        </p:nvSpPr>
        <p:spPr/>
        <p:txBody>
          <a:bodyPr/>
          <a:lstStyle>
            <a:lvl1pPr>
              <a:defRPr/>
            </a:lvl1pPr>
          </a:lstStyle>
          <a:p>
            <a:pPr>
              <a:defRPr/>
            </a:pPr>
            <a:fld id="{09FF82E0-DCC6-3B4D-916D-E7EAED9E6A79}" type="datetime3">
              <a:rPr lang="en-GB"/>
              <a:pPr>
                <a:defRPr/>
              </a:pPr>
              <a:t>9 October, 2024</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9" name="Slide Number Placeholder 5"/>
          <p:cNvSpPr>
            <a:spLocks noGrp="1"/>
          </p:cNvSpPr>
          <p:nvPr>
            <p:ph type="sldNum" sz="quarter" idx="12"/>
          </p:nvPr>
        </p:nvSpPr>
        <p:spPr/>
        <p:txBody>
          <a:bodyPr/>
          <a:lstStyle>
            <a:lvl1pPr>
              <a:defRPr/>
            </a:lvl1pPr>
          </a:lstStyle>
          <a:p>
            <a:pPr>
              <a:defRPr/>
            </a:pPr>
            <a:fld id="{3E7D37F0-DF90-F846-ABA0-1302F2399DB8}" type="slidenum">
              <a:rPr lang="en-GB"/>
              <a:pPr>
                <a:defRPr/>
              </a:pPr>
              <a:t>‹#›</a:t>
            </a:fld>
            <a:endParaRPr lang="en-GB" dirty="0"/>
          </a:p>
        </p:txBody>
      </p:sp>
      <p:cxnSp>
        <p:nvCxnSpPr>
          <p:cNvPr id="10" name="Straight Connector 9"/>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029556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32163" y="116632"/>
            <a:ext cx="8473787" cy="767465"/>
          </a:xfrm>
        </p:spPr>
        <p:txBody>
          <a:bodyPr/>
          <a:lstStyle/>
          <a:p>
            <a:r>
              <a:rPr lang="en-US"/>
              <a:t>Click to edit Master title style</a:t>
            </a:r>
            <a:endParaRPr lang="en-GB" dirty="0"/>
          </a:p>
        </p:txBody>
      </p:sp>
      <p:sp>
        <p:nvSpPr>
          <p:cNvPr id="3" name="Content Placeholder 2"/>
          <p:cNvSpPr>
            <a:spLocks noGrp="1"/>
          </p:cNvSpPr>
          <p:nvPr>
            <p:ph sz="half" idx="1"/>
          </p:nvPr>
        </p:nvSpPr>
        <p:spPr>
          <a:xfrm>
            <a:off x="1034088" y="908720"/>
            <a:ext cx="4062928" cy="521744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5457056" y="908720"/>
            <a:ext cx="4048894" cy="521744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Date Placeholder 3"/>
          <p:cNvSpPr>
            <a:spLocks noGrp="1"/>
          </p:cNvSpPr>
          <p:nvPr>
            <p:ph type="dt" sz="half" idx="10"/>
          </p:nvPr>
        </p:nvSpPr>
        <p:spPr/>
        <p:txBody>
          <a:bodyPr/>
          <a:lstStyle>
            <a:lvl1pPr>
              <a:defRPr/>
            </a:lvl1pPr>
          </a:lstStyle>
          <a:p>
            <a:pPr>
              <a:defRPr/>
            </a:pPr>
            <a:fld id="{F3200D4E-A622-FB43-952A-26ECAC58E771}" type="datetime3">
              <a:rPr lang="en-GB"/>
              <a:pPr>
                <a:defRPr/>
              </a:pPr>
              <a:t>9 October,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8" name="Slide Number Placeholder 5"/>
          <p:cNvSpPr>
            <a:spLocks noGrp="1"/>
          </p:cNvSpPr>
          <p:nvPr>
            <p:ph type="sldNum" sz="quarter" idx="12"/>
          </p:nvPr>
        </p:nvSpPr>
        <p:spPr/>
        <p:txBody>
          <a:bodyPr/>
          <a:lstStyle>
            <a:lvl1pPr>
              <a:defRPr/>
            </a:lvl1pPr>
          </a:lstStyle>
          <a:p>
            <a:pPr>
              <a:defRPr/>
            </a:pPr>
            <a:fld id="{6F91E6BE-8E52-F942-8389-771123B341CD}"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012774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32163" y="933343"/>
            <a:ext cx="8473787" cy="767465"/>
          </a:xfrm>
        </p:spPr>
        <p:txBody>
          <a:bodyPr/>
          <a:lstStyle/>
          <a:p>
            <a:r>
              <a:rPr lang="en-US"/>
              <a:t>Click to edit Master title style</a:t>
            </a:r>
            <a:endParaRPr lang="en-GB" dirty="0"/>
          </a:p>
        </p:txBody>
      </p:sp>
      <p:sp>
        <p:nvSpPr>
          <p:cNvPr id="3" name="Content Placeholder 2"/>
          <p:cNvSpPr>
            <a:spLocks noGrp="1"/>
          </p:cNvSpPr>
          <p:nvPr>
            <p:ph sz="half" idx="1"/>
          </p:nvPr>
        </p:nvSpPr>
        <p:spPr>
          <a:xfrm>
            <a:off x="1034088" y="1771650"/>
            <a:ext cx="4062928" cy="435451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Picture Placeholder 10"/>
          <p:cNvSpPr>
            <a:spLocks noGrp="1"/>
          </p:cNvSpPr>
          <p:nvPr>
            <p:ph type="pic" sz="quarter" idx="13"/>
          </p:nvPr>
        </p:nvSpPr>
        <p:spPr>
          <a:xfrm>
            <a:off x="5457825" y="1773238"/>
            <a:ext cx="4049713" cy="4351337"/>
          </a:xfrm>
        </p:spPr>
        <p:txBody>
          <a:bodyPr/>
          <a:lstStyle>
            <a:lvl1pPr marL="0" indent="0">
              <a:buNone/>
              <a:defRPr/>
            </a:lvl1pPr>
          </a:lstStyle>
          <a:p>
            <a:pPr lvl="0"/>
            <a:r>
              <a:rPr lang="en-US" noProof="0" dirty="0"/>
              <a:t>Click icon to add picture</a:t>
            </a:r>
            <a:endParaRPr lang="en-GB" noProof="0" dirty="0"/>
          </a:p>
        </p:txBody>
      </p:sp>
      <p:sp>
        <p:nvSpPr>
          <p:cNvPr id="7" name="Date Placeholder 3"/>
          <p:cNvSpPr>
            <a:spLocks noGrp="1"/>
          </p:cNvSpPr>
          <p:nvPr>
            <p:ph type="dt" sz="half" idx="14"/>
          </p:nvPr>
        </p:nvSpPr>
        <p:spPr/>
        <p:txBody>
          <a:bodyPr/>
          <a:lstStyle>
            <a:lvl1pPr>
              <a:defRPr/>
            </a:lvl1pPr>
          </a:lstStyle>
          <a:p>
            <a:pPr>
              <a:defRPr/>
            </a:pPr>
            <a:fld id="{88CC629B-A50C-0445-8E68-BBB0859FBECE}" type="datetime3">
              <a:rPr lang="en-GB"/>
              <a:pPr>
                <a:defRPr/>
              </a:pPr>
              <a:t>9 October, 2024</a:t>
            </a:fld>
            <a:endParaRPr lang="en-GB" dirty="0"/>
          </a:p>
        </p:txBody>
      </p:sp>
      <p:sp>
        <p:nvSpPr>
          <p:cNvPr id="8" name="Footer Placeholder 4"/>
          <p:cNvSpPr>
            <a:spLocks noGrp="1"/>
          </p:cNvSpPr>
          <p:nvPr>
            <p:ph type="ftr" sz="quarter" idx="15"/>
          </p:nvPr>
        </p:nvSpPr>
        <p:spPr/>
        <p:txBody>
          <a:bodyPr/>
          <a:lstStyle>
            <a:lvl1pPr>
              <a:defRPr/>
            </a:lvl1pPr>
          </a:lstStyle>
          <a:p>
            <a:pPr>
              <a:defRPr/>
            </a:pPr>
            <a:r>
              <a:rPr lang="en-GB" dirty="0"/>
              <a:t>POWERPOINT PRESENTATION TEMPLATE GREEN</a:t>
            </a:r>
          </a:p>
        </p:txBody>
      </p:sp>
      <p:sp>
        <p:nvSpPr>
          <p:cNvPr id="9" name="Slide Number Placeholder 5"/>
          <p:cNvSpPr>
            <a:spLocks noGrp="1"/>
          </p:cNvSpPr>
          <p:nvPr>
            <p:ph type="sldNum" sz="quarter" idx="16"/>
          </p:nvPr>
        </p:nvSpPr>
        <p:spPr/>
        <p:txBody>
          <a:bodyPr/>
          <a:lstStyle>
            <a:lvl1pPr>
              <a:defRPr/>
            </a:lvl1pPr>
          </a:lstStyle>
          <a:p>
            <a:pPr>
              <a:defRPr/>
            </a:pPr>
            <a:fld id="{F6FDD14F-4A84-994F-A228-E50DC0AAE8D5}" type="slidenum">
              <a:rPr lang="en-GB"/>
              <a:pPr>
                <a:defRPr/>
              </a:pPr>
              <a:t>‹#›</a:t>
            </a:fld>
            <a:endParaRPr lang="en-GB" dirty="0"/>
          </a:p>
        </p:txBody>
      </p:sp>
      <p:cxnSp>
        <p:nvCxnSpPr>
          <p:cNvPr id="11" name="Straight Connector 10"/>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900635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32163" y="116632"/>
            <a:ext cx="8473787" cy="767465"/>
          </a:xfrm>
        </p:spPr>
        <p:txBody>
          <a:bodyPr/>
          <a:lstStyle/>
          <a:p>
            <a:r>
              <a:rPr lang="en-US"/>
              <a:t>Click to edit Master title style</a:t>
            </a:r>
            <a:endParaRPr lang="en-GB" dirty="0"/>
          </a:p>
        </p:txBody>
      </p:sp>
      <p:sp>
        <p:nvSpPr>
          <p:cNvPr id="3" name="Content Placeholder 2"/>
          <p:cNvSpPr>
            <a:spLocks noGrp="1"/>
          </p:cNvSpPr>
          <p:nvPr>
            <p:ph sz="half" idx="1"/>
          </p:nvPr>
        </p:nvSpPr>
        <p:spPr>
          <a:xfrm>
            <a:off x="1034088" y="906500"/>
            <a:ext cx="4062928" cy="521966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Picture Placeholder 10"/>
          <p:cNvSpPr>
            <a:spLocks noGrp="1"/>
          </p:cNvSpPr>
          <p:nvPr>
            <p:ph type="pic" sz="quarter" idx="13"/>
          </p:nvPr>
        </p:nvSpPr>
        <p:spPr>
          <a:xfrm>
            <a:off x="5457825" y="908720"/>
            <a:ext cx="4049713" cy="5215855"/>
          </a:xfrm>
        </p:spPr>
        <p:txBody>
          <a:bodyPr/>
          <a:lstStyle>
            <a:lvl1pPr marL="0" indent="0">
              <a:buNone/>
              <a:defRPr/>
            </a:lvl1pPr>
          </a:lstStyle>
          <a:p>
            <a:pPr lvl="0"/>
            <a:r>
              <a:rPr lang="en-US" noProof="0" dirty="0"/>
              <a:t>Click icon to add picture</a:t>
            </a:r>
            <a:endParaRPr lang="en-GB" noProof="0" dirty="0"/>
          </a:p>
        </p:txBody>
      </p:sp>
      <p:sp>
        <p:nvSpPr>
          <p:cNvPr id="6" name="Date Placeholder 3"/>
          <p:cNvSpPr>
            <a:spLocks noGrp="1"/>
          </p:cNvSpPr>
          <p:nvPr>
            <p:ph type="dt" sz="half" idx="14"/>
          </p:nvPr>
        </p:nvSpPr>
        <p:spPr/>
        <p:txBody>
          <a:bodyPr/>
          <a:lstStyle>
            <a:lvl1pPr>
              <a:defRPr/>
            </a:lvl1pPr>
          </a:lstStyle>
          <a:p>
            <a:pPr>
              <a:defRPr/>
            </a:pPr>
            <a:fld id="{68BDDE37-ACB5-264B-A188-F2EB6964BDAC}" type="datetime3">
              <a:rPr lang="en-GB"/>
              <a:pPr>
                <a:defRPr/>
              </a:pPr>
              <a:t>9 October, 2024</a:t>
            </a:fld>
            <a:endParaRPr lang="en-GB" dirty="0"/>
          </a:p>
        </p:txBody>
      </p:sp>
      <p:sp>
        <p:nvSpPr>
          <p:cNvPr id="7" name="Footer Placeholder 4"/>
          <p:cNvSpPr>
            <a:spLocks noGrp="1"/>
          </p:cNvSpPr>
          <p:nvPr>
            <p:ph type="ftr" sz="quarter" idx="15"/>
          </p:nvPr>
        </p:nvSpPr>
        <p:spPr/>
        <p:txBody>
          <a:bodyPr/>
          <a:lstStyle>
            <a:lvl1pPr>
              <a:defRPr/>
            </a:lvl1pPr>
          </a:lstStyle>
          <a:p>
            <a:pPr>
              <a:defRPr/>
            </a:pPr>
            <a:r>
              <a:rPr lang="en-GB" dirty="0"/>
              <a:t>POWERPOINT PRESENTATION TEMPLATE GREEN</a:t>
            </a:r>
          </a:p>
        </p:txBody>
      </p:sp>
      <p:sp>
        <p:nvSpPr>
          <p:cNvPr id="8" name="Slide Number Placeholder 5"/>
          <p:cNvSpPr>
            <a:spLocks noGrp="1"/>
          </p:cNvSpPr>
          <p:nvPr>
            <p:ph type="sldNum" sz="quarter" idx="16"/>
          </p:nvPr>
        </p:nvSpPr>
        <p:spPr/>
        <p:txBody>
          <a:bodyPr/>
          <a:lstStyle>
            <a:lvl1pPr>
              <a:defRPr/>
            </a:lvl1pPr>
          </a:lstStyle>
          <a:p>
            <a:pPr>
              <a:defRPr/>
            </a:pPr>
            <a:fld id="{31A35E10-CC8D-DC4B-A7C1-FEE34BC3F389}" type="slidenum">
              <a:rPr lang="en-GB"/>
              <a:pPr>
                <a:defRPr/>
              </a:pPr>
              <a:t>‹#›</a:t>
            </a:fld>
            <a:endParaRPr lang="en-GB" dirty="0"/>
          </a:p>
        </p:txBody>
      </p:sp>
      <p:cxnSp>
        <p:nvCxnSpPr>
          <p:cNvPr id="10" name="Straight Connector 9"/>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500404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8"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vl1pPr>
          </a:lstStyle>
          <a:p>
            <a:r>
              <a:rPr lang="en-US"/>
              <a:t>Click to edit Master title style</a:t>
            </a:r>
            <a:endParaRPr lang="en-GB" dirty="0"/>
          </a:p>
        </p:txBody>
      </p:sp>
      <p:sp>
        <p:nvSpPr>
          <p:cNvPr id="3" name="Text Placeholder 2"/>
          <p:cNvSpPr>
            <a:spLocks noGrp="1"/>
          </p:cNvSpPr>
          <p:nvPr>
            <p:ph type="body" idx="1"/>
          </p:nvPr>
        </p:nvSpPr>
        <p:spPr>
          <a:xfrm>
            <a:off x="1034088" y="1772816"/>
            <a:ext cx="4068137"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34088" y="2492896"/>
            <a:ext cx="4068137" cy="3744416"/>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5448300" y="1772816"/>
            <a:ext cx="4071620"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48300" y="2492896"/>
            <a:ext cx="4071620" cy="3744416"/>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Date Placeholder 3"/>
          <p:cNvSpPr>
            <a:spLocks noGrp="1"/>
          </p:cNvSpPr>
          <p:nvPr>
            <p:ph type="dt" sz="half" idx="10"/>
          </p:nvPr>
        </p:nvSpPr>
        <p:spPr/>
        <p:txBody>
          <a:bodyPr/>
          <a:lstStyle>
            <a:lvl1pPr>
              <a:defRPr/>
            </a:lvl1pPr>
          </a:lstStyle>
          <a:p>
            <a:pPr>
              <a:defRPr/>
            </a:pPr>
            <a:fld id="{FFA7C654-22A4-454E-BBEB-982D2A07AAE4}" type="datetime3">
              <a:rPr lang="en-GB"/>
              <a:pPr>
                <a:defRPr/>
              </a:pPr>
              <a:t>9 October, 2024</a:t>
            </a:fld>
            <a:endParaRPr lang="en-GB" dirty="0"/>
          </a:p>
        </p:txBody>
      </p:sp>
      <p:sp>
        <p:nvSpPr>
          <p:cNvPr id="10"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11" name="Slide Number Placeholder 5"/>
          <p:cNvSpPr>
            <a:spLocks noGrp="1"/>
          </p:cNvSpPr>
          <p:nvPr>
            <p:ph type="sldNum" sz="quarter" idx="12"/>
          </p:nvPr>
        </p:nvSpPr>
        <p:spPr/>
        <p:txBody>
          <a:bodyPr/>
          <a:lstStyle>
            <a:lvl1pPr>
              <a:defRPr/>
            </a:lvl1pPr>
          </a:lstStyle>
          <a:p>
            <a:pPr>
              <a:defRPr/>
            </a:pPr>
            <a:fld id="{9DB72E79-2DCC-0D4E-B1D4-E609E386D39A}" type="slidenum">
              <a:rPr lang="en-GB"/>
              <a:pPr>
                <a:defRPr/>
              </a:pPr>
              <a:t>‹#›</a:t>
            </a:fld>
            <a:endParaRPr lang="en-GB" dirty="0"/>
          </a:p>
        </p:txBody>
      </p:sp>
      <p:cxnSp>
        <p:nvCxnSpPr>
          <p:cNvPr id="12" name="Straight Connector 11"/>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166446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31875" y="116632"/>
            <a:ext cx="8485188" cy="766763"/>
          </a:xfrm>
        </p:spPr>
        <p:txBody>
          <a:bodyPr/>
          <a:lstStyle>
            <a:lvl1pPr>
              <a:defRPr/>
            </a:lvl1pPr>
          </a:lstStyle>
          <a:p>
            <a:r>
              <a:rPr lang="en-US"/>
              <a:t>Click to edit Master title style</a:t>
            </a:r>
            <a:endParaRPr lang="en-GB" dirty="0"/>
          </a:p>
        </p:txBody>
      </p:sp>
      <p:sp>
        <p:nvSpPr>
          <p:cNvPr id="3" name="Text Placeholder 2"/>
          <p:cNvSpPr>
            <a:spLocks noGrp="1"/>
          </p:cNvSpPr>
          <p:nvPr>
            <p:ph type="body" idx="1"/>
          </p:nvPr>
        </p:nvSpPr>
        <p:spPr>
          <a:xfrm>
            <a:off x="1034088" y="908720"/>
            <a:ext cx="4068137"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34088" y="1556792"/>
            <a:ext cx="4068137" cy="4680520"/>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5448300" y="908720"/>
            <a:ext cx="4071620"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48300" y="1556792"/>
            <a:ext cx="4071620" cy="4680520"/>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Date Placeholder 3"/>
          <p:cNvSpPr>
            <a:spLocks noGrp="1"/>
          </p:cNvSpPr>
          <p:nvPr>
            <p:ph type="dt" sz="half" idx="10"/>
          </p:nvPr>
        </p:nvSpPr>
        <p:spPr/>
        <p:txBody>
          <a:bodyPr/>
          <a:lstStyle>
            <a:lvl1pPr>
              <a:defRPr/>
            </a:lvl1pPr>
          </a:lstStyle>
          <a:p>
            <a:pPr>
              <a:defRPr/>
            </a:pPr>
            <a:fld id="{0FF7C771-7AA4-7249-BE21-F659D49D5547}" type="datetime3">
              <a:rPr lang="en-GB"/>
              <a:pPr>
                <a:defRPr/>
              </a:pPr>
              <a:t>9 October, 2024</a:t>
            </a:fld>
            <a:endParaRPr lang="en-GB" dirty="0"/>
          </a:p>
        </p:txBody>
      </p:sp>
      <p:sp>
        <p:nvSpPr>
          <p:cNvPr id="9"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10" name="Slide Number Placeholder 5"/>
          <p:cNvSpPr>
            <a:spLocks noGrp="1"/>
          </p:cNvSpPr>
          <p:nvPr>
            <p:ph type="sldNum" sz="quarter" idx="12"/>
          </p:nvPr>
        </p:nvSpPr>
        <p:spPr/>
        <p:txBody>
          <a:bodyPr/>
          <a:lstStyle>
            <a:lvl1pPr>
              <a:defRPr/>
            </a:lvl1pPr>
          </a:lstStyle>
          <a:p>
            <a:pPr>
              <a:defRPr/>
            </a:pPr>
            <a:fld id="{CC000ACD-C46A-6247-B9ED-0226EB75D5E9}" type="slidenum">
              <a:rPr lang="en-GB"/>
              <a:pPr>
                <a:defRPr/>
              </a:pPr>
              <a:t>‹#›</a:t>
            </a:fld>
            <a:endParaRPr lang="en-GB" dirty="0"/>
          </a:p>
        </p:txBody>
      </p:sp>
      <p:cxnSp>
        <p:nvCxnSpPr>
          <p:cNvPr id="11" name="Straight Connector 10"/>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891643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4"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endParaRPr lang="en-GB"/>
          </a:p>
        </p:txBody>
      </p:sp>
      <p:sp>
        <p:nvSpPr>
          <p:cNvPr id="5" name="Date Placeholder 3"/>
          <p:cNvSpPr>
            <a:spLocks noGrp="1"/>
          </p:cNvSpPr>
          <p:nvPr>
            <p:ph type="dt" sz="half" idx="10"/>
          </p:nvPr>
        </p:nvSpPr>
        <p:spPr/>
        <p:txBody>
          <a:bodyPr/>
          <a:lstStyle>
            <a:lvl1pPr>
              <a:defRPr/>
            </a:lvl1pPr>
          </a:lstStyle>
          <a:p>
            <a:pPr>
              <a:defRPr/>
            </a:pPr>
            <a:fld id="{F63E51F6-1146-2643-8637-F0364099E70E}" type="datetime3">
              <a:rPr lang="en-GB"/>
              <a:pPr>
                <a:defRPr/>
              </a:pPr>
              <a:t>9 October, 2024</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7" name="Slide Number Placeholder 5"/>
          <p:cNvSpPr>
            <a:spLocks noGrp="1"/>
          </p:cNvSpPr>
          <p:nvPr>
            <p:ph type="sldNum" sz="quarter" idx="12"/>
          </p:nvPr>
        </p:nvSpPr>
        <p:spPr/>
        <p:txBody>
          <a:bodyPr/>
          <a:lstStyle>
            <a:lvl1pPr>
              <a:defRPr/>
            </a:lvl1pPr>
          </a:lstStyle>
          <a:p>
            <a:pPr>
              <a:defRPr/>
            </a:pPr>
            <a:fld id="{2BFC2E58-1523-3A4B-9193-0DF71EE8C9A1}" type="slidenum">
              <a:rPr lang="en-GB"/>
              <a:pPr>
                <a:defRPr/>
              </a:pPr>
              <a:t>‹#›</a:t>
            </a:fld>
            <a:endParaRPr lang="en-GB" dirty="0"/>
          </a:p>
        </p:txBody>
      </p:sp>
      <p:cxnSp>
        <p:nvCxnSpPr>
          <p:cNvPr id="8" name="Straight Connector 7"/>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610220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31875" y="116632"/>
            <a:ext cx="8485188" cy="766763"/>
          </a:xfrm>
        </p:spPr>
        <p:txBody>
          <a:bodyPr/>
          <a:lstStyle/>
          <a:p>
            <a:r>
              <a:rPr lang="en-US"/>
              <a:t>Click to edit Master title style</a:t>
            </a:r>
            <a:endParaRPr lang="en-GB"/>
          </a:p>
        </p:txBody>
      </p:sp>
      <p:sp>
        <p:nvSpPr>
          <p:cNvPr id="4" name="Date Placeholder 3"/>
          <p:cNvSpPr>
            <a:spLocks noGrp="1"/>
          </p:cNvSpPr>
          <p:nvPr>
            <p:ph type="dt" sz="half" idx="10"/>
          </p:nvPr>
        </p:nvSpPr>
        <p:spPr/>
        <p:txBody>
          <a:bodyPr/>
          <a:lstStyle>
            <a:lvl1pPr>
              <a:defRPr/>
            </a:lvl1pPr>
          </a:lstStyle>
          <a:p>
            <a:pPr>
              <a:defRPr/>
            </a:pPr>
            <a:fld id="{8230D911-13CE-8A4E-9B37-78B9A3F143CE}" type="datetime3">
              <a:rPr lang="en-GB"/>
              <a:pPr>
                <a:defRPr/>
              </a:pPr>
              <a:t>9 October, 2024</a:t>
            </a:fld>
            <a:endParaRPr lang="en-GB" dirty="0"/>
          </a:p>
        </p:txBody>
      </p:sp>
      <p:sp>
        <p:nvSpPr>
          <p:cNvPr id="5"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6" name="Slide Number Placeholder 5"/>
          <p:cNvSpPr>
            <a:spLocks noGrp="1"/>
          </p:cNvSpPr>
          <p:nvPr>
            <p:ph type="sldNum" sz="quarter" idx="12"/>
          </p:nvPr>
        </p:nvSpPr>
        <p:spPr/>
        <p:txBody>
          <a:bodyPr/>
          <a:lstStyle>
            <a:lvl1pPr>
              <a:defRPr/>
            </a:lvl1pPr>
          </a:lstStyle>
          <a:p>
            <a:pPr>
              <a:defRPr/>
            </a:pPr>
            <a:fld id="{28EA1744-0495-9844-9FE7-EF4F3CF89F62}" type="slidenum">
              <a:rPr lang="en-GB"/>
              <a:pPr>
                <a:defRPr/>
              </a:pPr>
              <a:t>‹#›</a:t>
            </a:fld>
            <a:endParaRPr lang="en-GB" dirty="0"/>
          </a:p>
        </p:txBody>
      </p:sp>
      <p:cxnSp>
        <p:nvCxnSpPr>
          <p:cNvPr id="7" name="Straight Connector 6"/>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480416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3"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p:cNvSpPr>
            <a:spLocks noGrp="1"/>
          </p:cNvSpPr>
          <p:nvPr>
            <p:ph type="dt" sz="half" idx="10"/>
          </p:nvPr>
        </p:nvSpPr>
        <p:spPr/>
        <p:txBody>
          <a:bodyPr/>
          <a:lstStyle>
            <a:lvl1pPr>
              <a:defRPr/>
            </a:lvl1pPr>
          </a:lstStyle>
          <a:p>
            <a:pPr>
              <a:defRPr/>
            </a:pPr>
            <a:fld id="{486B0A47-A6D7-F048-BBE1-76A29F845552}" type="datetime3">
              <a:rPr lang="en-GB"/>
              <a:pPr>
                <a:defRPr/>
              </a:pPr>
              <a:t>9 October, 2024</a:t>
            </a:fld>
            <a:endParaRPr lang="en-GB" dirty="0"/>
          </a:p>
        </p:txBody>
      </p:sp>
      <p:sp>
        <p:nvSpPr>
          <p:cNvPr id="5"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6" name="Slide Number Placeholder 5"/>
          <p:cNvSpPr>
            <a:spLocks noGrp="1"/>
          </p:cNvSpPr>
          <p:nvPr>
            <p:ph type="sldNum" sz="quarter" idx="12"/>
          </p:nvPr>
        </p:nvSpPr>
        <p:spPr/>
        <p:txBody>
          <a:bodyPr/>
          <a:lstStyle>
            <a:lvl1pPr>
              <a:defRPr/>
            </a:lvl1pPr>
          </a:lstStyle>
          <a:p>
            <a:pPr>
              <a:defRPr/>
            </a:pPr>
            <a:fld id="{89329CAE-05A9-A044-A232-BEF85D6E0CA0}" type="slidenum">
              <a:rPr lang="en-GB"/>
              <a:pPr>
                <a:defRPr/>
              </a:pPr>
              <a:t>‹#›</a:t>
            </a:fld>
            <a:endParaRPr lang="en-GB" dirty="0"/>
          </a:p>
        </p:txBody>
      </p:sp>
      <p:cxnSp>
        <p:nvCxnSpPr>
          <p:cNvPr id="7" name="Straight Connector 6"/>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781971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1A0285F4-DE21-D544-A997-1A21370EF487}" type="datetime3">
              <a:rPr lang="en-GB"/>
              <a:pPr>
                <a:defRPr/>
              </a:pPr>
              <a:t>9 October, 2024</a:t>
            </a:fld>
            <a:endParaRPr lang="en-GB" dirty="0"/>
          </a:p>
        </p:txBody>
      </p:sp>
      <p:sp>
        <p:nvSpPr>
          <p:cNvPr id="4"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5" name="Slide Number Placeholder 5"/>
          <p:cNvSpPr>
            <a:spLocks noGrp="1"/>
          </p:cNvSpPr>
          <p:nvPr>
            <p:ph type="sldNum" sz="quarter" idx="12"/>
          </p:nvPr>
        </p:nvSpPr>
        <p:spPr/>
        <p:txBody>
          <a:bodyPr/>
          <a:lstStyle>
            <a:lvl1pPr>
              <a:defRPr/>
            </a:lvl1pPr>
          </a:lstStyle>
          <a:p>
            <a:pPr>
              <a:defRPr/>
            </a:pPr>
            <a:fld id="{D7B5FA83-759A-E348-80E3-349341B9784D}" type="slidenum">
              <a:rPr lang="en-GB"/>
              <a:pPr>
                <a:defRPr/>
              </a:pPr>
              <a:t>‹#›</a:t>
            </a:fld>
            <a:endParaRPr lang="en-GB" dirty="0"/>
          </a:p>
        </p:txBody>
      </p:sp>
      <p:cxnSp>
        <p:nvCxnSpPr>
          <p:cNvPr id="6" name="Straight Connector 5"/>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070865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25524" y="949359"/>
            <a:ext cx="2824473" cy="689733"/>
          </a:xfrm>
        </p:spPr>
        <p:txBody>
          <a:bodyPr/>
          <a:lstStyle>
            <a:lvl1pPr algn="l">
              <a:defRPr sz="2000" b="1"/>
            </a:lvl1pPr>
          </a:lstStyle>
          <a:p>
            <a:r>
              <a:rPr lang="en-US"/>
              <a:t>Click to edit Master title style</a:t>
            </a:r>
            <a:endParaRPr lang="en-GB" dirty="0"/>
          </a:p>
        </p:txBody>
      </p:sp>
      <p:sp>
        <p:nvSpPr>
          <p:cNvPr id="3" name="Content Placeholder 2"/>
          <p:cNvSpPr>
            <a:spLocks noGrp="1"/>
          </p:cNvSpPr>
          <p:nvPr>
            <p:ph idx="1"/>
          </p:nvPr>
        </p:nvSpPr>
        <p:spPr>
          <a:xfrm>
            <a:off x="3968664" y="949360"/>
            <a:ext cx="5537729" cy="5287952"/>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1025524" y="1669440"/>
            <a:ext cx="2824473" cy="456787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pPr>
              <a:defRPr/>
            </a:pPr>
            <a:fld id="{515AB53B-45ED-0145-B634-24D485CAACE7}" type="datetime3">
              <a:rPr lang="en-GB"/>
              <a:pPr>
                <a:defRPr/>
              </a:pPr>
              <a:t>9 October, 2024</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9" name="Slide Number Placeholder 5"/>
          <p:cNvSpPr>
            <a:spLocks noGrp="1"/>
          </p:cNvSpPr>
          <p:nvPr>
            <p:ph type="sldNum" sz="quarter" idx="12"/>
          </p:nvPr>
        </p:nvSpPr>
        <p:spPr/>
        <p:txBody>
          <a:bodyPr/>
          <a:lstStyle>
            <a:lvl1pPr>
              <a:defRPr/>
            </a:lvl1pPr>
          </a:lstStyle>
          <a:p>
            <a:pPr>
              <a:defRPr/>
            </a:pPr>
            <a:fld id="{6084D758-78BF-D04C-BDFD-E5D3C88FFDC0}" type="slidenum">
              <a:rPr lang="en-GB"/>
              <a:pPr>
                <a:defRPr/>
              </a:pPr>
              <a:t>‹#›</a:t>
            </a:fld>
            <a:endParaRPr lang="en-GB" dirty="0"/>
          </a:p>
        </p:txBody>
      </p:sp>
      <p:cxnSp>
        <p:nvCxnSpPr>
          <p:cNvPr id="10" name="Straight Connector 9"/>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93865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25524" y="949359"/>
            <a:ext cx="2824473" cy="689733"/>
          </a:xfrm>
        </p:spPr>
        <p:txBody>
          <a:bodyPr/>
          <a:lstStyle>
            <a:lvl1pPr algn="l">
              <a:defRPr sz="2000" b="1"/>
            </a:lvl1pPr>
          </a:lstStyle>
          <a:p>
            <a:r>
              <a:rPr lang="en-US"/>
              <a:t>Click to edit Master title style</a:t>
            </a:r>
            <a:endParaRPr lang="en-GB" dirty="0"/>
          </a:p>
        </p:txBody>
      </p:sp>
      <p:sp>
        <p:nvSpPr>
          <p:cNvPr id="3" name="Content Placeholder 2"/>
          <p:cNvSpPr>
            <a:spLocks noGrp="1"/>
          </p:cNvSpPr>
          <p:nvPr>
            <p:ph idx="1"/>
          </p:nvPr>
        </p:nvSpPr>
        <p:spPr>
          <a:xfrm>
            <a:off x="3968664" y="949360"/>
            <a:ext cx="5537729" cy="5287952"/>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1025524" y="1669440"/>
            <a:ext cx="2824473" cy="456787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601F75FD-D4AF-6445-ACEA-8336DA6D0CF5}" type="datetime3">
              <a:rPr lang="en-GB"/>
              <a:pPr>
                <a:defRPr/>
              </a:pPr>
              <a:t>9 October,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8" name="Slide Number Placeholder 5"/>
          <p:cNvSpPr>
            <a:spLocks noGrp="1"/>
          </p:cNvSpPr>
          <p:nvPr>
            <p:ph type="sldNum" sz="quarter" idx="12"/>
          </p:nvPr>
        </p:nvSpPr>
        <p:spPr/>
        <p:txBody>
          <a:bodyPr/>
          <a:lstStyle>
            <a:lvl1pPr>
              <a:defRPr/>
            </a:lvl1pPr>
          </a:lstStyle>
          <a:p>
            <a:pPr>
              <a:defRPr/>
            </a:pPr>
            <a:fld id="{33E1F40C-CBC7-5D4A-A593-3BD62A44736A}"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88304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941645" y="4800600"/>
            <a:ext cx="59436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941645" y="936625"/>
            <a:ext cx="5943600" cy="3790949"/>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lang="en-GB" noProof="0" dirty="0"/>
          </a:p>
        </p:txBody>
      </p:sp>
      <p:sp>
        <p:nvSpPr>
          <p:cNvPr id="4" name="Text Placeholder 3"/>
          <p:cNvSpPr>
            <a:spLocks noGrp="1"/>
          </p:cNvSpPr>
          <p:nvPr>
            <p:ph type="body" sz="half" idx="2"/>
          </p:nvPr>
        </p:nvSpPr>
        <p:spPr>
          <a:xfrm>
            <a:off x="1941645" y="5367338"/>
            <a:ext cx="5943600" cy="804862"/>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pPr>
              <a:defRPr/>
            </a:pPr>
            <a:fld id="{C38236A3-D940-2C4B-AFE7-807CF8BA8BEE}" type="datetime3">
              <a:rPr lang="en-GB"/>
              <a:pPr>
                <a:defRPr/>
              </a:pPr>
              <a:t>9 October, 2024</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9" name="Slide Number Placeholder 5"/>
          <p:cNvSpPr>
            <a:spLocks noGrp="1"/>
          </p:cNvSpPr>
          <p:nvPr>
            <p:ph type="sldNum" sz="quarter" idx="12"/>
          </p:nvPr>
        </p:nvSpPr>
        <p:spPr/>
        <p:txBody>
          <a:bodyPr/>
          <a:lstStyle>
            <a:lvl1pPr>
              <a:defRPr/>
            </a:lvl1pPr>
          </a:lstStyle>
          <a:p>
            <a:pPr>
              <a:defRPr/>
            </a:pPr>
            <a:fld id="{CC56EF15-4B8E-7547-B7CE-9D6FB34334C0}" type="slidenum">
              <a:rPr lang="en-GB"/>
              <a:pPr>
                <a:defRPr/>
              </a:pPr>
              <a:t>‹#›</a:t>
            </a:fld>
            <a:endParaRPr lang="en-GB" dirty="0"/>
          </a:p>
        </p:txBody>
      </p:sp>
      <p:cxnSp>
        <p:nvCxnSpPr>
          <p:cNvPr id="10" name="Straight Connector 9"/>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7964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0"/>
            <a:ext cx="59436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941645" y="936625"/>
            <a:ext cx="5943600" cy="3790949"/>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lang="en-GB" noProof="0" dirty="0"/>
          </a:p>
        </p:txBody>
      </p:sp>
      <p:sp>
        <p:nvSpPr>
          <p:cNvPr id="4" name="Text Placeholder 3"/>
          <p:cNvSpPr>
            <a:spLocks noGrp="1"/>
          </p:cNvSpPr>
          <p:nvPr>
            <p:ph type="body" sz="half" idx="2"/>
          </p:nvPr>
        </p:nvSpPr>
        <p:spPr>
          <a:xfrm>
            <a:off x="1941645" y="5367338"/>
            <a:ext cx="5943600" cy="804862"/>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77FF755A-FDCA-3844-BE8E-8CAB7C08EFED}" type="datetime3">
              <a:rPr lang="en-GB"/>
              <a:pPr>
                <a:defRPr/>
              </a:pPr>
              <a:t>9 October,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8" name="Slide Number Placeholder 5"/>
          <p:cNvSpPr>
            <a:spLocks noGrp="1"/>
          </p:cNvSpPr>
          <p:nvPr>
            <p:ph type="sldNum" sz="quarter" idx="12"/>
          </p:nvPr>
        </p:nvSpPr>
        <p:spPr/>
        <p:txBody>
          <a:bodyPr/>
          <a:lstStyle>
            <a:lvl1pPr>
              <a:defRPr/>
            </a:lvl1pPr>
          </a:lstStyle>
          <a:p>
            <a:pPr>
              <a:defRPr/>
            </a:pPr>
            <a:fld id="{404AD4AB-3AC8-B247-9C7B-63DF4AE6D3CA}"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903949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5"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Date Placeholder 3"/>
          <p:cNvSpPr>
            <a:spLocks noGrp="1"/>
          </p:cNvSpPr>
          <p:nvPr>
            <p:ph type="dt" sz="half" idx="10"/>
          </p:nvPr>
        </p:nvSpPr>
        <p:spPr/>
        <p:txBody>
          <a:bodyPr/>
          <a:lstStyle>
            <a:lvl1pPr>
              <a:defRPr/>
            </a:lvl1pPr>
          </a:lstStyle>
          <a:p>
            <a:pPr>
              <a:defRPr/>
            </a:pPr>
            <a:fld id="{9DAE49EC-F0C7-1F46-A221-26A63CC849FC}" type="datetime3">
              <a:rPr lang="en-GB"/>
              <a:pPr>
                <a:defRPr/>
              </a:pPr>
              <a:t>9 October,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8" name="Slide Number Placeholder 5"/>
          <p:cNvSpPr>
            <a:spLocks noGrp="1"/>
          </p:cNvSpPr>
          <p:nvPr>
            <p:ph type="sldNum" sz="quarter" idx="12"/>
          </p:nvPr>
        </p:nvSpPr>
        <p:spPr/>
        <p:txBody>
          <a:bodyPr/>
          <a:lstStyle>
            <a:lvl1pPr>
              <a:defRPr/>
            </a:lvl1pPr>
          </a:lstStyle>
          <a:p>
            <a:pPr>
              <a:defRPr/>
            </a:pPr>
            <a:fld id="{767F552B-A5B4-6548-94A2-F6D4B627905B}"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796601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031875" y="141957"/>
            <a:ext cx="8485188" cy="766763"/>
          </a:xfrm>
        </p:spPr>
        <p:txBody>
          <a:bodyPr/>
          <a:lstStyle/>
          <a:p>
            <a:r>
              <a:rPr lang="en-US"/>
              <a:t>Click to edit Master title style</a:t>
            </a:r>
            <a:endParaRPr lang="en-GB"/>
          </a:p>
        </p:txBody>
      </p:sp>
      <p:sp>
        <p:nvSpPr>
          <p:cNvPr id="3" name="Vertical Text Placeholder 2"/>
          <p:cNvSpPr>
            <a:spLocks noGrp="1"/>
          </p:cNvSpPr>
          <p:nvPr>
            <p:ph type="body" orient="vert" idx="1"/>
          </p:nvPr>
        </p:nvSpPr>
        <p:spPr>
          <a:xfrm>
            <a:off x="1031875" y="908720"/>
            <a:ext cx="8485188" cy="532856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fld id="{975ACA5E-C129-E442-B6E9-3376EC454D86}" type="datetime3">
              <a:rPr lang="en-GB"/>
              <a:pPr>
                <a:defRPr/>
              </a:pPr>
              <a:t>9 October, 2024</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7" name="Slide Number Placeholder 5"/>
          <p:cNvSpPr>
            <a:spLocks noGrp="1"/>
          </p:cNvSpPr>
          <p:nvPr>
            <p:ph type="sldNum" sz="quarter" idx="12"/>
          </p:nvPr>
        </p:nvSpPr>
        <p:spPr/>
        <p:txBody>
          <a:bodyPr/>
          <a:lstStyle>
            <a:lvl1pPr>
              <a:defRPr/>
            </a:lvl1pPr>
          </a:lstStyle>
          <a:p>
            <a:pPr>
              <a:defRPr/>
            </a:pPr>
            <a:fld id="{40FC993A-0960-8E40-BC9F-05F4340AAE6B}" type="slidenum">
              <a:rPr lang="en-GB"/>
              <a:pPr>
                <a:defRPr/>
              </a:pPr>
              <a:t>‹#›</a:t>
            </a:fld>
            <a:endParaRPr lang="en-GB" dirty="0"/>
          </a:p>
        </p:txBody>
      </p:sp>
      <p:cxnSp>
        <p:nvCxnSpPr>
          <p:cNvPr id="8" name="Straight Connector 7"/>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189847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5"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Vertical Title 1"/>
          <p:cNvSpPr>
            <a:spLocks noGrp="1"/>
          </p:cNvSpPr>
          <p:nvPr>
            <p:ph type="title" orient="vert"/>
          </p:nvPr>
        </p:nvSpPr>
        <p:spPr>
          <a:xfrm>
            <a:off x="7181850" y="1196752"/>
            <a:ext cx="2228850" cy="492941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025524" y="1196752"/>
            <a:ext cx="5991225" cy="492941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Date Placeholder 3"/>
          <p:cNvSpPr>
            <a:spLocks noGrp="1"/>
          </p:cNvSpPr>
          <p:nvPr>
            <p:ph type="dt" sz="half" idx="10"/>
          </p:nvPr>
        </p:nvSpPr>
        <p:spPr/>
        <p:txBody>
          <a:bodyPr/>
          <a:lstStyle>
            <a:lvl1pPr>
              <a:defRPr/>
            </a:lvl1pPr>
          </a:lstStyle>
          <a:p>
            <a:pPr>
              <a:defRPr/>
            </a:pPr>
            <a:fld id="{DF3EB9A7-46BC-384A-982D-247DA68BE2B0}" type="datetime3">
              <a:rPr lang="en-GB"/>
              <a:pPr>
                <a:defRPr/>
              </a:pPr>
              <a:t>9 October,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8" name="Slide Number Placeholder 5"/>
          <p:cNvSpPr>
            <a:spLocks noGrp="1"/>
          </p:cNvSpPr>
          <p:nvPr>
            <p:ph type="sldNum" sz="quarter" idx="12"/>
          </p:nvPr>
        </p:nvSpPr>
        <p:spPr/>
        <p:txBody>
          <a:bodyPr/>
          <a:lstStyle>
            <a:lvl1pPr>
              <a:defRPr/>
            </a:lvl1pPr>
          </a:lstStyle>
          <a:p>
            <a:pPr>
              <a:defRPr/>
            </a:pPr>
            <a:fld id="{CB1E092F-0198-C34E-A916-A08E4979440E}"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566982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1_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1850" y="1196752"/>
            <a:ext cx="2228850" cy="492941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025524" y="1196752"/>
            <a:ext cx="5991225" cy="492941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3"/>
          <p:cNvSpPr>
            <a:spLocks noGrp="1"/>
          </p:cNvSpPr>
          <p:nvPr>
            <p:ph type="dt" sz="half" idx="10"/>
          </p:nvPr>
        </p:nvSpPr>
        <p:spPr/>
        <p:txBody>
          <a:bodyPr/>
          <a:lstStyle>
            <a:lvl1pPr>
              <a:defRPr/>
            </a:lvl1pPr>
          </a:lstStyle>
          <a:p>
            <a:pPr>
              <a:defRPr/>
            </a:pPr>
            <a:fld id="{99FE08B1-7053-494B-9C2C-D1FDCF6FB947}" type="datetime3">
              <a:rPr lang="en-GB"/>
              <a:pPr>
                <a:defRPr/>
              </a:pPr>
              <a:t>9 October, 2024</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7" name="Slide Number Placeholder 5"/>
          <p:cNvSpPr>
            <a:spLocks noGrp="1"/>
          </p:cNvSpPr>
          <p:nvPr>
            <p:ph type="sldNum" sz="quarter" idx="12"/>
          </p:nvPr>
        </p:nvSpPr>
        <p:spPr/>
        <p:txBody>
          <a:bodyPr/>
          <a:lstStyle>
            <a:lvl1pPr>
              <a:defRPr/>
            </a:lvl1pPr>
          </a:lstStyle>
          <a:p>
            <a:pPr>
              <a:defRPr/>
            </a:pPr>
            <a:fld id="{13A71B31-AFE1-394E-9AC0-851A462B721C}" type="slidenum">
              <a:rPr lang="en-GB"/>
              <a:pPr>
                <a:defRPr/>
              </a:pPr>
              <a:t>‹#›</a:t>
            </a:fld>
            <a:endParaRPr lang="en-GB" dirty="0"/>
          </a:p>
        </p:txBody>
      </p:sp>
      <p:cxnSp>
        <p:nvCxnSpPr>
          <p:cNvPr id="8" name="Straight Connector 7"/>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258335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5"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33788" y="2492375"/>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7"/>
          <p:cNvSpPr>
            <a:spLocks noGrp="1"/>
          </p:cNvSpPr>
          <p:nvPr>
            <p:ph sz="quarter" idx="13"/>
          </p:nvPr>
        </p:nvSpPr>
        <p:spPr>
          <a:xfrm>
            <a:off x="1025951" y="5013176"/>
            <a:ext cx="7709488" cy="576263"/>
          </a:xfrm>
        </p:spPr>
        <p:txBody>
          <a:bodyPr/>
          <a:lstStyle>
            <a:lvl1pPr marL="0" indent="0">
              <a:buNone/>
              <a:defRPr sz="10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Click to edit Master text styles</a:t>
            </a:r>
          </a:p>
        </p:txBody>
      </p:sp>
      <p:sp>
        <p:nvSpPr>
          <p:cNvPr id="8" name="Text Placeholder 11"/>
          <p:cNvSpPr>
            <a:spLocks noGrp="1"/>
          </p:cNvSpPr>
          <p:nvPr>
            <p:ph type="body" sz="quarter" idx="14"/>
          </p:nvPr>
        </p:nvSpPr>
        <p:spPr>
          <a:xfrm>
            <a:off x="4305300" y="3429000"/>
            <a:ext cx="1943100" cy="504825"/>
          </a:xfrm>
        </p:spPr>
        <p:txBody>
          <a:bodyPr/>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6" name="Date Placeholder 3"/>
          <p:cNvSpPr>
            <a:spLocks noGrp="1"/>
          </p:cNvSpPr>
          <p:nvPr>
            <p:ph type="dt" sz="half" idx="15"/>
          </p:nvPr>
        </p:nvSpPr>
        <p:spPr/>
        <p:txBody>
          <a:bodyPr/>
          <a:lstStyle>
            <a:lvl1pPr>
              <a:defRPr/>
            </a:lvl1pPr>
          </a:lstStyle>
          <a:p>
            <a:pPr>
              <a:defRPr/>
            </a:pPr>
            <a:fld id="{8F883713-ED5A-B046-A406-EF29CD277822}" type="datetime3">
              <a:rPr lang="en-GB"/>
              <a:pPr>
                <a:defRPr/>
              </a:pPr>
              <a:t>9 October, 2024</a:t>
            </a:fld>
            <a:endParaRPr lang="en-GB" dirty="0"/>
          </a:p>
        </p:txBody>
      </p:sp>
      <p:sp>
        <p:nvSpPr>
          <p:cNvPr id="9" name="Footer Placeholder 4"/>
          <p:cNvSpPr>
            <a:spLocks noGrp="1"/>
          </p:cNvSpPr>
          <p:nvPr>
            <p:ph type="ftr" sz="quarter" idx="16"/>
          </p:nvPr>
        </p:nvSpPr>
        <p:spPr/>
        <p:txBody>
          <a:bodyPr/>
          <a:lstStyle>
            <a:lvl1pPr>
              <a:defRPr/>
            </a:lvl1pPr>
          </a:lstStyle>
          <a:p>
            <a:pPr>
              <a:defRPr/>
            </a:pPr>
            <a:r>
              <a:rPr lang="en-GB" dirty="0"/>
              <a:t>POWERPOINT PRESENTATION TEMPLATE GREEN</a:t>
            </a:r>
          </a:p>
        </p:txBody>
      </p:sp>
      <p:sp>
        <p:nvSpPr>
          <p:cNvPr id="10" name="Slide Number Placeholder 5"/>
          <p:cNvSpPr>
            <a:spLocks noGrp="1"/>
          </p:cNvSpPr>
          <p:nvPr>
            <p:ph type="sldNum" sz="quarter" idx="17"/>
          </p:nvPr>
        </p:nvSpPr>
        <p:spPr/>
        <p:txBody>
          <a:bodyPr/>
          <a:lstStyle>
            <a:lvl1pPr>
              <a:defRPr/>
            </a:lvl1pPr>
          </a:lstStyle>
          <a:p>
            <a:pPr>
              <a:defRPr/>
            </a:pPr>
            <a:fld id="{03DA79B0-DC01-8341-A6E5-FE1D9E2297F6}" type="slidenum">
              <a:rPr lang="en-GB"/>
              <a:pPr>
                <a:defRPr/>
              </a:pPr>
              <a:t>‹#›</a:t>
            </a:fld>
            <a:endParaRPr lang="en-GB" dirty="0"/>
          </a:p>
        </p:txBody>
      </p:sp>
      <p:cxnSp>
        <p:nvCxnSpPr>
          <p:cNvPr id="11" name="Straight Connector 10"/>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5371665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031875" y="933450"/>
            <a:ext cx="8485188" cy="76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ctr" anchorCtr="0" compatLnSpc="1">
            <a:prstTxWarp prst="textNoShape">
              <a:avLst/>
            </a:prstTxWarp>
          </a:bodyPr>
          <a:lstStyle/>
          <a:p>
            <a:pPr lvl="0"/>
            <a:r>
              <a:rPr lang="en-US"/>
              <a:t>Click to edit Master title style</a:t>
            </a:r>
            <a:endParaRPr lang="en-GB"/>
          </a:p>
        </p:txBody>
      </p:sp>
      <p:sp>
        <p:nvSpPr>
          <p:cNvPr id="1027" name="Text Placeholder 2"/>
          <p:cNvSpPr>
            <a:spLocks noGrp="1"/>
          </p:cNvSpPr>
          <p:nvPr>
            <p:ph type="body" idx="1"/>
          </p:nvPr>
        </p:nvSpPr>
        <p:spPr bwMode="auto">
          <a:xfrm>
            <a:off x="1031875" y="1773238"/>
            <a:ext cx="8485188"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Rectangle 9"/>
          <p:cNvSpPr/>
          <p:nvPr/>
        </p:nvSpPr>
        <p:spPr bwMode="auto">
          <a:xfrm>
            <a:off x="387350" y="6340475"/>
            <a:ext cx="496888" cy="358775"/>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fontAlgn="auto">
              <a:spcBef>
                <a:spcPts val="0"/>
              </a:spcBef>
              <a:spcAft>
                <a:spcPts val="0"/>
              </a:spcAft>
              <a:defRPr/>
            </a:pPr>
            <a:endParaRPr lang="en-GB" sz="1050" b="1" dirty="0">
              <a:solidFill>
                <a:schemeClr val="bg1"/>
              </a:solidFill>
              <a:latin typeface="Lucida Sans" panose="020B0602030504020204" pitchFamily="34" charset="0"/>
              <a:cs typeface="Lucida Sans"/>
            </a:endParaRPr>
          </a:p>
        </p:txBody>
      </p:sp>
      <p:sp>
        <p:nvSpPr>
          <p:cNvPr id="8" name="Rectangle 7"/>
          <p:cNvSpPr/>
          <p:nvPr/>
        </p:nvSpPr>
        <p:spPr bwMode="auto">
          <a:xfrm>
            <a:off x="2864768" y="6340475"/>
            <a:ext cx="6652294" cy="358775"/>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050" dirty="0">
              <a:latin typeface="Lucida Sans" panose="020B0602030504020204" pitchFamily="34" charset="0"/>
              <a:cs typeface="Lucida Sans"/>
            </a:endParaRPr>
          </a:p>
        </p:txBody>
      </p:sp>
      <p:sp>
        <p:nvSpPr>
          <p:cNvPr id="9" name="Rectangle 8"/>
          <p:cNvSpPr/>
          <p:nvPr/>
        </p:nvSpPr>
        <p:spPr bwMode="auto">
          <a:xfrm>
            <a:off x="904874" y="6340475"/>
            <a:ext cx="1959893" cy="35877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fontAlgn="auto">
              <a:spcBef>
                <a:spcPts val="0"/>
              </a:spcBef>
              <a:spcAft>
                <a:spcPts val="0"/>
              </a:spcAft>
              <a:defRPr/>
            </a:pPr>
            <a:endParaRPr lang="en-GB" sz="1050" b="1" dirty="0">
              <a:latin typeface="Lucida Sans" panose="020B0602030504020204" pitchFamily="34" charset="0"/>
              <a:cs typeface="Lucida Sans"/>
            </a:endParaRPr>
          </a:p>
        </p:txBody>
      </p:sp>
      <p:sp>
        <p:nvSpPr>
          <p:cNvPr id="4" name="Date Placeholder 3"/>
          <p:cNvSpPr>
            <a:spLocks noGrp="1"/>
          </p:cNvSpPr>
          <p:nvPr>
            <p:ph type="dt" sz="half" idx="2"/>
          </p:nvPr>
        </p:nvSpPr>
        <p:spPr>
          <a:xfrm>
            <a:off x="904874" y="6337300"/>
            <a:ext cx="1959893" cy="365125"/>
          </a:xfrm>
          <a:prstGeom prst="rect">
            <a:avLst/>
          </a:prstGeom>
        </p:spPr>
        <p:txBody>
          <a:bodyPr vert="horz" lIns="0" tIns="0" rIns="91440" bIns="0" rtlCol="0" anchor="ctr"/>
          <a:lstStyle>
            <a:lvl1pPr algn="ctr" fontAlgn="auto">
              <a:spcBef>
                <a:spcPts val="0"/>
              </a:spcBef>
              <a:spcAft>
                <a:spcPts val="0"/>
              </a:spcAft>
              <a:defRPr sz="1200">
                <a:solidFill>
                  <a:schemeClr val="bg1"/>
                </a:solidFill>
                <a:latin typeface="Lucida Sans Unicode" panose="020B0602030504020204" pitchFamily="34" charset="0"/>
                <a:ea typeface="+mn-ea"/>
                <a:cs typeface="Lucida Sans Unicode" panose="020B0602030504020204" pitchFamily="34" charset="0"/>
              </a:defRPr>
            </a:lvl1pPr>
          </a:lstStyle>
          <a:p>
            <a:pPr>
              <a:defRPr/>
            </a:pPr>
            <a:fld id="{4F1F1A1D-5A50-6948-991C-837CA57582C3}" type="datetime3">
              <a:rPr lang="en-GB" smtClean="0"/>
              <a:pPr>
                <a:defRPr/>
              </a:pPr>
              <a:t>9 October, 2024</a:t>
            </a:fld>
            <a:endParaRPr lang="en-GB" dirty="0"/>
          </a:p>
        </p:txBody>
      </p:sp>
      <p:sp>
        <p:nvSpPr>
          <p:cNvPr id="5" name="Footer Placeholder 4"/>
          <p:cNvSpPr>
            <a:spLocks noGrp="1"/>
          </p:cNvSpPr>
          <p:nvPr>
            <p:ph type="ftr" sz="quarter" idx="3"/>
          </p:nvPr>
        </p:nvSpPr>
        <p:spPr>
          <a:xfrm>
            <a:off x="2864768" y="6337300"/>
            <a:ext cx="6645945" cy="365125"/>
          </a:xfrm>
          <a:prstGeom prst="rect">
            <a:avLst/>
          </a:prstGeom>
        </p:spPr>
        <p:txBody>
          <a:bodyPr vert="horz" lIns="108000" tIns="0" rIns="108000" bIns="0" rtlCol="0" anchor="ctr"/>
          <a:lstStyle>
            <a:lvl1pPr algn="ctr" fontAlgn="auto">
              <a:spcBef>
                <a:spcPts val="0"/>
              </a:spcBef>
              <a:spcAft>
                <a:spcPts val="0"/>
              </a:spcAft>
              <a:defRPr sz="1200">
                <a:solidFill>
                  <a:schemeClr val="tx1"/>
                </a:solidFill>
                <a:latin typeface="Georgia" panose="02040502050405020303" pitchFamily="18" charset="0"/>
                <a:ea typeface="+mn-ea"/>
                <a:cs typeface="+mn-cs"/>
              </a:defRPr>
            </a:lvl1pPr>
          </a:lstStyle>
          <a:p>
            <a:pPr>
              <a:defRPr/>
            </a:pPr>
            <a:r>
              <a:rPr lang="en-GB" dirty="0"/>
              <a:t>COS7039-B: Internet of Things</a:t>
            </a:r>
          </a:p>
        </p:txBody>
      </p:sp>
      <p:sp>
        <p:nvSpPr>
          <p:cNvPr id="6" name="Slide Number Placeholder 5"/>
          <p:cNvSpPr>
            <a:spLocks noGrp="1"/>
          </p:cNvSpPr>
          <p:nvPr>
            <p:ph type="sldNum" sz="quarter" idx="4"/>
          </p:nvPr>
        </p:nvSpPr>
        <p:spPr>
          <a:xfrm>
            <a:off x="377825" y="6337300"/>
            <a:ext cx="514350" cy="365125"/>
          </a:xfrm>
          <a:prstGeom prst="rect">
            <a:avLst/>
          </a:prstGeom>
        </p:spPr>
        <p:txBody>
          <a:bodyPr vert="horz" lIns="0" tIns="0" rIns="0" bIns="0" rtlCol="0" anchor="ctr"/>
          <a:lstStyle>
            <a:lvl1pPr algn="ctr" fontAlgn="auto">
              <a:spcBef>
                <a:spcPts val="0"/>
              </a:spcBef>
              <a:spcAft>
                <a:spcPts val="0"/>
              </a:spcAft>
              <a:defRPr sz="1200">
                <a:solidFill>
                  <a:schemeClr val="bg1"/>
                </a:solidFill>
                <a:latin typeface="Lucida Sans Unicode" panose="020B0602030504020204" pitchFamily="34" charset="0"/>
                <a:ea typeface="+mn-ea"/>
                <a:cs typeface="Lucida Sans Unicode" panose="020B0602030504020204" pitchFamily="34" charset="0"/>
              </a:defRPr>
            </a:lvl1pPr>
          </a:lstStyle>
          <a:p>
            <a:pPr>
              <a:defRPr/>
            </a:pPr>
            <a:fld id="{4C5149AA-8A9E-5444-AB41-F9FF35F082ED}" type="slidenum">
              <a:rPr lang="en-GB"/>
              <a:pPr>
                <a:defRPr/>
              </a:pPr>
              <a:t>‹#›</a:t>
            </a:fld>
            <a:endParaRPr lang="en-GB" dirty="0"/>
          </a:p>
        </p:txBody>
      </p:sp>
    </p:spTree>
  </p:cSld>
  <p:clrMap bg1="lt1" tx1="dk1" bg2="lt2" tx2="dk2" accent1="accent1" accent2="accent2" accent3="accent3" accent4="accent4" accent5="accent5" accent6="accent6" hlink="hlink" folHlink="folHlink"/>
  <p:sldLayoutIdLst>
    <p:sldLayoutId id="2147484189" r:id="rId1"/>
    <p:sldLayoutId id="2147484190" r:id="rId2"/>
    <p:sldLayoutId id="2147484191" r:id="rId3"/>
    <p:sldLayoutId id="2147484192" r:id="rId4"/>
    <p:sldLayoutId id="2147484193" r:id="rId5"/>
    <p:sldLayoutId id="2147484194" r:id="rId6"/>
    <p:sldLayoutId id="2147484195" r:id="rId7"/>
    <p:sldLayoutId id="2147484196" r:id="rId8"/>
    <p:sldLayoutId id="2147484197" r:id="rId9"/>
    <p:sldLayoutId id="2147484198" r:id="rId10"/>
    <p:sldLayoutId id="2147484199" r:id="rId11"/>
    <p:sldLayoutId id="2147484200" r:id="rId12"/>
    <p:sldLayoutId id="2147484201" r:id="rId13"/>
    <p:sldLayoutId id="2147484202" r:id="rId14"/>
    <p:sldLayoutId id="2147484203" r:id="rId15"/>
    <p:sldLayoutId id="2147484204" r:id="rId16"/>
    <p:sldLayoutId id="2147484205" r:id="rId17"/>
    <p:sldLayoutId id="2147484206" r:id="rId18"/>
    <p:sldLayoutId id="2147484207" r:id="rId19"/>
    <p:sldLayoutId id="2147484208" r:id="rId20"/>
    <p:sldLayoutId id="2147484209" r:id="rId21"/>
    <p:sldLayoutId id="2147484210" r:id="rId22"/>
    <p:sldLayoutId id="2147484211" r:id="rId23"/>
    <p:sldLayoutId id="2147484212" r:id="rId24"/>
    <p:sldLayoutId id="2147484213" r:id="rId25"/>
    <p:sldLayoutId id="2147484214" r:id="rId26"/>
    <p:sldLayoutId id="2147484215" r:id="rId27"/>
    <p:sldLayoutId id="2147484216" r:id="rId28"/>
    <p:sldLayoutId id="2147484217" r:id="rId29"/>
    <p:sldLayoutId id="2147484218" r:id="rId30"/>
    <p:sldLayoutId id="2147484219" r:id="rId31"/>
    <p:sldLayoutId id="2147484220" r:id="rId32"/>
    <p:sldLayoutId id="2147484221" r:id="rId33"/>
    <p:sldLayoutId id="2147484222" r:id="rId34"/>
  </p:sldLayoutIdLst>
  <p:hf hdr="0"/>
  <p:txStyles>
    <p:titleStyle>
      <a:lvl1pPr algn="l" rtl="0" eaLnBrk="1" fontAlgn="base" hangingPunct="1">
        <a:spcBef>
          <a:spcPct val="0"/>
        </a:spcBef>
        <a:spcAft>
          <a:spcPct val="0"/>
        </a:spcAft>
        <a:defRPr sz="3600" b="1" kern="1200">
          <a:solidFill>
            <a:srgbClr val="87A529"/>
          </a:solidFill>
          <a:latin typeface="Georgia" panose="02040502050405020303" pitchFamily="18" charset="0"/>
          <a:ea typeface="ＭＳ Ｐゴシック" charset="0"/>
          <a:cs typeface="ＭＳ Ｐゴシック" charset="0"/>
        </a:defRPr>
      </a:lvl1pPr>
      <a:lvl2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2pPr>
      <a:lvl3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3pPr>
      <a:lvl4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4pPr>
      <a:lvl5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5pPr>
      <a:lvl6pPr marL="4572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6pPr>
      <a:lvl7pPr marL="9144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7pPr>
      <a:lvl8pPr marL="13716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8pPr>
      <a:lvl9pPr marL="18288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9pPr>
    </p:titleStyle>
    <p:bodyStyle>
      <a:lvl1pPr marL="342900" indent="-342900" algn="l" rtl="0" eaLnBrk="1" fontAlgn="base" hangingPunct="1">
        <a:spcBef>
          <a:spcPct val="20000"/>
        </a:spcBef>
        <a:spcAft>
          <a:spcPct val="0"/>
        </a:spcAft>
        <a:buFont typeface="Arial" charset="0"/>
        <a:buChar char="•"/>
        <a:defRPr sz="2400" kern="1200">
          <a:solidFill>
            <a:schemeClr val="tx1"/>
          </a:solidFill>
          <a:latin typeface="Lucida Sans Unicode" panose="020B0602030504020204" pitchFamily="34" charset="0"/>
          <a:ea typeface="ＭＳ Ｐゴシック" charset="0"/>
          <a:cs typeface="Lucida Sans Unicode" panose="020B0602030504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Lucida Sans Unicode" panose="020B0602030504020204" pitchFamily="34" charset="0"/>
          <a:ea typeface="ＭＳ Ｐゴシック" charset="0"/>
          <a:cs typeface="Lucida Sans Unicode" panose="020B0602030504020204" pitchFamily="34" charset="0"/>
        </a:defRPr>
      </a:lvl2pPr>
      <a:lvl3pPr marL="1143000" indent="-228600" algn="l" rtl="0" eaLnBrk="1" fontAlgn="base" hangingPunct="1">
        <a:spcBef>
          <a:spcPct val="20000"/>
        </a:spcBef>
        <a:spcAft>
          <a:spcPct val="0"/>
        </a:spcAft>
        <a:buFont typeface="Arial" charset="0"/>
        <a:buChar char="•"/>
        <a:defRPr kern="1200">
          <a:solidFill>
            <a:schemeClr val="tx1"/>
          </a:solidFill>
          <a:latin typeface="Lucida Sans Unicode" panose="020B0602030504020204" pitchFamily="34" charset="0"/>
          <a:ea typeface="ＭＳ Ｐゴシック" charset="0"/>
          <a:cs typeface="Lucida Sans Unicode" panose="020B0602030504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Lucida Sans Unicode" panose="020B0602030504020204" pitchFamily="34" charset="0"/>
          <a:ea typeface="ＭＳ Ｐゴシック" charset="0"/>
          <a:cs typeface="Lucida Sans Unicode" panose="020B0602030504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Lucida Sans Unicode" panose="020B0602030504020204" pitchFamily="34" charset="0"/>
          <a:ea typeface="ＭＳ Ｐゴシック" charset="0"/>
          <a:cs typeface="Lucida Sans Unicode" panose="020B0602030504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auto">
          <a:xfrm>
            <a:off x="5276312" y="1917112"/>
            <a:ext cx="3143788" cy="2520000"/>
          </a:xfrm>
          <a:prstGeom prst="rect">
            <a:avLst/>
          </a:prstGeom>
          <a:noFill/>
          <a:ln w="12700">
            <a:solidFill>
              <a:srgbClr val="87A529"/>
            </a:solidFill>
            <a:prstDash val="soli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txBody>
          <a:bodyPr wrap="square" anchor="ctr">
            <a:normAutofit/>
          </a:bodyPr>
          <a:lstStyle/>
          <a:p>
            <a:r>
              <a:rPr lang="en-GB" sz="2500" dirty="0">
                <a:latin typeface="Helvetica" panose="020B0604020202020204" pitchFamily="34" charset="0"/>
                <a:ea typeface="Verdana" panose="020B0604030504040204" pitchFamily="34" charset="0"/>
                <a:cs typeface="Helvetica" panose="020B0604020202020204" pitchFamily="34" charset="0"/>
              </a:rPr>
              <a:t>Large Scale Data Driven Applications</a:t>
            </a:r>
          </a:p>
        </p:txBody>
      </p:sp>
      <p:pic>
        <p:nvPicPr>
          <p:cNvPr id="8" name="Picture Placeholder 7" descr="A picture containing sitting, large, ride, white&#10;&#10;Description automatically generated">
            <a:extLst>
              <a:ext uri="{FF2B5EF4-FFF2-40B4-BE49-F238E27FC236}">
                <a16:creationId xmlns:a16="http://schemas.microsoft.com/office/drawing/2014/main" id="{87EED139-1016-44E1-8501-F6FBB1F75440}"/>
              </a:ext>
            </a:extLst>
          </p:cNvPr>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16676" r="16676"/>
          <a:stretch>
            <a:fillRect/>
          </a:stretch>
        </p:blipFill>
        <p:spPr>
          <a:xfrm>
            <a:off x="2108200" y="1917700"/>
            <a:ext cx="2519363" cy="2519363"/>
          </a:xfrm>
        </p:spPr>
      </p:pic>
      <p:sp>
        <p:nvSpPr>
          <p:cNvPr id="7" name="Subtitle 6">
            <a:extLst>
              <a:ext uri="{FF2B5EF4-FFF2-40B4-BE49-F238E27FC236}">
                <a16:creationId xmlns:a16="http://schemas.microsoft.com/office/drawing/2014/main" id="{2A7F24C1-BF6E-43D8-A57F-60FFBF172E51}"/>
              </a:ext>
            </a:extLst>
          </p:cNvPr>
          <p:cNvSpPr>
            <a:spLocks noGrp="1"/>
          </p:cNvSpPr>
          <p:nvPr>
            <p:ph type="subTitle" idx="1"/>
          </p:nvPr>
        </p:nvSpPr>
        <p:spPr bwMode="auto">
          <a:xfrm>
            <a:off x="1485900" y="4869160"/>
            <a:ext cx="6934200" cy="628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anchor="ctr">
            <a:normAutofit/>
          </a:bodyPr>
          <a:lstStyle/>
          <a:p>
            <a:r>
              <a:rPr lang="en-GB" sz="3200" dirty="0">
                <a:latin typeface="Helvetica" panose="020B0604020202020204" pitchFamily="34" charset="0"/>
                <a:ea typeface="Verdana" panose="020B0604030504040204" pitchFamily="34" charset="0"/>
                <a:cs typeface="Helvetica" panose="020B0604020202020204" pitchFamily="34" charset="0"/>
              </a:rPr>
              <a:t>Overview of NoSQL Database</a:t>
            </a:r>
          </a:p>
        </p:txBody>
      </p:sp>
      <p:sp>
        <p:nvSpPr>
          <p:cNvPr id="5" name="Footer Placeholder 4"/>
          <p:cNvSpPr>
            <a:spLocks noGrp="1"/>
          </p:cNvSpPr>
          <p:nvPr>
            <p:ph type="ftr" sz="quarter" idx="15"/>
          </p:nvPr>
        </p:nvSpPr>
        <p:spPr>
          <a:xfrm>
            <a:off x="2864768" y="6337300"/>
            <a:ext cx="6645945" cy="365125"/>
          </a:xfrm>
          <a:prstGeom prst="rect">
            <a:avLst/>
          </a:prstGeom>
        </p:spPr>
        <p:txBody>
          <a:bodyPr anchor="ctr">
            <a:normAutofit/>
          </a:bodyPr>
          <a:lstStyle/>
          <a:p>
            <a:pPr>
              <a:spcAft>
                <a:spcPts val="600"/>
              </a:spcAft>
              <a:defRPr/>
            </a:pPr>
            <a:r>
              <a:rPr lang="en-GB" dirty="0"/>
              <a:t>COS6009-B: Large Scale Data Driven Applications</a:t>
            </a:r>
          </a:p>
        </p:txBody>
      </p:sp>
      <p:sp>
        <p:nvSpPr>
          <p:cNvPr id="6" name="Slide Number Placeholder 5"/>
          <p:cNvSpPr>
            <a:spLocks noGrp="1"/>
          </p:cNvSpPr>
          <p:nvPr>
            <p:ph type="sldNum" sz="quarter" idx="16"/>
          </p:nvPr>
        </p:nvSpPr>
        <p:spPr>
          <a:xfrm>
            <a:off x="377825" y="6337300"/>
            <a:ext cx="514350" cy="365125"/>
          </a:xfrm>
          <a:prstGeom prst="rect">
            <a:avLst/>
          </a:prstGeom>
        </p:spPr>
        <p:txBody>
          <a:bodyPr anchor="ctr">
            <a:normAutofit/>
          </a:bodyPr>
          <a:lstStyle/>
          <a:p>
            <a:pPr>
              <a:spcAft>
                <a:spcPts val="600"/>
              </a:spcAft>
              <a:defRPr/>
            </a:pPr>
            <a:fld id="{5DF220EC-324F-0142-ADB7-E82420EFE078}" type="slidenum">
              <a:rPr lang="en-GB" smtClean="0"/>
              <a:pPr>
                <a:spcAft>
                  <a:spcPts val="600"/>
                </a:spcAft>
                <a:defRPr/>
              </a:pPr>
              <a:t>1</a:t>
            </a:fld>
            <a:endParaRPr lang="en-GB" dirty="0"/>
          </a:p>
        </p:txBody>
      </p:sp>
    </p:spTree>
    <p:extLst>
      <p:ext uri="{BB962C8B-B14F-4D97-AF65-F5344CB8AC3E}">
        <p14:creationId xmlns:p14="http://schemas.microsoft.com/office/powerpoint/2010/main" val="2795566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488504" y="44624"/>
            <a:ext cx="5602259" cy="780762"/>
          </a:xfrm>
        </p:spPr>
        <p:txBody>
          <a:bodyPr/>
          <a:lstStyle/>
          <a:p>
            <a:r>
              <a:rPr lang="en-GB" sz="3200" dirty="0"/>
              <a:t>Outline</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a:t>
            </a:fld>
            <a:endParaRPr lang="en-GB" dirty="0"/>
          </a:p>
        </p:txBody>
      </p:sp>
      <p:sp>
        <p:nvSpPr>
          <p:cNvPr id="3" name="Content Placeholder 2">
            <a:extLst>
              <a:ext uri="{FF2B5EF4-FFF2-40B4-BE49-F238E27FC236}">
                <a16:creationId xmlns:a16="http://schemas.microsoft.com/office/drawing/2014/main" id="{2FEE6F10-BAF0-90B1-17AF-10D6EFC928B2}"/>
              </a:ext>
            </a:extLst>
          </p:cNvPr>
          <p:cNvSpPr>
            <a:spLocks noGrp="1"/>
          </p:cNvSpPr>
          <p:nvPr>
            <p:ph idx="1"/>
          </p:nvPr>
        </p:nvSpPr>
        <p:spPr>
          <a:xfrm>
            <a:off x="488504" y="1196752"/>
            <a:ext cx="7310364" cy="2232248"/>
          </a:xfrm>
        </p:spPr>
        <p:txBody>
          <a:bodyPr>
            <a:normAutofit/>
          </a:bodyPr>
          <a:lstStyle/>
          <a:p>
            <a:pPr>
              <a:buFont typeface="Arial" panose="020B0604020202020204" pitchFamily="34" charset="0"/>
              <a:buChar char="•"/>
            </a:pPr>
            <a:r>
              <a:rPr lang="en-US" dirty="0">
                <a:latin typeface="Helvetica" panose="020B0604020202020204" pitchFamily="34" charset="0"/>
                <a:cs typeface="Helvetica" panose="020B0604020202020204" pitchFamily="34" charset="0"/>
              </a:rPr>
              <a:t>Differences between SQL and NoSQL databases</a:t>
            </a:r>
          </a:p>
          <a:p>
            <a:r>
              <a:rPr lang="en-US" dirty="0">
                <a:latin typeface="Helvetica" panose="020B0604020202020204" pitchFamily="34" charset="0"/>
                <a:cs typeface="Helvetica" panose="020B0604020202020204" pitchFamily="34" charset="0"/>
              </a:rPr>
              <a:t>Overview of NoSQL Databases</a:t>
            </a:r>
          </a:p>
          <a:p>
            <a:r>
              <a:rPr lang="en-US" dirty="0">
                <a:latin typeface="Helvetica" panose="020B0604020202020204" pitchFamily="34" charset="0"/>
                <a:cs typeface="Helvetica" panose="020B0604020202020204" pitchFamily="34" charset="0"/>
              </a:rPr>
              <a:t>Introduction to MongoDB</a:t>
            </a:r>
          </a:p>
          <a:p>
            <a:r>
              <a:rPr lang="en-US" dirty="0">
                <a:latin typeface="Helvetica" panose="020B0604020202020204" pitchFamily="34" charset="0"/>
                <a:cs typeface="Helvetica" panose="020B0604020202020204" pitchFamily="34" charset="0"/>
              </a:rPr>
              <a:t>Overview of BSON and JSON Format</a:t>
            </a:r>
          </a:p>
          <a:p>
            <a:r>
              <a:rPr lang="en-US" dirty="0">
                <a:latin typeface="Helvetica" panose="020B0604020202020204" pitchFamily="34" charset="0"/>
                <a:cs typeface="Helvetica" panose="020B0604020202020204" pitchFamily="34" charset="0"/>
              </a:rPr>
              <a:t>Basic MongoDB Model</a:t>
            </a:r>
          </a:p>
          <a:p>
            <a:pPr marL="0" indent="0">
              <a:buNone/>
            </a:pPr>
            <a:endParaRPr lang="en-US"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234101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407016" y="29413"/>
            <a:ext cx="8146383" cy="780762"/>
          </a:xfrm>
        </p:spPr>
        <p:txBody>
          <a:bodyPr/>
          <a:lstStyle/>
          <a:p>
            <a:r>
              <a:rPr lang="en-GB" sz="3200" dirty="0"/>
              <a:t>Summary of early database systems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3</a:t>
            </a:fld>
            <a:endParaRPr lang="en-GB" dirty="0"/>
          </a:p>
        </p:txBody>
      </p:sp>
      <p:graphicFrame>
        <p:nvGraphicFramePr>
          <p:cNvPr id="3" name="Table 3">
            <a:extLst>
              <a:ext uri="{FF2B5EF4-FFF2-40B4-BE49-F238E27FC236}">
                <a16:creationId xmlns:a16="http://schemas.microsoft.com/office/drawing/2014/main" id="{2899255D-2088-5A5F-D53B-4CFBE682E9BD}"/>
              </a:ext>
            </a:extLst>
          </p:cNvPr>
          <p:cNvGraphicFramePr>
            <a:graphicFrameLocks noGrp="1"/>
          </p:cNvGraphicFramePr>
          <p:nvPr>
            <p:extLst>
              <p:ext uri="{D42A27DB-BD31-4B8C-83A1-F6EECF244321}">
                <p14:modId xmlns:p14="http://schemas.microsoft.com/office/powerpoint/2010/main" val="1144061190"/>
              </p:ext>
            </p:extLst>
          </p:nvPr>
        </p:nvGraphicFramePr>
        <p:xfrm>
          <a:off x="316260" y="1197270"/>
          <a:ext cx="9273480" cy="4680002"/>
        </p:xfrm>
        <a:graphic>
          <a:graphicData uri="http://schemas.openxmlformats.org/drawingml/2006/table">
            <a:tbl>
              <a:tblPr firstRow="1" bandRow="1">
                <a:tableStyleId>{5C22544A-7EE6-4342-B048-85BDC9FD1C3A}</a:tableStyleId>
              </a:tblPr>
              <a:tblGrid>
                <a:gridCol w="3091160">
                  <a:extLst>
                    <a:ext uri="{9D8B030D-6E8A-4147-A177-3AD203B41FA5}">
                      <a16:colId xmlns:a16="http://schemas.microsoft.com/office/drawing/2014/main" val="799430894"/>
                    </a:ext>
                  </a:extLst>
                </a:gridCol>
                <a:gridCol w="3091160">
                  <a:extLst>
                    <a:ext uri="{9D8B030D-6E8A-4147-A177-3AD203B41FA5}">
                      <a16:colId xmlns:a16="http://schemas.microsoft.com/office/drawing/2014/main" val="89596169"/>
                    </a:ext>
                  </a:extLst>
                </a:gridCol>
                <a:gridCol w="3091160">
                  <a:extLst>
                    <a:ext uri="{9D8B030D-6E8A-4147-A177-3AD203B41FA5}">
                      <a16:colId xmlns:a16="http://schemas.microsoft.com/office/drawing/2014/main" val="3369845184"/>
                    </a:ext>
                  </a:extLst>
                </a:gridCol>
              </a:tblGrid>
              <a:tr h="379179">
                <a:tc>
                  <a:txBody>
                    <a:bodyPr/>
                    <a:lstStyle/>
                    <a:p>
                      <a:pPr algn="ctr"/>
                      <a:r>
                        <a:rPr lang="en-GB" dirty="0">
                          <a:latin typeface="Helvetica" panose="020B0604020202020204" pitchFamily="34" charset="0"/>
                          <a:cs typeface="Helvetica" panose="020B0604020202020204" pitchFamily="34" charset="0"/>
                        </a:rPr>
                        <a:t>Database</a:t>
                      </a:r>
                    </a:p>
                  </a:txBody>
                  <a:tcPr/>
                </a:tc>
                <a:tc>
                  <a:txBody>
                    <a:bodyPr/>
                    <a:lstStyle/>
                    <a:p>
                      <a:pPr algn="ctr"/>
                      <a:r>
                        <a:rPr lang="en-GB" dirty="0">
                          <a:latin typeface="Helvetica" panose="020B0604020202020204" pitchFamily="34" charset="0"/>
                          <a:cs typeface="Helvetica" panose="020B0604020202020204" pitchFamily="34" charset="0"/>
                        </a:rPr>
                        <a:t>Advantages</a:t>
                      </a:r>
                    </a:p>
                  </a:txBody>
                  <a:tcPr/>
                </a:tc>
                <a:tc>
                  <a:txBody>
                    <a:bodyPr/>
                    <a:lstStyle/>
                    <a:p>
                      <a:pPr algn="ctr"/>
                      <a:r>
                        <a:rPr lang="en-GB" dirty="0">
                          <a:latin typeface="Helvetica" panose="020B0604020202020204" pitchFamily="34" charset="0"/>
                          <a:cs typeface="Helvetica" panose="020B0604020202020204" pitchFamily="34" charset="0"/>
                        </a:rPr>
                        <a:t>Disadvantages</a:t>
                      </a:r>
                    </a:p>
                  </a:txBody>
                  <a:tcPr/>
                </a:tc>
                <a:extLst>
                  <a:ext uri="{0D108BD9-81ED-4DB2-BD59-A6C34878D82A}">
                    <a16:rowId xmlns:a16="http://schemas.microsoft.com/office/drawing/2014/main" val="1892581866"/>
                  </a:ext>
                </a:extLst>
              </a:tr>
              <a:tr h="1495938">
                <a:tc>
                  <a:txBody>
                    <a:bodyPr/>
                    <a:lstStyle/>
                    <a:p>
                      <a:endParaRPr lang="en-GB" dirty="0">
                        <a:latin typeface="Helvetica" panose="020B0604020202020204" pitchFamily="34" charset="0"/>
                        <a:cs typeface="Helvetica" panose="020B0604020202020204" pitchFamily="34" charset="0"/>
                      </a:endParaRPr>
                    </a:p>
                    <a:p>
                      <a:endParaRPr lang="en-GB" dirty="0">
                        <a:latin typeface="Helvetica" panose="020B0604020202020204" pitchFamily="34" charset="0"/>
                        <a:cs typeface="Helvetica" panose="020B0604020202020204" pitchFamily="34" charset="0"/>
                      </a:endParaRPr>
                    </a:p>
                    <a:p>
                      <a:r>
                        <a:rPr lang="en-GB" dirty="0">
                          <a:latin typeface="Helvetica" panose="020B0604020202020204" pitchFamily="34" charset="0"/>
                          <a:cs typeface="Helvetica" panose="020B0604020202020204" pitchFamily="34" charset="0"/>
                        </a:rPr>
                        <a:t>Flat File Systems</a:t>
                      </a:r>
                    </a:p>
                  </a:txBody>
                  <a:tcPr/>
                </a:tc>
                <a:tc>
                  <a:txBody>
                    <a:bodyPr/>
                    <a:lstStyle/>
                    <a:p>
                      <a:endParaRPr lang="en-GB" dirty="0">
                        <a:latin typeface="Helvetica" panose="020B0604020202020204" pitchFamily="34" charset="0"/>
                        <a:cs typeface="Helvetica" panose="020B0604020202020204" pitchFamily="34" charset="0"/>
                      </a:endParaRPr>
                    </a:p>
                    <a:p>
                      <a:r>
                        <a:rPr lang="en-GB" dirty="0">
                          <a:latin typeface="Helvetica" panose="020B0604020202020204" pitchFamily="34" charset="0"/>
                          <a:cs typeface="Helvetica" panose="020B0604020202020204" pitchFamily="34" charset="0"/>
                        </a:rPr>
                        <a:t>Simplest form of database, storing data in plain text files.</a:t>
                      </a:r>
                    </a:p>
                  </a:txBody>
                  <a:tcPr/>
                </a:tc>
                <a:tc>
                  <a:txBody>
                    <a:bodyPr/>
                    <a:lstStyle/>
                    <a:p>
                      <a:r>
                        <a:rPr lang="en-GB" dirty="0">
                          <a:latin typeface="Helvetica" panose="020B0604020202020204" pitchFamily="34" charset="0"/>
                          <a:cs typeface="Helvetica" panose="020B0604020202020204" pitchFamily="34" charset="0"/>
                        </a:rPr>
                        <a:t>Can leads to duplicated data and inefficient retrieval.</a:t>
                      </a:r>
                    </a:p>
                    <a:p>
                      <a:r>
                        <a:rPr lang="en-GB" dirty="0">
                          <a:latin typeface="Helvetica" panose="020B0604020202020204" pitchFamily="34" charset="0"/>
                          <a:cs typeface="Helvetica" panose="020B0604020202020204" pitchFamily="34" charset="0"/>
                        </a:rPr>
                        <a:t>Difficult to implement security controls to protect confidential data.</a:t>
                      </a:r>
                    </a:p>
                  </a:txBody>
                  <a:tcPr/>
                </a:tc>
                <a:extLst>
                  <a:ext uri="{0D108BD9-81ED-4DB2-BD59-A6C34878D82A}">
                    <a16:rowId xmlns:a16="http://schemas.microsoft.com/office/drawing/2014/main" val="1758128680"/>
                  </a:ext>
                </a:extLst>
              </a:tr>
              <a:tr h="1215450">
                <a:tc>
                  <a:txBody>
                    <a:bodyPr/>
                    <a:lstStyle/>
                    <a:p>
                      <a:endParaRPr lang="en-GB" dirty="0">
                        <a:latin typeface="Helvetica" panose="020B0604020202020204" pitchFamily="34" charset="0"/>
                        <a:cs typeface="Helvetica" panose="020B0604020202020204" pitchFamily="34" charset="0"/>
                      </a:endParaRPr>
                    </a:p>
                    <a:p>
                      <a:r>
                        <a:rPr lang="en-GB" dirty="0">
                          <a:latin typeface="Helvetica" panose="020B0604020202020204" pitchFamily="34" charset="0"/>
                          <a:cs typeface="Helvetica" panose="020B0604020202020204" pitchFamily="34" charset="0"/>
                        </a:rPr>
                        <a:t>Hierarchical Database Systems</a:t>
                      </a:r>
                    </a:p>
                  </a:txBody>
                  <a:tcPr/>
                </a:tc>
                <a:tc>
                  <a:txBody>
                    <a:bodyPr/>
                    <a:lstStyle/>
                    <a:p>
                      <a:r>
                        <a:rPr lang="en-GB" dirty="0">
                          <a:latin typeface="Helvetica" panose="020B0604020202020204" pitchFamily="34" charset="0"/>
                          <a:cs typeface="Helvetica" panose="020B0604020202020204" pitchFamily="34" charset="0"/>
                        </a:rPr>
                        <a:t>Organised data in tree-like structure with parent-child relationship.</a:t>
                      </a:r>
                    </a:p>
                  </a:txBody>
                  <a:tcPr/>
                </a:tc>
                <a:tc>
                  <a:txBody>
                    <a:bodyPr/>
                    <a:lstStyle/>
                    <a:p>
                      <a:r>
                        <a:rPr lang="en-GB" dirty="0">
                          <a:latin typeface="Helvetica" panose="020B0604020202020204" pitchFamily="34" charset="0"/>
                          <a:cs typeface="Helvetica" panose="020B0604020202020204" pitchFamily="34" charset="0"/>
                        </a:rPr>
                        <a:t>Changes in the structure are challenging to implement. Searching in the database can be inefficient.</a:t>
                      </a:r>
                    </a:p>
                  </a:txBody>
                  <a:tcPr/>
                </a:tc>
                <a:extLst>
                  <a:ext uri="{0D108BD9-81ED-4DB2-BD59-A6C34878D82A}">
                    <a16:rowId xmlns:a16="http://schemas.microsoft.com/office/drawing/2014/main" val="3849285135"/>
                  </a:ext>
                </a:extLst>
              </a:tr>
              <a:tr h="934962">
                <a:tc>
                  <a:txBody>
                    <a:bodyPr/>
                    <a:lstStyle/>
                    <a:p>
                      <a:endParaRPr lang="en-GB" dirty="0">
                        <a:latin typeface="Helvetica" panose="020B0604020202020204" pitchFamily="34" charset="0"/>
                        <a:cs typeface="Helvetica" panose="020B0604020202020204" pitchFamily="34" charset="0"/>
                      </a:endParaRPr>
                    </a:p>
                    <a:p>
                      <a:r>
                        <a:rPr lang="en-GB" dirty="0">
                          <a:latin typeface="Helvetica" panose="020B0604020202020204" pitchFamily="34" charset="0"/>
                          <a:cs typeface="Helvetica" panose="020B0604020202020204" pitchFamily="34" charset="0"/>
                        </a:rPr>
                        <a:t>Network Database Systems</a:t>
                      </a:r>
                    </a:p>
                  </a:txBody>
                  <a:tcPr/>
                </a:tc>
                <a:tc>
                  <a:txBody>
                    <a:bodyPr/>
                    <a:lstStyle/>
                    <a:p>
                      <a:r>
                        <a:rPr lang="en-GB" dirty="0">
                          <a:latin typeface="Helvetica" panose="020B0604020202020204" pitchFamily="34" charset="0"/>
                          <a:cs typeface="Helvetica" panose="020B0604020202020204" pitchFamily="34" charset="0"/>
                        </a:rPr>
                        <a:t>Modelled data using a graph structure, allowing many to many relationship.</a:t>
                      </a:r>
                    </a:p>
                  </a:txBody>
                  <a:tcPr/>
                </a:tc>
                <a:tc>
                  <a:txBody>
                    <a:bodyPr/>
                    <a:lstStyle/>
                    <a:p>
                      <a:r>
                        <a:rPr lang="en-GB" dirty="0">
                          <a:latin typeface="Helvetica" panose="020B0604020202020204" pitchFamily="34" charset="0"/>
                          <a:cs typeface="Helvetica" panose="020B0604020202020204" pitchFamily="34" charset="0"/>
                        </a:rPr>
                        <a:t>Complexity in designing and maintaining the database schema.</a:t>
                      </a:r>
                    </a:p>
                  </a:txBody>
                  <a:tcPr/>
                </a:tc>
                <a:extLst>
                  <a:ext uri="{0D108BD9-81ED-4DB2-BD59-A6C34878D82A}">
                    <a16:rowId xmlns:a16="http://schemas.microsoft.com/office/drawing/2014/main" val="2591857000"/>
                  </a:ext>
                </a:extLst>
              </a:tr>
              <a:tr h="654473">
                <a:tc>
                  <a:txBody>
                    <a:bodyPr/>
                    <a:lstStyle/>
                    <a:p>
                      <a:r>
                        <a:rPr lang="en-GB" dirty="0">
                          <a:latin typeface="Helvetica" panose="020B0604020202020204" pitchFamily="34" charset="0"/>
                          <a:cs typeface="Helvetica" panose="020B0604020202020204" pitchFamily="34" charset="0"/>
                        </a:rPr>
                        <a:t>Relational Database Management Systems</a:t>
                      </a:r>
                    </a:p>
                  </a:txBody>
                  <a:tcPr/>
                </a:tc>
                <a:tc>
                  <a:txBody>
                    <a:bodyPr/>
                    <a:lstStyle/>
                    <a:p>
                      <a:r>
                        <a:rPr lang="en-GB" dirty="0">
                          <a:latin typeface="Helvetica" panose="020B0604020202020204" pitchFamily="34" charset="0"/>
                          <a:cs typeface="Helvetica" panose="020B0604020202020204" pitchFamily="34" charset="0"/>
                        </a:rPr>
                        <a:t>Organised data into tables with rows and columns.</a:t>
                      </a:r>
                    </a:p>
                  </a:txBody>
                  <a:tcPr/>
                </a:tc>
                <a:tc>
                  <a:txBody>
                    <a:bodyPr/>
                    <a:lstStyle/>
                    <a:p>
                      <a:r>
                        <a:rPr lang="en-GB" dirty="0">
                          <a:latin typeface="Helvetica" panose="020B0604020202020204" pitchFamily="34" charset="0"/>
                          <a:cs typeface="Helvetica" panose="020B0604020202020204" pitchFamily="34" charset="0"/>
                        </a:rPr>
                        <a:t>Scalability challenges with big data with high traffic app.</a:t>
                      </a:r>
                    </a:p>
                  </a:txBody>
                  <a:tcPr/>
                </a:tc>
                <a:extLst>
                  <a:ext uri="{0D108BD9-81ED-4DB2-BD59-A6C34878D82A}">
                    <a16:rowId xmlns:a16="http://schemas.microsoft.com/office/drawing/2014/main" val="3885362647"/>
                  </a:ext>
                </a:extLst>
              </a:tr>
            </a:tbl>
          </a:graphicData>
        </a:graphic>
      </p:graphicFrame>
    </p:spTree>
    <p:extLst>
      <p:ext uri="{BB962C8B-B14F-4D97-AF65-F5344CB8AC3E}">
        <p14:creationId xmlns:p14="http://schemas.microsoft.com/office/powerpoint/2010/main" val="616367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488504" y="0"/>
            <a:ext cx="9937104" cy="780762"/>
          </a:xfrm>
        </p:spPr>
        <p:txBody>
          <a:bodyPr/>
          <a:lstStyle/>
          <a:p>
            <a:r>
              <a:rPr lang="en-GB" sz="3000" dirty="0"/>
              <a:t>Structure and characteristics of SQL databases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4</a:t>
            </a:fld>
            <a:endParaRPr lang="en-GB" dirty="0"/>
          </a:p>
        </p:txBody>
      </p:sp>
      <p:sp>
        <p:nvSpPr>
          <p:cNvPr id="3" name="Content Placeholder 2">
            <a:extLst>
              <a:ext uri="{FF2B5EF4-FFF2-40B4-BE49-F238E27FC236}">
                <a16:creationId xmlns:a16="http://schemas.microsoft.com/office/drawing/2014/main" id="{A079262B-1A0A-547B-9FA6-893E4717870F}"/>
              </a:ext>
            </a:extLst>
          </p:cNvPr>
          <p:cNvSpPr>
            <a:spLocks noGrp="1"/>
          </p:cNvSpPr>
          <p:nvPr>
            <p:ph idx="1"/>
          </p:nvPr>
        </p:nvSpPr>
        <p:spPr>
          <a:xfrm>
            <a:off x="488504" y="1052736"/>
            <a:ext cx="8568952" cy="5112568"/>
          </a:xfrm>
        </p:spPr>
        <p:txBody>
          <a:bodyPr>
            <a:normAutofit fontScale="85000" lnSpcReduction="10000"/>
          </a:bodyPr>
          <a:lstStyle/>
          <a:p>
            <a:pPr>
              <a:defRPr/>
            </a:pPr>
            <a:r>
              <a:rPr lang="en-GB" sz="2200" b="1" dirty="0">
                <a:latin typeface="Helvetica" panose="020B0604020202020204" pitchFamily="34" charset="0"/>
                <a:ea typeface="+mn-ea"/>
                <a:cs typeface="Helvetica" panose="020B0604020202020204" pitchFamily="34" charset="0"/>
              </a:rPr>
              <a:t>Structure: </a:t>
            </a:r>
            <a:r>
              <a:rPr lang="en-GB" sz="2200" dirty="0">
                <a:latin typeface="Helvetica" panose="020B0604020202020204" pitchFamily="34" charset="0"/>
                <a:ea typeface="+mn-ea"/>
                <a:cs typeface="Helvetica" panose="020B0604020202020204" pitchFamily="34" charset="0"/>
              </a:rPr>
              <a:t>SQL databases follow a </a:t>
            </a:r>
            <a:r>
              <a:rPr lang="en-GB" sz="2200" b="1" dirty="0">
                <a:latin typeface="Helvetica" panose="020B0604020202020204" pitchFamily="34" charset="0"/>
                <a:ea typeface="+mn-ea"/>
                <a:cs typeface="Helvetica" panose="020B0604020202020204" pitchFamily="34" charset="0"/>
              </a:rPr>
              <a:t>relational data model</a:t>
            </a:r>
            <a:r>
              <a:rPr lang="en-GB" sz="2200" dirty="0">
                <a:latin typeface="Helvetica" panose="020B0604020202020204" pitchFamily="34" charset="0"/>
                <a:ea typeface="+mn-ea"/>
                <a:cs typeface="Helvetica" panose="020B0604020202020204" pitchFamily="34" charset="0"/>
              </a:rPr>
              <a:t>, where data is organised into tables, rows, and columns.</a:t>
            </a:r>
          </a:p>
          <a:p>
            <a:pPr>
              <a:defRPr/>
            </a:pPr>
            <a:endParaRPr lang="en-GB" sz="2200" dirty="0">
              <a:latin typeface="Helvetica" panose="020B0604020202020204" pitchFamily="34" charset="0"/>
              <a:ea typeface="+mn-ea"/>
              <a:cs typeface="Helvetica" panose="020B0604020202020204" pitchFamily="34" charset="0"/>
            </a:endParaRPr>
          </a:p>
          <a:p>
            <a:pPr>
              <a:defRPr/>
            </a:pPr>
            <a:r>
              <a:rPr lang="en-GB" sz="2200" b="1" dirty="0">
                <a:latin typeface="Helvetica" panose="020B0604020202020204" pitchFamily="34" charset="0"/>
                <a:ea typeface="+mn-ea"/>
                <a:cs typeface="Helvetica" panose="020B0604020202020204" pitchFamily="34" charset="0"/>
              </a:rPr>
              <a:t>Schema: </a:t>
            </a:r>
            <a:r>
              <a:rPr lang="en-GB" sz="2200" dirty="0">
                <a:latin typeface="Helvetica" panose="020B0604020202020204" pitchFamily="34" charset="0"/>
                <a:ea typeface="+mn-ea"/>
                <a:cs typeface="Helvetica" panose="020B0604020202020204" pitchFamily="34" charset="0"/>
              </a:rPr>
              <a:t>A </a:t>
            </a:r>
            <a:r>
              <a:rPr lang="en-GB" sz="2200" b="1" dirty="0">
                <a:latin typeface="Helvetica" panose="020B0604020202020204" pitchFamily="34" charset="0"/>
                <a:ea typeface="+mn-ea"/>
                <a:cs typeface="Helvetica" panose="020B0604020202020204" pitchFamily="34" charset="0"/>
              </a:rPr>
              <a:t>rigid schema </a:t>
            </a:r>
            <a:r>
              <a:rPr lang="en-GB" sz="2200" dirty="0">
                <a:latin typeface="Helvetica" panose="020B0604020202020204" pitchFamily="34" charset="0"/>
                <a:ea typeface="+mn-ea"/>
                <a:cs typeface="Helvetica" panose="020B0604020202020204" pitchFamily="34" charset="0"/>
              </a:rPr>
              <a:t>is defined in advance, specifying the data types and relationships between columns.</a:t>
            </a:r>
          </a:p>
          <a:p>
            <a:pPr>
              <a:defRPr/>
            </a:pPr>
            <a:endParaRPr lang="en-GB" sz="2200" dirty="0">
              <a:latin typeface="Helvetica" panose="020B0604020202020204" pitchFamily="34" charset="0"/>
              <a:ea typeface="+mn-ea"/>
              <a:cs typeface="Helvetica" panose="020B0604020202020204" pitchFamily="34" charset="0"/>
            </a:endParaRPr>
          </a:p>
          <a:p>
            <a:pPr>
              <a:defRPr/>
            </a:pPr>
            <a:r>
              <a:rPr lang="en-GB" sz="2200" b="1" dirty="0">
                <a:latin typeface="Helvetica" panose="020B0604020202020204" pitchFamily="34" charset="0"/>
                <a:ea typeface="+mn-ea"/>
                <a:cs typeface="Helvetica" panose="020B0604020202020204" pitchFamily="34" charset="0"/>
              </a:rPr>
              <a:t>Normalisation: </a:t>
            </a:r>
            <a:r>
              <a:rPr lang="en-GB" sz="2200" dirty="0">
                <a:latin typeface="Helvetica" panose="020B0604020202020204" pitchFamily="34" charset="0"/>
                <a:ea typeface="+mn-ea"/>
                <a:cs typeface="Helvetica" panose="020B0604020202020204" pitchFamily="34" charset="0"/>
              </a:rPr>
              <a:t>SQL databases often </a:t>
            </a:r>
            <a:r>
              <a:rPr lang="en-GB" sz="2200" b="1" dirty="0">
                <a:latin typeface="Helvetica" panose="020B0604020202020204" pitchFamily="34" charset="0"/>
                <a:ea typeface="+mn-ea"/>
                <a:cs typeface="Helvetica" panose="020B0604020202020204" pitchFamily="34" charset="0"/>
              </a:rPr>
              <a:t>employ normalisation techniques</a:t>
            </a:r>
            <a:r>
              <a:rPr lang="en-GB" sz="2200" dirty="0">
                <a:latin typeface="Helvetica" panose="020B0604020202020204" pitchFamily="34" charset="0"/>
                <a:ea typeface="+mn-ea"/>
                <a:cs typeface="Helvetica" panose="020B0604020202020204" pitchFamily="34" charset="0"/>
              </a:rPr>
              <a:t> to reduce data redundancy and improve data integrity.</a:t>
            </a:r>
          </a:p>
          <a:p>
            <a:pPr>
              <a:defRPr/>
            </a:pPr>
            <a:endParaRPr lang="en-GB" sz="2200" dirty="0">
              <a:latin typeface="Helvetica" panose="020B0604020202020204" pitchFamily="34" charset="0"/>
              <a:ea typeface="+mn-ea"/>
              <a:cs typeface="Helvetica" panose="020B0604020202020204" pitchFamily="34" charset="0"/>
            </a:endParaRPr>
          </a:p>
          <a:p>
            <a:pPr>
              <a:defRPr/>
            </a:pPr>
            <a:r>
              <a:rPr lang="en-GB" sz="2200" b="1" dirty="0">
                <a:latin typeface="Helvetica" panose="020B0604020202020204" pitchFamily="34" charset="0"/>
                <a:ea typeface="+mn-ea"/>
                <a:cs typeface="Helvetica" panose="020B0604020202020204" pitchFamily="34" charset="0"/>
              </a:rPr>
              <a:t>ACID properties: </a:t>
            </a:r>
            <a:r>
              <a:rPr lang="en-GB" sz="2200" dirty="0">
                <a:latin typeface="Helvetica" panose="020B0604020202020204" pitchFamily="34" charset="0"/>
                <a:ea typeface="+mn-ea"/>
                <a:cs typeface="Helvetica" panose="020B0604020202020204" pitchFamily="34" charset="0"/>
              </a:rPr>
              <a:t>SQL databases typically adhere to the </a:t>
            </a:r>
            <a:r>
              <a:rPr lang="en-GB" sz="2200" b="1" dirty="0">
                <a:latin typeface="Helvetica" panose="020B0604020202020204" pitchFamily="34" charset="0"/>
                <a:ea typeface="+mn-ea"/>
                <a:cs typeface="Helvetica" panose="020B0604020202020204" pitchFamily="34" charset="0"/>
              </a:rPr>
              <a:t>ACID properties</a:t>
            </a:r>
            <a:r>
              <a:rPr lang="en-GB" sz="2200" dirty="0">
                <a:latin typeface="Helvetica" panose="020B0604020202020204" pitchFamily="34" charset="0"/>
                <a:ea typeface="+mn-ea"/>
                <a:cs typeface="Helvetica" panose="020B0604020202020204" pitchFamily="34" charset="0"/>
              </a:rPr>
              <a:t> (Atomicity, Consistency, Isolation, Durability) to ensure data reliability.</a:t>
            </a:r>
          </a:p>
          <a:p>
            <a:pPr>
              <a:defRPr/>
            </a:pPr>
            <a:endParaRPr lang="en-GB" sz="2200" dirty="0">
              <a:latin typeface="Helvetica" panose="020B0604020202020204" pitchFamily="34" charset="0"/>
              <a:ea typeface="+mn-ea"/>
              <a:cs typeface="Helvetica" panose="020B0604020202020204" pitchFamily="34" charset="0"/>
            </a:endParaRPr>
          </a:p>
          <a:p>
            <a:pPr>
              <a:defRPr/>
            </a:pPr>
            <a:r>
              <a:rPr lang="en-GB" sz="2200" b="1" dirty="0">
                <a:latin typeface="Helvetica" panose="020B0604020202020204" pitchFamily="34" charset="0"/>
                <a:ea typeface="+mn-ea"/>
                <a:cs typeface="Helvetica" panose="020B0604020202020204" pitchFamily="34" charset="0"/>
              </a:rPr>
              <a:t>Queries: </a:t>
            </a:r>
            <a:r>
              <a:rPr lang="en-US" sz="2200" b="1" dirty="0">
                <a:latin typeface="Helvetica" panose="020B0604020202020204" pitchFamily="34" charset="0"/>
                <a:cs typeface="Helvetica" panose="020B0604020202020204" pitchFamily="34" charset="0"/>
              </a:rPr>
              <a:t>Data Manipulation and Data Definition Languages </a:t>
            </a:r>
            <a:r>
              <a:rPr lang="en-US" sz="2200" dirty="0">
                <a:latin typeface="Helvetica" panose="020B0604020202020204" pitchFamily="34" charset="0"/>
                <a:cs typeface="Helvetica" panose="020B0604020202020204" pitchFamily="34" charset="0"/>
              </a:rPr>
              <a:t>to manipulate databases. </a:t>
            </a:r>
          </a:p>
          <a:p>
            <a:pPr>
              <a:defRPr/>
            </a:pPr>
            <a:endParaRPr lang="en-GB" sz="2200" dirty="0">
              <a:latin typeface="Helvetica" panose="020B0604020202020204" pitchFamily="34" charset="0"/>
              <a:ea typeface="+mn-ea"/>
              <a:cs typeface="Helvetica" panose="020B0604020202020204" pitchFamily="34" charset="0"/>
            </a:endParaRPr>
          </a:p>
          <a:p>
            <a:pPr>
              <a:defRPr/>
            </a:pPr>
            <a:r>
              <a:rPr lang="en-GB" sz="2200" b="1" dirty="0">
                <a:latin typeface="Helvetica" panose="020B0604020202020204" pitchFamily="34" charset="0"/>
                <a:ea typeface="+mn-ea"/>
                <a:cs typeface="Helvetica" panose="020B0604020202020204" pitchFamily="34" charset="0"/>
              </a:rPr>
              <a:t>Common use cases: </a:t>
            </a:r>
            <a:r>
              <a:rPr lang="en-GB" sz="2200" dirty="0">
                <a:latin typeface="Helvetica" panose="020B0604020202020204" pitchFamily="34" charset="0"/>
                <a:ea typeface="+mn-ea"/>
                <a:cs typeface="Helvetica" panose="020B0604020202020204" pitchFamily="34" charset="0"/>
              </a:rPr>
              <a:t>SQL databases are well-suited for applications that require</a:t>
            </a:r>
            <a:r>
              <a:rPr lang="en-GB" sz="2200" b="1" dirty="0">
                <a:latin typeface="Helvetica" panose="020B0604020202020204" pitchFamily="34" charset="0"/>
                <a:ea typeface="+mn-ea"/>
                <a:cs typeface="Helvetica" panose="020B0604020202020204" pitchFamily="34" charset="0"/>
              </a:rPr>
              <a:t> structured data, complex queries, and transactional processing</a:t>
            </a:r>
            <a:r>
              <a:rPr lang="en-GB" sz="2200" dirty="0">
                <a:latin typeface="Helvetica" panose="020B0604020202020204" pitchFamily="34" charset="0"/>
                <a:ea typeface="+mn-ea"/>
                <a:cs typeface="Helvetica" panose="020B0604020202020204" pitchFamily="34" charset="0"/>
              </a:rPr>
              <a:t>.</a:t>
            </a:r>
          </a:p>
          <a:p>
            <a:pPr>
              <a:defRPr/>
            </a:pPr>
            <a:endParaRPr lang="en-GB" sz="2000" dirty="0">
              <a:ea typeface="+mn-ea"/>
            </a:endParaRPr>
          </a:p>
          <a:p>
            <a:pPr>
              <a:defRPr/>
            </a:pPr>
            <a:endParaRPr lang="en-US" sz="2000" dirty="0">
              <a:ea typeface="+mn-ea"/>
            </a:endParaRPr>
          </a:p>
        </p:txBody>
      </p:sp>
    </p:spTree>
    <p:extLst>
      <p:ext uri="{BB962C8B-B14F-4D97-AF65-F5344CB8AC3E}">
        <p14:creationId xmlns:p14="http://schemas.microsoft.com/office/powerpoint/2010/main" val="4080867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64721" y="0"/>
            <a:ext cx="6984776" cy="780762"/>
          </a:xfrm>
        </p:spPr>
        <p:txBody>
          <a:bodyPr/>
          <a:lstStyle/>
          <a:p>
            <a:r>
              <a:rPr lang="en-GB" sz="3200" dirty="0"/>
              <a:t>Transactions – ACID Properties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5</a:t>
            </a:fld>
            <a:endParaRPr lang="en-GB" dirty="0"/>
          </a:p>
        </p:txBody>
      </p:sp>
      <p:sp>
        <p:nvSpPr>
          <p:cNvPr id="5" name="Content Placeholder 2">
            <a:extLst>
              <a:ext uri="{FF2B5EF4-FFF2-40B4-BE49-F238E27FC236}">
                <a16:creationId xmlns:a16="http://schemas.microsoft.com/office/drawing/2014/main" id="{19101EEB-425F-04B5-D700-A14EE81FA804}"/>
              </a:ext>
            </a:extLst>
          </p:cNvPr>
          <p:cNvSpPr txBox="1">
            <a:spLocks/>
          </p:cNvSpPr>
          <p:nvPr/>
        </p:nvSpPr>
        <p:spPr bwMode="auto">
          <a:xfrm>
            <a:off x="488504" y="980728"/>
            <a:ext cx="8496944" cy="5341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normAutofit fontScale="92500" lnSpcReduction="10000"/>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Lucida Sans Unicode" panose="020B0602030504020204" pitchFamily="34" charset="0"/>
                <a:ea typeface="ＭＳ Ｐゴシック" charset="0"/>
                <a:cs typeface="Lucida Sans Unicode" panose="020B0602030504020204" pitchFamily="34" charset="0"/>
              </a:defRPr>
            </a:lvl1pPr>
            <a:lvl2pPr marL="742950" indent="-285750" algn="l" rtl="0" eaLnBrk="1" fontAlgn="base" hangingPunct="1">
              <a:spcBef>
                <a:spcPct val="20000"/>
              </a:spcBef>
              <a:spcAft>
                <a:spcPct val="0"/>
              </a:spcAft>
              <a:buFont typeface="Arial" charset="0"/>
              <a:buChar char="–"/>
              <a:defRPr sz="2400" kern="1200">
                <a:solidFill>
                  <a:schemeClr val="tx1"/>
                </a:solidFill>
                <a:latin typeface="Lucida Sans Unicode" panose="020B0602030504020204" pitchFamily="34" charset="0"/>
                <a:ea typeface="ＭＳ Ｐゴシック" charset="0"/>
                <a:cs typeface="Lucida Sans Unicode" panose="020B0602030504020204" pitchFamily="34" charset="0"/>
              </a:defRPr>
            </a:lvl2pPr>
            <a:lvl3pPr marL="1143000" indent="-228600" algn="l" rtl="0" eaLnBrk="1" fontAlgn="base" hangingPunct="1">
              <a:spcBef>
                <a:spcPct val="20000"/>
              </a:spcBef>
              <a:spcAft>
                <a:spcPct val="0"/>
              </a:spcAft>
              <a:buFont typeface="Arial" charset="0"/>
              <a:buChar char="•"/>
              <a:defRPr sz="2000" kern="1200">
                <a:solidFill>
                  <a:schemeClr val="tx1"/>
                </a:solidFill>
                <a:latin typeface="Lucida Sans Unicode" panose="020B0602030504020204" pitchFamily="34" charset="0"/>
                <a:ea typeface="ＭＳ Ｐゴシック" charset="0"/>
                <a:cs typeface="Lucida Sans Unicode" panose="020B0602030504020204" pitchFamily="34" charset="0"/>
              </a:defRPr>
            </a:lvl3pPr>
            <a:lvl4pPr marL="1600200" indent="-228600" algn="l" rtl="0" eaLnBrk="1" fontAlgn="base" hangingPunct="1">
              <a:spcBef>
                <a:spcPct val="20000"/>
              </a:spcBef>
              <a:spcAft>
                <a:spcPct val="0"/>
              </a:spcAft>
              <a:buFont typeface="Arial" charset="0"/>
              <a:buChar char="–"/>
              <a:defRPr sz="1800" kern="1200">
                <a:solidFill>
                  <a:schemeClr val="tx1"/>
                </a:solidFill>
                <a:latin typeface="Lucida Sans Unicode" panose="020B0602030504020204" pitchFamily="34" charset="0"/>
                <a:ea typeface="ＭＳ Ｐゴシック" charset="0"/>
                <a:cs typeface="Lucida Sans Unicode" panose="020B0602030504020204" pitchFamily="34" charset="0"/>
              </a:defRPr>
            </a:lvl4pPr>
            <a:lvl5pPr marL="2057400" indent="-228600" algn="l" rtl="0" eaLnBrk="1" fontAlgn="base" hangingPunct="1">
              <a:spcBef>
                <a:spcPct val="20000"/>
              </a:spcBef>
              <a:spcAft>
                <a:spcPct val="0"/>
              </a:spcAft>
              <a:buFont typeface="Arial" charset="0"/>
              <a:buChar char="»"/>
              <a:defRPr sz="1800" kern="1200">
                <a:solidFill>
                  <a:schemeClr val="tx1"/>
                </a:solidFill>
                <a:latin typeface="Lucida Sans Unicode" panose="020B0602030504020204" pitchFamily="34" charset="0"/>
                <a:ea typeface="ＭＳ Ｐゴシック" charset="0"/>
                <a:cs typeface="Lucida Sans Unicode" panose="020B0602030504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80000"/>
              </a:lnSpc>
            </a:pPr>
            <a:r>
              <a:rPr lang="en-US" altLang="en-US" sz="2200" b="1" dirty="0">
                <a:latin typeface="Helvetica" panose="020B0604020202020204" pitchFamily="34" charset="0"/>
                <a:cs typeface="Helvetica" panose="020B0604020202020204" pitchFamily="34" charset="0"/>
              </a:rPr>
              <a:t>Atomic</a:t>
            </a:r>
            <a:r>
              <a:rPr lang="en-US" altLang="en-US" sz="2200" dirty="0">
                <a:latin typeface="Helvetica" panose="020B0604020202020204" pitchFamily="34" charset="0"/>
                <a:cs typeface="Helvetica" panose="020B0604020202020204" pitchFamily="34" charset="0"/>
              </a:rPr>
              <a:t> – All of the work in a transaction completes (commit) or none of it completes</a:t>
            </a:r>
          </a:p>
          <a:p>
            <a:pPr lvl="1">
              <a:lnSpc>
                <a:spcPct val="80000"/>
              </a:lnSpc>
            </a:pPr>
            <a:r>
              <a:rPr lang="en-US" sz="1900" dirty="0">
                <a:latin typeface="Helvetica" panose="020B0604020202020204" pitchFamily="34" charset="0"/>
                <a:cs typeface="Helvetica" panose="020B0604020202020204" pitchFamily="34" charset="0"/>
              </a:rPr>
              <a:t>a transaction to transfer funds from one account to another involves making a withdrawal operation from the first account and a deposit operation on the second. If the deposit operation failed, you don’t want the withdrawal operation to happen either.</a:t>
            </a:r>
          </a:p>
          <a:p>
            <a:pPr lvl="1">
              <a:lnSpc>
                <a:spcPct val="80000"/>
              </a:lnSpc>
            </a:pPr>
            <a:endParaRPr lang="en-US" altLang="en-US" sz="1900" dirty="0">
              <a:latin typeface="Helvetica" panose="020B0604020202020204" pitchFamily="34" charset="0"/>
              <a:cs typeface="Helvetica" panose="020B0604020202020204" pitchFamily="34" charset="0"/>
            </a:endParaRPr>
          </a:p>
          <a:p>
            <a:pPr>
              <a:lnSpc>
                <a:spcPct val="80000"/>
              </a:lnSpc>
            </a:pPr>
            <a:r>
              <a:rPr lang="en-US" altLang="en-US" sz="2200" b="1" dirty="0">
                <a:latin typeface="Helvetica" panose="020B0604020202020204" pitchFamily="34" charset="0"/>
                <a:cs typeface="Helvetica" panose="020B0604020202020204" pitchFamily="34" charset="0"/>
              </a:rPr>
              <a:t>Consistent</a:t>
            </a:r>
            <a:r>
              <a:rPr lang="en-US" altLang="en-US" sz="2200" dirty="0">
                <a:latin typeface="Helvetica" panose="020B0604020202020204" pitchFamily="34" charset="0"/>
                <a:cs typeface="Helvetica" panose="020B0604020202020204" pitchFamily="34" charset="0"/>
              </a:rPr>
              <a:t> – A transaction transforms the database from one consistent state to another consistent state. Consistency is defined in terms of constraints.</a:t>
            </a:r>
          </a:p>
          <a:p>
            <a:pPr lvl="1">
              <a:lnSpc>
                <a:spcPct val="80000"/>
              </a:lnSpc>
            </a:pPr>
            <a:r>
              <a:rPr lang="en-US" sz="1700" dirty="0">
                <a:latin typeface="Helvetica" panose="020B0604020202020204" pitchFamily="34" charset="0"/>
                <a:cs typeface="Helvetica" panose="020B0604020202020204" pitchFamily="34" charset="0"/>
              </a:rPr>
              <a:t>a database tracking a checking account may only allow unique check numbers to exist for each transaction</a:t>
            </a:r>
          </a:p>
          <a:p>
            <a:pPr lvl="1">
              <a:lnSpc>
                <a:spcPct val="80000"/>
              </a:lnSpc>
            </a:pPr>
            <a:endParaRPr lang="en-US" altLang="en-US" sz="1700" dirty="0">
              <a:latin typeface="Helvetica" panose="020B0604020202020204" pitchFamily="34" charset="0"/>
              <a:cs typeface="Helvetica" panose="020B0604020202020204" pitchFamily="34" charset="0"/>
            </a:endParaRPr>
          </a:p>
          <a:p>
            <a:pPr>
              <a:lnSpc>
                <a:spcPct val="80000"/>
              </a:lnSpc>
            </a:pPr>
            <a:r>
              <a:rPr lang="en-US" altLang="en-US" sz="2200" b="1" dirty="0">
                <a:latin typeface="Helvetica" panose="020B0604020202020204" pitchFamily="34" charset="0"/>
                <a:cs typeface="Helvetica" panose="020B0604020202020204" pitchFamily="34" charset="0"/>
              </a:rPr>
              <a:t>Isolated</a:t>
            </a:r>
            <a:r>
              <a:rPr lang="en-US" altLang="en-US" sz="2200" dirty="0">
                <a:latin typeface="Helvetica" panose="020B0604020202020204" pitchFamily="34" charset="0"/>
                <a:cs typeface="Helvetica" panose="020B0604020202020204" pitchFamily="34" charset="0"/>
              </a:rPr>
              <a:t> – The results of any changes made during a transaction are not visible until the transaction has committed.</a:t>
            </a:r>
          </a:p>
          <a:p>
            <a:pPr lvl="1">
              <a:lnSpc>
                <a:spcPct val="80000"/>
              </a:lnSpc>
            </a:pPr>
            <a:r>
              <a:rPr lang="en-US" sz="1700" dirty="0">
                <a:latin typeface="Helvetica" panose="020B0604020202020204" pitchFamily="34" charset="0"/>
                <a:cs typeface="Helvetica" panose="020B0604020202020204" pitchFamily="34" charset="0"/>
              </a:rPr>
              <a:t>a teller looking up a balance must be isolated from a concurrent transaction involving a withdrawal from the same account. Only when the withdrawal transaction commits successfully and the teller looks at the balance again will the new balance be reported.</a:t>
            </a:r>
          </a:p>
          <a:p>
            <a:pPr lvl="1">
              <a:lnSpc>
                <a:spcPct val="80000"/>
              </a:lnSpc>
            </a:pPr>
            <a:endParaRPr lang="en-US" altLang="en-US" sz="1700" dirty="0">
              <a:latin typeface="Helvetica" panose="020B0604020202020204" pitchFamily="34" charset="0"/>
              <a:cs typeface="Helvetica" panose="020B0604020202020204" pitchFamily="34" charset="0"/>
            </a:endParaRPr>
          </a:p>
          <a:p>
            <a:pPr>
              <a:lnSpc>
                <a:spcPct val="80000"/>
              </a:lnSpc>
            </a:pPr>
            <a:r>
              <a:rPr lang="en-US" altLang="en-US" sz="2200" b="1" dirty="0">
                <a:latin typeface="Helvetica" panose="020B0604020202020204" pitchFamily="34" charset="0"/>
                <a:cs typeface="Helvetica" panose="020B0604020202020204" pitchFamily="34" charset="0"/>
              </a:rPr>
              <a:t>Durable</a:t>
            </a:r>
            <a:r>
              <a:rPr lang="en-US" altLang="en-US" sz="2200" dirty="0">
                <a:latin typeface="Helvetica" panose="020B0604020202020204" pitchFamily="34" charset="0"/>
                <a:cs typeface="Helvetica" panose="020B0604020202020204" pitchFamily="34" charset="0"/>
              </a:rPr>
              <a:t> – The results of a committed transaction survive failures</a:t>
            </a:r>
          </a:p>
          <a:p>
            <a:pPr lvl="1">
              <a:lnSpc>
                <a:spcPct val="80000"/>
              </a:lnSpc>
            </a:pPr>
            <a:r>
              <a:rPr lang="en-US" sz="1700" dirty="0">
                <a:latin typeface="Helvetica" panose="020B0604020202020204" pitchFamily="34" charset="0"/>
                <a:cs typeface="Helvetica" panose="020B0604020202020204" pitchFamily="34" charset="0"/>
              </a:rPr>
              <a:t>A system crash or any other failure must not be allowed to lose the results of a transaction or the contents of the database. Durability is often achieved through separate transaction logs that can "re-create" all transactions from some picked point in time (like a backup).</a:t>
            </a:r>
            <a:endParaRPr lang="en-US" altLang="en-US" sz="1700" dirty="0">
              <a:latin typeface="Helvetica" panose="020B0604020202020204" pitchFamily="34" charset="0"/>
              <a:cs typeface="Helvetica" panose="020B0604020202020204" pitchFamily="34" charset="0"/>
            </a:endParaRPr>
          </a:p>
          <a:p>
            <a:pPr>
              <a:lnSpc>
                <a:spcPct val="80000"/>
              </a:lnSpc>
            </a:pPr>
            <a:endParaRPr lang="en-US" altLang="en-US" dirty="0"/>
          </a:p>
        </p:txBody>
      </p:sp>
    </p:spTree>
    <p:extLst>
      <p:ext uri="{BB962C8B-B14F-4D97-AF65-F5344CB8AC3E}">
        <p14:creationId xmlns:p14="http://schemas.microsoft.com/office/powerpoint/2010/main" val="327274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46979" y="0"/>
            <a:ext cx="6192688" cy="780762"/>
          </a:xfrm>
        </p:spPr>
        <p:txBody>
          <a:bodyPr/>
          <a:lstStyle/>
          <a:p>
            <a:r>
              <a:rPr lang="en-GB" sz="3200" dirty="0"/>
              <a:t>SQL Database Examples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6</a:t>
            </a:fld>
            <a:endParaRPr lang="en-GB" dirty="0"/>
          </a:p>
        </p:txBody>
      </p:sp>
      <p:sp>
        <p:nvSpPr>
          <p:cNvPr id="3" name="Content Placeholder 2">
            <a:extLst>
              <a:ext uri="{FF2B5EF4-FFF2-40B4-BE49-F238E27FC236}">
                <a16:creationId xmlns:a16="http://schemas.microsoft.com/office/drawing/2014/main" id="{1B3867B0-FCD9-2649-37E1-93D8FF883D19}"/>
              </a:ext>
            </a:extLst>
          </p:cNvPr>
          <p:cNvSpPr>
            <a:spLocks noGrp="1"/>
          </p:cNvSpPr>
          <p:nvPr>
            <p:ph idx="1"/>
          </p:nvPr>
        </p:nvSpPr>
        <p:spPr>
          <a:xfrm>
            <a:off x="488504" y="1052736"/>
            <a:ext cx="7680960" cy="4349494"/>
          </a:xfrm>
        </p:spPr>
        <p:txBody>
          <a:bodyPr>
            <a:normAutofit/>
          </a:bodyPr>
          <a:lstStyle/>
          <a:p>
            <a:pPr>
              <a:defRPr/>
            </a:pPr>
            <a:r>
              <a:rPr lang="en-US" sz="2400" dirty="0">
                <a:latin typeface="Helvetica" panose="020B0604020202020204" pitchFamily="34" charset="0"/>
                <a:cs typeface="Helvetica" panose="020B0604020202020204" pitchFamily="34" charset="0"/>
              </a:rPr>
              <a:t>Commercial</a:t>
            </a:r>
          </a:p>
          <a:p>
            <a:pPr lvl="1">
              <a:defRPr/>
            </a:pPr>
            <a:r>
              <a:rPr lang="en-US" sz="2000" dirty="0">
                <a:latin typeface="Helvetica" panose="020B0604020202020204" pitchFamily="34" charset="0"/>
                <a:cs typeface="Helvetica" panose="020B0604020202020204" pitchFamily="34" charset="0"/>
              </a:rPr>
              <a:t>IBM DB2</a:t>
            </a:r>
          </a:p>
          <a:p>
            <a:pPr lvl="1">
              <a:defRPr/>
            </a:pPr>
            <a:r>
              <a:rPr lang="en-US" sz="2000" dirty="0">
                <a:latin typeface="Helvetica" panose="020B0604020202020204" pitchFamily="34" charset="0"/>
                <a:cs typeface="Helvetica" panose="020B0604020202020204" pitchFamily="34" charset="0"/>
              </a:rPr>
              <a:t>Oracle RDMS</a:t>
            </a:r>
          </a:p>
          <a:p>
            <a:pPr lvl="1">
              <a:defRPr/>
            </a:pPr>
            <a:r>
              <a:rPr lang="en-US" sz="2000" dirty="0">
                <a:latin typeface="Helvetica" panose="020B0604020202020204" pitchFamily="34" charset="0"/>
                <a:cs typeface="Helvetica" panose="020B0604020202020204" pitchFamily="34" charset="0"/>
              </a:rPr>
              <a:t>Microsoft SQL Server</a:t>
            </a:r>
          </a:p>
          <a:p>
            <a:pPr lvl="1">
              <a:defRPr/>
            </a:pPr>
            <a:r>
              <a:rPr lang="en-US" sz="2000" dirty="0">
                <a:latin typeface="Helvetica" panose="020B0604020202020204" pitchFamily="34" charset="0"/>
                <a:cs typeface="Helvetica" panose="020B0604020202020204" pitchFamily="34" charset="0"/>
              </a:rPr>
              <a:t>Sybase SQL Anywhere</a:t>
            </a:r>
          </a:p>
          <a:p>
            <a:pPr>
              <a:defRPr/>
            </a:pPr>
            <a:r>
              <a:rPr lang="en-US" sz="2400" dirty="0">
                <a:latin typeface="Helvetica" panose="020B0604020202020204" pitchFamily="34" charset="0"/>
                <a:cs typeface="Helvetica" panose="020B0604020202020204" pitchFamily="34" charset="0"/>
              </a:rPr>
              <a:t>Open Source (with commercial options) </a:t>
            </a:r>
          </a:p>
          <a:p>
            <a:pPr lvl="1">
              <a:defRPr/>
            </a:pPr>
            <a:r>
              <a:rPr lang="en-US" sz="2000" dirty="0">
                <a:latin typeface="Helvetica" panose="020B0604020202020204" pitchFamily="34" charset="0"/>
                <a:cs typeface="Helvetica" panose="020B0604020202020204" pitchFamily="34" charset="0"/>
              </a:rPr>
              <a:t>MySQL</a:t>
            </a:r>
          </a:p>
          <a:p>
            <a:pPr lvl="1">
              <a:defRPr/>
            </a:pPr>
            <a:r>
              <a:rPr lang="en-US" sz="2000" dirty="0">
                <a:latin typeface="Helvetica" panose="020B0604020202020204" pitchFamily="34" charset="0"/>
                <a:cs typeface="Helvetica" panose="020B0604020202020204" pitchFamily="34" charset="0"/>
              </a:rPr>
              <a:t>Ingres</a:t>
            </a:r>
          </a:p>
          <a:p>
            <a:pPr marL="0" indent="0" algn="ctr">
              <a:buFont typeface="Wingdings" pitchFamily="2" charset="2"/>
              <a:buNone/>
              <a:defRPr/>
            </a:pPr>
            <a:r>
              <a:rPr lang="en-US" b="1" dirty="0">
                <a:latin typeface="Helvetica" panose="020B0604020202020204" pitchFamily="34" charset="0"/>
                <a:cs typeface="Helvetica" panose="020B0604020202020204" pitchFamily="34" charset="0"/>
              </a:rPr>
              <a:t>Significant portions of the </a:t>
            </a:r>
            <a:br>
              <a:rPr lang="en-US" b="1" dirty="0">
                <a:latin typeface="Helvetica" panose="020B0604020202020204" pitchFamily="34" charset="0"/>
                <a:cs typeface="Helvetica" panose="020B0604020202020204" pitchFamily="34" charset="0"/>
              </a:rPr>
            </a:br>
            <a:r>
              <a:rPr lang="en-US" b="1" dirty="0">
                <a:latin typeface="Helvetica" panose="020B0604020202020204" pitchFamily="34" charset="0"/>
                <a:cs typeface="Helvetica" panose="020B0604020202020204" pitchFamily="34" charset="0"/>
              </a:rPr>
              <a:t>world’s economy use SQL databases!</a:t>
            </a:r>
          </a:p>
        </p:txBody>
      </p:sp>
    </p:spTree>
    <p:extLst>
      <p:ext uri="{BB962C8B-B14F-4D97-AF65-F5344CB8AC3E}">
        <p14:creationId xmlns:p14="http://schemas.microsoft.com/office/powerpoint/2010/main" val="608246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36475" y="0"/>
            <a:ext cx="9433048" cy="780762"/>
          </a:xfrm>
        </p:spPr>
        <p:txBody>
          <a:bodyPr/>
          <a:lstStyle/>
          <a:p>
            <a:r>
              <a:rPr lang="en-GB" sz="3200" dirty="0"/>
              <a:t>SQL: Limitations for modern data challenges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7</a:t>
            </a:fld>
            <a:endParaRPr lang="en-GB" dirty="0"/>
          </a:p>
        </p:txBody>
      </p:sp>
      <p:sp>
        <p:nvSpPr>
          <p:cNvPr id="8" name="TextBox 7">
            <a:extLst>
              <a:ext uri="{FF2B5EF4-FFF2-40B4-BE49-F238E27FC236}">
                <a16:creationId xmlns:a16="http://schemas.microsoft.com/office/drawing/2014/main" id="{89CD06E9-1780-8B3C-6C3D-1017FCCB6FE1}"/>
              </a:ext>
            </a:extLst>
          </p:cNvPr>
          <p:cNvSpPr txBox="1"/>
          <p:nvPr/>
        </p:nvSpPr>
        <p:spPr>
          <a:xfrm flipH="1">
            <a:off x="374595" y="896763"/>
            <a:ext cx="9122157" cy="5324535"/>
          </a:xfrm>
          <a:prstGeom prst="rect">
            <a:avLst/>
          </a:prstGeom>
          <a:noFill/>
        </p:spPr>
        <p:txBody>
          <a:bodyPr wrap="square" rtlCol="0">
            <a:spAutoFit/>
          </a:bodyPr>
          <a:lstStyle/>
          <a:p>
            <a:pPr marL="342900" indent="-34290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Scalability: </a:t>
            </a:r>
            <a:r>
              <a:rPr lang="en-GB" sz="2000" dirty="0">
                <a:latin typeface="Helvetica" panose="020B0604020202020204" pitchFamily="34" charset="0"/>
                <a:cs typeface="Helvetica" panose="020B0604020202020204" pitchFamily="34" charset="0"/>
              </a:rPr>
              <a:t>SQL databases can struggle to scale horizontally to handle massive datasets, often requiring expensive hardware upgrades.</a:t>
            </a:r>
          </a:p>
          <a:p>
            <a:pPr marL="342900" indent="-34290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Flexibility: </a:t>
            </a:r>
            <a:r>
              <a:rPr lang="en-GB" sz="2000" dirty="0">
                <a:latin typeface="Helvetica" panose="020B0604020202020204" pitchFamily="34" charset="0"/>
                <a:cs typeface="Helvetica" panose="020B0604020202020204" pitchFamily="34" charset="0"/>
              </a:rPr>
              <a:t>The rigid schema of SQL databases can limit adaptability to changing data requirements, making it difficult to accommodate new data types or structures.</a:t>
            </a:r>
          </a:p>
          <a:p>
            <a:pPr marL="342900" indent="-34290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Performance:</a:t>
            </a:r>
            <a:r>
              <a:rPr lang="en-GB" sz="2000" dirty="0">
                <a:latin typeface="Helvetica" panose="020B0604020202020204" pitchFamily="34" charset="0"/>
                <a:cs typeface="Helvetica" panose="020B0604020202020204" pitchFamily="34" charset="0"/>
              </a:rPr>
              <a:t> Complex queries and joins can become performance bottlenecks, especially when dealing with large datasets.</a:t>
            </a:r>
          </a:p>
          <a:p>
            <a:pPr marL="342900" indent="-34290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Unstructured data: </a:t>
            </a:r>
            <a:r>
              <a:rPr lang="en-GB" sz="2000" dirty="0">
                <a:latin typeface="Helvetica" panose="020B0604020202020204" pitchFamily="34" charset="0"/>
                <a:cs typeface="Helvetica" panose="020B0604020202020204" pitchFamily="34" charset="0"/>
              </a:rPr>
              <a:t>SQL databases are not well-suited for handling unstructured data, such as text, images, and videos, which are increasingly prevalent in modern applications.</a:t>
            </a:r>
          </a:p>
          <a:p>
            <a:pPr marL="342900" indent="-34290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Real-time analytics: </a:t>
            </a:r>
            <a:r>
              <a:rPr lang="en-GB" sz="2000" dirty="0">
                <a:latin typeface="Helvetica" panose="020B0604020202020204" pitchFamily="34" charset="0"/>
                <a:cs typeface="Helvetica" panose="020B0604020202020204" pitchFamily="34" charset="0"/>
              </a:rPr>
              <a:t>SQL databases may not be optimised for real-time analytics and data processing, which is essential for many modern applications.</a:t>
            </a:r>
          </a:p>
        </p:txBody>
      </p:sp>
    </p:spTree>
    <p:extLst>
      <p:ext uri="{BB962C8B-B14F-4D97-AF65-F5344CB8AC3E}">
        <p14:creationId xmlns:p14="http://schemas.microsoft.com/office/powerpoint/2010/main" val="1986047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77825" y="87217"/>
            <a:ext cx="8473787" cy="767465"/>
          </a:xfrm>
        </p:spPr>
        <p:txBody>
          <a:bodyPr wrap="square" anchor="ctr">
            <a:normAutofit/>
          </a:bodyPr>
          <a:lstStyle/>
          <a:p>
            <a:r>
              <a:rPr lang="en-GB" dirty="0"/>
              <a:t>NoSQL!</a:t>
            </a:r>
          </a:p>
        </p:txBody>
      </p:sp>
      <p:sp>
        <p:nvSpPr>
          <p:cNvPr id="3" name="Content Placeholder 2">
            <a:extLst>
              <a:ext uri="{FF2B5EF4-FFF2-40B4-BE49-F238E27FC236}">
                <a16:creationId xmlns:a16="http://schemas.microsoft.com/office/drawing/2014/main" id="{B802A3EA-D7EE-B728-7082-7D101638DD54}"/>
              </a:ext>
            </a:extLst>
          </p:cNvPr>
          <p:cNvSpPr>
            <a:spLocks noGrp="1"/>
          </p:cNvSpPr>
          <p:nvPr>
            <p:ph sz="half" idx="1"/>
          </p:nvPr>
        </p:nvSpPr>
        <p:spPr>
          <a:xfrm>
            <a:off x="548825" y="1603540"/>
            <a:ext cx="5503088" cy="2148489"/>
          </a:xfrm>
        </p:spPr>
        <p:txBody>
          <a:bodyPr wrap="square" anchor="t">
            <a:normAutofit/>
          </a:bodyPr>
          <a:lstStyle/>
          <a:p>
            <a:pPr marL="0" indent="0">
              <a:buFont typeface="Wingdings" panose="05000000000000000000" pitchFamily="2" charset="2"/>
              <a:buNone/>
            </a:pPr>
            <a:r>
              <a:rPr lang="en-GB" altLang="en-US" dirty="0">
                <a:latin typeface="Helvetica" panose="020B0604020202020204" pitchFamily="34" charset="0"/>
                <a:cs typeface="Helvetica" panose="020B0604020202020204" pitchFamily="34" charset="0"/>
              </a:rPr>
              <a:t>NoSQL databases are currently a hot topic in some areas of computing, with over a hundred different NoSQL databases.</a:t>
            </a:r>
            <a:endParaRPr lang="en-US" altLang="en-US" dirty="0">
              <a:latin typeface="Helvetica" panose="020B0604020202020204" pitchFamily="34" charset="0"/>
              <a:cs typeface="Helvetica" panose="020B0604020202020204" pitchFamily="34" charset="0"/>
            </a:endParaRPr>
          </a:p>
        </p:txBody>
      </p:sp>
      <p:pic>
        <p:nvPicPr>
          <p:cNvPr id="4" name="Picture 3">
            <a:extLst>
              <a:ext uri="{FF2B5EF4-FFF2-40B4-BE49-F238E27FC236}">
                <a16:creationId xmlns:a16="http://schemas.microsoft.com/office/drawing/2014/main" id="{06E18D80-6D35-4CDA-0D45-D43FC6EA22C4}"/>
              </a:ext>
            </a:extLst>
          </p:cNvPr>
          <p:cNvPicPr>
            <a:picLocks noChangeAspect="1"/>
          </p:cNvPicPr>
          <p:nvPr/>
        </p:nvPicPr>
        <p:blipFill>
          <a:blip r:embed="rId2"/>
          <a:stretch>
            <a:fillRect/>
          </a:stretch>
        </p:blipFill>
        <p:spPr>
          <a:xfrm>
            <a:off x="5759629" y="836075"/>
            <a:ext cx="3713328" cy="5501225"/>
          </a:xfrm>
          <a:prstGeom prst="rect">
            <a:avLst/>
          </a:prstGeom>
          <a:noFill/>
        </p:spPr>
      </p:pic>
      <p:sp>
        <p:nvSpPr>
          <p:cNvPr id="12" name="Date Placeholder 4">
            <a:extLst>
              <a:ext uri="{FF2B5EF4-FFF2-40B4-BE49-F238E27FC236}">
                <a16:creationId xmlns:a16="http://schemas.microsoft.com/office/drawing/2014/main" id="{13B1CCB2-3D2D-9145-6AE1-A5B6D1318ED3}"/>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9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8</a:t>
            </a:fld>
            <a:endParaRPr lang="en-GB"/>
          </a:p>
        </p:txBody>
      </p:sp>
    </p:spTree>
    <p:extLst>
      <p:ext uri="{BB962C8B-B14F-4D97-AF65-F5344CB8AC3E}">
        <p14:creationId xmlns:p14="http://schemas.microsoft.com/office/powerpoint/2010/main" val="3910056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94557" y="119550"/>
            <a:ext cx="8473787" cy="767465"/>
          </a:xfrm>
        </p:spPr>
        <p:txBody>
          <a:bodyPr wrap="square" anchor="ctr">
            <a:normAutofit/>
          </a:bodyPr>
          <a:lstStyle/>
          <a:p>
            <a:r>
              <a:rPr lang="en-GB" dirty="0"/>
              <a:t>NoSQL?</a:t>
            </a:r>
          </a:p>
        </p:txBody>
      </p:sp>
      <p:sp>
        <p:nvSpPr>
          <p:cNvPr id="12" name="Date Placeholder 4">
            <a:extLst>
              <a:ext uri="{FF2B5EF4-FFF2-40B4-BE49-F238E27FC236}">
                <a16:creationId xmlns:a16="http://schemas.microsoft.com/office/drawing/2014/main" id="{13B1CCB2-3D2D-9145-6AE1-A5B6D1318ED3}"/>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9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9</a:t>
            </a:fld>
            <a:endParaRPr lang="en-GB"/>
          </a:p>
        </p:txBody>
      </p:sp>
      <p:sp>
        <p:nvSpPr>
          <p:cNvPr id="5" name="Content Placeholder 2">
            <a:extLst>
              <a:ext uri="{FF2B5EF4-FFF2-40B4-BE49-F238E27FC236}">
                <a16:creationId xmlns:a16="http://schemas.microsoft.com/office/drawing/2014/main" id="{F43A948D-1B72-FA50-35DA-B4CBDCC10F5F}"/>
              </a:ext>
            </a:extLst>
          </p:cNvPr>
          <p:cNvSpPr txBox="1">
            <a:spLocks/>
          </p:cNvSpPr>
          <p:nvPr/>
        </p:nvSpPr>
        <p:spPr bwMode="auto">
          <a:xfrm>
            <a:off x="635000" y="1253331"/>
            <a:ext cx="887095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normAutofit/>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Lucida Sans Unicode" panose="020B0602030504020204" pitchFamily="34" charset="0"/>
                <a:ea typeface="ＭＳ Ｐゴシック" charset="0"/>
                <a:cs typeface="Lucida Sans Unicode" panose="020B0602030504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Lucida Sans Unicode" panose="020B0602030504020204" pitchFamily="34" charset="0"/>
                <a:ea typeface="ＭＳ Ｐゴシック" charset="0"/>
                <a:cs typeface="Lucida Sans Unicode" panose="020B0602030504020204" pitchFamily="34" charset="0"/>
              </a:defRPr>
            </a:lvl2pPr>
            <a:lvl3pPr marL="1143000" indent="-228600" algn="l" rtl="0" eaLnBrk="1" fontAlgn="base" hangingPunct="1">
              <a:spcBef>
                <a:spcPct val="20000"/>
              </a:spcBef>
              <a:spcAft>
                <a:spcPct val="0"/>
              </a:spcAft>
              <a:buFont typeface="Arial" charset="0"/>
              <a:buChar char="•"/>
              <a:defRPr sz="1800" kern="1200">
                <a:solidFill>
                  <a:schemeClr val="tx1"/>
                </a:solidFill>
                <a:latin typeface="Lucida Sans Unicode" panose="020B0602030504020204" pitchFamily="34" charset="0"/>
                <a:ea typeface="ＭＳ Ｐゴシック" charset="0"/>
                <a:cs typeface="Lucida Sans Unicode" panose="020B0602030504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Lucida Sans Unicode" panose="020B0602030504020204" pitchFamily="34" charset="0"/>
                <a:ea typeface="ＭＳ Ｐゴシック" charset="0"/>
                <a:cs typeface="Lucida Sans Unicode" panose="020B0602030504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Lucida Sans Unicode" panose="020B0602030504020204" pitchFamily="34" charset="0"/>
                <a:ea typeface="ＭＳ Ｐゴシック" charset="0"/>
                <a:cs typeface="Lucida Sans Unicode" panose="020B0602030504020204" pitchFamily="34" charset="0"/>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Helvetica" panose="020B0604020202020204" pitchFamily="34" charset="0"/>
                <a:cs typeface="Helvetica" panose="020B0604020202020204" pitchFamily="34" charset="0"/>
              </a:rPr>
              <a:t>NoSQL stands for: </a:t>
            </a:r>
          </a:p>
          <a:p>
            <a:pPr lvl="1"/>
            <a:r>
              <a:rPr lang="en-US" dirty="0">
                <a:latin typeface="Helvetica" panose="020B0604020202020204" pitchFamily="34" charset="0"/>
                <a:cs typeface="Helvetica" panose="020B0604020202020204" pitchFamily="34" charset="0"/>
              </a:rPr>
              <a:t>No Relational</a:t>
            </a:r>
          </a:p>
          <a:p>
            <a:pPr lvl="1"/>
            <a:r>
              <a:rPr lang="en-US" dirty="0">
                <a:latin typeface="Helvetica" panose="020B0604020202020204" pitchFamily="34" charset="0"/>
                <a:cs typeface="Helvetica" panose="020B0604020202020204" pitchFamily="34" charset="0"/>
              </a:rPr>
              <a:t>No RDBMS</a:t>
            </a:r>
          </a:p>
          <a:p>
            <a:pPr lvl="1"/>
            <a:r>
              <a:rPr lang="en-US" b="1" dirty="0">
                <a:latin typeface="Helvetica" panose="020B0604020202020204" pitchFamily="34" charset="0"/>
                <a:cs typeface="Helvetica" panose="020B0604020202020204" pitchFamily="34" charset="0"/>
              </a:rPr>
              <a:t>Not Only SQL </a:t>
            </a:r>
          </a:p>
          <a:p>
            <a:r>
              <a:rPr lang="en-US" dirty="0">
                <a:latin typeface="Helvetica" panose="020B0604020202020204" pitchFamily="34" charset="0"/>
                <a:cs typeface="Helvetica" panose="020B0604020202020204" pitchFamily="34" charset="0"/>
              </a:rPr>
              <a:t>NoSQL is an umbrella term for all databases and data stores that don’t follow the RDBMS principles </a:t>
            </a:r>
          </a:p>
          <a:p>
            <a:pPr lvl="1"/>
            <a:r>
              <a:rPr lang="en-US" dirty="0">
                <a:latin typeface="Helvetica" panose="020B0604020202020204" pitchFamily="34" charset="0"/>
                <a:cs typeface="Helvetica" panose="020B0604020202020204" pitchFamily="34" charset="0"/>
              </a:rPr>
              <a:t>A class of products </a:t>
            </a:r>
          </a:p>
          <a:p>
            <a:pPr lvl="1"/>
            <a:r>
              <a:rPr lang="en-US" dirty="0">
                <a:latin typeface="Helvetica" panose="020B0604020202020204" pitchFamily="34" charset="0"/>
                <a:cs typeface="Helvetica" panose="020B0604020202020204" pitchFamily="34" charset="0"/>
              </a:rPr>
              <a:t>A collection of several (related) concepts about data storage and manipulation</a:t>
            </a:r>
          </a:p>
          <a:p>
            <a:pPr lvl="1"/>
            <a:r>
              <a:rPr lang="en-US" dirty="0">
                <a:latin typeface="Helvetica" panose="020B0604020202020204" pitchFamily="34" charset="0"/>
                <a:cs typeface="Helvetica" panose="020B0604020202020204" pitchFamily="34" charset="0"/>
              </a:rPr>
              <a:t>Often related to large data sets</a:t>
            </a:r>
          </a:p>
          <a:p>
            <a:pPr lvl="1"/>
            <a:endParaRPr lang="es-ES_tradnl" dirty="0"/>
          </a:p>
        </p:txBody>
      </p:sp>
    </p:spTree>
    <p:extLst>
      <p:ext uri="{BB962C8B-B14F-4D97-AF65-F5344CB8AC3E}">
        <p14:creationId xmlns:p14="http://schemas.microsoft.com/office/powerpoint/2010/main" val="342008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1032163" y="116632"/>
            <a:ext cx="8473787" cy="767465"/>
          </a:xfrm>
        </p:spPr>
        <p:txBody>
          <a:bodyPr wrap="square" anchor="ctr">
            <a:normAutofit fontScale="90000"/>
          </a:bodyPr>
          <a:lstStyle/>
          <a:p>
            <a:r>
              <a:rPr lang="en-GB" dirty="0"/>
              <a:t>NoSQL Distinguishing Characteristics</a:t>
            </a:r>
          </a:p>
        </p:txBody>
      </p:sp>
      <p:sp>
        <p:nvSpPr>
          <p:cNvPr id="12" name="Date Placeholder 4">
            <a:extLst>
              <a:ext uri="{FF2B5EF4-FFF2-40B4-BE49-F238E27FC236}">
                <a16:creationId xmlns:a16="http://schemas.microsoft.com/office/drawing/2014/main" id="{13B1CCB2-3D2D-9145-6AE1-A5B6D1318ED3}"/>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9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10</a:t>
            </a:fld>
            <a:endParaRPr lang="en-GB"/>
          </a:p>
        </p:txBody>
      </p:sp>
      <p:sp>
        <p:nvSpPr>
          <p:cNvPr id="3" name="Content Placeholder 2">
            <a:extLst>
              <a:ext uri="{FF2B5EF4-FFF2-40B4-BE49-F238E27FC236}">
                <a16:creationId xmlns:a16="http://schemas.microsoft.com/office/drawing/2014/main" id="{229C2D86-F42C-1FF7-F48A-54AEA690A483}"/>
              </a:ext>
            </a:extLst>
          </p:cNvPr>
          <p:cNvSpPr>
            <a:spLocks noGrp="1"/>
          </p:cNvSpPr>
          <p:nvPr>
            <p:ph sz="half" idx="1"/>
          </p:nvPr>
        </p:nvSpPr>
        <p:spPr>
          <a:xfrm>
            <a:off x="892175" y="1268760"/>
            <a:ext cx="3657600" cy="4140200"/>
          </a:xfrm>
        </p:spPr>
        <p:txBody>
          <a:bodyPr>
            <a:normAutofit/>
          </a:bodyPr>
          <a:lstStyle/>
          <a:p>
            <a:pPr>
              <a:lnSpc>
                <a:spcPct val="80000"/>
              </a:lnSpc>
            </a:pPr>
            <a:r>
              <a:rPr lang="en-US" altLang="en-US" dirty="0">
                <a:latin typeface="Helvetica" panose="020B0604020202020204" pitchFamily="34" charset="0"/>
                <a:cs typeface="Helvetica" panose="020B0604020202020204" pitchFamily="34" charset="0"/>
              </a:rPr>
              <a:t>Large data volumes</a:t>
            </a:r>
          </a:p>
          <a:p>
            <a:pPr lvl="1">
              <a:lnSpc>
                <a:spcPct val="80000"/>
              </a:lnSpc>
            </a:pPr>
            <a:r>
              <a:rPr lang="en-US" altLang="en-US" dirty="0">
                <a:latin typeface="Helvetica" panose="020B0604020202020204" pitchFamily="34" charset="0"/>
                <a:cs typeface="Helvetica" panose="020B0604020202020204" pitchFamily="34" charset="0"/>
              </a:rPr>
              <a:t>Google</a:t>
            </a:r>
            <a:r>
              <a:rPr lang="ja-JP" altLang="en-US" dirty="0">
                <a:latin typeface="Helvetica" panose="020B0604020202020204" pitchFamily="34" charset="0"/>
                <a:cs typeface="Helvetica" panose="020B0604020202020204" pitchFamily="34" charset="0"/>
              </a:rPr>
              <a:t>’</a:t>
            </a:r>
            <a:r>
              <a:rPr lang="en-US" altLang="ja-JP" dirty="0">
                <a:latin typeface="Helvetica" panose="020B0604020202020204" pitchFamily="34" charset="0"/>
                <a:cs typeface="Helvetica" panose="020B0604020202020204" pitchFamily="34" charset="0"/>
              </a:rPr>
              <a:t>s </a:t>
            </a:r>
            <a:r>
              <a:rPr lang="ja-JP" altLang="en-US" dirty="0">
                <a:latin typeface="Helvetica" panose="020B0604020202020204" pitchFamily="34" charset="0"/>
                <a:cs typeface="Helvetica" panose="020B0604020202020204" pitchFamily="34" charset="0"/>
              </a:rPr>
              <a:t>“</a:t>
            </a:r>
            <a:r>
              <a:rPr lang="en-US" altLang="ja-JP" dirty="0">
                <a:latin typeface="Helvetica" panose="020B0604020202020204" pitchFamily="34" charset="0"/>
                <a:cs typeface="Helvetica" panose="020B0604020202020204" pitchFamily="34" charset="0"/>
              </a:rPr>
              <a:t>big data</a:t>
            </a:r>
            <a:r>
              <a:rPr lang="ja-JP" altLang="en-US" dirty="0">
                <a:latin typeface="Helvetica" panose="020B0604020202020204" pitchFamily="34" charset="0"/>
                <a:cs typeface="Helvetica" panose="020B0604020202020204" pitchFamily="34" charset="0"/>
              </a:rPr>
              <a:t>”</a:t>
            </a:r>
            <a:endParaRPr lang="en-US" altLang="ja-JP" dirty="0">
              <a:latin typeface="Helvetica" panose="020B0604020202020204" pitchFamily="34" charset="0"/>
              <a:cs typeface="Helvetica" panose="020B0604020202020204" pitchFamily="34" charset="0"/>
            </a:endParaRPr>
          </a:p>
          <a:p>
            <a:pPr>
              <a:lnSpc>
                <a:spcPct val="80000"/>
              </a:lnSpc>
            </a:pPr>
            <a:r>
              <a:rPr lang="en-US" altLang="en-US" dirty="0">
                <a:latin typeface="Helvetica" panose="020B0604020202020204" pitchFamily="34" charset="0"/>
                <a:cs typeface="Helvetica" panose="020B0604020202020204" pitchFamily="34" charset="0"/>
              </a:rPr>
              <a:t>Scalable replication and distribution</a:t>
            </a:r>
          </a:p>
          <a:p>
            <a:pPr lvl="1">
              <a:lnSpc>
                <a:spcPct val="80000"/>
              </a:lnSpc>
            </a:pPr>
            <a:r>
              <a:rPr lang="en-US" altLang="en-US" dirty="0">
                <a:latin typeface="Helvetica" panose="020B0604020202020204" pitchFamily="34" charset="0"/>
                <a:cs typeface="Helvetica" panose="020B0604020202020204" pitchFamily="34" charset="0"/>
              </a:rPr>
              <a:t>Potentially thousands of machines</a:t>
            </a:r>
          </a:p>
          <a:p>
            <a:pPr lvl="1">
              <a:lnSpc>
                <a:spcPct val="80000"/>
              </a:lnSpc>
            </a:pPr>
            <a:r>
              <a:rPr lang="en-US" altLang="en-US" dirty="0">
                <a:latin typeface="Helvetica" panose="020B0604020202020204" pitchFamily="34" charset="0"/>
                <a:cs typeface="Helvetica" panose="020B0604020202020204" pitchFamily="34" charset="0"/>
              </a:rPr>
              <a:t>Potentially distributed around the world</a:t>
            </a:r>
          </a:p>
          <a:p>
            <a:pPr>
              <a:lnSpc>
                <a:spcPct val="80000"/>
              </a:lnSpc>
            </a:pPr>
            <a:r>
              <a:rPr lang="en-US" altLang="en-US" dirty="0">
                <a:latin typeface="Helvetica" panose="020B0604020202020204" pitchFamily="34" charset="0"/>
                <a:cs typeface="Helvetica" panose="020B0604020202020204" pitchFamily="34" charset="0"/>
              </a:rPr>
              <a:t>Queries need to return answers quickly</a:t>
            </a:r>
          </a:p>
          <a:p>
            <a:pPr>
              <a:lnSpc>
                <a:spcPct val="80000"/>
              </a:lnSpc>
            </a:pPr>
            <a:r>
              <a:rPr lang="en-US" altLang="en-US" dirty="0">
                <a:latin typeface="Helvetica" panose="020B0604020202020204" pitchFamily="34" charset="0"/>
                <a:cs typeface="Helvetica" panose="020B0604020202020204" pitchFamily="34" charset="0"/>
              </a:rPr>
              <a:t>Mostly query, few updates</a:t>
            </a:r>
          </a:p>
          <a:p>
            <a:pPr>
              <a:lnSpc>
                <a:spcPct val="80000"/>
              </a:lnSpc>
            </a:pPr>
            <a:endParaRPr lang="en-US" altLang="en-US" sz="2800" dirty="0">
              <a:latin typeface="Helvetica" panose="020B0604020202020204" pitchFamily="34" charset="0"/>
              <a:cs typeface="Helvetica" panose="020B0604020202020204" pitchFamily="34" charset="0"/>
            </a:endParaRPr>
          </a:p>
        </p:txBody>
      </p:sp>
      <p:sp>
        <p:nvSpPr>
          <p:cNvPr id="4" name="Content Placeholder 3">
            <a:extLst>
              <a:ext uri="{FF2B5EF4-FFF2-40B4-BE49-F238E27FC236}">
                <a16:creationId xmlns:a16="http://schemas.microsoft.com/office/drawing/2014/main" id="{1A188D3E-432D-7D77-C5B2-76D555679EB8}"/>
              </a:ext>
            </a:extLst>
          </p:cNvPr>
          <p:cNvSpPr>
            <a:spLocks noGrp="1"/>
          </p:cNvSpPr>
          <p:nvPr>
            <p:ph sz="half" idx="2"/>
          </p:nvPr>
        </p:nvSpPr>
        <p:spPr>
          <a:xfrm>
            <a:off x="5269056" y="1358900"/>
            <a:ext cx="3989263" cy="4140200"/>
          </a:xfrm>
        </p:spPr>
        <p:txBody>
          <a:bodyPr>
            <a:normAutofit/>
          </a:bodyPr>
          <a:lstStyle/>
          <a:p>
            <a:pPr>
              <a:lnSpc>
                <a:spcPct val="80000"/>
              </a:lnSpc>
            </a:pPr>
            <a:r>
              <a:rPr lang="en-US" altLang="en-US" sz="2400" dirty="0">
                <a:latin typeface="Helvetica" panose="020B0604020202020204" pitchFamily="34" charset="0"/>
                <a:cs typeface="Helvetica" panose="020B0604020202020204" pitchFamily="34" charset="0"/>
              </a:rPr>
              <a:t>Asynchronous Inserts &amp; Updates</a:t>
            </a:r>
          </a:p>
          <a:p>
            <a:pPr>
              <a:lnSpc>
                <a:spcPct val="80000"/>
              </a:lnSpc>
            </a:pPr>
            <a:r>
              <a:rPr lang="en-US" altLang="en-US" sz="2400" dirty="0">
                <a:latin typeface="Helvetica" panose="020B0604020202020204" pitchFamily="34" charset="0"/>
                <a:cs typeface="Helvetica" panose="020B0604020202020204" pitchFamily="34" charset="0"/>
              </a:rPr>
              <a:t>Schema-less</a:t>
            </a:r>
          </a:p>
          <a:p>
            <a:pPr>
              <a:lnSpc>
                <a:spcPct val="80000"/>
              </a:lnSpc>
            </a:pPr>
            <a:r>
              <a:rPr lang="en-US" altLang="en-US" sz="2400" dirty="0">
                <a:latin typeface="Helvetica" panose="020B0604020202020204" pitchFamily="34" charset="0"/>
                <a:cs typeface="Helvetica" panose="020B0604020202020204" pitchFamily="34" charset="0"/>
              </a:rPr>
              <a:t>ACID transaction properties are not needed – BASE</a:t>
            </a:r>
          </a:p>
          <a:p>
            <a:pPr>
              <a:lnSpc>
                <a:spcPct val="80000"/>
              </a:lnSpc>
            </a:pPr>
            <a:r>
              <a:rPr lang="en-US" altLang="en-US" sz="2400" dirty="0">
                <a:latin typeface="Helvetica" panose="020B0604020202020204" pitchFamily="34" charset="0"/>
                <a:cs typeface="Helvetica" panose="020B0604020202020204" pitchFamily="34" charset="0"/>
              </a:rPr>
              <a:t>CAP Theorem</a:t>
            </a:r>
          </a:p>
          <a:p>
            <a:pPr>
              <a:lnSpc>
                <a:spcPct val="80000"/>
              </a:lnSpc>
            </a:pPr>
            <a:r>
              <a:rPr lang="en-US" altLang="en-US" sz="2400" dirty="0">
                <a:latin typeface="Helvetica" panose="020B0604020202020204" pitchFamily="34" charset="0"/>
                <a:cs typeface="Helvetica" panose="020B0604020202020204" pitchFamily="34" charset="0"/>
              </a:rPr>
              <a:t>Open source development</a:t>
            </a:r>
          </a:p>
          <a:p>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350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1032163" y="116632"/>
            <a:ext cx="8473787" cy="767465"/>
          </a:xfrm>
        </p:spPr>
        <p:txBody>
          <a:bodyPr wrap="square" anchor="ctr">
            <a:normAutofit/>
          </a:bodyPr>
          <a:lstStyle/>
          <a:p>
            <a:r>
              <a:rPr lang="en-GB" dirty="0"/>
              <a:t>CAP Theorem</a:t>
            </a:r>
          </a:p>
        </p:txBody>
      </p:sp>
      <p:sp>
        <p:nvSpPr>
          <p:cNvPr id="12" name="Date Placeholder 4">
            <a:extLst>
              <a:ext uri="{FF2B5EF4-FFF2-40B4-BE49-F238E27FC236}">
                <a16:creationId xmlns:a16="http://schemas.microsoft.com/office/drawing/2014/main" id="{13B1CCB2-3D2D-9145-6AE1-A5B6D1318ED3}"/>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9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11</a:t>
            </a:fld>
            <a:endParaRPr lang="en-GB"/>
          </a:p>
        </p:txBody>
      </p:sp>
      <p:sp>
        <p:nvSpPr>
          <p:cNvPr id="10" name="Content Placeholder 2">
            <a:extLst>
              <a:ext uri="{FF2B5EF4-FFF2-40B4-BE49-F238E27FC236}">
                <a16:creationId xmlns:a16="http://schemas.microsoft.com/office/drawing/2014/main" id="{94BC38EC-4D7E-7D5B-FB9A-6E0F3A3050C9}"/>
              </a:ext>
            </a:extLst>
          </p:cNvPr>
          <p:cNvSpPr txBox="1">
            <a:spLocks/>
          </p:cNvSpPr>
          <p:nvPr/>
        </p:nvSpPr>
        <p:spPr>
          <a:xfrm>
            <a:off x="560512" y="1055208"/>
            <a:ext cx="8669142" cy="511256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auto">
              <a:lnSpc>
                <a:spcPct val="80000"/>
              </a:lnSpc>
              <a:spcBef>
                <a:spcPts val="700"/>
              </a:spcBef>
              <a:buClr>
                <a:schemeClr val="tx1"/>
              </a:buClr>
              <a:buSzPct val="100000"/>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US" sz="2800" b="0" i="0" u="none" strike="noStrike" kern="1200" cap="none" spc="0" normalizeH="0" baseline="0" noProof="0" dirty="0">
                <a:ln>
                  <a:noFill/>
                </a:ln>
                <a:solidFill>
                  <a:schemeClr val="tx1"/>
                </a:solidFill>
                <a:effectLst/>
                <a:uLnTx/>
                <a:uFillTx/>
                <a:latin typeface="Helvetica" panose="020B0604020202020204" pitchFamily="34" charset="0"/>
                <a:cs typeface="Helvetica" panose="020B0604020202020204" pitchFamily="34" charset="0"/>
              </a:rPr>
              <a:t>Three properties of a system</a:t>
            </a:r>
          </a:p>
          <a:p>
            <a:pPr marL="0" marR="0" lvl="0" indent="0" algn="l" defTabSz="457200" rtl="0" eaLnBrk="1" fontAlgn="auto" latinLnBrk="0" hangingPunct="1">
              <a:lnSpc>
                <a:spcPct val="80000"/>
              </a:lnSpc>
              <a:spcBef>
                <a:spcPts val="700"/>
              </a:spcBef>
              <a:spcAft>
                <a:spcPts val="0"/>
              </a:spcAft>
              <a:buClr>
                <a:srgbClr val="CC9900"/>
              </a:buClr>
              <a:buSzPct val="65000"/>
              <a:buFont typeface="Wingdings 3" charset="2"/>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kumimoji="0" lang="en-US" sz="2800" b="0" i="0" u="none" strike="noStrike" kern="1200" cap="none" spc="0" normalizeH="0" baseline="0" noProof="0" dirty="0">
              <a:ln>
                <a:noFill/>
              </a:ln>
              <a:solidFill>
                <a:sysClr val="windowText" lastClr="000000">
                  <a:lumMod val="75000"/>
                  <a:lumOff val="25000"/>
                </a:sysClr>
              </a:solidFill>
              <a:effectLst/>
              <a:uLnTx/>
              <a:uFillTx/>
              <a:latin typeface="Helvetica" panose="020B0604020202020204" pitchFamily="34" charset="0"/>
              <a:cs typeface="Helvetica" panose="020B0604020202020204" pitchFamily="34" charset="0"/>
            </a:endParaRPr>
          </a:p>
          <a:p>
            <a:pPr marL="685800" lvl="1" indent="-342900" fontAlgn="auto">
              <a:lnSpc>
                <a:spcPct val="80000"/>
              </a:lnSpc>
              <a:buClr>
                <a:schemeClr val="tx1"/>
              </a:buClr>
              <a:buSzPct val="100000"/>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US" sz="2400" b="1" i="0" u="none" strike="noStrike" kern="1200" cap="none" spc="0" normalizeH="0" baseline="0" noProof="0" dirty="0">
                <a:ln>
                  <a:noFill/>
                </a:ln>
                <a:solidFill>
                  <a:srgbClr val="800000"/>
                </a:solidFill>
                <a:effectLst/>
                <a:uLnTx/>
                <a:uFillTx/>
                <a:latin typeface="Helvetica" panose="020B0604020202020204" pitchFamily="34" charset="0"/>
                <a:cs typeface="Helvetica" panose="020B0604020202020204" pitchFamily="34" charset="0"/>
              </a:rPr>
              <a:t>Consistency</a:t>
            </a:r>
            <a:r>
              <a:rPr kumimoji="0" lang="en-US" sz="2400" b="0" i="0" u="none" strike="noStrike" kern="1200" cap="none" spc="0" normalizeH="0" baseline="0" noProof="0" dirty="0">
                <a:ln>
                  <a:noFill/>
                </a:ln>
                <a:solidFill>
                  <a:sysClr val="windowText" lastClr="000000">
                    <a:lumMod val="75000"/>
                    <a:lumOff val="25000"/>
                  </a:sysClr>
                </a:solidFill>
                <a:effectLst/>
                <a:uLnTx/>
                <a:uFillTx/>
                <a:latin typeface="Helvetica" panose="020B0604020202020204" pitchFamily="34" charset="0"/>
                <a:cs typeface="Helvetica" panose="020B0604020202020204" pitchFamily="34" charset="0"/>
              </a:rPr>
              <a:t> </a:t>
            </a:r>
            <a:r>
              <a:rPr kumimoji="0" lang="en-US" sz="2400" b="0" i="0" u="none" strike="noStrike" kern="1200" cap="none" spc="0" normalizeH="0" baseline="0" noProof="0" dirty="0">
                <a:ln>
                  <a:noFill/>
                </a:ln>
                <a:solidFill>
                  <a:schemeClr val="tx1"/>
                </a:solidFill>
                <a:effectLst/>
                <a:uLnTx/>
                <a:uFillTx/>
                <a:latin typeface="Helvetica" panose="020B0604020202020204" pitchFamily="34" charset="0"/>
                <a:cs typeface="Helvetica" panose="020B0604020202020204" pitchFamily="34" charset="0"/>
              </a:rPr>
              <a:t>(all copies have same value)</a:t>
            </a:r>
          </a:p>
          <a:p>
            <a:pPr marL="668338" marR="0" lvl="1" indent="-325438" algn="l" defTabSz="457200" rtl="0" eaLnBrk="1" fontAlgn="auto" latinLnBrk="0" hangingPunct="1">
              <a:lnSpc>
                <a:spcPct val="80000"/>
              </a:lnSpc>
              <a:spcBef>
                <a:spcPts val="1000"/>
              </a:spcBef>
              <a:spcAft>
                <a:spcPts val="0"/>
              </a:spcAft>
              <a:buClr>
                <a:srgbClr val="3B812F"/>
              </a:buClr>
              <a:buSzPct val="60000"/>
              <a:buFont typeface="Wingdings"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kumimoji="0" lang="en-US" sz="2400" b="0" i="0" u="none" strike="noStrike" kern="1200" cap="none" spc="0" normalizeH="0" baseline="0" noProof="0" dirty="0">
              <a:ln>
                <a:noFill/>
              </a:ln>
              <a:solidFill>
                <a:sysClr val="windowText" lastClr="000000">
                  <a:lumMod val="75000"/>
                  <a:lumOff val="25000"/>
                </a:sysClr>
              </a:solidFill>
              <a:effectLst/>
              <a:uLnTx/>
              <a:uFillTx/>
              <a:latin typeface="Helvetica" panose="020B0604020202020204" pitchFamily="34" charset="0"/>
              <a:cs typeface="Helvetica" panose="020B0604020202020204" pitchFamily="34" charset="0"/>
            </a:endParaRPr>
          </a:p>
          <a:p>
            <a:pPr marL="685800" lvl="1" indent="-342900" fontAlgn="auto">
              <a:lnSpc>
                <a:spcPct val="80000"/>
              </a:lnSpc>
              <a:buClr>
                <a:schemeClr val="tx1"/>
              </a:buClr>
              <a:buSzPct val="100000"/>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US" sz="2400" b="1" i="0" u="none" strike="noStrike" kern="1200" cap="none" spc="0" normalizeH="0" baseline="0" noProof="0" dirty="0">
                <a:ln>
                  <a:noFill/>
                </a:ln>
                <a:solidFill>
                  <a:srgbClr val="800000"/>
                </a:solidFill>
                <a:effectLst/>
                <a:uLnTx/>
                <a:uFillTx/>
                <a:latin typeface="Helvetica" panose="020B0604020202020204" pitchFamily="34" charset="0"/>
                <a:cs typeface="Helvetica" panose="020B0604020202020204" pitchFamily="34" charset="0"/>
              </a:rPr>
              <a:t>Availability</a:t>
            </a:r>
            <a:r>
              <a:rPr kumimoji="0" lang="en-US" sz="2400" b="0" i="0" u="none" strike="noStrike" kern="1200" cap="none" spc="0" normalizeH="0" baseline="0" noProof="0" dirty="0">
                <a:ln>
                  <a:noFill/>
                </a:ln>
                <a:solidFill>
                  <a:sysClr val="windowText" lastClr="000000">
                    <a:lumMod val="75000"/>
                    <a:lumOff val="25000"/>
                  </a:sysClr>
                </a:solidFill>
                <a:effectLst/>
                <a:uLnTx/>
                <a:uFillTx/>
                <a:latin typeface="Helvetica" panose="020B0604020202020204" pitchFamily="34" charset="0"/>
                <a:cs typeface="Helvetica" panose="020B0604020202020204" pitchFamily="34" charset="0"/>
              </a:rPr>
              <a:t> </a:t>
            </a:r>
            <a:r>
              <a:rPr kumimoji="0" lang="en-US" sz="2400" b="0" i="0" u="none" strike="noStrike" kern="1200" cap="none" spc="0" normalizeH="0" baseline="0" noProof="0" dirty="0">
                <a:ln>
                  <a:noFill/>
                </a:ln>
                <a:solidFill>
                  <a:schemeClr val="tx1"/>
                </a:solidFill>
                <a:effectLst/>
                <a:uLnTx/>
                <a:uFillTx/>
                <a:latin typeface="Helvetica" panose="020B0604020202020204" pitchFamily="34" charset="0"/>
                <a:cs typeface="Helvetica" panose="020B0604020202020204" pitchFamily="34" charset="0"/>
              </a:rPr>
              <a:t>(system can run even if parts have failed)</a:t>
            </a:r>
            <a:endParaRPr kumimoji="0" lang="en-US" sz="1800" b="0" i="0" u="none" strike="noStrike" kern="1200" cap="none" spc="0" normalizeH="0" baseline="0" noProof="0" dirty="0">
              <a:ln>
                <a:noFill/>
              </a:ln>
              <a:solidFill>
                <a:schemeClr val="tx1"/>
              </a:solidFill>
              <a:effectLst/>
              <a:uLnTx/>
              <a:uFillTx/>
              <a:latin typeface="Helvetica" panose="020B0604020202020204" pitchFamily="34" charset="0"/>
              <a:cs typeface="Helvetica" panose="020B0604020202020204" pitchFamily="34" charset="0"/>
            </a:endParaRPr>
          </a:p>
          <a:p>
            <a:pPr marL="1068388" marR="0" lvl="2" indent="-325438" algn="l" defTabSz="457200" rtl="0" eaLnBrk="1" fontAlgn="auto" latinLnBrk="0" hangingPunct="1">
              <a:lnSpc>
                <a:spcPct val="80000"/>
              </a:lnSpc>
              <a:spcBef>
                <a:spcPts val="1000"/>
              </a:spcBef>
              <a:spcAft>
                <a:spcPts val="0"/>
              </a:spcAft>
              <a:buClr>
                <a:srgbClr val="3B812F"/>
              </a:buClr>
              <a:buSzPct val="60000"/>
              <a:buFont typeface="Wingdings"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kumimoji="0" lang="en-US" sz="1800" b="0" i="0" u="none" strike="noStrike" kern="1200" cap="none" spc="0" normalizeH="0" baseline="0" noProof="0" dirty="0">
              <a:ln>
                <a:noFill/>
              </a:ln>
              <a:solidFill>
                <a:sysClr val="windowText" lastClr="000000">
                  <a:lumMod val="75000"/>
                  <a:lumOff val="25000"/>
                </a:sysClr>
              </a:solidFill>
              <a:effectLst/>
              <a:uLnTx/>
              <a:uFillTx/>
              <a:latin typeface="Helvetica" panose="020B0604020202020204" pitchFamily="34" charset="0"/>
              <a:cs typeface="Helvetica" panose="020B0604020202020204" pitchFamily="34" charset="0"/>
            </a:endParaRPr>
          </a:p>
          <a:p>
            <a:pPr marL="1068388" marR="0" lvl="2" indent="-325438" algn="l" defTabSz="457200" rtl="0" eaLnBrk="1" fontAlgn="auto" latinLnBrk="0" hangingPunct="1">
              <a:lnSpc>
                <a:spcPct val="80000"/>
              </a:lnSpc>
              <a:spcBef>
                <a:spcPts val="1000"/>
              </a:spcBef>
              <a:spcAft>
                <a:spcPts val="0"/>
              </a:spcAft>
              <a:buClr>
                <a:schemeClr val="tx1"/>
              </a:buClr>
              <a:buSzPct val="60000"/>
              <a:buFont typeface="Helvetica"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US" sz="1800" b="0" i="0" u="none" strike="noStrike" kern="1200" cap="none" spc="0" normalizeH="0" baseline="0" noProof="0" dirty="0">
                <a:ln>
                  <a:noFill/>
                </a:ln>
                <a:solidFill>
                  <a:schemeClr val="tx1"/>
                </a:solidFill>
                <a:effectLst/>
                <a:uLnTx/>
                <a:uFillTx/>
                <a:latin typeface="Helvetica" panose="020B0604020202020204" pitchFamily="34" charset="0"/>
                <a:cs typeface="Helvetica" panose="020B0604020202020204" pitchFamily="34" charset="0"/>
              </a:rPr>
              <a:t>All nodes can still accept reads and writes </a:t>
            </a:r>
          </a:p>
          <a:p>
            <a:pPr marL="1068388" marR="0" lvl="2" indent="-325438" algn="l" defTabSz="457200" rtl="0" eaLnBrk="1" fontAlgn="auto" latinLnBrk="0" hangingPunct="1">
              <a:lnSpc>
                <a:spcPct val="80000"/>
              </a:lnSpc>
              <a:spcBef>
                <a:spcPts val="1000"/>
              </a:spcBef>
              <a:spcAft>
                <a:spcPts val="0"/>
              </a:spcAft>
              <a:buClr>
                <a:srgbClr val="3B812F"/>
              </a:buClr>
              <a:buSzPct val="60000"/>
              <a:buFont typeface="Wingdings"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kumimoji="0" lang="en-US" sz="1400" b="0" i="0" u="none" strike="noStrike" kern="1200" cap="none" spc="0" normalizeH="0" baseline="0" noProof="0" dirty="0">
              <a:ln>
                <a:noFill/>
              </a:ln>
              <a:solidFill>
                <a:sysClr val="windowText" lastClr="000000">
                  <a:lumMod val="75000"/>
                  <a:lumOff val="25000"/>
                </a:sysClr>
              </a:solidFill>
              <a:effectLst/>
              <a:uLnTx/>
              <a:uFillTx/>
              <a:latin typeface="Helvetica" panose="020B0604020202020204" pitchFamily="34" charset="0"/>
              <a:cs typeface="Helvetica" panose="020B0604020202020204" pitchFamily="34" charset="0"/>
            </a:endParaRPr>
          </a:p>
          <a:p>
            <a:pPr marL="685800" lvl="1" indent="-342900" fontAlgn="auto">
              <a:lnSpc>
                <a:spcPct val="80000"/>
              </a:lnSpc>
              <a:buClr>
                <a:schemeClr val="tx1"/>
              </a:buClr>
              <a:buSzPct val="100000"/>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US" sz="2400" b="1" i="0" u="none" strike="noStrike" kern="1200" cap="none" spc="0" normalizeH="0" baseline="0" noProof="0" dirty="0">
                <a:ln>
                  <a:noFill/>
                </a:ln>
                <a:solidFill>
                  <a:srgbClr val="800000"/>
                </a:solidFill>
                <a:effectLst/>
                <a:uLnTx/>
                <a:uFillTx/>
                <a:latin typeface="Helvetica" panose="020B0604020202020204" pitchFamily="34" charset="0"/>
                <a:cs typeface="Helvetica" panose="020B0604020202020204" pitchFamily="34" charset="0"/>
              </a:rPr>
              <a:t>Partition Tolerance</a:t>
            </a:r>
            <a:r>
              <a:rPr kumimoji="0" lang="en-US" sz="2400" b="0" i="0" u="none" strike="noStrike" kern="1200" cap="none" spc="0" normalizeH="0" baseline="0" noProof="0" dirty="0">
                <a:ln>
                  <a:noFill/>
                </a:ln>
                <a:solidFill>
                  <a:sysClr val="windowText" lastClr="000000">
                    <a:lumMod val="75000"/>
                    <a:lumOff val="25000"/>
                  </a:sysClr>
                </a:solidFill>
                <a:effectLst/>
                <a:uLnTx/>
                <a:uFillTx/>
                <a:latin typeface="Helvetica" panose="020B0604020202020204" pitchFamily="34" charset="0"/>
                <a:cs typeface="Helvetica" panose="020B0604020202020204" pitchFamily="34" charset="0"/>
              </a:rPr>
              <a:t> (</a:t>
            </a:r>
            <a:r>
              <a:rPr kumimoji="0" lang="en-US" sz="2400" b="0" i="0" u="none" strike="noStrike" kern="1200" cap="none" spc="0" normalizeH="0" baseline="0" noProof="0" dirty="0">
                <a:ln>
                  <a:noFill/>
                </a:ln>
                <a:solidFill>
                  <a:schemeClr val="tx1"/>
                </a:solidFill>
                <a:effectLst/>
                <a:uLnTx/>
                <a:uFillTx/>
                <a:latin typeface="Helvetica" panose="020B0604020202020204" pitchFamily="34" charset="0"/>
                <a:cs typeface="Helvetica" panose="020B0604020202020204" pitchFamily="34" charset="0"/>
              </a:rPr>
              <a:t>Even if part is down, others can take over)</a:t>
            </a:r>
          </a:p>
          <a:p>
            <a:pPr marL="668338" marR="0" lvl="1" indent="-325438" algn="l" defTabSz="457200" rtl="0" eaLnBrk="1" fontAlgn="auto" latinLnBrk="0" hangingPunct="1">
              <a:lnSpc>
                <a:spcPct val="80000"/>
              </a:lnSpc>
              <a:spcBef>
                <a:spcPts val="1000"/>
              </a:spcBef>
              <a:spcAft>
                <a:spcPts val="0"/>
              </a:spcAft>
              <a:buClr>
                <a:srgbClr val="3B812F"/>
              </a:buClr>
              <a:buSzPct val="60000"/>
              <a:buFont typeface="Wingdings"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kumimoji="0" lang="en-US" sz="2400" b="0" i="0" u="none" strike="noStrike" kern="1200" cap="none" spc="0" normalizeH="0" baseline="0" noProof="0" dirty="0">
              <a:ln>
                <a:noFill/>
              </a:ln>
              <a:solidFill>
                <a:sysClr val="windowText" lastClr="000000">
                  <a:lumMod val="75000"/>
                  <a:lumOff val="25000"/>
                </a:sysClr>
              </a:solidFill>
              <a:effectLst/>
              <a:uLnTx/>
              <a:uFillTx/>
              <a:latin typeface="Helvetica" panose="020B0604020202020204" pitchFamily="34" charset="0"/>
              <a:cs typeface="Helvetica" panose="020B0604020202020204" pitchFamily="34" charset="0"/>
            </a:endParaRPr>
          </a:p>
          <a:p>
            <a:pPr marR="0" lvl="0" algn="l" defTabSz="457200" rtl="0" eaLnBrk="1" fontAlgn="auto" latinLnBrk="0" hangingPunct="1">
              <a:lnSpc>
                <a:spcPct val="80000"/>
              </a:lnSpc>
              <a:spcBef>
                <a:spcPts val="700"/>
              </a:spcBef>
              <a:spcAft>
                <a:spcPts val="0"/>
              </a:spcAft>
              <a:buClr>
                <a:schemeClr val="tx1"/>
              </a:buClr>
              <a:buSzPct val="100000"/>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US" sz="2800" b="0" i="0" u="none" strike="noStrike" kern="1200" cap="none" spc="0" normalizeH="0" baseline="0" noProof="0" dirty="0">
                <a:ln>
                  <a:noFill/>
                </a:ln>
                <a:solidFill>
                  <a:schemeClr val="tx1"/>
                </a:solidFill>
                <a:effectLst/>
                <a:uLnTx/>
                <a:uFillTx/>
                <a:latin typeface="Helvetica" panose="020B0604020202020204" pitchFamily="34" charset="0"/>
                <a:cs typeface="Helvetica" panose="020B0604020202020204" pitchFamily="34" charset="0"/>
              </a:rPr>
              <a:t>CAP “Theorem”: </a:t>
            </a:r>
            <a:r>
              <a:rPr kumimoji="0" lang="en-US" sz="2600" b="0" i="0" u="none" strike="noStrike" kern="1200" cap="none" spc="0" normalizeH="0" baseline="0" noProof="0" dirty="0">
                <a:ln>
                  <a:noFill/>
                </a:ln>
                <a:solidFill>
                  <a:schemeClr val="tx1"/>
                </a:solidFill>
                <a:effectLst/>
                <a:uLnTx/>
                <a:uFillTx/>
                <a:latin typeface="Helvetica" panose="020B0604020202020204" pitchFamily="34" charset="0"/>
                <a:cs typeface="Helvetica" panose="020B0604020202020204" pitchFamily="34" charset="0"/>
              </a:rPr>
              <a:t>You can have at most two of these three properties for any system</a:t>
            </a:r>
          </a:p>
        </p:txBody>
      </p:sp>
    </p:spTree>
    <p:extLst>
      <p:ext uri="{BB962C8B-B14F-4D97-AF65-F5344CB8AC3E}">
        <p14:creationId xmlns:p14="http://schemas.microsoft.com/office/powerpoint/2010/main" val="739970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64002" y="69128"/>
            <a:ext cx="8473787" cy="767465"/>
          </a:xfrm>
        </p:spPr>
        <p:txBody>
          <a:bodyPr wrap="square" anchor="ctr">
            <a:normAutofit/>
          </a:bodyPr>
          <a:lstStyle/>
          <a:p>
            <a:r>
              <a:rPr lang="en-GB" dirty="0"/>
              <a:t>NoSQL Database Types</a:t>
            </a:r>
          </a:p>
        </p:txBody>
      </p:sp>
      <p:sp>
        <p:nvSpPr>
          <p:cNvPr id="12" name="Date Placeholder 4">
            <a:extLst>
              <a:ext uri="{FF2B5EF4-FFF2-40B4-BE49-F238E27FC236}">
                <a16:creationId xmlns:a16="http://schemas.microsoft.com/office/drawing/2014/main" id="{13B1CCB2-3D2D-9145-6AE1-A5B6D1318ED3}"/>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9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12</a:t>
            </a:fld>
            <a:endParaRPr lang="en-GB"/>
          </a:p>
        </p:txBody>
      </p:sp>
      <p:pic>
        <p:nvPicPr>
          <p:cNvPr id="3" name="Picture 2">
            <a:extLst>
              <a:ext uri="{FF2B5EF4-FFF2-40B4-BE49-F238E27FC236}">
                <a16:creationId xmlns:a16="http://schemas.microsoft.com/office/drawing/2014/main" id="{09B4866D-B483-AAC5-9530-443882A3C2CF}"/>
              </a:ext>
            </a:extLst>
          </p:cNvPr>
          <p:cNvPicPr>
            <a:picLocks noChangeAspect="1"/>
          </p:cNvPicPr>
          <p:nvPr/>
        </p:nvPicPr>
        <p:blipFill>
          <a:blip r:embed="rId2"/>
          <a:stretch>
            <a:fillRect/>
          </a:stretch>
        </p:blipFill>
        <p:spPr>
          <a:xfrm>
            <a:off x="4232920" y="1052736"/>
            <a:ext cx="4913802" cy="4968671"/>
          </a:xfrm>
          <a:prstGeom prst="rect">
            <a:avLst/>
          </a:prstGeom>
        </p:spPr>
      </p:pic>
      <p:sp>
        <p:nvSpPr>
          <p:cNvPr id="4" name="TextBox 3">
            <a:extLst>
              <a:ext uri="{FF2B5EF4-FFF2-40B4-BE49-F238E27FC236}">
                <a16:creationId xmlns:a16="http://schemas.microsoft.com/office/drawing/2014/main" id="{022ADBD7-F717-0B5C-7945-0733C5F80EDA}"/>
              </a:ext>
            </a:extLst>
          </p:cNvPr>
          <p:cNvSpPr txBox="1"/>
          <p:nvPr/>
        </p:nvSpPr>
        <p:spPr>
          <a:xfrm>
            <a:off x="364002" y="1474894"/>
            <a:ext cx="3559926" cy="2092881"/>
          </a:xfrm>
          <a:prstGeom prst="rect">
            <a:avLst/>
          </a:prstGeom>
          <a:noFill/>
        </p:spPr>
        <p:txBody>
          <a:bodyPr wrap="square" rtlCol="0">
            <a:spAutoFit/>
          </a:bodyPr>
          <a:lstStyle/>
          <a:p>
            <a:r>
              <a:rPr lang="en-US" sz="2400" dirty="0">
                <a:latin typeface="Helvetica" panose="020B0604020202020204" pitchFamily="34" charset="0"/>
                <a:cs typeface="Helvetica" panose="020B0604020202020204" pitchFamily="34" charset="0"/>
              </a:rPr>
              <a:t>Data stored in 4 types:</a:t>
            </a:r>
          </a:p>
          <a:p>
            <a:endParaRPr lang="en-US"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US" sz="2200" b="1" dirty="0">
                <a:latin typeface="Helvetica" panose="020B0604020202020204" pitchFamily="34" charset="0"/>
                <a:cs typeface="Helvetica" panose="020B0604020202020204" pitchFamily="34" charset="0"/>
              </a:rPr>
              <a:t>Document Stores</a:t>
            </a:r>
          </a:p>
          <a:p>
            <a:pPr marL="285750" indent="-285750">
              <a:buFont typeface="Arial" panose="020B0604020202020204" pitchFamily="34" charset="0"/>
              <a:buChar char="•"/>
            </a:pPr>
            <a:r>
              <a:rPr lang="en-US" sz="2200" b="1" dirty="0">
                <a:latin typeface="Helvetica" panose="020B0604020202020204" pitchFamily="34" charset="0"/>
                <a:cs typeface="Helvetica" panose="020B0604020202020204" pitchFamily="34" charset="0"/>
              </a:rPr>
              <a:t>Graph Databases</a:t>
            </a:r>
          </a:p>
          <a:p>
            <a:pPr marL="285750" indent="-285750">
              <a:buFont typeface="Arial" panose="020B0604020202020204" pitchFamily="34" charset="0"/>
              <a:buChar char="•"/>
            </a:pPr>
            <a:r>
              <a:rPr lang="en-US" sz="2200" b="1" dirty="0">
                <a:latin typeface="Helvetica" panose="020B0604020202020204" pitchFamily="34" charset="0"/>
                <a:cs typeface="Helvetica" panose="020B0604020202020204" pitchFamily="34" charset="0"/>
              </a:rPr>
              <a:t>Key-value Stores</a:t>
            </a:r>
          </a:p>
          <a:p>
            <a:pPr marL="285750" indent="-285750">
              <a:buFont typeface="Arial" panose="020B0604020202020204" pitchFamily="34" charset="0"/>
              <a:buChar char="•"/>
            </a:pPr>
            <a:r>
              <a:rPr lang="en-US" sz="2200" b="1" dirty="0">
                <a:latin typeface="Helvetica" panose="020B0604020202020204" pitchFamily="34" charset="0"/>
                <a:cs typeface="Helvetica" panose="020B0604020202020204" pitchFamily="34" charset="0"/>
              </a:rPr>
              <a:t>Wide-column Stores</a:t>
            </a:r>
          </a:p>
        </p:txBody>
      </p:sp>
    </p:spTree>
    <p:extLst>
      <p:ext uri="{BB962C8B-B14F-4D97-AF65-F5344CB8AC3E}">
        <p14:creationId xmlns:p14="http://schemas.microsoft.com/office/powerpoint/2010/main" val="3682386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65957" y="-24899"/>
            <a:ext cx="6336703" cy="780762"/>
          </a:xfrm>
        </p:spPr>
        <p:txBody>
          <a:bodyPr/>
          <a:lstStyle/>
          <a:p>
            <a:r>
              <a:rPr lang="en-GB" sz="3200" dirty="0"/>
              <a:t>Document Stores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13</a:t>
            </a:fld>
            <a:endParaRPr lang="en-GB" dirty="0"/>
          </a:p>
        </p:txBody>
      </p:sp>
      <p:sp>
        <p:nvSpPr>
          <p:cNvPr id="8" name="Content Placeholder 2">
            <a:extLst>
              <a:ext uri="{FF2B5EF4-FFF2-40B4-BE49-F238E27FC236}">
                <a16:creationId xmlns:a16="http://schemas.microsoft.com/office/drawing/2014/main" id="{4AF715B6-FF78-C48B-D030-BBA14FC06D14}"/>
              </a:ext>
            </a:extLst>
          </p:cNvPr>
          <p:cNvSpPr txBox="1">
            <a:spLocks/>
          </p:cNvSpPr>
          <p:nvPr/>
        </p:nvSpPr>
        <p:spPr>
          <a:xfrm>
            <a:off x="253144" y="917681"/>
            <a:ext cx="5223247" cy="5319632"/>
          </a:xfrm>
          <a:prstGeom prst="rect">
            <a:avLst/>
          </a:prstGeom>
        </p:spPr>
        <p:txBody>
          <a:bodyPr vert="horz" lIns="91440" tIns="45720" rIns="91440" bIns="45720" rtlCol="0">
            <a:normAutofit fontScale="6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4400" rtl="0" eaLnBrk="1" fontAlgn="auto" latinLnBrk="0" hangingPunct="1">
              <a:lnSpc>
                <a:spcPct val="100000"/>
              </a:lnSpc>
              <a:spcBef>
                <a:spcPct val="20000"/>
              </a:spcBef>
              <a:spcAft>
                <a:spcPts val="0"/>
              </a:spcAft>
              <a:buClrTx/>
              <a:buSzTx/>
              <a:tabLst/>
              <a:defRPr/>
            </a:pPr>
            <a:r>
              <a:rPr kumimoji="0" lang="en-US" sz="28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Documents are stored in some standard format or encoding (e.g., XML, JSON, PDF or Office Documents)</a:t>
            </a:r>
          </a:p>
          <a:p>
            <a:pPr marR="0" lvl="1" algn="l" defTabSz="914400" rtl="0" eaLnBrk="1" fontAlgn="auto" latinLnBrk="0" hangingPunct="1">
              <a:lnSpc>
                <a:spcPct val="100000"/>
              </a:lnSpc>
              <a:spcBef>
                <a:spcPct val="20000"/>
              </a:spcBef>
              <a:spcAft>
                <a:spcPts val="0"/>
              </a:spcAft>
              <a:buClrTx/>
              <a:buSzTx/>
              <a:buFont typeface="Helvetica" panose="020B0604020202020204" pitchFamily="34" charset="0"/>
              <a:buChar char="‒"/>
              <a:tabLst/>
              <a:defRPr/>
            </a:pPr>
            <a:r>
              <a:rPr kumimoji="0" lang="en-US" sz="26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These are typically referred to as Binary Large Objects (BLOBs)</a:t>
            </a:r>
          </a:p>
          <a:p>
            <a:pPr marL="742950" marR="0" lvl="1" indent="-285750" algn="l" defTabSz="914400" rtl="0" eaLnBrk="1" fontAlgn="auto" latinLnBrk="0" hangingPunct="1">
              <a:lnSpc>
                <a:spcPct val="100000"/>
              </a:lnSpc>
              <a:spcBef>
                <a:spcPct val="20000"/>
              </a:spcBef>
              <a:spcAft>
                <a:spcPts val="0"/>
              </a:spcAft>
              <a:buClrTx/>
              <a:buSzTx/>
              <a:buFont typeface="Wingdings" pitchFamily="2" charset="2"/>
              <a:buChar char="§"/>
              <a:tabLst/>
              <a:defRPr/>
            </a:pPr>
            <a:endParaRPr kumimoji="0" lang="en-US" sz="26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endParaRPr>
          </a:p>
          <a:p>
            <a:pPr lvl="0" fontAlgn="auto">
              <a:spcAft>
                <a:spcPts val="0"/>
              </a:spcAft>
            </a:pPr>
            <a:r>
              <a:rPr lang="en-GB" sz="2800" dirty="0">
                <a:solidFill>
                  <a:sysClr val="windowText" lastClr="000000"/>
                </a:solidFill>
                <a:latin typeface="Helvetica" panose="020B0604020202020204" pitchFamily="34" charset="0"/>
                <a:cs typeface="Helvetica" panose="020B0604020202020204" pitchFamily="34" charset="0"/>
              </a:rPr>
              <a:t>Documents are addressed in the database via a unique </a:t>
            </a:r>
            <a:r>
              <a:rPr lang="en-GB" sz="2800" i="1" dirty="0">
                <a:solidFill>
                  <a:sysClr val="windowText" lastClr="000000"/>
                </a:solidFill>
                <a:latin typeface="Helvetica" panose="020B0604020202020204" pitchFamily="34" charset="0"/>
                <a:cs typeface="Helvetica" panose="020B0604020202020204" pitchFamily="34" charset="0"/>
              </a:rPr>
              <a:t>key</a:t>
            </a:r>
            <a:r>
              <a:rPr lang="en-GB" sz="2800" dirty="0">
                <a:solidFill>
                  <a:sysClr val="windowText" lastClr="000000"/>
                </a:solidFill>
                <a:latin typeface="Helvetica" panose="020B0604020202020204" pitchFamily="34" charset="0"/>
                <a:cs typeface="Helvetica" panose="020B0604020202020204" pitchFamily="34" charset="0"/>
              </a:rPr>
              <a:t> that represents that document.</a:t>
            </a: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endParaRPr kumimoji="0" lang="en-US" sz="28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endParaRPr>
          </a:p>
          <a:p>
            <a:pPr lvl="0" fontAlgn="auto">
              <a:spcAft>
                <a:spcPts val="0"/>
              </a:spcAft>
            </a:pPr>
            <a:r>
              <a:rPr lang="en-GB" sz="2800" dirty="0">
                <a:solidFill>
                  <a:sysClr val="windowText" lastClr="000000"/>
                </a:solidFill>
                <a:latin typeface="Helvetica" panose="020B0604020202020204" pitchFamily="34" charset="0"/>
                <a:cs typeface="Helvetica" panose="020B0604020202020204" pitchFamily="34" charset="0"/>
              </a:rPr>
              <a:t>The database offers an API or query language that retrieves documents based on their contents.</a:t>
            </a:r>
          </a:p>
          <a:p>
            <a:pPr lvl="0" fontAlgn="auto">
              <a:spcAft>
                <a:spcPts val="0"/>
              </a:spcAft>
            </a:pPr>
            <a:endParaRPr lang="en-GB" sz="2800" dirty="0">
              <a:solidFill>
                <a:sysClr val="windowText" lastClr="000000"/>
              </a:solidFill>
              <a:latin typeface="Helvetica" panose="020B0604020202020204" pitchFamily="34" charset="0"/>
              <a:cs typeface="Helvetica" panose="020B0604020202020204" pitchFamily="34" charset="0"/>
            </a:endParaRPr>
          </a:p>
          <a:p>
            <a:pPr lvl="0" fontAlgn="auto">
              <a:spcAft>
                <a:spcPts val="0"/>
              </a:spcAft>
            </a:pPr>
            <a:r>
              <a:rPr lang="en-GB" sz="2800" dirty="0">
                <a:solidFill>
                  <a:sysClr val="windowText" lastClr="000000"/>
                </a:solidFill>
                <a:latin typeface="Helvetica" panose="020B0604020202020204" pitchFamily="34" charset="0"/>
                <a:cs typeface="Helvetica" panose="020B0604020202020204" pitchFamily="34" charset="0"/>
              </a:rPr>
              <a:t>Documents are schema free, i.e., different documents can have structures and schema that differ from one another. (An RDBMS requires that each row contain the same columns.)</a:t>
            </a:r>
          </a:p>
          <a:p>
            <a:pPr lvl="0" fontAlgn="auto">
              <a:spcAft>
                <a:spcPts val="0"/>
              </a:spcAft>
            </a:pPr>
            <a:endParaRPr kumimoji="0" lang="en-US" sz="26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endParaRPr>
          </a:p>
          <a:p>
            <a:pPr marR="0" lvl="0" algn="l" defTabSz="914400" rtl="0" eaLnBrk="1" fontAlgn="auto" latinLnBrk="0" hangingPunct="1">
              <a:lnSpc>
                <a:spcPct val="100000"/>
              </a:lnSpc>
              <a:spcBef>
                <a:spcPct val="20000"/>
              </a:spcBef>
              <a:spcAft>
                <a:spcPts val="0"/>
              </a:spcAft>
              <a:buClrTx/>
              <a:buSzTx/>
              <a:tabLst/>
              <a:defRPr/>
            </a:pPr>
            <a:r>
              <a:rPr kumimoji="0" lang="en-US" sz="28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E.g., MongoDB and CouchDB</a:t>
            </a:r>
            <a:endParaRPr kumimoji="0" lang="en-US" sz="18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endParaRPr>
          </a:p>
          <a:p>
            <a:pPr marL="742950" marR="0" lvl="1" indent="-285750" algn="l" defTabSz="914400" rtl="0" eaLnBrk="1" fontAlgn="auto" latinLnBrk="0" hangingPunct="1">
              <a:lnSpc>
                <a:spcPct val="100000"/>
              </a:lnSpc>
              <a:spcBef>
                <a:spcPct val="20000"/>
              </a:spcBef>
              <a:spcAft>
                <a:spcPts val="0"/>
              </a:spcAft>
              <a:buClrTx/>
              <a:buSzTx/>
              <a:buFont typeface="Wingdings" pitchFamily="2" charset="2"/>
              <a:buChar char="§"/>
              <a:tabLst/>
              <a:defRPr/>
            </a:pPr>
            <a:endParaRPr kumimoji="0" lang="en-US" sz="18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endParaRPr>
          </a:p>
        </p:txBody>
      </p:sp>
      <p:grpSp>
        <p:nvGrpSpPr>
          <p:cNvPr id="11" name="Group 10">
            <a:extLst>
              <a:ext uri="{FF2B5EF4-FFF2-40B4-BE49-F238E27FC236}">
                <a16:creationId xmlns:a16="http://schemas.microsoft.com/office/drawing/2014/main" id="{A5992564-0041-4AEB-88F5-E88D42C32DDE}"/>
              </a:ext>
            </a:extLst>
          </p:cNvPr>
          <p:cNvGrpSpPr/>
          <p:nvPr/>
        </p:nvGrpSpPr>
        <p:grpSpPr>
          <a:xfrm>
            <a:off x="5313040" y="1340768"/>
            <a:ext cx="5040560" cy="3168352"/>
            <a:chOff x="5342493" y="1191667"/>
            <a:chExt cx="4950994" cy="3039144"/>
          </a:xfrm>
        </p:grpSpPr>
        <p:pic>
          <p:nvPicPr>
            <p:cNvPr id="4" name="Picture 3">
              <a:extLst>
                <a:ext uri="{FF2B5EF4-FFF2-40B4-BE49-F238E27FC236}">
                  <a16:creationId xmlns:a16="http://schemas.microsoft.com/office/drawing/2014/main" id="{63F351B5-4865-A6E6-F731-62D4E19B9E42}"/>
                </a:ext>
              </a:extLst>
            </p:cNvPr>
            <p:cNvPicPr>
              <a:picLocks noChangeAspect="1"/>
            </p:cNvPicPr>
            <p:nvPr/>
          </p:nvPicPr>
          <p:blipFill>
            <a:blip r:embed="rId2"/>
            <a:stretch>
              <a:fillRect/>
            </a:stretch>
          </p:blipFill>
          <p:spPr>
            <a:xfrm>
              <a:off x="5342493" y="1191667"/>
              <a:ext cx="4563507" cy="2808312"/>
            </a:xfrm>
            <a:prstGeom prst="rect">
              <a:avLst/>
            </a:prstGeom>
          </p:spPr>
        </p:pic>
        <p:sp>
          <p:nvSpPr>
            <p:cNvPr id="10" name="TextBox 9">
              <a:extLst>
                <a:ext uri="{FF2B5EF4-FFF2-40B4-BE49-F238E27FC236}">
                  <a16:creationId xmlns:a16="http://schemas.microsoft.com/office/drawing/2014/main" id="{2AE9182B-7A24-E664-1A43-90FAAB515D58}"/>
                </a:ext>
              </a:extLst>
            </p:cNvPr>
            <p:cNvSpPr txBox="1"/>
            <p:nvPr/>
          </p:nvSpPr>
          <p:spPr>
            <a:xfrm>
              <a:off x="5342493" y="3999979"/>
              <a:ext cx="4950994" cy="230832"/>
            </a:xfrm>
            <a:prstGeom prst="rect">
              <a:avLst/>
            </a:prstGeom>
            <a:noFill/>
          </p:spPr>
          <p:txBody>
            <a:bodyPr wrap="square">
              <a:spAutoFit/>
            </a:bodyPr>
            <a:lstStyle/>
            <a:p>
              <a:r>
                <a:rPr lang="en-GB" sz="900" dirty="0"/>
                <a:t>Source: https://ravendb.net/articles/nosql-document-oriented-databases-detailed-overview</a:t>
              </a:r>
            </a:p>
          </p:txBody>
        </p:sp>
      </p:grpSp>
    </p:spTree>
    <p:extLst>
      <p:ext uri="{BB962C8B-B14F-4D97-AF65-F5344CB8AC3E}">
        <p14:creationId xmlns:p14="http://schemas.microsoft.com/office/powerpoint/2010/main" val="4199687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77825" y="0"/>
            <a:ext cx="6336703" cy="780762"/>
          </a:xfrm>
        </p:spPr>
        <p:txBody>
          <a:bodyPr/>
          <a:lstStyle/>
          <a:p>
            <a:r>
              <a:rPr lang="en-GB" sz="3200" dirty="0"/>
              <a:t>Document Databases: JSON</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14</a:t>
            </a:fld>
            <a:endParaRPr lang="en-GB" dirty="0"/>
          </a:p>
        </p:txBody>
      </p:sp>
      <p:sp>
        <p:nvSpPr>
          <p:cNvPr id="3" name="Content Placeholder 2">
            <a:extLst>
              <a:ext uri="{FF2B5EF4-FFF2-40B4-BE49-F238E27FC236}">
                <a16:creationId xmlns:a16="http://schemas.microsoft.com/office/drawing/2014/main" id="{6A02BD19-9096-B1A6-7A96-A8D7D9E5DDE4}"/>
              </a:ext>
            </a:extLst>
          </p:cNvPr>
          <p:cNvSpPr txBox="1">
            <a:spLocks/>
          </p:cNvSpPr>
          <p:nvPr/>
        </p:nvSpPr>
        <p:spPr>
          <a:xfrm>
            <a:off x="400055" y="1179512"/>
            <a:ext cx="9273475" cy="4498975"/>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Times New Roman" panose="02020603050405020304" pitchFamily="18" charset="0"/>
                <a:ea typeface="+mn-ea"/>
                <a:cs typeface="Times New Roman" panose="02020603050405020304" pitchFamily="18"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Times New Roman" panose="02020603050405020304" pitchFamily="18" charset="0"/>
                <a:ea typeface="+mn-ea"/>
                <a:cs typeface="Times New Roman" panose="02020603050405020304" pitchFamily="18"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Times New Roman" panose="02020603050405020304" pitchFamily="18" charset="0"/>
                <a:ea typeface="+mn-ea"/>
                <a:cs typeface="Times New Roman" panose="02020603050405020304" pitchFamily="18"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Font typeface="Arial" panose="020B0604020202020204" pitchFamily="34" charset="0"/>
              <a:buNone/>
            </a:pPr>
            <a:r>
              <a:rPr lang="en-US" sz="1600" dirty="0">
                <a:latin typeface="Courier New" panose="02070309020205020404" pitchFamily="49" charset="0"/>
                <a:cs typeface="Courier New" panose="02070309020205020404" pitchFamily="49" charset="0"/>
              </a:rPr>
              <a:t>{</a:t>
            </a:r>
          </a:p>
          <a:p>
            <a:pPr marL="0" indent="0" fontAlgn="auto">
              <a:spcAft>
                <a:spcPts val="0"/>
              </a:spcAft>
              <a:buFont typeface="Arial" panose="020B0604020202020204" pitchFamily="34" charset="0"/>
              <a:buNone/>
            </a:pPr>
            <a:r>
              <a:rPr lang="en-US" sz="1600" dirty="0">
                <a:latin typeface="Courier New" panose="02070309020205020404" pitchFamily="49" charset="0"/>
                <a:cs typeface="Courier New" panose="02070309020205020404" pitchFamily="49" charset="0"/>
              </a:rPr>
              <a:t>    _id: </a:t>
            </a:r>
            <a:r>
              <a:rPr lang="en-US" sz="1600" dirty="0" err="1">
                <a:latin typeface="Courier New" panose="02070309020205020404" pitchFamily="49" charset="0"/>
                <a:cs typeface="Courier New" panose="02070309020205020404" pitchFamily="49" charset="0"/>
              </a:rPr>
              <a:t>ObjectId</a:t>
            </a:r>
            <a:r>
              <a:rPr lang="en-US" sz="1600" dirty="0">
                <a:latin typeface="Courier New" panose="02070309020205020404" pitchFamily="49" charset="0"/>
                <a:cs typeface="Courier New" panose="02070309020205020404" pitchFamily="49" charset="0"/>
              </a:rPr>
              <a:t>("51156a1e056d6f966f268f81"),</a:t>
            </a:r>
          </a:p>
          <a:p>
            <a:pPr marL="0" indent="0" fontAlgn="auto">
              <a:spcAft>
                <a:spcPts val="0"/>
              </a:spcAft>
              <a:buFont typeface="Arial" panose="020B0604020202020204" pitchFamily="34" charset="0"/>
              <a:buNone/>
            </a:pPr>
            <a:r>
              <a:rPr lang="en-US" sz="1600" dirty="0">
                <a:latin typeface="Courier New" panose="02070309020205020404" pitchFamily="49" charset="0"/>
                <a:cs typeface="Courier New" panose="02070309020205020404" pitchFamily="49" charset="0"/>
              </a:rPr>
              <a:t>    type: "Article",</a:t>
            </a:r>
          </a:p>
          <a:p>
            <a:pPr marL="0" indent="0" fontAlgn="auto">
              <a:spcAft>
                <a:spcPts val="0"/>
              </a:spcAft>
              <a:buFont typeface="Arial" panose="020B0604020202020204" pitchFamily="34" charset="0"/>
              <a:buNone/>
            </a:pPr>
            <a:r>
              <a:rPr lang="en-US" sz="1600" dirty="0">
                <a:latin typeface="Courier New" panose="02070309020205020404" pitchFamily="49" charset="0"/>
                <a:cs typeface="Courier New" panose="02070309020205020404" pitchFamily="49" charset="0"/>
              </a:rPr>
              <a:t>    author: "Derick </a:t>
            </a:r>
            <a:r>
              <a:rPr lang="en-US" sz="1600" dirty="0" err="1">
                <a:latin typeface="Courier New" panose="02070309020205020404" pitchFamily="49" charset="0"/>
                <a:cs typeface="Courier New" panose="02070309020205020404" pitchFamily="49" charset="0"/>
              </a:rPr>
              <a:t>Rethans</a:t>
            </a:r>
            <a:r>
              <a:rPr lang="en-US" sz="1600" dirty="0">
                <a:latin typeface="Courier New" panose="02070309020205020404" pitchFamily="49" charset="0"/>
                <a:cs typeface="Courier New" panose="02070309020205020404" pitchFamily="49" charset="0"/>
              </a:rPr>
              <a:t>",</a:t>
            </a:r>
          </a:p>
          <a:p>
            <a:pPr marL="0" indent="0" fontAlgn="auto">
              <a:spcAft>
                <a:spcPts val="0"/>
              </a:spcAft>
              <a:buFont typeface="Arial" panose="020B0604020202020204" pitchFamily="34" charset="0"/>
              <a:buNone/>
            </a:pPr>
            <a:r>
              <a:rPr lang="en-US" sz="1600" dirty="0">
                <a:latin typeface="Courier New" panose="02070309020205020404" pitchFamily="49" charset="0"/>
                <a:cs typeface="Courier New" panose="02070309020205020404" pitchFamily="49" charset="0"/>
              </a:rPr>
              <a:t>    title: "Introduction to Document Databases with MongoDB",</a:t>
            </a:r>
          </a:p>
          <a:p>
            <a:pPr marL="0" indent="0" fontAlgn="auto">
              <a:spcAft>
                <a:spcPts val="0"/>
              </a:spcAft>
              <a:buFont typeface="Arial" panose="020B0604020202020204" pitchFamily="34" charset="0"/>
              <a:buNone/>
            </a:pPr>
            <a:r>
              <a:rPr lang="en-US" sz="1600" dirty="0">
                <a:latin typeface="Courier New" panose="02070309020205020404" pitchFamily="49" charset="0"/>
                <a:cs typeface="Courier New" panose="02070309020205020404" pitchFamily="49" charset="0"/>
              </a:rPr>
              <a:t>    date: </a:t>
            </a:r>
            <a:r>
              <a:rPr lang="en-US" sz="1600" dirty="0" err="1">
                <a:latin typeface="Courier New" panose="02070309020205020404" pitchFamily="49" charset="0"/>
                <a:cs typeface="Courier New" panose="02070309020205020404" pitchFamily="49" charset="0"/>
              </a:rPr>
              <a:t>ISODate</a:t>
            </a:r>
            <a:r>
              <a:rPr lang="en-US" sz="1600" dirty="0">
                <a:latin typeface="Courier New" panose="02070309020205020404" pitchFamily="49" charset="0"/>
                <a:cs typeface="Courier New" panose="02070309020205020404" pitchFamily="49" charset="0"/>
              </a:rPr>
              <a:t>("2013-04-24T16:26:31.911Z"),</a:t>
            </a:r>
          </a:p>
          <a:p>
            <a:pPr marL="0" indent="0" fontAlgn="auto">
              <a:spcAft>
                <a:spcPts val="0"/>
              </a:spcAft>
              <a:buFont typeface="Arial" panose="020B0604020202020204" pitchFamily="34" charset="0"/>
              <a:buNone/>
            </a:pPr>
            <a:r>
              <a:rPr lang="en-US" sz="1600" dirty="0">
                <a:latin typeface="Courier New" panose="02070309020205020404" pitchFamily="49" charset="0"/>
                <a:cs typeface="Courier New" panose="02070309020205020404" pitchFamily="49" charset="0"/>
              </a:rPr>
              <a:t>    body: "This arti…"</a:t>
            </a:r>
          </a:p>
          <a:p>
            <a:pPr marL="0" indent="0" fontAlgn="auto">
              <a:spcAft>
                <a:spcPts val="0"/>
              </a:spcAft>
              <a:buFont typeface="Arial" panose="020B0604020202020204" pitchFamily="34" charset="0"/>
              <a:buNone/>
            </a:pPr>
            <a:r>
              <a:rPr lang="en-US" sz="1600" dirty="0">
                <a:latin typeface="Courier New" panose="02070309020205020404" pitchFamily="49" charset="0"/>
                <a:cs typeface="Courier New" panose="02070309020205020404" pitchFamily="49" charset="0"/>
              </a:rPr>
              <a:t>},</a:t>
            </a:r>
          </a:p>
          <a:p>
            <a:pPr marL="0" indent="0" fontAlgn="auto">
              <a:spcAft>
                <a:spcPts val="0"/>
              </a:spcAft>
              <a:buFont typeface="Arial" panose="020B0604020202020204" pitchFamily="34" charset="0"/>
              <a:buNone/>
            </a:pPr>
            <a:r>
              <a:rPr lang="en-US" sz="1600" dirty="0">
                <a:latin typeface="Courier New" panose="02070309020205020404" pitchFamily="49" charset="0"/>
                <a:cs typeface="Courier New" panose="02070309020205020404" pitchFamily="49" charset="0"/>
              </a:rPr>
              <a:t>{</a:t>
            </a:r>
          </a:p>
          <a:p>
            <a:pPr marL="0" indent="0" fontAlgn="auto">
              <a:spcAft>
                <a:spcPts val="0"/>
              </a:spcAft>
              <a:buFont typeface="Arial" panose="020B0604020202020204" pitchFamily="34" charset="0"/>
              <a:buNone/>
            </a:pPr>
            <a:r>
              <a:rPr lang="en-US" sz="1600" dirty="0">
                <a:latin typeface="Courier New" panose="02070309020205020404" pitchFamily="49" charset="0"/>
                <a:cs typeface="Courier New" panose="02070309020205020404" pitchFamily="49" charset="0"/>
              </a:rPr>
              <a:t>    _id: </a:t>
            </a:r>
            <a:r>
              <a:rPr lang="en-US" sz="1600" dirty="0" err="1">
                <a:latin typeface="Courier New" panose="02070309020205020404" pitchFamily="49" charset="0"/>
                <a:cs typeface="Courier New" panose="02070309020205020404" pitchFamily="49" charset="0"/>
              </a:rPr>
              <a:t>ObjectId</a:t>
            </a:r>
            <a:r>
              <a:rPr lang="en-US" sz="1600" dirty="0">
                <a:latin typeface="Courier New" panose="02070309020205020404" pitchFamily="49" charset="0"/>
                <a:cs typeface="Courier New" panose="02070309020205020404" pitchFamily="49" charset="0"/>
              </a:rPr>
              <a:t>("51156a1e056d6f966f268f82"),</a:t>
            </a:r>
          </a:p>
          <a:p>
            <a:pPr marL="0" indent="0" fontAlgn="auto">
              <a:spcAft>
                <a:spcPts val="0"/>
              </a:spcAft>
              <a:buFont typeface="Arial" panose="020B0604020202020204" pitchFamily="34" charset="0"/>
              <a:buNone/>
            </a:pPr>
            <a:r>
              <a:rPr lang="en-US" sz="1600" dirty="0">
                <a:latin typeface="Courier New" panose="02070309020205020404" pitchFamily="49" charset="0"/>
                <a:cs typeface="Courier New" panose="02070309020205020404" pitchFamily="49" charset="0"/>
              </a:rPr>
              <a:t>    type: "Book",</a:t>
            </a:r>
          </a:p>
          <a:p>
            <a:pPr marL="0" indent="0" fontAlgn="auto">
              <a:spcAft>
                <a:spcPts val="0"/>
              </a:spcAft>
              <a:buFont typeface="Arial" panose="020B0604020202020204" pitchFamily="34" charset="0"/>
              <a:buNone/>
            </a:pPr>
            <a:r>
              <a:rPr lang="en-US" sz="1600" dirty="0">
                <a:latin typeface="Courier New" panose="02070309020205020404" pitchFamily="49" charset="0"/>
                <a:cs typeface="Courier New" panose="02070309020205020404" pitchFamily="49" charset="0"/>
              </a:rPr>
              <a:t>    author: "Derick </a:t>
            </a:r>
            <a:r>
              <a:rPr lang="en-US" sz="1600" dirty="0" err="1">
                <a:latin typeface="Courier New" panose="02070309020205020404" pitchFamily="49" charset="0"/>
                <a:cs typeface="Courier New" panose="02070309020205020404" pitchFamily="49" charset="0"/>
              </a:rPr>
              <a:t>Rethans</a:t>
            </a:r>
            <a:r>
              <a:rPr lang="en-US" sz="1600" dirty="0">
                <a:latin typeface="Courier New" panose="02070309020205020404" pitchFamily="49" charset="0"/>
                <a:cs typeface="Courier New" panose="02070309020205020404" pitchFamily="49" charset="0"/>
              </a:rPr>
              <a:t>",</a:t>
            </a:r>
          </a:p>
          <a:p>
            <a:pPr marL="0" indent="0" fontAlgn="auto">
              <a:spcAft>
                <a:spcPts val="0"/>
              </a:spcAft>
              <a:buFont typeface="Arial" panose="020B0604020202020204" pitchFamily="34" charset="0"/>
              <a:buNone/>
            </a:pPr>
            <a:r>
              <a:rPr lang="en-US" sz="1600" dirty="0">
                <a:latin typeface="Courier New" panose="02070309020205020404" pitchFamily="49" charset="0"/>
                <a:cs typeface="Courier New" panose="02070309020205020404" pitchFamily="49" charset="0"/>
              </a:rPr>
              <a:t>    title: "</a:t>
            </a:r>
            <a:r>
              <a:rPr lang="en-US" sz="1600" dirty="0" err="1">
                <a:latin typeface="Courier New" panose="02070309020205020404" pitchFamily="49" charset="0"/>
                <a:cs typeface="Courier New" panose="02070309020205020404" pitchFamily="49" charset="0"/>
              </a:rPr>
              <a:t>php|architect's</a:t>
            </a:r>
            <a:r>
              <a:rPr lang="en-US" sz="1600" dirty="0">
                <a:latin typeface="Courier New" panose="02070309020205020404" pitchFamily="49" charset="0"/>
                <a:cs typeface="Courier New" panose="02070309020205020404" pitchFamily="49" charset="0"/>
              </a:rPr>
              <a:t> Guide to Date and Time Programming with PHP",</a:t>
            </a:r>
          </a:p>
          <a:p>
            <a:pPr marL="0" indent="0" fontAlgn="auto">
              <a:spcAft>
                <a:spcPts val="0"/>
              </a:spcAft>
              <a:buFont typeface="Arial" panose="020B0604020202020204" pitchFamily="34" charset="0"/>
              <a:buNone/>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isbn</a:t>
            </a:r>
            <a:r>
              <a:rPr lang="en-US" sz="1600" dirty="0">
                <a:latin typeface="Courier New" panose="02070309020205020404" pitchFamily="49" charset="0"/>
                <a:cs typeface="Courier New" panose="02070309020205020404" pitchFamily="49" charset="0"/>
              </a:rPr>
              <a:t>: "978-0-9738621-5-7"</a:t>
            </a:r>
          </a:p>
          <a:p>
            <a:pPr marL="0" indent="0" fontAlgn="auto">
              <a:spcAft>
                <a:spcPts val="0"/>
              </a:spcAft>
              <a:buFont typeface="Arial" panose="020B0604020202020204" pitchFamily="34" charset="0"/>
              <a:buNone/>
            </a:pPr>
            <a:r>
              <a:rPr lang="en-US" sz="16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511856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76900" y="23228"/>
            <a:ext cx="8473787" cy="767465"/>
          </a:xfrm>
        </p:spPr>
        <p:txBody>
          <a:bodyPr wrap="square" anchor="ctr">
            <a:normAutofit/>
          </a:bodyPr>
          <a:lstStyle/>
          <a:p>
            <a:r>
              <a:rPr lang="en-GB" dirty="0"/>
              <a:t>Graph Databases</a:t>
            </a:r>
          </a:p>
        </p:txBody>
      </p:sp>
      <p:sp>
        <p:nvSpPr>
          <p:cNvPr id="4" name="Plassholder for innhold 2">
            <a:extLst>
              <a:ext uri="{FF2B5EF4-FFF2-40B4-BE49-F238E27FC236}">
                <a16:creationId xmlns:a16="http://schemas.microsoft.com/office/drawing/2014/main" id="{42978C67-5F40-C6D6-0DDF-BCCBD4D6C580}"/>
              </a:ext>
            </a:extLst>
          </p:cNvPr>
          <p:cNvSpPr>
            <a:spLocks noGrp="1"/>
          </p:cNvSpPr>
          <p:nvPr>
            <p:ph sz="half" idx="1"/>
          </p:nvPr>
        </p:nvSpPr>
        <p:spPr>
          <a:xfrm>
            <a:off x="563229" y="1119851"/>
            <a:ext cx="4498804" cy="5217449"/>
          </a:xfrm>
        </p:spPr>
        <p:txBody>
          <a:bodyPr wrap="square" anchor="t">
            <a:normAutofit/>
          </a:bodyPr>
          <a:lstStyle/>
          <a:p>
            <a:pPr>
              <a:lnSpc>
                <a:spcPct val="90000"/>
              </a:lnSpc>
            </a:pPr>
            <a:r>
              <a:rPr lang="it-IT" sz="2000" dirty="0">
                <a:latin typeface="Helvetica" panose="020B0604020202020204" pitchFamily="34" charset="0"/>
                <a:cs typeface="Helvetica" panose="020B0604020202020204" pitchFamily="34" charset="0"/>
              </a:rPr>
              <a:t>Graph-oriented.</a:t>
            </a:r>
          </a:p>
          <a:p>
            <a:pPr>
              <a:lnSpc>
                <a:spcPct val="90000"/>
              </a:lnSpc>
            </a:pPr>
            <a:r>
              <a:rPr lang="en-US" sz="2000" dirty="0">
                <a:latin typeface="Helvetica" panose="020B0604020202020204" pitchFamily="34" charset="0"/>
                <a:cs typeface="Helvetica" panose="020B0604020202020204" pitchFamily="34" charset="0"/>
              </a:rPr>
              <a:t>Everything is stored as a node , an edge, or an attribute.</a:t>
            </a:r>
          </a:p>
          <a:p>
            <a:pPr>
              <a:lnSpc>
                <a:spcPct val="90000"/>
              </a:lnSpc>
            </a:pPr>
            <a:r>
              <a:rPr lang="en-US" sz="2000" dirty="0">
                <a:latin typeface="Helvetica" panose="020B0604020202020204" pitchFamily="34" charset="0"/>
                <a:cs typeface="Helvetica" panose="020B0604020202020204" pitchFamily="34" charset="0"/>
              </a:rPr>
              <a:t>Each node and edge can have any number of attributes. </a:t>
            </a:r>
          </a:p>
          <a:p>
            <a:pPr>
              <a:lnSpc>
                <a:spcPct val="90000"/>
              </a:lnSpc>
            </a:pPr>
            <a:r>
              <a:rPr lang="en-US" sz="2000" dirty="0">
                <a:latin typeface="Helvetica" panose="020B0604020202020204" pitchFamily="34" charset="0"/>
                <a:cs typeface="Helvetica" panose="020B0604020202020204" pitchFamily="34" charset="0"/>
              </a:rPr>
              <a:t>Both the nodes and edges can be labelled.</a:t>
            </a:r>
          </a:p>
          <a:p>
            <a:pPr>
              <a:lnSpc>
                <a:spcPct val="90000"/>
              </a:lnSpc>
            </a:pPr>
            <a:r>
              <a:rPr lang="en-US" sz="2000" dirty="0">
                <a:latin typeface="Helvetica" panose="020B0604020202020204" pitchFamily="34" charset="0"/>
                <a:cs typeface="Helvetica" panose="020B0604020202020204" pitchFamily="34" charset="0"/>
              </a:rPr>
              <a:t>Labels can be used to narrow searches.</a:t>
            </a:r>
          </a:p>
          <a:p>
            <a:pPr>
              <a:lnSpc>
                <a:spcPct val="90000"/>
              </a:lnSpc>
            </a:pPr>
            <a:r>
              <a:rPr lang="en-GB" sz="2000" dirty="0">
                <a:latin typeface="Helvetica" panose="020B0604020202020204" pitchFamily="34" charset="0"/>
                <a:cs typeface="Helvetica" panose="020B0604020202020204" pitchFamily="34" charset="0"/>
              </a:rPr>
              <a:t>Graph databases are powerful for graph-like queries (e.g., find the shortest path between two elements)</a:t>
            </a:r>
          </a:p>
          <a:p>
            <a:pPr>
              <a:lnSpc>
                <a:spcPct val="90000"/>
              </a:lnSpc>
            </a:pPr>
            <a:r>
              <a:rPr lang="en-GB" sz="2000" dirty="0">
                <a:latin typeface="Helvetica" panose="020B0604020202020204" pitchFamily="34" charset="0"/>
                <a:cs typeface="Helvetica" panose="020B0604020202020204" pitchFamily="34" charset="0"/>
              </a:rPr>
              <a:t>E.g., Neo4j and </a:t>
            </a:r>
            <a:r>
              <a:rPr lang="en-GB" sz="2000" dirty="0" err="1">
                <a:latin typeface="Helvetica" panose="020B0604020202020204" pitchFamily="34" charset="0"/>
                <a:cs typeface="Helvetica" panose="020B0604020202020204" pitchFamily="34" charset="0"/>
              </a:rPr>
              <a:t>VertexDB</a:t>
            </a:r>
            <a:endParaRPr lang="en-GB" sz="2000" dirty="0">
              <a:latin typeface="Helvetica" panose="020B0604020202020204" pitchFamily="34" charset="0"/>
              <a:cs typeface="Helvetica" panose="020B0604020202020204" pitchFamily="34" charset="0"/>
            </a:endParaRPr>
          </a:p>
          <a:p>
            <a:pPr marL="0" indent="0">
              <a:lnSpc>
                <a:spcPct val="90000"/>
              </a:lnSpc>
              <a:buNone/>
            </a:pPr>
            <a:endParaRPr lang="nb-NO" sz="2000" dirty="0"/>
          </a:p>
        </p:txBody>
      </p:sp>
      <p:pic>
        <p:nvPicPr>
          <p:cNvPr id="3074" name="Picture 2" descr="What is a Graph Database? - Developer Guides">
            <a:extLst>
              <a:ext uri="{FF2B5EF4-FFF2-40B4-BE49-F238E27FC236}">
                <a16:creationId xmlns:a16="http://schemas.microsoft.com/office/drawing/2014/main" id="{5553EAFC-DFA6-584D-ABB2-06B9F38C8FA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215264" y="1119851"/>
            <a:ext cx="4518510" cy="3682584"/>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3079" name="Date Placeholder 4">
            <a:extLst>
              <a:ext uri="{FF2B5EF4-FFF2-40B4-BE49-F238E27FC236}">
                <a16:creationId xmlns:a16="http://schemas.microsoft.com/office/drawing/2014/main" id="{A2AA58F3-1F78-134F-DB34-3764ABC876BA}"/>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10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15</a:t>
            </a:fld>
            <a:endParaRPr lang="en-GB"/>
          </a:p>
        </p:txBody>
      </p:sp>
      <p:sp>
        <p:nvSpPr>
          <p:cNvPr id="8" name="TextBox 7">
            <a:extLst>
              <a:ext uri="{FF2B5EF4-FFF2-40B4-BE49-F238E27FC236}">
                <a16:creationId xmlns:a16="http://schemas.microsoft.com/office/drawing/2014/main" id="{047A6696-4374-8A1F-A334-BC692F603FED}"/>
              </a:ext>
            </a:extLst>
          </p:cNvPr>
          <p:cNvSpPr txBox="1"/>
          <p:nvPr/>
        </p:nvSpPr>
        <p:spPr>
          <a:xfrm>
            <a:off x="5870525" y="4811200"/>
            <a:ext cx="3885715" cy="230832"/>
          </a:xfrm>
          <a:prstGeom prst="rect">
            <a:avLst/>
          </a:prstGeom>
          <a:noFill/>
        </p:spPr>
        <p:txBody>
          <a:bodyPr wrap="square">
            <a:spAutoFit/>
          </a:bodyPr>
          <a:lstStyle/>
          <a:p>
            <a:r>
              <a:rPr lang="en-GB" sz="900" dirty="0">
                <a:latin typeface="Helvetica" panose="020B0604020202020204" pitchFamily="34" charset="0"/>
                <a:cs typeface="Helvetica" panose="020B0604020202020204" pitchFamily="34" charset="0"/>
              </a:rPr>
              <a:t>Source: https://j471n.in/blogs/graph-databases-vs-relational-databases</a:t>
            </a:r>
          </a:p>
        </p:txBody>
      </p:sp>
    </p:spTree>
    <p:extLst>
      <p:ext uri="{BB962C8B-B14F-4D97-AF65-F5344CB8AC3E}">
        <p14:creationId xmlns:p14="http://schemas.microsoft.com/office/powerpoint/2010/main" val="21975002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77826" y="2969"/>
            <a:ext cx="9255694" cy="780762"/>
          </a:xfrm>
        </p:spPr>
        <p:txBody>
          <a:bodyPr/>
          <a:lstStyle/>
          <a:p>
            <a:r>
              <a:rPr lang="en-GB" sz="3200" dirty="0"/>
              <a:t>Key-Value Stores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16</a:t>
            </a:fld>
            <a:endParaRPr lang="en-GB" dirty="0"/>
          </a:p>
        </p:txBody>
      </p:sp>
      <p:sp>
        <p:nvSpPr>
          <p:cNvPr id="3" name="Content Placeholder 2">
            <a:extLst>
              <a:ext uri="{FF2B5EF4-FFF2-40B4-BE49-F238E27FC236}">
                <a16:creationId xmlns:a16="http://schemas.microsoft.com/office/drawing/2014/main" id="{FD943F4F-CF06-23C4-E6FF-64B535E3C769}"/>
              </a:ext>
            </a:extLst>
          </p:cNvPr>
          <p:cNvSpPr>
            <a:spLocks noGrp="1"/>
          </p:cNvSpPr>
          <p:nvPr>
            <p:ph idx="1"/>
          </p:nvPr>
        </p:nvSpPr>
        <p:spPr>
          <a:xfrm>
            <a:off x="395287" y="1079500"/>
            <a:ext cx="5205785" cy="5013796"/>
          </a:xfrm>
        </p:spPr>
        <p:txBody>
          <a:bodyPr>
            <a:normAutofit fontScale="70000" lnSpcReduction="20000"/>
          </a:bodyPr>
          <a:lstStyle/>
          <a:p>
            <a:pPr>
              <a:buFont typeface="Arial" panose="020B0604020202020204" pitchFamily="34" charset="0"/>
              <a:buChar char="•"/>
            </a:pPr>
            <a:r>
              <a:rPr lang="en-GB" sz="2900" dirty="0">
                <a:latin typeface="Helvetica" panose="020B0604020202020204" pitchFamily="34" charset="0"/>
                <a:cs typeface="Helvetica" panose="020B0604020202020204" pitchFamily="34" charset="0"/>
              </a:rPr>
              <a:t>It is a data storage designed for storing simple key-value pairs, where a key is a unique identifier, that has a value assigned to it.</a:t>
            </a:r>
          </a:p>
          <a:p>
            <a:pPr marL="0" indent="0">
              <a:buNone/>
            </a:pPr>
            <a:endParaRPr lang="en-US" sz="2900" dirty="0">
              <a:latin typeface="Helvetica" panose="020B0604020202020204" pitchFamily="34" charset="0"/>
              <a:cs typeface="Helvetica" panose="020B0604020202020204" pitchFamily="34" charset="0"/>
            </a:endParaRPr>
          </a:p>
          <a:p>
            <a:pPr>
              <a:buFont typeface="Arial" panose="020B0604020202020204" pitchFamily="34" charset="0"/>
              <a:buChar char="•"/>
            </a:pPr>
            <a:r>
              <a:rPr lang="en-US" sz="2900" dirty="0">
                <a:latin typeface="Helvetica" panose="020B0604020202020204" pitchFamily="34" charset="0"/>
                <a:cs typeface="Helvetica" panose="020B0604020202020204" pitchFamily="34" charset="0"/>
              </a:rPr>
              <a:t>Keys are mapped to (possibly) more complex value (e.g., lists)</a:t>
            </a:r>
          </a:p>
          <a:p>
            <a:pPr>
              <a:buFont typeface="Wingdings" pitchFamily="2" charset="2"/>
              <a:buChar char="§"/>
            </a:pPr>
            <a:endParaRPr lang="en-US" sz="2900" dirty="0">
              <a:latin typeface="Helvetica" panose="020B0604020202020204" pitchFamily="34" charset="0"/>
              <a:cs typeface="Helvetica" panose="020B0604020202020204" pitchFamily="34" charset="0"/>
            </a:endParaRPr>
          </a:p>
          <a:p>
            <a:pPr>
              <a:buFont typeface="Arial" panose="020B0604020202020204" pitchFamily="34" charset="0"/>
              <a:buChar char="•"/>
            </a:pPr>
            <a:r>
              <a:rPr lang="en-US" sz="2900" dirty="0">
                <a:latin typeface="Helvetica" panose="020B0604020202020204" pitchFamily="34" charset="0"/>
                <a:cs typeface="Helvetica" panose="020B0604020202020204" pitchFamily="34" charset="0"/>
              </a:rPr>
              <a:t>Keys can be stored in a hash table and can be distributed easily</a:t>
            </a:r>
          </a:p>
          <a:p>
            <a:pPr>
              <a:buFont typeface="Wingdings" pitchFamily="2" charset="2"/>
              <a:buChar char="§"/>
            </a:pPr>
            <a:endParaRPr lang="en-US" sz="2900" dirty="0">
              <a:latin typeface="Helvetica" panose="020B0604020202020204" pitchFamily="34" charset="0"/>
              <a:cs typeface="Helvetica" panose="020B0604020202020204" pitchFamily="34" charset="0"/>
            </a:endParaRPr>
          </a:p>
          <a:p>
            <a:pPr>
              <a:buFont typeface="Arial" panose="020B0604020202020204" pitchFamily="34" charset="0"/>
              <a:buChar char="•"/>
            </a:pPr>
            <a:r>
              <a:rPr lang="en-US" sz="2900" dirty="0">
                <a:latin typeface="Helvetica" panose="020B0604020202020204" pitchFamily="34" charset="0"/>
                <a:cs typeface="Helvetica" panose="020B0604020202020204" pitchFamily="34" charset="0"/>
              </a:rPr>
              <a:t>Such stores typically support regular CRUD (create, read, update, and delete) operations</a:t>
            </a:r>
          </a:p>
          <a:p>
            <a:pPr marL="457200" lvl="1" indent="0">
              <a:buNone/>
            </a:pPr>
            <a:endParaRPr lang="en-US" sz="2900" dirty="0">
              <a:latin typeface="Helvetica" panose="020B0604020202020204" pitchFamily="34" charset="0"/>
              <a:cs typeface="Helvetica" panose="020B0604020202020204" pitchFamily="34" charset="0"/>
            </a:endParaRPr>
          </a:p>
          <a:p>
            <a:pPr>
              <a:buFont typeface="Arial" panose="020B0604020202020204" pitchFamily="34" charset="0"/>
              <a:buChar char="•"/>
            </a:pPr>
            <a:r>
              <a:rPr lang="en-US" sz="2900" dirty="0">
                <a:latin typeface="Helvetica" panose="020B0604020202020204" pitchFamily="34" charset="0"/>
                <a:cs typeface="Helvetica" panose="020B0604020202020204" pitchFamily="34" charset="0"/>
              </a:rPr>
              <a:t>E.g., Amazon DynamoDB and Apache Cassandra</a:t>
            </a:r>
            <a:endParaRPr lang="en-US" sz="2800" dirty="0"/>
          </a:p>
          <a:p>
            <a:pPr>
              <a:buFont typeface="Wingdings" pitchFamily="2" charset="2"/>
              <a:buChar char="§"/>
            </a:pPr>
            <a:endParaRPr lang="en-US" sz="2800" dirty="0"/>
          </a:p>
          <a:p>
            <a:pPr>
              <a:buFont typeface="Wingdings" pitchFamily="2" charset="2"/>
              <a:buChar char="§"/>
            </a:pPr>
            <a:endParaRPr lang="en-US" sz="2800" dirty="0"/>
          </a:p>
          <a:p>
            <a:pPr>
              <a:buFont typeface="Wingdings" pitchFamily="2" charset="2"/>
              <a:buChar char="§"/>
            </a:pPr>
            <a:endParaRPr lang="en-US" sz="2800" dirty="0"/>
          </a:p>
          <a:p>
            <a:pPr>
              <a:buFont typeface="Wingdings" pitchFamily="2" charset="2"/>
              <a:buChar char="§"/>
            </a:pPr>
            <a:endParaRPr lang="en-US" sz="2800" dirty="0"/>
          </a:p>
          <a:p>
            <a:pPr>
              <a:buFont typeface="Wingdings" pitchFamily="2" charset="2"/>
              <a:buChar char="§"/>
            </a:pPr>
            <a:endParaRPr lang="en-US" sz="2800" dirty="0"/>
          </a:p>
          <a:p>
            <a:pPr>
              <a:buFont typeface="Wingdings" pitchFamily="2" charset="2"/>
              <a:buChar char="§"/>
            </a:pPr>
            <a:endParaRPr lang="en-US" sz="2800" dirty="0"/>
          </a:p>
          <a:p>
            <a:pPr lvl="1">
              <a:buFont typeface="Wingdings" pitchFamily="2" charset="2"/>
              <a:buChar char="§"/>
            </a:pPr>
            <a:endParaRPr lang="en-US" sz="2400" dirty="0"/>
          </a:p>
          <a:p>
            <a:pPr lvl="2">
              <a:buFont typeface="Wingdings" pitchFamily="2" charset="2"/>
              <a:buChar char="§"/>
            </a:pPr>
            <a:endParaRPr lang="en-US" sz="1800" dirty="0"/>
          </a:p>
          <a:p>
            <a:pPr lvl="1">
              <a:buFont typeface="Wingdings" pitchFamily="2" charset="2"/>
              <a:buChar char="§"/>
            </a:pPr>
            <a:endParaRPr lang="en-US" sz="1800" dirty="0"/>
          </a:p>
        </p:txBody>
      </p:sp>
      <p:pic>
        <p:nvPicPr>
          <p:cNvPr id="4" name="Picture 3">
            <a:extLst>
              <a:ext uri="{FF2B5EF4-FFF2-40B4-BE49-F238E27FC236}">
                <a16:creationId xmlns:a16="http://schemas.microsoft.com/office/drawing/2014/main" id="{6D9EC979-A0CE-EDC8-D38D-2925F2E10A07}"/>
              </a:ext>
            </a:extLst>
          </p:cNvPr>
          <p:cNvPicPr>
            <a:picLocks noChangeAspect="1"/>
          </p:cNvPicPr>
          <p:nvPr/>
        </p:nvPicPr>
        <p:blipFill>
          <a:blip r:embed="rId2"/>
          <a:stretch>
            <a:fillRect/>
          </a:stretch>
        </p:blipFill>
        <p:spPr>
          <a:xfrm>
            <a:off x="6152364" y="1340768"/>
            <a:ext cx="3244084" cy="2808312"/>
          </a:xfrm>
          <a:prstGeom prst="rect">
            <a:avLst/>
          </a:prstGeom>
        </p:spPr>
      </p:pic>
    </p:spTree>
    <p:extLst>
      <p:ext uri="{BB962C8B-B14F-4D97-AF65-F5344CB8AC3E}">
        <p14:creationId xmlns:p14="http://schemas.microsoft.com/office/powerpoint/2010/main" val="3444584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72480" y="23228"/>
            <a:ext cx="6336703" cy="780762"/>
          </a:xfrm>
        </p:spPr>
        <p:txBody>
          <a:bodyPr/>
          <a:lstStyle/>
          <a:p>
            <a:r>
              <a:rPr lang="en-US" sz="3200" b="1" dirty="0"/>
              <a:t>Wide-column Stores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17</a:t>
            </a:fld>
            <a:endParaRPr lang="en-GB" dirty="0"/>
          </a:p>
        </p:txBody>
      </p:sp>
      <p:sp>
        <p:nvSpPr>
          <p:cNvPr id="4" name="Content Placeholder 2">
            <a:extLst>
              <a:ext uri="{FF2B5EF4-FFF2-40B4-BE49-F238E27FC236}">
                <a16:creationId xmlns:a16="http://schemas.microsoft.com/office/drawing/2014/main" id="{5BFFCE46-172B-E778-22A5-17C2F54867DB}"/>
              </a:ext>
            </a:extLst>
          </p:cNvPr>
          <p:cNvSpPr>
            <a:spLocks noGrp="1"/>
          </p:cNvSpPr>
          <p:nvPr>
            <p:ph idx="1"/>
          </p:nvPr>
        </p:nvSpPr>
        <p:spPr>
          <a:xfrm>
            <a:off x="377825" y="874812"/>
            <a:ext cx="5655295" cy="4351338"/>
          </a:xfrm>
        </p:spPr>
        <p:txBody>
          <a:bodyPr>
            <a:noAutofit/>
          </a:bodyPr>
          <a:lstStyle/>
          <a:p>
            <a:r>
              <a:rPr lang="en-US" sz="2200" dirty="0">
                <a:latin typeface="Helvetica" panose="020B0604020202020204" pitchFamily="34" charset="0"/>
                <a:cs typeface="Helvetica" panose="020B0604020202020204" pitchFamily="34" charset="0"/>
              </a:rPr>
              <a:t>Data are stored in a column-oriented way </a:t>
            </a:r>
          </a:p>
          <a:p>
            <a:pPr lvl="1"/>
            <a:r>
              <a:rPr lang="en-US" sz="1600" dirty="0">
                <a:latin typeface="Helvetica" panose="020B0604020202020204" pitchFamily="34" charset="0"/>
                <a:cs typeface="Helvetica" panose="020B0604020202020204" pitchFamily="34" charset="0"/>
              </a:rPr>
              <a:t>Avoids consuming space for storing nulls</a:t>
            </a:r>
          </a:p>
          <a:p>
            <a:pPr lvl="1"/>
            <a:r>
              <a:rPr lang="en-US" sz="1600" dirty="0">
                <a:latin typeface="Helvetica" panose="020B0604020202020204" pitchFamily="34" charset="0"/>
                <a:cs typeface="Helvetica" panose="020B0604020202020204" pitchFamily="34" charset="0"/>
              </a:rPr>
              <a:t>Columns are grouped in column-families </a:t>
            </a:r>
          </a:p>
          <a:p>
            <a:pPr lvl="1"/>
            <a:r>
              <a:rPr lang="en-US" sz="1600" dirty="0">
                <a:latin typeface="Helvetica" panose="020B0604020202020204" pitchFamily="34" charset="0"/>
                <a:cs typeface="Helvetica" panose="020B0604020202020204" pitchFamily="34" charset="0"/>
              </a:rPr>
              <a:t>Data isn’t stored as a single table but is stored by column families</a:t>
            </a:r>
          </a:p>
          <a:p>
            <a:pPr lvl="1"/>
            <a:r>
              <a:rPr lang="en-US" sz="1600" dirty="0">
                <a:latin typeface="Helvetica" panose="020B0604020202020204" pitchFamily="34" charset="0"/>
                <a:cs typeface="Helvetica" panose="020B0604020202020204" pitchFamily="34" charset="0"/>
              </a:rPr>
              <a:t>Unit of data is a set of key/value pairs </a:t>
            </a:r>
          </a:p>
          <a:p>
            <a:pPr lvl="2"/>
            <a:r>
              <a:rPr lang="en-US" sz="1600" dirty="0">
                <a:latin typeface="Helvetica" panose="020B0604020202020204" pitchFamily="34" charset="0"/>
                <a:cs typeface="Helvetica" panose="020B0604020202020204" pitchFamily="34" charset="0"/>
              </a:rPr>
              <a:t>Identified by “row-key” </a:t>
            </a:r>
          </a:p>
          <a:p>
            <a:pPr lvl="2"/>
            <a:r>
              <a:rPr lang="en-US" sz="1600" dirty="0">
                <a:latin typeface="Helvetica" panose="020B0604020202020204" pitchFamily="34" charset="0"/>
                <a:cs typeface="Helvetica" panose="020B0604020202020204" pitchFamily="34" charset="0"/>
              </a:rPr>
              <a:t>Ordered and sorted based on row-key</a:t>
            </a:r>
          </a:p>
          <a:p>
            <a:r>
              <a:rPr lang="en-US" sz="2200" dirty="0">
                <a:latin typeface="Helvetica" panose="020B0604020202020204" pitchFamily="34" charset="0"/>
                <a:cs typeface="Helvetica" panose="020B0604020202020204" pitchFamily="34" charset="0"/>
              </a:rPr>
              <a:t>Well-suited for read and write intensive workloads</a:t>
            </a:r>
          </a:p>
          <a:p>
            <a:r>
              <a:rPr lang="en-US" sz="2200" dirty="0">
                <a:latin typeface="Helvetica" panose="020B0604020202020204" pitchFamily="34" charset="0"/>
                <a:cs typeface="Helvetica" panose="020B0604020202020204" pitchFamily="34" charset="0"/>
              </a:rPr>
              <a:t>Notable for: </a:t>
            </a:r>
          </a:p>
          <a:p>
            <a:pPr lvl="1"/>
            <a:r>
              <a:rPr lang="en-US" sz="2200" dirty="0">
                <a:latin typeface="Helvetica" panose="020B0604020202020204" pitchFamily="34" charset="0"/>
                <a:cs typeface="Helvetica" panose="020B0604020202020204" pitchFamily="34" charset="0"/>
              </a:rPr>
              <a:t>Google's </a:t>
            </a:r>
            <a:r>
              <a:rPr lang="en-US" sz="2200" dirty="0" err="1">
                <a:latin typeface="Helvetica" panose="020B0604020202020204" pitchFamily="34" charset="0"/>
                <a:cs typeface="Helvetica" panose="020B0604020202020204" pitchFamily="34" charset="0"/>
              </a:rPr>
              <a:t>Bigtable</a:t>
            </a:r>
            <a:r>
              <a:rPr lang="en-US" sz="2200" dirty="0">
                <a:latin typeface="Helvetica" panose="020B0604020202020204" pitchFamily="34" charset="0"/>
                <a:cs typeface="Helvetica" panose="020B0604020202020204" pitchFamily="34" charset="0"/>
              </a:rPr>
              <a:t> (used in all </a:t>
            </a:r>
            <a:br>
              <a:rPr lang="en-US" sz="2200" dirty="0">
                <a:latin typeface="Helvetica" panose="020B0604020202020204" pitchFamily="34" charset="0"/>
                <a:cs typeface="Helvetica" panose="020B0604020202020204" pitchFamily="34" charset="0"/>
              </a:rPr>
            </a:br>
            <a:r>
              <a:rPr lang="en-US" sz="2200" dirty="0">
                <a:latin typeface="Helvetica" panose="020B0604020202020204" pitchFamily="34" charset="0"/>
                <a:cs typeface="Helvetica" panose="020B0604020202020204" pitchFamily="34" charset="0"/>
              </a:rPr>
              <a:t>Google's services) </a:t>
            </a:r>
          </a:p>
          <a:p>
            <a:pPr lvl="1"/>
            <a:r>
              <a:rPr lang="en-US" sz="2200" dirty="0" err="1">
                <a:latin typeface="Helvetica" panose="020B0604020202020204" pitchFamily="34" charset="0"/>
                <a:cs typeface="Helvetica" panose="020B0604020202020204" pitchFamily="34" charset="0"/>
              </a:rPr>
              <a:t>HBase</a:t>
            </a:r>
            <a:r>
              <a:rPr lang="en-US" sz="2200" dirty="0">
                <a:latin typeface="Helvetica" panose="020B0604020202020204" pitchFamily="34" charset="0"/>
                <a:cs typeface="Helvetica" panose="020B0604020202020204" pitchFamily="34" charset="0"/>
              </a:rPr>
              <a:t> (Facebook, </a:t>
            </a:r>
            <a:r>
              <a:rPr lang="en-US" sz="2200" dirty="0" err="1">
                <a:latin typeface="Helvetica" panose="020B0604020202020204" pitchFamily="34" charset="0"/>
                <a:cs typeface="Helvetica" panose="020B0604020202020204" pitchFamily="34" charset="0"/>
              </a:rPr>
              <a:t>StumbleUpon</a:t>
            </a:r>
            <a:r>
              <a:rPr lang="en-US" sz="2200" dirty="0">
                <a:latin typeface="Helvetica" panose="020B0604020202020204" pitchFamily="34" charset="0"/>
                <a:cs typeface="Helvetica" panose="020B0604020202020204" pitchFamily="34" charset="0"/>
              </a:rPr>
              <a:t>, </a:t>
            </a:r>
            <a:br>
              <a:rPr lang="en-US" sz="2200" dirty="0">
                <a:latin typeface="Helvetica" panose="020B0604020202020204" pitchFamily="34" charset="0"/>
                <a:cs typeface="Helvetica" panose="020B0604020202020204" pitchFamily="34" charset="0"/>
              </a:rPr>
            </a:br>
            <a:r>
              <a:rPr lang="en-US" sz="2200" dirty="0">
                <a:latin typeface="Helvetica" panose="020B0604020202020204" pitchFamily="34" charset="0"/>
                <a:cs typeface="Helvetica" panose="020B0604020202020204" pitchFamily="34" charset="0"/>
              </a:rPr>
              <a:t>Hulu, Yahoo!, ...)</a:t>
            </a:r>
            <a:endParaRPr lang="en-US" altLang="en-US" sz="2200" dirty="0">
              <a:latin typeface="Helvetica" panose="020B0604020202020204" pitchFamily="34" charset="0"/>
              <a:cs typeface="Helvetica" panose="020B0604020202020204" pitchFamily="34" charset="0"/>
            </a:endParaRPr>
          </a:p>
        </p:txBody>
      </p:sp>
      <p:graphicFrame>
        <p:nvGraphicFramePr>
          <p:cNvPr id="8" name="Table 8">
            <a:extLst>
              <a:ext uri="{FF2B5EF4-FFF2-40B4-BE49-F238E27FC236}">
                <a16:creationId xmlns:a16="http://schemas.microsoft.com/office/drawing/2014/main" id="{40C7B8BA-728C-72B9-AF94-2077C3BC74B3}"/>
              </a:ext>
            </a:extLst>
          </p:cNvPr>
          <p:cNvGraphicFramePr>
            <a:graphicFrameLocks noGrp="1"/>
          </p:cNvGraphicFramePr>
          <p:nvPr>
            <p:extLst>
              <p:ext uri="{D42A27DB-BD31-4B8C-83A1-F6EECF244321}">
                <p14:modId xmlns:p14="http://schemas.microsoft.com/office/powerpoint/2010/main" val="2060472471"/>
              </p:ext>
            </p:extLst>
          </p:nvPr>
        </p:nvGraphicFramePr>
        <p:xfrm>
          <a:off x="6245963" y="1244151"/>
          <a:ext cx="3240360" cy="1418505"/>
        </p:xfrm>
        <a:graphic>
          <a:graphicData uri="http://schemas.openxmlformats.org/drawingml/2006/table">
            <a:tbl>
              <a:tblPr firstRow="1" bandRow="1">
                <a:tableStyleId>{5C22544A-7EE6-4342-B048-85BDC9FD1C3A}</a:tableStyleId>
              </a:tblPr>
              <a:tblGrid>
                <a:gridCol w="810090">
                  <a:extLst>
                    <a:ext uri="{9D8B030D-6E8A-4147-A177-3AD203B41FA5}">
                      <a16:colId xmlns:a16="http://schemas.microsoft.com/office/drawing/2014/main" val="2199322853"/>
                    </a:ext>
                  </a:extLst>
                </a:gridCol>
                <a:gridCol w="810090">
                  <a:extLst>
                    <a:ext uri="{9D8B030D-6E8A-4147-A177-3AD203B41FA5}">
                      <a16:colId xmlns:a16="http://schemas.microsoft.com/office/drawing/2014/main" val="4154456726"/>
                    </a:ext>
                  </a:extLst>
                </a:gridCol>
                <a:gridCol w="810090">
                  <a:extLst>
                    <a:ext uri="{9D8B030D-6E8A-4147-A177-3AD203B41FA5}">
                      <a16:colId xmlns:a16="http://schemas.microsoft.com/office/drawing/2014/main" val="4099001208"/>
                    </a:ext>
                  </a:extLst>
                </a:gridCol>
                <a:gridCol w="810090">
                  <a:extLst>
                    <a:ext uri="{9D8B030D-6E8A-4147-A177-3AD203B41FA5}">
                      <a16:colId xmlns:a16="http://schemas.microsoft.com/office/drawing/2014/main" val="206629802"/>
                    </a:ext>
                  </a:extLst>
                </a:gridCol>
              </a:tblGrid>
              <a:tr h="287677">
                <a:tc>
                  <a:txBody>
                    <a:bodyPr/>
                    <a:lstStyle/>
                    <a:p>
                      <a:pPr algn="ctr"/>
                      <a:r>
                        <a:rPr lang="en-GB" sz="1600" dirty="0"/>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600" dirty="0"/>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600" dirty="0"/>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600" dirty="0"/>
                        <a:t>GPA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7006456"/>
                  </a:ext>
                </a:extLst>
              </a:tr>
              <a:tr h="360395">
                <a:tc>
                  <a:txBody>
                    <a:bodyPr/>
                    <a:lstStyle/>
                    <a:p>
                      <a:pPr algn="ctr"/>
                      <a:r>
                        <a:rPr lang="en-GB" sz="1600" dirty="0"/>
                        <a: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GB" sz="1600" dirty="0"/>
                        <a:t>John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GB" sz="1600" dirty="0"/>
                        <a:t>Final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GB" sz="1600" dirty="0"/>
                        <a:t>3.96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948449533"/>
                  </a:ext>
                </a:extLst>
              </a:tr>
              <a:tr h="362790">
                <a:tc>
                  <a:txBody>
                    <a:bodyPr/>
                    <a:lstStyle/>
                    <a:p>
                      <a:pPr algn="ctr"/>
                      <a:r>
                        <a:rPr lang="en-GB" sz="1600" dirty="0"/>
                        <a:t>002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GB" sz="1600" dirty="0"/>
                        <a:t>Alice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GB" sz="1600" dirty="0"/>
                        <a:t>Second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GB" sz="1600" dirty="0"/>
                        <a:t>3.57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72432097"/>
                  </a:ext>
                </a:extLst>
              </a:tr>
              <a:tr h="360040">
                <a:tc>
                  <a:txBody>
                    <a:bodyPr/>
                    <a:lstStyle/>
                    <a:p>
                      <a:pPr algn="ctr"/>
                      <a:r>
                        <a:rPr lang="en-GB" sz="1600" dirty="0"/>
                        <a:t>003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GB" sz="1600" dirty="0"/>
                        <a:t>Bob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GB" sz="1600" dirty="0"/>
                        <a:t>First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GB" sz="1600" dirty="0"/>
                        <a:t>3.29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6191680"/>
                  </a:ext>
                </a:extLst>
              </a:tr>
            </a:tbl>
          </a:graphicData>
        </a:graphic>
      </p:graphicFrame>
      <p:graphicFrame>
        <p:nvGraphicFramePr>
          <p:cNvPr id="9" name="Table 8">
            <a:extLst>
              <a:ext uri="{FF2B5EF4-FFF2-40B4-BE49-F238E27FC236}">
                <a16:creationId xmlns:a16="http://schemas.microsoft.com/office/drawing/2014/main" id="{587C2F56-0FDE-D151-2C25-1F85D7363F37}"/>
              </a:ext>
            </a:extLst>
          </p:cNvPr>
          <p:cNvGraphicFramePr>
            <a:graphicFrameLocks noGrp="1"/>
          </p:cNvGraphicFramePr>
          <p:nvPr>
            <p:extLst>
              <p:ext uri="{D42A27DB-BD31-4B8C-83A1-F6EECF244321}">
                <p14:modId xmlns:p14="http://schemas.microsoft.com/office/powerpoint/2010/main" val="1389172508"/>
              </p:ext>
            </p:extLst>
          </p:nvPr>
        </p:nvGraphicFramePr>
        <p:xfrm>
          <a:off x="6191063" y="3430023"/>
          <a:ext cx="1440160" cy="1368634"/>
        </p:xfrm>
        <a:graphic>
          <a:graphicData uri="http://schemas.openxmlformats.org/drawingml/2006/table">
            <a:tbl>
              <a:tblPr firstRow="1" bandRow="1">
                <a:tableStyleId>{5C22544A-7EE6-4342-B048-85BDC9FD1C3A}</a:tableStyleId>
              </a:tblPr>
              <a:tblGrid>
                <a:gridCol w="694680">
                  <a:extLst>
                    <a:ext uri="{9D8B030D-6E8A-4147-A177-3AD203B41FA5}">
                      <a16:colId xmlns:a16="http://schemas.microsoft.com/office/drawing/2014/main" val="4154456726"/>
                    </a:ext>
                  </a:extLst>
                </a:gridCol>
                <a:gridCol w="745480">
                  <a:extLst>
                    <a:ext uri="{9D8B030D-6E8A-4147-A177-3AD203B41FA5}">
                      <a16:colId xmlns:a16="http://schemas.microsoft.com/office/drawing/2014/main" val="4099001208"/>
                    </a:ext>
                  </a:extLst>
                </a:gridCol>
              </a:tblGrid>
              <a:tr h="262790">
                <a:tc>
                  <a:txBody>
                    <a:bodyPr/>
                    <a:lstStyle/>
                    <a:p>
                      <a:pPr algn="ctr"/>
                      <a:r>
                        <a:rPr lang="en-GB" sz="1600" dirty="0"/>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600" dirty="0"/>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7006456"/>
                  </a:ext>
                </a:extLst>
              </a:tr>
              <a:tr h="313274">
                <a:tc>
                  <a:txBody>
                    <a:bodyPr/>
                    <a:lstStyle/>
                    <a:p>
                      <a:pPr algn="ctr"/>
                      <a:r>
                        <a:rPr lang="en-GB" sz="1600" dirty="0"/>
                        <a:t>John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GB" sz="1600" dirty="0"/>
                        <a: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948449533"/>
                  </a:ext>
                </a:extLst>
              </a:tr>
              <a:tr h="338034">
                <a:tc>
                  <a:txBody>
                    <a:bodyPr/>
                    <a:lstStyle/>
                    <a:p>
                      <a:pPr algn="ctr"/>
                      <a:r>
                        <a:rPr lang="en-GB" sz="1600" dirty="0"/>
                        <a:t>Alice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GB" sz="1600" dirty="0"/>
                        <a:t>002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72432097"/>
                  </a:ext>
                </a:extLst>
              </a:tr>
              <a:tr h="360040">
                <a:tc>
                  <a:txBody>
                    <a:bodyPr/>
                    <a:lstStyle/>
                    <a:p>
                      <a:pPr algn="ctr"/>
                      <a:r>
                        <a:rPr lang="en-GB" sz="1600" dirty="0"/>
                        <a:t>Bob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GB" sz="1600" dirty="0"/>
                        <a:t>003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6191680"/>
                  </a:ext>
                </a:extLst>
              </a:tr>
            </a:tbl>
          </a:graphicData>
        </a:graphic>
      </p:graphicFrame>
      <p:graphicFrame>
        <p:nvGraphicFramePr>
          <p:cNvPr id="10" name="Table 9">
            <a:extLst>
              <a:ext uri="{FF2B5EF4-FFF2-40B4-BE49-F238E27FC236}">
                <a16:creationId xmlns:a16="http://schemas.microsoft.com/office/drawing/2014/main" id="{34A47077-92C5-F2FD-5AA5-E571044ED84A}"/>
              </a:ext>
            </a:extLst>
          </p:cNvPr>
          <p:cNvGraphicFramePr>
            <a:graphicFrameLocks noGrp="1"/>
          </p:cNvGraphicFramePr>
          <p:nvPr>
            <p:extLst>
              <p:ext uri="{D42A27DB-BD31-4B8C-83A1-F6EECF244321}">
                <p14:modId xmlns:p14="http://schemas.microsoft.com/office/powerpoint/2010/main" val="2594033885"/>
              </p:ext>
            </p:extLst>
          </p:nvPr>
        </p:nvGraphicFramePr>
        <p:xfrm>
          <a:off x="7977969" y="3414411"/>
          <a:ext cx="1559370" cy="1368634"/>
        </p:xfrm>
        <a:graphic>
          <a:graphicData uri="http://schemas.openxmlformats.org/drawingml/2006/table">
            <a:tbl>
              <a:tblPr firstRow="1" bandRow="1">
                <a:tableStyleId>{5C22544A-7EE6-4342-B048-85BDC9FD1C3A}</a:tableStyleId>
              </a:tblPr>
              <a:tblGrid>
                <a:gridCol w="788787">
                  <a:extLst>
                    <a:ext uri="{9D8B030D-6E8A-4147-A177-3AD203B41FA5}">
                      <a16:colId xmlns:a16="http://schemas.microsoft.com/office/drawing/2014/main" val="4154456726"/>
                    </a:ext>
                  </a:extLst>
                </a:gridCol>
                <a:gridCol w="770583">
                  <a:extLst>
                    <a:ext uri="{9D8B030D-6E8A-4147-A177-3AD203B41FA5}">
                      <a16:colId xmlns:a16="http://schemas.microsoft.com/office/drawing/2014/main" val="4099001208"/>
                    </a:ext>
                  </a:extLst>
                </a:gridCol>
              </a:tblGrid>
              <a:tr h="262790">
                <a:tc>
                  <a:txBody>
                    <a:bodyPr/>
                    <a:lstStyle/>
                    <a:p>
                      <a:pPr algn="ctr"/>
                      <a:r>
                        <a:rPr lang="en-GB" sz="1600" dirty="0"/>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600" dirty="0"/>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7006456"/>
                  </a:ext>
                </a:extLst>
              </a:tr>
              <a:tr h="313274">
                <a:tc>
                  <a:txBody>
                    <a:bodyPr/>
                    <a:lstStyle/>
                    <a:p>
                      <a:pPr algn="ctr"/>
                      <a:r>
                        <a:rPr lang="en-GB" sz="1600" dirty="0"/>
                        <a:t>Final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GB" sz="1600" dirty="0"/>
                        <a: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948449533"/>
                  </a:ext>
                </a:extLst>
              </a:tr>
              <a:tr h="338034">
                <a:tc>
                  <a:txBody>
                    <a:bodyPr/>
                    <a:lstStyle/>
                    <a:p>
                      <a:pPr algn="ctr"/>
                      <a:r>
                        <a:rPr lang="en-GB" sz="1600" dirty="0"/>
                        <a:t>Second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GB" sz="1600" dirty="0"/>
                        <a:t>002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72432097"/>
                  </a:ext>
                </a:extLst>
              </a:tr>
              <a:tr h="360040">
                <a:tc>
                  <a:txBody>
                    <a:bodyPr/>
                    <a:lstStyle/>
                    <a:p>
                      <a:pPr algn="ctr"/>
                      <a:r>
                        <a:rPr lang="en-GB" sz="1600" dirty="0"/>
                        <a:t>First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GB" sz="1600" dirty="0"/>
                        <a:t>003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6191680"/>
                  </a:ext>
                </a:extLst>
              </a:tr>
            </a:tbl>
          </a:graphicData>
        </a:graphic>
      </p:graphicFrame>
      <p:graphicFrame>
        <p:nvGraphicFramePr>
          <p:cNvPr id="11" name="Table 10">
            <a:extLst>
              <a:ext uri="{FF2B5EF4-FFF2-40B4-BE49-F238E27FC236}">
                <a16:creationId xmlns:a16="http://schemas.microsoft.com/office/drawing/2014/main" id="{86090EA0-A855-2E37-3542-1EDD54F6C645}"/>
              </a:ext>
            </a:extLst>
          </p:cNvPr>
          <p:cNvGraphicFramePr>
            <a:graphicFrameLocks noGrp="1"/>
          </p:cNvGraphicFramePr>
          <p:nvPr>
            <p:extLst>
              <p:ext uri="{D42A27DB-BD31-4B8C-83A1-F6EECF244321}">
                <p14:modId xmlns:p14="http://schemas.microsoft.com/office/powerpoint/2010/main" val="1563507946"/>
              </p:ext>
            </p:extLst>
          </p:nvPr>
        </p:nvGraphicFramePr>
        <p:xfrm>
          <a:off x="7171202" y="4883661"/>
          <a:ext cx="1440160" cy="1368634"/>
        </p:xfrm>
        <a:graphic>
          <a:graphicData uri="http://schemas.openxmlformats.org/drawingml/2006/table">
            <a:tbl>
              <a:tblPr firstRow="1" bandRow="1">
                <a:tableStyleId>{5C22544A-7EE6-4342-B048-85BDC9FD1C3A}</a:tableStyleId>
              </a:tblPr>
              <a:tblGrid>
                <a:gridCol w="694680">
                  <a:extLst>
                    <a:ext uri="{9D8B030D-6E8A-4147-A177-3AD203B41FA5}">
                      <a16:colId xmlns:a16="http://schemas.microsoft.com/office/drawing/2014/main" val="4154456726"/>
                    </a:ext>
                  </a:extLst>
                </a:gridCol>
                <a:gridCol w="745480">
                  <a:extLst>
                    <a:ext uri="{9D8B030D-6E8A-4147-A177-3AD203B41FA5}">
                      <a16:colId xmlns:a16="http://schemas.microsoft.com/office/drawing/2014/main" val="4099001208"/>
                    </a:ext>
                  </a:extLst>
                </a:gridCol>
              </a:tblGrid>
              <a:tr h="262790">
                <a:tc>
                  <a:txBody>
                    <a:bodyPr/>
                    <a:lstStyle/>
                    <a:p>
                      <a:pPr algn="ctr"/>
                      <a:r>
                        <a:rPr lang="en-GB" sz="1600" dirty="0"/>
                        <a:t>GPA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600" dirty="0"/>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7006456"/>
                  </a:ext>
                </a:extLst>
              </a:tr>
              <a:tr h="313274">
                <a:tc>
                  <a:txBody>
                    <a:bodyPr/>
                    <a:lstStyle/>
                    <a:p>
                      <a:pPr algn="ctr"/>
                      <a:r>
                        <a:rPr lang="en-GB" sz="1600" dirty="0"/>
                        <a:t>3.96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GB" sz="1600" dirty="0"/>
                        <a: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948449533"/>
                  </a:ext>
                </a:extLst>
              </a:tr>
              <a:tr h="338034">
                <a:tc>
                  <a:txBody>
                    <a:bodyPr/>
                    <a:lstStyle/>
                    <a:p>
                      <a:pPr algn="ctr"/>
                      <a:r>
                        <a:rPr lang="en-GB" sz="1600" dirty="0"/>
                        <a:t>3.57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GB" sz="1600" dirty="0"/>
                        <a:t>002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72432097"/>
                  </a:ext>
                </a:extLst>
              </a:tr>
              <a:tr h="360040">
                <a:tc>
                  <a:txBody>
                    <a:bodyPr/>
                    <a:lstStyle/>
                    <a:p>
                      <a:pPr algn="ctr"/>
                      <a:r>
                        <a:rPr lang="en-GB" sz="1600" dirty="0"/>
                        <a:t>3.29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GB" sz="1600" dirty="0"/>
                        <a:t>003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6191680"/>
                  </a:ext>
                </a:extLst>
              </a:tr>
            </a:tbl>
          </a:graphicData>
        </a:graphic>
      </p:graphicFrame>
      <p:sp>
        <p:nvSpPr>
          <p:cNvPr id="12" name="TextBox 11">
            <a:extLst>
              <a:ext uri="{FF2B5EF4-FFF2-40B4-BE49-F238E27FC236}">
                <a16:creationId xmlns:a16="http://schemas.microsoft.com/office/drawing/2014/main" id="{09A793B8-F70A-89BD-602A-BF545A92640F}"/>
              </a:ext>
            </a:extLst>
          </p:cNvPr>
          <p:cNvSpPr txBox="1"/>
          <p:nvPr/>
        </p:nvSpPr>
        <p:spPr>
          <a:xfrm>
            <a:off x="7401272" y="874819"/>
            <a:ext cx="1556836" cy="369332"/>
          </a:xfrm>
          <a:prstGeom prst="rect">
            <a:avLst/>
          </a:prstGeom>
          <a:noFill/>
        </p:spPr>
        <p:txBody>
          <a:bodyPr wrap="none" rtlCol="0">
            <a:spAutoFit/>
          </a:bodyPr>
          <a:lstStyle/>
          <a:p>
            <a:r>
              <a:rPr lang="en-GB" dirty="0">
                <a:latin typeface="Helvetica" panose="020B0604020202020204" pitchFamily="34" charset="0"/>
                <a:cs typeface="Helvetica" panose="020B0604020202020204" pitchFamily="34" charset="0"/>
              </a:rPr>
              <a:t>Row-oriented</a:t>
            </a:r>
          </a:p>
        </p:txBody>
      </p:sp>
      <p:sp>
        <p:nvSpPr>
          <p:cNvPr id="13" name="TextBox 12">
            <a:extLst>
              <a:ext uri="{FF2B5EF4-FFF2-40B4-BE49-F238E27FC236}">
                <a16:creationId xmlns:a16="http://schemas.microsoft.com/office/drawing/2014/main" id="{F657A2EA-B56A-BD30-15A9-CBD87380B26D}"/>
              </a:ext>
            </a:extLst>
          </p:cNvPr>
          <p:cNvSpPr txBox="1"/>
          <p:nvPr/>
        </p:nvSpPr>
        <p:spPr>
          <a:xfrm>
            <a:off x="6898240" y="2944463"/>
            <a:ext cx="1890261" cy="369332"/>
          </a:xfrm>
          <a:prstGeom prst="rect">
            <a:avLst/>
          </a:prstGeom>
          <a:noFill/>
        </p:spPr>
        <p:txBody>
          <a:bodyPr wrap="none" rtlCol="0">
            <a:spAutoFit/>
          </a:bodyPr>
          <a:lstStyle/>
          <a:p>
            <a:r>
              <a:rPr lang="en-GB" dirty="0">
                <a:latin typeface="Helvetica" panose="020B0604020202020204" pitchFamily="34" charset="0"/>
                <a:cs typeface="Helvetica" panose="020B0604020202020204" pitchFamily="34" charset="0"/>
              </a:rPr>
              <a:t>Column-oriented</a:t>
            </a:r>
          </a:p>
        </p:txBody>
      </p:sp>
    </p:spTree>
    <p:extLst>
      <p:ext uri="{BB962C8B-B14F-4D97-AF65-F5344CB8AC3E}">
        <p14:creationId xmlns:p14="http://schemas.microsoft.com/office/powerpoint/2010/main" val="1786433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77826" y="2969"/>
            <a:ext cx="9759750" cy="780762"/>
          </a:xfrm>
        </p:spPr>
        <p:txBody>
          <a:bodyPr/>
          <a:lstStyle/>
          <a:p>
            <a:r>
              <a:rPr lang="en-GB" sz="2800" dirty="0"/>
              <a:t>Advantages and Disadvantages of SQL vs NoSQL</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18</a:t>
            </a:fld>
            <a:endParaRPr lang="en-GB" dirty="0"/>
          </a:p>
        </p:txBody>
      </p:sp>
      <p:sp>
        <p:nvSpPr>
          <p:cNvPr id="4" name="TextBox 3">
            <a:extLst>
              <a:ext uri="{FF2B5EF4-FFF2-40B4-BE49-F238E27FC236}">
                <a16:creationId xmlns:a16="http://schemas.microsoft.com/office/drawing/2014/main" id="{B2710A43-9D40-D63B-31A9-9755FC2CA95D}"/>
              </a:ext>
            </a:extLst>
          </p:cNvPr>
          <p:cNvSpPr txBox="1"/>
          <p:nvPr/>
        </p:nvSpPr>
        <p:spPr>
          <a:xfrm>
            <a:off x="389271" y="1025697"/>
            <a:ext cx="4950994" cy="2554545"/>
          </a:xfrm>
          <a:prstGeom prst="rect">
            <a:avLst/>
          </a:prstGeom>
          <a:noFill/>
        </p:spPr>
        <p:txBody>
          <a:bodyPr wrap="square">
            <a:spAutoFit/>
          </a:bodyPr>
          <a:lstStyle/>
          <a:p>
            <a:r>
              <a:rPr lang="en-GB" sz="2000" b="1" dirty="0">
                <a:latin typeface="Helvetica" panose="020B0604020202020204" pitchFamily="34" charset="0"/>
                <a:cs typeface="Helvetica" panose="020B0604020202020204" pitchFamily="34" charset="0"/>
              </a:rPr>
              <a:t>Advantages of SQL</a:t>
            </a:r>
            <a:r>
              <a:rPr lang="en-GB" sz="2000" dirty="0">
                <a:latin typeface="Helvetica" panose="020B0604020202020204" pitchFamily="34" charset="0"/>
                <a:cs typeface="Helvetica" panose="020B0604020202020204" pitchFamily="34" charset="0"/>
              </a:rPr>
              <a:t>:</a:t>
            </a:r>
          </a:p>
          <a:p>
            <a:r>
              <a:rPr lang="en-GB" sz="2000" b="1" dirty="0">
                <a:latin typeface="Helvetica" panose="020B0604020202020204" pitchFamily="34" charset="0"/>
                <a:cs typeface="Helvetica" panose="020B0604020202020204" pitchFamily="34" charset="0"/>
              </a:rPr>
              <a:t>Structured Data</a:t>
            </a:r>
            <a:r>
              <a:rPr lang="en-GB" sz="2000" dirty="0">
                <a:latin typeface="Helvetica" panose="020B0604020202020204" pitchFamily="34" charset="0"/>
                <a:cs typeface="Helvetica" panose="020B0604020202020204" pitchFamily="34" charset="0"/>
              </a:rPr>
              <a:t>: Strong support for structured data, ensuring integrity.</a:t>
            </a:r>
          </a:p>
          <a:p>
            <a:r>
              <a:rPr lang="en-GB" sz="2000" b="1" dirty="0">
                <a:latin typeface="Helvetica" panose="020B0604020202020204" pitchFamily="34" charset="0"/>
                <a:cs typeface="Helvetica" panose="020B0604020202020204" pitchFamily="34" charset="0"/>
              </a:rPr>
              <a:t>Complex Queries</a:t>
            </a:r>
            <a:r>
              <a:rPr lang="en-GB" sz="2000" dirty="0">
                <a:latin typeface="Helvetica" panose="020B0604020202020204" pitchFamily="34" charset="0"/>
                <a:cs typeface="Helvetica" panose="020B0604020202020204" pitchFamily="34" charset="0"/>
              </a:rPr>
              <a:t>: SQL excels in complex joins, transactions, and aggregations.</a:t>
            </a:r>
          </a:p>
          <a:p>
            <a:r>
              <a:rPr lang="en-GB" sz="2000" b="1" dirty="0">
                <a:latin typeface="Helvetica" panose="020B0604020202020204" pitchFamily="34" charset="0"/>
                <a:cs typeface="Helvetica" panose="020B0604020202020204" pitchFamily="34" charset="0"/>
              </a:rPr>
              <a:t>Widely Adopted</a:t>
            </a:r>
            <a:r>
              <a:rPr lang="en-GB" sz="2000" dirty="0">
                <a:latin typeface="Helvetica" panose="020B0604020202020204" pitchFamily="34" charset="0"/>
                <a:cs typeface="Helvetica" panose="020B0604020202020204" pitchFamily="34" charset="0"/>
              </a:rPr>
              <a:t>: Most relational databases have been around for decades.</a:t>
            </a:r>
          </a:p>
        </p:txBody>
      </p:sp>
      <p:sp>
        <p:nvSpPr>
          <p:cNvPr id="9" name="TextBox 8">
            <a:extLst>
              <a:ext uri="{FF2B5EF4-FFF2-40B4-BE49-F238E27FC236}">
                <a16:creationId xmlns:a16="http://schemas.microsoft.com/office/drawing/2014/main" id="{6B189661-947E-4AF1-464B-A1B8472847F5}"/>
              </a:ext>
            </a:extLst>
          </p:cNvPr>
          <p:cNvSpPr txBox="1"/>
          <p:nvPr/>
        </p:nvSpPr>
        <p:spPr>
          <a:xfrm>
            <a:off x="5478170" y="986244"/>
            <a:ext cx="4394494" cy="2554545"/>
          </a:xfrm>
          <a:prstGeom prst="rect">
            <a:avLst/>
          </a:prstGeom>
          <a:noFill/>
        </p:spPr>
        <p:txBody>
          <a:bodyPr wrap="square">
            <a:spAutoFit/>
          </a:bodyPr>
          <a:lstStyle/>
          <a:p>
            <a:r>
              <a:rPr lang="en-GB" sz="2000" b="1" dirty="0">
                <a:latin typeface="Helvetica" panose="020B0604020202020204" pitchFamily="34" charset="0"/>
                <a:cs typeface="Helvetica" panose="020B0604020202020204" pitchFamily="34" charset="0"/>
              </a:rPr>
              <a:t>Advantages of NoSQL</a:t>
            </a:r>
            <a:r>
              <a:rPr lang="en-GB" sz="2000" dirty="0">
                <a:latin typeface="Helvetica" panose="020B0604020202020204" pitchFamily="34" charset="0"/>
                <a:cs typeface="Helvetica" panose="020B0604020202020204" pitchFamily="34" charset="0"/>
              </a:rPr>
              <a:t>:</a:t>
            </a:r>
          </a:p>
          <a:p>
            <a:r>
              <a:rPr lang="en-GB" sz="2000" b="1" dirty="0">
                <a:latin typeface="Helvetica" panose="020B0604020202020204" pitchFamily="34" charset="0"/>
                <a:cs typeface="Helvetica" panose="020B0604020202020204" pitchFamily="34" charset="0"/>
              </a:rPr>
              <a:t>Scalability</a:t>
            </a:r>
            <a:r>
              <a:rPr lang="en-GB" sz="2000" dirty="0">
                <a:latin typeface="Helvetica" panose="020B0604020202020204" pitchFamily="34" charset="0"/>
                <a:cs typeface="Helvetica" panose="020B0604020202020204" pitchFamily="34" charset="0"/>
              </a:rPr>
              <a:t>: Horizontally scalable for distributed applications.</a:t>
            </a:r>
          </a:p>
          <a:p>
            <a:r>
              <a:rPr lang="en-GB" sz="2000" b="1" dirty="0">
                <a:latin typeface="Helvetica" panose="020B0604020202020204" pitchFamily="34" charset="0"/>
                <a:cs typeface="Helvetica" panose="020B0604020202020204" pitchFamily="34" charset="0"/>
              </a:rPr>
              <a:t>Schema Flexibility</a:t>
            </a:r>
            <a:r>
              <a:rPr lang="en-GB" sz="2000" dirty="0">
                <a:latin typeface="Helvetica" panose="020B0604020202020204" pitchFamily="34" charset="0"/>
                <a:cs typeface="Helvetica" panose="020B0604020202020204" pitchFamily="34" charset="0"/>
              </a:rPr>
              <a:t>: Can handle dynamic and changing data models.</a:t>
            </a:r>
          </a:p>
          <a:p>
            <a:r>
              <a:rPr lang="en-GB" sz="2000" b="1" dirty="0">
                <a:latin typeface="Helvetica" panose="020B0604020202020204" pitchFamily="34" charset="0"/>
                <a:cs typeface="Helvetica" panose="020B0604020202020204" pitchFamily="34" charset="0"/>
              </a:rPr>
              <a:t>Big Data Support</a:t>
            </a:r>
            <a:r>
              <a:rPr lang="en-GB" sz="2000" dirty="0">
                <a:latin typeface="Helvetica" panose="020B0604020202020204" pitchFamily="34" charset="0"/>
                <a:cs typeface="Helvetica" panose="020B0604020202020204" pitchFamily="34" charset="0"/>
              </a:rPr>
              <a:t>: Suited for large-scale applications, unstructured data, and real-time analytics.</a:t>
            </a:r>
          </a:p>
        </p:txBody>
      </p:sp>
      <p:sp>
        <p:nvSpPr>
          <p:cNvPr id="11" name="TextBox 10">
            <a:extLst>
              <a:ext uri="{FF2B5EF4-FFF2-40B4-BE49-F238E27FC236}">
                <a16:creationId xmlns:a16="http://schemas.microsoft.com/office/drawing/2014/main" id="{1E20FCC4-0D5B-1B9A-C1EF-90D7AF9E8CB2}"/>
              </a:ext>
            </a:extLst>
          </p:cNvPr>
          <p:cNvSpPr txBox="1"/>
          <p:nvPr/>
        </p:nvSpPr>
        <p:spPr>
          <a:xfrm>
            <a:off x="389271" y="4087032"/>
            <a:ext cx="4631565" cy="1631216"/>
          </a:xfrm>
          <a:prstGeom prst="rect">
            <a:avLst/>
          </a:prstGeom>
          <a:noFill/>
        </p:spPr>
        <p:txBody>
          <a:bodyPr wrap="square">
            <a:spAutoFit/>
          </a:bodyPr>
          <a:lstStyle/>
          <a:p>
            <a:r>
              <a:rPr lang="en-GB" sz="2000" b="1" dirty="0">
                <a:latin typeface="Helvetica" panose="020B0604020202020204" pitchFamily="34" charset="0"/>
                <a:cs typeface="Helvetica" panose="020B0604020202020204" pitchFamily="34" charset="0"/>
              </a:rPr>
              <a:t>Disadvantages of SQL</a:t>
            </a:r>
            <a:r>
              <a:rPr lang="en-GB" sz="2000" dirty="0">
                <a:latin typeface="Helvetica" panose="020B0604020202020204" pitchFamily="34" charset="0"/>
                <a:cs typeface="Helvetica" panose="020B0604020202020204" pitchFamily="34" charset="0"/>
              </a:rPr>
              <a:t>:</a:t>
            </a:r>
          </a:p>
          <a:p>
            <a:r>
              <a:rPr lang="en-GB" sz="2000" b="1" dirty="0">
                <a:latin typeface="Helvetica" panose="020B0604020202020204" pitchFamily="34" charset="0"/>
                <a:cs typeface="Helvetica" panose="020B0604020202020204" pitchFamily="34" charset="0"/>
              </a:rPr>
              <a:t>Scaling Issues</a:t>
            </a:r>
            <a:r>
              <a:rPr lang="en-GB" sz="2000" dirty="0">
                <a:latin typeface="Helvetica" panose="020B0604020202020204" pitchFamily="34" charset="0"/>
                <a:cs typeface="Helvetica" panose="020B0604020202020204" pitchFamily="34" charset="0"/>
              </a:rPr>
              <a:t>: Difficult to scale beyond a certain limit.</a:t>
            </a:r>
          </a:p>
          <a:p>
            <a:r>
              <a:rPr lang="en-GB" sz="2000" b="1" dirty="0">
                <a:latin typeface="Helvetica" panose="020B0604020202020204" pitchFamily="34" charset="0"/>
                <a:cs typeface="Helvetica" panose="020B0604020202020204" pitchFamily="34" charset="0"/>
              </a:rPr>
              <a:t>Rigid Schema</a:t>
            </a:r>
            <a:r>
              <a:rPr lang="en-GB" sz="2000" dirty="0">
                <a:latin typeface="Helvetica" panose="020B0604020202020204" pitchFamily="34" charset="0"/>
                <a:cs typeface="Helvetica" panose="020B0604020202020204" pitchFamily="34" charset="0"/>
              </a:rPr>
              <a:t>: Less flexibility in adapting to changes in data structure.</a:t>
            </a:r>
          </a:p>
        </p:txBody>
      </p:sp>
      <p:sp>
        <p:nvSpPr>
          <p:cNvPr id="13" name="TextBox 12">
            <a:extLst>
              <a:ext uri="{FF2B5EF4-FFF2-40B4-BE49-F238E27FC236}">
                <a16:creationId xmlns:a16="http://schemas.microsoft.com/office/drawing/2014/main" id="{5F128205-96CA-EE3F-F8FF-8B10986E23D8}"/>
              </a:ext>
            </a:extLst>
          </p:cNvPr>
          <p:cNvSpPr txBox="1"/>
          <p:nvPr/>
        </p:nvSpPr>
        <p:spPr>
          <a:xfrm>
            <a:off x="5478170" y="3933056"/>
            <a:ext cx="4361158" cy="1938992"/>
          </a:xfrm>
          <a:prstGeom prst="rect">
            <a:avLst/>
          </a:prstGeom>
          <a:noFill/>
        </p:spPr>
        <p:txBody>
          <a:bodyPr wrap="square">
            <a:spAutoFit/>
          </a:bodyPr>
          <a:lstStyle/>
          <a:p>
            <a:r>
              <a:rPr lang="en-GB" sz="2000" b="1" dirty="0">
                <a:latin typeface="Helvetica" panose="020B0604020202020204" pitchFamily="34" charset="0"/>
                <a:cs typeface="Helvetica" panose="020B0604020202020204" pitchFamily="34" charset="0"/>
              </a:rPr>
              <a:t>Disadvantages of NoSQL</a:t>
            </a:r>
            <a:r>
              <a:rPr lang="en-GB" sz="2000" dirty="0">
                <a:latin typeface="Helvetica" panose="020B0604020202020204" pitchFamily="34" charset="0"/>
                <a:cs typeface="Helvetica" panose="020B0604020202020204" pitchFamily="34" charset="0"/>
              </a:rPr>
              <a:t>:</a:t>
            </a:r>
          </a:p>
          <a:p>
            <a:r>
              <a:rPr lang="en-GB" sz="2000" b="1" dirty="0">
                <a:latin typeface="Helvetica" panose="020B0604020202020204" pitchFamily="34" charset="0"/>
                <a:cs typeface="Helvetica" panose="020B0604020202020204" pitchFamily="34" charset="0"/>
              </a:rPr>
              <a:t>Complex Transactions</a:t>
            </a:r>
            <a:r>
              <a:rPr lang="en-GB" sz="2000" dirty="0">
                <a:latin typeface="Helvetica" panose="020B0604020202020204" pitchFamily="34" charset="0"/>
                <a:cs typeface="Helvetica" panose="020B0604020202020204" pitchFamily="34" charset="0"/>
              </a:rPr>
              <a:t>: Limited support for multi-operation transactions.</a:t>
            </a:r>
          </a:p>
          <a:p>
            <a:r>
              <a:rPr lang="en-GB" sz="2000" b="1" dirty="0">
                <a:latin typeface="Helvetica" panose="020B0604020202020204" pitchFamily="34" charset="0"/>
                <a:cs typeface="Helvetica" panose="020B0604020202020204" pitchFamily="34" charset="0"/>
              </a:rPr>
              <a:t>Eventual Consistency</a:t>
            </a:r>
            <a:r>
              <a:rPr lang="en-GB" sz="2000" dirty="0">
                <a:latin typeface="Helvetica" panose="020B0604020202020204" pitchFamily="34" charset="0"/>
                <a:cs typeface="Helvetica" panose="020B0604020202020204" pitchFamily="34" charset="0"/>
              </a:rPr>
              <a:t>: May lead to inconsistencies during data retrieval.</a:t>
            </a:r>
          </a:p>
        </p:txBody>
      </p:sp>
    </p:spTree>
    <p:extLst>
      <p:ext uri="{BB962C8B-B14F-4D97-AF65-F5344CB8AC3E}">
        <p14:creationId xmlns:p14="http://schemas.microsoft.com/office/powerpoint/2010/main" val="2327111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1"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72480" y="0"/>
            <a:ext cx="6336703" cy="780762"/>
          </a:xfrm>
        </p:spPr>
        <p:txBody>
          <a:bodyPr/>
          <a:lstStyle/>
          <a:p>
            <a:r>
              <a:rPr lang="en-GB" sz="3200" dirty="0"/>
              <a:t>Introduction to MongoDB</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19</a:t>
            </a:fld>
            <a:endParaRPr lang="en-GB" dirty="0"/>
          </a:p>
        </p:txBody>
      </p:sp>
      <p:sp>
        <p:nvSpPr>
          <p:cNvPr id="4" name="TextBox 3">
            <a:extLst>
              <a:ext uri="{FF2B5EF4-FFF2-40B4-BE49-F238E27FC236}">
                <a16:creationId xmlns:a16="http://schemas.microsoft.com/office/drawing/2014/main" id="{C16E90ED-2164-76BD-DB65-AE22DF109F46}"/>
              </a:ext>
            </a:extLst>
          </p:cNvPr>
          <p:cNvSpPr txBox="1"/>
          <p:nvPr/>
        </p:nvSpPr>
        <p:spPr>
          <a:xfrm>
            <a:off x="475039" y="1037799"/>
            <a:ext cx="5693520" cy="3508653"/>
          </a:xfrm>
          <a:prstGeom prst="rect">
            <a:avLst/>
          </a:prstGeom>
          <a:noFill/>
        </p:spPr>
        <p:txBody>
          <a:bodyPr wrap="square">
            <a:spAutoFit/>
          </a:bodyPr>
          <a:lstStyle/>
          <a:p>
            <a:r>
              <a:rPr lang="en-GB" sz="2200" b="1" dirty="0">
                <a:latin typeface="Helvetica" panose="020B0604020202020204" pitchFamily="34" charset="0"/>
                <a:cs typeface="Helvetica" panose="020B0604020202020204" pitchFamily="34" charset="0"/>
              </a:rPr>
              <a:t>What is MongoDB?</a:t>
            </a:r>
          </a:p>
          <a:p>
            <a:endParaRPr lang="en-GB" sz="2200" b="1"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A popular, </a:t>
            </a:r>
            <a:r>
              <a:rPr lang="en-GB" sz="2000" b="1" dirty="0">
                <a:latin typeface="Helvetica" panose="020B0604020202020204" pitchFamily="34" charset="0"/>
                <a:cs typeface="Helvetica" panose="020B0604020202020204" pitchFamily="34" charset="0"/>
              </a:rPr>
              <a:t>open-source NoSQL </a:t>
            </a:r>
            <a:r>
              <a:rPr lang="en-GB" sz="2000" dirty="0">
                <a:latin typeface="Helvetica" panose="020B0604020202020204" pitchFamily="34" charset="0"/>
                <a:cs typeface="Helvetica" panose="020B0604020202020204" pitchFamily="34" charset="0"/>
              </a:rPr>
              <a:t>database designed to store and manage large volumes of </a:t>
            </a:r>
            <a:r>
              <a:rPr lang="en-GB" sz="2000" b="1" dirty="0">
                <a:latin typeface="Helvetica" panose="020B0604020202020204" pitchFamily="34" charset="0"/>
                <a:cs typeface="Helvetica" panose="020B0604020202020204" pitchFamily="34" charset="0"/>
              </a:rPr>
              <a:t>unstructured or semi-structured </a:t>
            </a:r>
            <a:r>
              <a:rPr lang="en-GB" sz="2000" dirty="0">
                <a:latin typeface="Helvetica" panose="020B0604020202020204" pitchFamily="34" charset="0"/>
                <a:cs typeface="Helvetica" panose="020B0604020202020204" pitchFamily="34" charset="0"/>
              </a:rPr>
              <a:t>data.</a:t>
            </a:r>
          </a:p>
          <a:p>
            <a:pPr marL="285750" indent="-28575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It uses a </a:t>
            </a:r>
            <a:r>
              <a:rPr lang="en-GB" sz="2000" b="1" dirty="0">
                <a:latin typeface="Helvetica" panose="020B0604020202020204" pitchFamily="34" charset="0"/>
                <a:cs typeface="Helvetica" panose="020B0604020202020204" pitchFamily="34" charset="0"/>
              </a:rPr>
              <a:t>document-oriented </a:t>
            </a:r>
            <a:r>
              <a:rPr lang="en-GB" sz="2000" dirty="0">
                <a:latin typeface="Helvetica" panose="020B0604020202020204" pitchFamily="34" charset="0"/>
                <a:cs typeface="Helvetica" panose="020B0604020202020204" pitchFamily="34" charset="0"/>
              </a:rPr>
              <a:t>data model </a:t>
            </a:r>
          </a:p>
          <a:p>
            <a:pPr marL="285750" indent="-28575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Data is stored in flexible, JSON-like documents called </a:t>
            </a:r>
            <a:r>
              <a:rPr lang="en-GB" sz="2000" b="1" dirty="0">
                <a:latin typeface="Helvetica" panose="020B0604020202020204" pitchFamily="34" charset="0"/>
                <a:cs typeface="Helvetica" panose="020B0604020202020204" pitchFamily="34" charset="0"/>
              </a:rPr>
              <a:t>BSON</a:t>
            </a:r>
            <a:r>
              <a:rPr lang="en-GB" sz="2000" dirty="0">
                <a:latin typeface="Helvetica" panose="020B0604020202020204" pitchFamily="34" charset="0"/>
                <a:cs typeface="Helvetica" panose="020B0604020202020204" pitchFamily="34" charset="0"/>
              </a:rPr>
              <a:t> (Binary JSON)</a:t>
            </a:r>
          </a:p>
          <a:p>
            <a:endParaRPr lang="en-GB" dirty="0"/>
          </a:p>
        </p:txBody>
      </p:sp>
      <p:pic>
        <p:nvPicPr>
          <p:cNvPr id="5124" name="Picture 4" descr="r/ProgrammerHumor - MongoDB be like">
            <a:extLst>
              <a:ext uri="{FF2B5EF4-FFF2-40B4-BE49-F238E27FC236}">
                <a16:creationId xmlns:a16="http://schemas.microsoft.com/office/drawing/2014/main" id="{744AD196-C395-5809-5B3A-A7504C697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1152" y="1037799"/>
            <a:ext cx="3286939" cy="5042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135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par>
                          <p:cTn id="11" fill="hold">
                            <p:stCondLst>
                              <p:cond delay="0"/>
                            </p:stCondLst>
                            <p:childTnLst>
                              <p:par>
                                <p:cTn id="12" presetID="6" presetClass="entr" presetSubtype="16" fill="hold" nodeType="afterEffect">
                                  <p:stCondLst>
                                    <p:cond delay="0"/>
                                  </p:stCondLst>
                                  <p:childTnLst>
                                    <p:set>
                                      <p:cBhvr>
                                        <p:cTn id="13" dur="1" fill="hold">
                                          <p:stCondLst>
                                            <p:cond delay="0"/>
                                          </p:stCondLst>
                                        </p:cTn>
                                        <p:tgtEl>
                                          <p:spTgt spid="5124"/>
                                        </p:tgtEl>
                                        <p:attrNameLst>
                                          <p:attrName>style.visibility</p:attrName>
                                        </p:attrNameLst>
                                      </p:cBhvr>
                                      <p:to>
                                        <p:strVal val="visible"/>
                                      </p:to>
                                    </p:set>
                                    <p:animEffect transition="in" filter="circle(in)">
                                      <p:cBhvr>
                                        <p:cTn id="14" dur="1000"/>
                                        <p:tgtEl>
                                          <p:spTgt spid="5124"/>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77825" y="74941"/>
            <a:ext cx="6336703" cy="780762"/>
          </a:xfrm>
        </p:spPr>
        <p:txBody>
          <a:bodyPr/>
          <a:lstStyle/>
          <a:p>
            <a:r>
              <a:rPr lang="en-GB" sz="3200" dirty="0"/>
              <a:t>Key Features of MongoDB</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20</a:t>
            </a:fld>
            <a:endParaRPr lang="en-GB" dirty="0"/>
          </a:p>
        </p:txBody>
      </p:sp>
      <p:sp>
        <p:nvSpPr>
          <p:cNvPr id="5" name="TextBox 4">
            <a:extLst>
              <a:ext uri="{FF2B5EF4-FFF2-40B4-BE49-F238E27FC236}">
                <a16:creationId xmlns:a16="http://schemas.microsoft.com/office/drawing/2014/main" id="{C38BC728-8334-89AC-AFA6-553B602D3579}"/>
              </a:ext>
            </a:extLst>
          </p:cNvPr>
          <p:cNvSpPr txBox="1"/>
          <p:nvPr/>
        </p:nvSpPr>
        <p:spPr>
          <a:xfrm>
            <a:off x="272479" y="990131"/>
            <a:ext cx="9238234" cy="5078313"/>
          </a:xfrm>
          <a:prstGeom prst="rect">
            <a:avLst/>
          </a:prstGeom>
          <a:noFill/>
        </p:spPr>
        <p:txBody>
          <a:bodyPr wrap="square">
            <a:spAutoFit/>
          </a:bodyPr>
          <a:lstStyle/>
          <a:p>
            <a:pPr marL="285750" indent="-285750">
              <a:buFont typeface="Arial" panose="020B0604020202020204" pitchFamily="34" charset="0"/>
              <a:buChar char="•"/>
            </a:pPr>
            <a:r>
              <a:rPr lang="en-GB" b="1" dirty="0">
                <a:latin typeface="Helvetica" panose="020B0604020202020204" pitchFamily="34" charset="0"/>
                <a:cs typeface="Helvetica" panose="020B0604020202020204" pitchFamily="34" charset="0"/>
              </a:rPr>
              <a:t>Document-Oriented</a:t>
            </a:r>
            <a:r>
              <a:rPr lang="en-GB" dirty="0">
                <a:latin typeface="Helvetica" panose="020B0604020202020204" pitchFamily="34" charset="0"/>
                <a:cs typeface="Helvetica" panose="020B0604020202020204" pitchFamily="34" charset="0"/>
              </a:rPr>
              <a:t>: Stores data as documents within collections, providing a flexible schema.</a:t>
            </a:r>
          </a:p>
          <a:p>
            <a:pPr marL="285750" indent="-285750">
              <a:buFont typeface="Arial" panose="020B0604020202020204" pitchFamily="34" charset="0"/>
              <a:buChar char="•"/>
            </a:pPr>
            <a:endParaRPr lang="en-GB"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b="1" dirty="0">
                <a:latin typeface="Helvetica" panose="020B0604020202020204" pitchFamily="34" charset="0"/>
                <a:cs typeface="Helvetica" panose="020B0604020202020204" pitchFamily="34" charset="0"/>
              </a:rPr>
              <a:t>Schema Flexibility: </a:t>
            </a:r>
            <a:r>
              <a:rPr lang="en-GB" dirty="0">
                <a:latin typeface="Helvetica" panose="020B0604020202020204" pitchFamily="34" charset="0"/>
                <a:cs typeface="Helvetica" panose="020B0604020202020204" pitchFamily="34" charset="0"/>
              </a:rPr>
              <a:t>No fixed schema is required, making it easy to modify the structure as your application evolves.</a:t>
            </a:r>
          </a:p>
          <a:p>
            <a:pPr marL="285750" indent="-285750">
              <a:buFont typeface="Arial" panose="020B0604020202020204" pitchFamily="34" charset="0"/>
              <a:buChar char="•"/>
            </a:pPr>
            <a:endParaRPr lang="en-GB"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b="1" dirty="0">
                <a:latin typeface="Helvetica" panose="020B0604020202020204" pitchFamily="34" charset="0"/>
                <a:cs typeface="Helvetica" panose="020B0604020202020204" pitchFamily="34" charset="0"/>
              </a:rPr>
              <a:t>Scalability: </a:t>
            </a:r>
            <a:r>
              <a:rPr lang="en-GB" dirty="0">
                <a:latin typeface="Helvetica" panose="020B0604020202020204" pitchFamily="34" charset="0"/>
                <a:cs typeface="Helvetica" panose="020B0604020202020204" pitchFamily="34" charset="0"/>
              </a:rPr>
              <a:t>Horizontal scaling through </a:t>
            </a:r>
            <a:r>
              <a:rPr lang="en-GB" dirty="0" err="1">
                <a:latin typeface="Helvetica" panose="020B0604020202020204" pitchFamily="34" charset="0"/>
                <a:cs typeface="Helvetica" panose="020B0604020202020204" pitchFamily="34" charset="0"/>
              </a:rPr>
              <a:t>sharding</a:t>
            </a:r>
            <a:r>
              <a:rPr lang="en-GB" dirty="0">
                <a:latin typeface="Helvetica" panose="020B0604020202020204" pitchFamily="34" charset="0"/>
                <a:cs typeface="Helvetica" panose="020B0604020202020204" pitchFamily="34" charset="0"/>
              </a:rPr>
              <a:t>, distributing data across multiple servers for high availability and load balancing.</a:t>
            </a:r>
          </a:p>
          <a:p>
            <a:endParaRPr lang="en-GB"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b="1" dirty="0">
                <a:latin typeface="Helvetica" panose="020B0604020202020204" pitchFamily="34" charset="0"/>
                <a:cs typeface="Helvetica" panose="020B0604020202020204" pitchFamily="34" charset="0"/>
              </a:rPr>
              <a:t>High Availability with Replication: </a:t>
            </a:r>
            <a:r>
              <a:rPr lang="en-GB" dirty="0">
                <a:latin typeface="Helvetica" panose="020B0604020202020204" pitchFamily="34" charset="0"/>
                <a:cs typeface="Helvetica" panose="020B0604020202020204" pitchFamily="34" charset="0"/>
              </a:rPr>
              <a:t>Ensures data redundancy and high availability through replica sets, automatically replicating data across multiple nodes for continuous operation during failures.</a:t>
            </a:r>
          </a:p>
          <a:p>
            <a:endParaRPr lang="en-GB" b="1"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b="1" dirty="0">
                <a:latin typeface="Helvetica" panose="020B0604020202020204" pitchFamily="34" charset="0"/>
                <a:cs typeface="Helvetica" panose="020B0604020202020204" pitchFamily="34" charset="0"/>
              </a:rPr>
              <a:t>Indexing: </a:t>
            </a:r>
            <a:r>
              <a:rPr lang="en-GB" dirty="0">
                <a:latin typeface="Helvetica" panose="020B0604020202020204" pitchFamily="34" charset="0"/>
                <a:cs typeface="Helvetica" panose="020B0604020202020204" pitchFamily="34" charset="0"/>
              </a:rPr>
              <a:t>Supports a variety of indexing techniques (e.g., single, compound, geospatial), allowing efficient query performance even for large datasets.</a:t>
            </a:r>
          </a:p>
          <a:p>
            <a:endParaRPr lang="en-GB"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b="1" dirty="0">
                <a:latin typeface="Helvetica" panose="020B0604020202020204" pitchFamily="34" charset="0"/>
                <a:cs typeface="Helvetica" panose="020B0604020202020204" pitchFamily="34" charset="0"/>
              </a:rPr>
              <a:t>Aggregation Framework: </a:t>
            </a:r>
            <a:r>
              <a:rPr lang="en-GB" dirty="0">
                <a:latin typeface="Helvetica" panose="020B0604020202020204" pitchFamily="34" charset="0"/>
                <a:cs typeface="Helvetica" panose="020B0604020202020204" pitchFamily="34" charset="0"/>
              </a:rPr>
              <a:t>Offers powerful tools for advanced data processing, enabling efficient complex queries, filtering, grouping, and aggregation.</a:t>
            </a:r>
          </a:p>
        </p:txBody>
      </p:sp>
    </p:spTree>
    <p:extLst>
      <p:ext uri="{BB962C8B-B14F-4D97-AF65-F5344CB8AC3E}">
        <p14:creationId xmlns:p14="http://schemas.microsoft.com/office/powerpoint/2010/main" val="1845294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72480" y="0"/>
            <a:ext cx="6336703" cy="780762"/>
          </a:xfrm>
        </p:spPr>
        <p:txBody>
          <a:bodyPr/>
          <a:lstStyle/>
          <a:p>
            <a:r>
              <a:rPr lang="en-GB" sz="3200" dirty="0"/>
              <a:t>When to Use MongoDB?</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21</a:t>
            </a:fld>
            <a:endParaRPr lang="en-GB" dirty="0"/>
          </a:p>
        </p:txBody>
      </p:sp>
      <p:sp>
        <p:nvSpPr>
          <p:cNvPr id="4" name="TextBox 3">
            <a:extLst>
              <a:ext uri="{FF2B5EF4-FFF2-40B4-BE49-F238E27FC236}">
                <a16:creationId xmlns:a16="http://schemas.microsoft.com/office/drawing/2014/main" id="{1C3A4EC2-D9D8-FAF1-5339-50B81916CA4B}"/>
              </a:ext>
            </a:extLst>
          </p:cNvPr>
          <p:cNvSpPr txBox="1"/>
          <p:nvPr/>
        </p:nvSpPr>
        <p:spPr>
          <a:xfrm>
            <a:off x="272480" y="803957"/>
            <a:ext cx="6336703" cy="3447098"/>
          </a:xfrm>
          <a:prstGeom prst="rect">
            <a:avLst/>
          </a:prstGeom>
          <a:noFill/>
        </p:spPr>
        <p:txBody>
          <a:bodyPr wrap="square">
            <a:spAutoFit/>
          </a:bodyPr>
          <a:lstStyle/>
          <a:p>
            <a:r>
              <a:rPr lang="en-GB" sz="2000" b="1" dirty="0">
                <a:latin typeface="Helvetica" panose="020B0604020202020204" pitchFamily="34" charset="0"/>
                <a:cs typeface="Helvetica" panose="020B0604020202020204" pitchFamily="34" charset="0"/>
              </a:rPr>
              <a:t>Best Use Cases</a:t>
            </a:r>
            <a:r>
              <a:rPr lang="en-GB" sz="2000" dirty="0">
                <a:latin typeface="Helvetica" panose="020B0604020202020204" pitchFamily="34" charset="0"/>
                <a:cs typeface="Helvetica" panose="020B0604020202020204" pitchFamily="34" charset="0"/>
              </a:rPr>
              <a:t>:</a:t>
            </a:r>
          </a:p>
          <a:p>
            <a:endParaRPr lang="en-GB"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Applications with dynamic data models (e.g., social media, IoT).</a:t>
            </a:r>
          </a:p>
          <a:p>
            <a:pPr marL="742950" lvl="1" indent="-285750">
              <a:buFont typeface="Helvetica" panose="020B0604020202020204" pitchFamily="34" charset="0"/>
              <a:buChar char="‒"/>
            </a:pPr>
            <a:r>
              <a:rPr lang="en-GB" dirty="0">
                <a:latin typeface="Helvetica" panose="020B0604020202020204" pitchFamily="34" charset="0"/>
                <a:cs typeface="Helvetica" panose="020B0604020202020204" pitchFamily="34" charset="0"/>
              </a:rPr>
              <a:t>Plenty of unstructured data</a:t>
            </a:r>
          </a:p>
          <a:p>
            <a:pPr lvl="1"/>
            <a:endParaRPr lang="en-GB"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High traffic, real-time applications (e.g., messaging apps, e-commerce).</a:t>
            </a:r>
          </a:p>
          <a:p>
            <a:endParaRPr lang="en-GB"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You change your schema very often on a large dataset</a:t>
            </a:r>
          </a:p>
          <a:p>
            <a:pPr marL="285750" indent="-285750">
              <a:buFont typeface="Arial" panose="020B0604020202020204" pitchFamily="34" charset="0"/>
              <a:buChar char="•"/>
            </a:pPr>
            <a:endParaRPr lang="en-GB"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Data analytics and Big Data projects.</a:t>
            </a:r>
          </a:p>
        </p:txBody>
      </p:sp>
      <p:sp>
        <p:nvSpPr>
          <p:cNvPr id="8" name="TextBox 7">
            <a:extLst>
              <a:ext uri="{FF2B5EF4-FFF2-40B4-BE49-F238E27FC236}">
                <a16:creationId xmlns:a16="http://schemas.microsoft.com/office/drawing/2014/main" id="{7AB7F1A3-AE10-2DD4-5237-95C0544B2175}"/>
              </a:ext>
            </a:extLst>
          </p:cNvPr>
          <p:cNvSpPr txBox="1"/>
          <p:nvPr/>
        </p:nvSpPr>
        <p:spPr>
          <a:xfrm>
            <a:off x="399148" y="4386236"/>
            <a:ext cx="4950994" cy="1815882"/>
          </a:xfrm>
          <a:prstGeom prst="rect">
            <a:avLst/>
          </a:prstGeom>
          <a:noFill/>
        </p:spPr>
        <p:txBody>
          <a:bodyPr wrap="square">
            <a:spAutoFit/>
          </a:bodyPr>
          <a:lstStyle/>
          <a:p>
            <a:r>
              <a:rPr lang="en-GB" sz="2000" b="1" dirty="0">
                <a:latin typeface="Helvetica" panose="020B0604020202020204" pitchFamily="34" charset="0"/>
                <a:cs typeface="Helvetica" panose="020B0604020202020204" pitchFamily="34" charset="0"/>
              </a:rPr>
              <a:t>When Not to Use</a:t>
            </a:r>
            <a:r>
              <a:rPr lang="en-GB" sz="2000" dirty="0">
                <a:latin typeface="Helvetica" panose="020B0604020202020204" pitchFamily="34" charset="0"/>
                <a:cs typeface="Helvetica" panose="020B0604020202020204" pitchFamily="34" charset="0"/>
              </a:rPr>
              <a:t>: </a:t>
            </a:r>
          </a:p>
          <a:p>
            <a:endParaRPr lang="en-GB"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Applications requiring complex, multi-table transactions.</a:t>
            </a:r>
          </a:p>
          <a:p>
            <a:endParaRPr lang="en-GB"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When strong consistency is a must.</a:t>
            </a:r>
          </a:p>
        </p:txBody>
      </p:sp>
      <p:pic>
        <p:nvPicPr>
          <p:cNvPr id="9" name="Picture 8">
            <a:extLst>
              <a:ext uri="{FF2B5EF4-FFF2-40B4-BE49-F238E27FC236}">
                <a16:creationId xmlns:a16="http://schemas.microsoft.com/office/drawing/2014/main" id="{D23DC0F3-E187-AB75-5D01-7DCAC83DD45D}"/>
              </a:ext>
            </a:extLst>
          </p:cNvPr>
          <p:cNvPicPr>
            <a:picLocks noChangeAspect="1"/>
          </p:cNvPicPr>
          <p:nvPr/>
        </p:nvPicPr>
        <p:blipFill>
          <a:blip r:embed="rId2"/>
          <a:stretch>
            <a:fillRect/>
          </a:stretch>
        </p:blipFill>
        <p:spPr>
          <a:xfrm>
            <a:off x="6549607" y="2168550"/>
            <a:ext cx="3283369" cy="4076453"/>
          </a:xfrm>
          <a:prstGeom prst="rect">
            <a:avLst/>
          </a:prstGeom>
        </p:spPr>
      </p:pic>
    </p:spTree>
    <p:extLst>
      <p:ext uri="{BB962C8B-B14F-4D97-AF65-F5344CB8AC3E}">
        <p14:creationId xmlns:p14="http://schemas.microsoft.com/office/powerpoint/2010/main" val="2461323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2" presetClass="entr" presetSubtype="4" fill="hold" nodeType="afterEffect">
                                  <p:stCondLst>
                                    <p:cond delay="0"/>
                                  </p:stCondLst>
                                  <p:childTnLst>
                                    <p:set>
                                      <p:cBhvr>
                                        <p:cTn id="9" dur="1" fill="hold">
                                          <p:stCondLst>
                                            <p:cond delay="0"/>
                                          </p:stCondLst>
                                        </p:cTn>
                                        <p:tgtEl>
                                          <p:spTgt spid="9"/>
                                        </p:tgtEl>
                                        <p:attrNameLst>
                                          <p:attrName>style.visibility</p:attrName>
                                        </p:attrNameLst>
                                      </p:cBhvr>
                                      <p:to>
                                        <p:strVal val="visible"/>
                                      </p:to>
                                    </p:set>
                                    <p:anim calcmode="lin" valueType="num">
                                      <p:cBhvr additive="base">
                                        <p:cTn id="10" dur="500" fill="hold"/>
                                        <p:tgtEl>
                                          <p:spTgt spid="9"/>
                                        </p:tgtEl>
                                        <p:attrNameLst>
                                          <p:attrName>ppt_x</p:attrName>
                                        </p:attrNameLst>
                                      </p:cBhvr>
                                      <p:tavLst>
                                        <p:tav tm="0">
                                          <p:val>
                                            <p:strVal val="#ppt_x"/>
                                          </p:val>
                                        </p:tav>
                                        <p:tav tm="100000">
                                          <p:val>
                                            <p:strVal val="#ppt_x"/>
                                          </p:val>
                                        </p:tav>
                                      </p:tavLst>
                                    </p:anim>
                                    <p:anim calcmode="lin" valueType="num">
                                      <p:cBhvr additive="base">
                                        <p:cTn id="1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54261" y="-6052"/>
            <a:ext cx="8784975" cy="780762"/>
          </a:xfrm>
        </p:spPr>
        <p:txBody>
          <a:bodyPr/>
          <a:lstStyle/>
          <a:p>
            <a:r>
              <a:rPr lang="en-GB" sz="3200" dirty="0"/>
              <a:t>MongoDB Architecture</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22</a:t>
            </a:fld>
            <a:endParaRPr lang="en-GB" dirty="0"/>
          </a:p>
        </p:txBody>
      </p:sp>
      <p:sp>
        <p:nvSpPr>
          <p:cNvPr id="4" name="TextBox 3">
            <a:extLst>
              <a:ext uri="{FF2B5EF4-FFF2-40B4-BE49-F238E27FC236}">
                <a16:creationId xmlns:a16="http://schemas.microsoft.com/office/drawing/2014/main" id="{CA771D8F-9D02-ADE4-D3D6-39079643100A}"/>
              </a:ext>
            </a:extLst>
          </p:cNvPr>
          <p:cNvSpPr txBox="1"/>
          <p:nvPr/>
        </p:nvSpPr>
        <p:spPr>
          <a:xfrm flipH="1">
            <a:off x="892175" y="3627839"/>
            <a:ext cx="8784974" cy="2677656"/>
          </a:xfrm>
          <a:prstGeom prst="rect">
            <a:avLst/>
          </a:prstGeom>
          <a:noFill/>
        </p:spPr>
        <p:txBody>
          <a:bodyPr wrap="square" rtlCol="0">
            <a:spAutoFit/>
          </a:bodyPr>
          <a:lstStyle/>
          <a:p>
            <a:r>
              <a:rPr lang="en-GB" sz="2200" b="1" dirty="0">
                <a:latin typeface="Helvetica" panose="020B0604020202020204" pitchFamily="34" charset="0"/>
                <a:cs typeface="Helvetica" panose="020B0604020202020204" pitchFamily="34" charset="0"/>
              </a:rPr>
              <a:t>Databases: </a:t>
            </a:r>
            <a:r>
              <a:rPr lang="en-GB" sz="2200" dirty="0">
                <a:latin typeface="Helvetica" panose="020B0604020202020204" pitchFamily="34" charset="0"/>
                <a:cs typeface="Helvetica" panose="020B0604020202020204" pitchFamily="34" charset="0"/>
              </a:rPr>
              <a:t>Can</a:t>
            </a:r>
            <a:r>
              <a:rPr lang="en-GB" sz="2200" b="1" dirty="0">
                <a:latin typeface="Helvetica" panose="020B0604020202020204" pitchFamily="34" charset="0"/>
                <a:cs typeface="Helvetica" panose="020B0604020202020204" pitchFamily="34" charset="0"/>
              </a:rPr>
              <a:t> </a:t>
            </a:r>
            <a:r>
              <a:rPr lang="en-GB" sz="2200" dirty="0">
                <a:latin typeface="Helvetica" panose="020B0604020202020204" pitchFamily="34" charset="0"/>
                <a:cs typeface="Helvetica" panose="020B0604020202020204" pitchFamily="34" charset="0"/>
              </a:rPr>
              <a:t>contain one or more collections</a:t>
            </a:r>
          </a:p>
          <a:p>
            <a:endParaRPr lang="en-GB" sz="2200" dirty="0">
              <a:latin typeface="Helvetica" panose="020B0604020202020204" pitchFamily="34" charset="0"/>
              <a:cs typeface="Helvetica" panose="020B0604020202020204" pitchFamily="34" charset="0"/>
            </a:endParaRPr>
          </a:p>
          <a:p>
            <a:r>
              <a:rPr lang="en-GB" sz="2200" b="1" dirty="0">
                <a:latin typeface="Helvetica" panose="020B0604020202020204" pitchFamily="34" charset="0"/>
                <a:cs typeface="Helvetica" panose="020B0604020202020204" pitchFamily="34" charset="0"/>
              </a:rPr>
              <a:t>Collections: </a:t>
            </a:r>
            <a:r>
              <a:rPr lang="en-GB" sz="2200" dirty="0">
                <a:latin typeface="Helvetica" panose="020B0604020202020204" pitchFamily="34" charset="0"/>
                <a:cs typeface="Helvetica" panose="020B0604020202020204" pitchFamily="34" charset="0"/>
              </a:rPr>
              <a:t>Can contain different types of document</a:t>
            </a:r>
          </a:p>
          <a:p>
            <a:endParaRPr lang="en-GB" sz="2200" dirty="0">
              <a:latin typeface="Helvetica" panose="020B0604020202020204" pitchFamily="34" charset="0"/>
              <a:cs typeface="Helvetica" panose="020B0604020202020204" pitchFamily="34" charset="0"/>
            </a:endParaRPr>
          </a:p>
          <a:p>
            <a:r>
              <a:rPr lang="en-GB" sz="2200" b="1" dirty="0">
                <a:latin typeface="Helvetica" panose="020B0604020202020204" pitchFamily="34" charset="0"/>
                <a:cs typeface="Helvetica" panose="020B0604020202020204" pitchFamily="34" charset="0"/>
              </a:rPr>
              <a:t>Documents: </a:t>
            </a:r>
            <a:r>
              <a:rPr lang="en-GB" sz="2200" dirty="0">
                <a:latin typeface="Helvetica" panose="020B0604020202020204" pitchFamily="34" charset="0"/>
                <a:cs typeface="Helvetica" panose="020B0604020202020204" pitchFamily="34" charset="0"/>
              </a:rPr>
              <a:t>Can contain key-value pair list (</a:t>
            </a:r>
            <a:r>
              <a:rPr lang="en-GB" sz="2200" dirty="0" err="1">
                <a:latin typeface="Helvetica" panose="020B0604020202020204" pitchFamily="34" charset="0"/>
                <a:cs typeface="Helvetica" panose="020B0604020202020204" pitchFamily="34" charset="0"/>
              </a:rPr>
              <a:t>a.k.a</a:t>
            </a:r>
            <a:r>
              <a:rPr lang="en-GB" sz="2200" dirty="0">
                <a:latin typeface="Helvetica" panose="020B0604020202020204" pitchFamily="34" charset="0"/>
                <a:cs typeface="Helvetica" panose="020B0604020202020204" pitchFamily="34" charset="0"/>
              </a:rPr>
              <a:t>—fields) or array  or nested documents.  Used JSON-like structure, stored as BSON.</a:t>
            </a:r>
          </a:p>
          <a:p>
            <a:endParaRPr lang="en-GB" dirty="0">
              <a:latin typeface="Helvetica" panose="020B0604020202020204" pitchFamily="34" charset="0"/>
              <a:cs typeface="Helvetica" panose="020B0604020202020204" pitchFamily="34" charset="0"/>
            </a:endParaRPr>
          </a:p>
          <a:p>
            <a:endParaRPr lang="en-GB" dirty="0">
              <a:latin typeface="Helvetica" panose="020B0604020202020204" pitchFamily="34" charset="0"/>
              <a:cs typeface="Helvetica" panose="020B0604020202020204" pitchFamily="34" charset="0"/>
            </a:endParaRPr>
          </a:p>
        </p:txBody>
      </p:sp>
      <p:pic>
        <p:nvPicPr>
          <p:cNvPr id="9" name="Picture 8">
            <a:extLst>
              <a:ext uri="{FF2B5EF4-FFF2-40B4-BE49-F238E27FC236}">
                <a16:creationId xmlns:a16="http://schemas.microsoft.com/office/drawing/2014/main" id="{136C6892-EB0F-8DA1-4E0D-623A8BFC014C}"/>
              </a:ext>
            </a:extLst>
          </p:cNvPr>
          <p:cNvPicPr>
            <a:picLocks noChangeAspect="1"/>
          </p:cNvPicPr>
          <p:nvPr/>
        </p:nvPicPr>
        <p:blipFill>
          <a:blip r:embed="rId2"/>
          <a:stretch>
            <a:fillRect/>
          </a:stretch>
        </p:blipFill>
        <p:spPr>
          <a:xfrm>
            <a:off x="1082116" y="918699"/>
            <a:ext cx="7329264" cy="2790183"/>
          </a:xfrm>
          <a:prstGeom prst="rect">
            <a:avLst/>
          </a:prstGeom>
        </p:spPr>
      </p:pic>
      <p:sp>
        <p:nvSpPr>
          <p:cNvPr id="11" name="TextBox 10">
            <a:extLst>
              <a:ext uri="{FF2B5EF4-FFF2-40B4-BE49-F238E27FC236}">
                <a16:creationId xmlns:a16="http://schemas.microsoft.com/office/drawing/2014/main" id="{ECEFD611-1C0F-92B4-9625-53988ADA54FF}"/>
              </a:ext>
            </a:extLst>
          </p:cNvPr>
          <p:cNvSpPr txBox="1"/>
          <p:nvPr/>
        </p:nvSpPr>
        <p:spPr>
          <a:xfrm>
            <a:off x="5002588" y="6090566"/>
            <a:ext cx="4508125" cy="230832"/>
          </a:xfrm>
          <a:prstGeom prst="rect">
            <a:avLst/>
          </a:prstGeom>
          <a:noFill/>
        </p:spPr>
        <p:txBody>
          <a:bodyPr wrap="square">
            <a:spAutoFit/>
          </a:bodyPr>
          <a:lstStyle/>
          <a:p>
            <a:r>
              <a:rPr lang="en-GB" sz="900" dirty="0"/>
              <a:t>Image source: https://se-education.org/learningresources/contents/data/nosql/NoSQL.html</a:t>
            </a:r>
          </a:p>
        </p:txBody>
      </p:sp>
    </p:spTree>
    <p:extLst>
      <p:ext uri="{BB962C8B-B14F-4D97-AF65-F5344CB8AC3E}">
        <p14:creationId xmlns:p14="http://schemas.microsoft.com/office/powerpoint/2010/main" val="7628889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77826" y="2969"/>
            <a:ext cx="9255694" cy="780762"/>
          </a:xfrm>
        </p:spPr>
        <p:txBody>
          <a:bodyPr/>
          <a:lstStyle/>
          <a:p>
            <a:r>
              <a:rPr lang="en-GB" sz="3200" dirty="0"/>
              <a:t>Analogy between RDBMS and MongoDB</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23</a:t>
            </a:fld>
            <a:endParaRPr lang="en-GB" dirty="0"/>
          </a:p>
        </p:txBody>
      </p:sp>
      <p:pic>
        <p:nvPicPr>
          <p:cNvPr id="7172" name="Picture 4" descr="RDBMS and MongoDB">
            <a:extLst>
              <a:ext uri="{FF2B5EF4-FFF2-40B4-BE49-F238E27FC236}">
                <a16:creationId xmlns:a16="http://schemas.microsoft.com/office/drawing/2014/main" id="{A2AB0B76-C633-3E36-9835-6A96995AE50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27" t="13352" r="13654" b="11650"/>
          <a:stretch/>
        </p:blipFill>
        <p:spPr bwMode="auto">
          <a:xfrm>
            <a:off x="975886" y="1120924"/>
            <a:ext cx="8059574" cy="430907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91332C1-C24B-0496-5292-C95E15306821}"/>
              </a:ext>
            </a:extLst>
          </p:cNvPr>
          <p:cNvSpPr txBox="1"/>
          <p:nvPr/>
        </p:nvSpPr>
        <p:spPr>
          <a:xfrm>
            <a:off x="5601072" y="5199171"/>
            <a:ext cx="3434388" cy="230832"/>
          </a:xfrm>
          <a:prstGeom prst="rect">
            <a:avLst/>
          </a:prstGeom>
          <a:noFill/>
        </p:spPr>
        <p:txBody>
          <a:bodyPr wrap="square">
            <a:spAutoFit/>
          </a:bodyPr>
          <a:lstStyle/>
          <a:p>
            <a:r>
              <a:rPr lang="en-GB" sz="900" dirty="0"/>
              <a:t>Source: https://www.guvi.in/blog/mongodb-vs-sql-top-differences/</a:t>
            </a:r>
          </a:p>
        </p:txBody>
      </p:sp>
    </p:spTree>
    <p:extLst>
      <p:ext uri="{BB962C8B-B14F-4D97-AF65-F5344CB8AC3E}">
        <p14:creationId xmlns:p14="http://schemas.microsoft.com/office/powerpoint/2010/main" val="20026756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77826" y="2969"/>
            <a:ext cx="9255694" cy="780762"/>
          </a:xfrm>
        </p:spPr>
        <p:txBody>
          <a:bodyPr/>
          <a:lstStyle/>
          <a:p>
            <a:r>
              <a:rPr lang="en-GB" sz="3200" dirty="0"/>
              <a:t>Overview of JSON and BSON Formats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24</a:t>
            </a:fld>
            <a:endParaRPr lang="en-GB" dirty="0"/>
          </a:p>
        </p:txBody>
      </p:sp>
      <p:sp>
        <p:nvSpPr>
          <p:cNvPr id="5" name="TextBox 4">
            <a:extLst>
              <a:ext uri="{FF2B5EF4-FFF2-40B4-BE49-F238E27FC236}">
                <a16:creationId xmlns:a16="http://schemas.microsoft.com/office/drawing/2014/main" id="{6799DC53-78C8-7D4D-60D5-A948757AE5D4}"/>
              </a:ext>
            </a:extLst>
          </p:cNvPr>
          <p:cNvSpPr txBox="1"/>
          <p:nvPr/>
        </p:nvSpPr>
        <p:spPr>
          <a:xfrm>
            <a:off x="272480" y="980728"/>
            <a:ext cx="9577064" cy="4832092"/>
          </a:xfrm>
          <a:prstGeom prst="rect">
            <a:avLst/>
          </a:prstGeom>
          <a:noFill/>
        </p:spPr>
        <p:txBody>
          <a:bodyPr wrap="square" rtlCol="0">
            <a:spAutoFit/>
          </a:bodyPr>
          <a:lstStyle/>
          <a:p>
            <a:r>
              <a:rPr lang="en-GB" sz="2200" b="1" dirty="0">
                <a:latin typeface="Helvetica" panose="020B0604020202020204" pitchFamily="34" charset="0"/>
                <a:cs typeface="Helvetica" panose="020B0604020202020204" pitchFamily="34" charset="0"/>
              </a:rPr>
              <a:t>What is JSON?</a:t>
            </a:r>
          </a:p>
          <a:p>
            <a:pPr marL="342900" indent="-342900">
              <a:buFont typeface="Arial" panose="020B0604020202020204" pitchFamily="34" charset="0"/>
              <a:buChar char="•"/>
            </a:pPr>
            <a:r>
              <a:rPr lang="en-GB" sz="2200" dirty="0">
                <a:latin typeface="Helvetica" panose="020B0604020202020204" pitchFamily="34" charset="0"/>
                <a:cs typeface="Helvetica" panose="020B0604020202020204" pitchFamily="34" charset="0"/>
              </a:rPr>
              <a:t>Lightweight, human-readable text-based format</a:t>
            </a:r>
          </a:p>
          <a:p>
            <a:pPr marL="342900" indent="-342900">
              <a:buFont typeface="Arial" panose="020B0604020202020204" pitchFamily="34" charset="0"/>
              <a:buChar char="•"/>
            </a:pPr>
            <a:r>
              <a:rPr lang="en-GB" sz="2200" dirty="0">
                <a:latin typeface="Helvetica" panose="020B0604020202020204" pitchFamily="34" charset="0"/>
                <a:cs typeface="Helvetica" panose="020B0604020202020204" pitchFamily="34" charset="0"/>
              </a:rPr>
              <a:t>Data is in name/value pairs</a:t>
            </a:r>
          </a:p>
          <a:p>
            <a:pPr marL="342900" indent="-342900">
              <a:buFont typeface="Arial" panose="020B0604020202020204" pitchFamily="34" charset="0"/>
              <a:buChar char="•"/>
            </a:pPr>
            <a:r>
              <a:rPr lang="en-GB" sz="2200" dirty="0">
                <a:latin typeface="Helvetica" panose="020B0604020202020204" pitchFamily="34" charset="0"/>
                <a:cs typeface="Helvetica" panose="020B0604020202020204" pitchFamily="34" charset="0"/>
              </a:rPr>
              <a:t>A name/value pair consists of a field name followed by a colon, followed by a value:</a:t>
            </a:r>
          </a:p>
          <a:p>
            <a:pPr marL="800100" lvl="1" indent="-342900">
              <a:buFont typeface="Helvetica" panose="020B0604020202020204" pitchFamily="34" charset="0"/>
              <a:buChar char="‒"/>
            </a:pPr>
            <a:r>
              <a:rPr lang="en-GB" sz="2200" dirty="0">
                <a:latin typeface="Helvetica" panose="020B0604020202020204" pitchFamily="34" charset="0"/>
                <a:cs typeface="Helvetica" panose="020B0604020202020204" pitchFamily="34" charset="0"/>
              </a:rPr>
              <a:t>Example: </a:t>
            </a:r>
            <a:r>
              <a:rPr lang="en-GB" sz="2200" dirty="0">
                <a:latin typeface="Courier New" panose="02070309020205020404" pitchFamily="49" charset="0"/>
                <a:cs typeface="Courier New" panose="02070309020205020404" pitchFamily="49" charset="0"/>
              </a:rPr>
              <a:t> "</a:t>
            </a:r>
            <a:r>
              <a:rPr lang="en-GB" sz="2200" dirty="0">
                <a:solidFill>
                  <a:schemeClr val="tx2">
                    <a:lumMod val="75000"/>
                    <a:lumOff val="25000"/>
                  </a:schemeClr>
                </a:solidFill>
                <a:latin typeface="Courier New" panose="02070309020205020404" pitchFamily="49" charset="0"/>
                <a:cs typeface="Courier New" panose="02070309020205020404" pitchFamily="49" charset="0"/>
              </a:rPr>
              <a:t>name</a:t>
            </a:r>
            <a:r>
              <a:rPr lang="en-GB" sz="2200" dirty="0">
                <a:latin typeface="Courier New" panose="02070309020205020404" pitchFamily="49" charset="0"/>
                <a:cs typeface="Courier New" panose="02070309020205020404" pitchFamily="49" charset="0"/>
              </a:rPr>
              <a:t>": "</a:t>
            </a:r>
            <a:r>
              <a:rPr lang="en-GB" sz="2200" dirty="0">
                <a:solidFill>
                  <a:srgbClr val="0070C0"/>
                </a:solidFill>
                <a:latin typeface="Courier New" panose="02070309020205020404" pitchFamily="49" charset="0"/>
                <a:cs typeface="Courier New" panose="02070309020205020404" pitchFamily="49" charset="0"/>
              </a:rPr>
              <a:t>John</a:t>
            </a:r>
            <a:r>
              <a:rPr lang="en-GB" sz="2200" dirty="0">
                <a:latin typeface="Courier New" panose="02070309020205020404" pitchFamily="49" charset="0"/>
                <a:cs typeface="Courier New" panose="02070309020205020404" pitchFamily="49" charset="0"/>
              </a:rPr>
              <a:t>" </a:t>
            </a:r>
            <a:endParaRPr lang="en-GB" sz="2200" dirty="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pPr>
            <a:r>
              <a:rPr lang="en-GB" sz="2200" dirty="0">
                <a:latin typeface="Helvetica" panose="020B0604020202020204" pitchFamily="34" charset="0"/>
                <a:cs typeface="Helvetica" panose="020B0604020202020204" pitchFamily="34" charset="0"/>
              </a:rPr>
              <a:t>Data is separated by commas</a:t>
            </a:r>
          </a:p>
          <a:p>
            <a:pPr marL="800100" lvl="1" indent="-342900">
              <a:buFont typeface="Helvetica" panose="020B0604020202020204" pitchFamily="34" charset="0"/>
              <a:buChar char="‒"/>
            </a:pPr>
            <a:r>
              <a:rPr lang="en-GB" sz="2200" dirty="0">
                <a:latin typeface="Helvetica" panose="020B0604020202020204" pitchFamily="34" charset="0"/>
                <a:cs typeface="Helvetica" panose="020B0604020202020204" pitchFamily="34" charset="0"/>
              </a:rPr>
              <a:t>Example: </a:t>
            </a:r>
            <a:r>
              <a:rPr lang="en-GB" sz="2200" dirty="0">
                <a:latin typeface="Courier New" panose="02070309020205020404" pitchFamily="49" charset="0"/>
                <a:cs typeface="Courier New" panose="02070309020205020404" pitchFamily="49" charset="0"/>
              </a:rPr>
              <a:t>"</a:t>
            </a:r>
            <a:r>
              <a:rPr lang="en-GB" sz="2200" dirty="0">
                <a:solidFill>
                  <a:schemeClr val="tx2">
                    <a:lumMod val="75000"/>
                    <a:lumOff val="25000"/>
                  </a:schemeClr>
                </a:solidFill>
                <a:latin typeface="Courier New" panose="02070309020205020404" pitchFamily="49" charset="0"/>
                <a:cs typeface="Courier New" panose="02070309020205020404" pitchFamily="49" charset="0"/>
              </a:rPr>
              <a:t>name</a:t>
            </a:r>
            <a:r>
              <a:rPr lang="en-GB" sz="2200" dirty="0">
                <a:latin typeface="Courier New" panose="02070309020205020404" pitchFamily="49" charset="0"/>
                <a:cs typeface="Courier New" panose="02070309020205020404" pitchFamily="49" charset="0"/>
              </a:rPr>
              <a:t>": "</a:t>
            </a:r>
            <a:r>
              <a:rPr lang="en-GB" sz="2200" dirty="0">
                <a:solidFill>
                  <a:srgbClr val="0070C0"/>
                </a:solidFill>
                <a:latin typeface="Courier New" panose="02070309020205020404" pitchFamily="49" charset="0"/>
                <a:cs typeface="Courier New" panose="02070309020205020404" pitchFamily="49" charset="0"/>
              </a:rPr>
              <a:t>John</a:t>
            </a:r>
            <a:r>
              <a:rPr lang="en-GB" sz="2200" dirty="0">
                <a:latin typeface="Courier New" panose="02070309020205020404" pitchFamily="49" charset="0"/>
                <a:cs typeface="Courier New" panose="02070309020205020404" pitchFamily="49" charset="0"/>
              </a:rPr>
              <a:t>", "</a:t>
            </a:r>
            <a:r>
              <a:rPr lang="en-GB" sz="2200" dirty="0">
                <a:solidFill>
                  <a:schemeClr val="tx2">
                    <a:lumMod val="75000"/>
                    <a:lumOff val="25000"/>
                  </a:schemeClr>
                </a:solidFill>
                <a:latin typeface="Courier New" panose="02070309020205020404" pitchFamily="49" charset="0"/>
                <a:cs typeface="Courier New" panose="02070309020205020404" pitchFamily="49" charset="0"/>
              </a:rPr>
              <a:t>age</a:t>
            </a:r>
            <a:r>
              <a:rPr lang="en-GB" sz="2200" dirty="0">
                <a:latin typeface="Courier New" panose="02070309020205020404" pitchFamily="49" charset="0"/>
                <a:cs typeface="Courier New" panose="02070309020205020404" pitchFamily="49" charset="0"/>
              </a:rPr>
              <a:t>": </a:t>
            </a:r>
            <a:r>
              <a:rPr lang="en-GB" sz="2200" dirty="0">
                <a:solidFill>
                  <a:srgbClr val="0070C0"/>
                </a:solidFill>
                <a:latin typeface="Courier New" panose="02070309020205020404" pitchFamily="49" charset="0"/>
                <a:cs typeface="Courier New" panose="02070309020205020404" pitchFamily="49" charset="0"/>
              </a:rPr>
              <a:t>30</a:t>
            </a:r>
            <a:r>
              <a:rPr lang="en-GB" sz="2200" dirty="0">
                <a:latin typeface="Courier New" panose="02070309020205020404" pitchFamily="49" charset="0"/>
                <a:cs typeface="Courier New" panose="02070309020205020404" pitchFamily="49" charset="0"/>
              </a:rPr>
              <a:t> </a:t>
            </a:r>
          </a:p>
          <a:p>
            <a:pPr marL="342900" indent="-342900">
              <a:buFont typeface="Arial" panose="020B0604020202020204" pitchFamily="34" charset="0"/>
              <a:buChar char="•"/>
            </a:pPr>
            <a:r>
              <a:rPr lang="en-GB" sz="2200" dirty="0">
                <a:latin typeface="Helvetica" panose="020B0604020202020204" pitchFamily="34" charset="0"/>
                <a:cs typeface="Helvetica" panose="020B0604020202020204" pitchFamily="34" charset="0"/>
              </a:rPr>
              <a:t>Curly braces hold objects </a:t>
            </a:r>
          </a:p>
          <a:p>
            <a:pPr marL="800100" lvl="1" indent="-342900">
              <a:buFont typeface="Helvetica" panose="020B0604020202020204" pitchFamily="34" charset="0"/>
              <a:buChar char="‒"/>
            </a:pPr>
            <a:r>
              <a:rPr lang="en-GB" sz="2200" dirty="0">
                <a:latin typeface="Helvetica" panose="020B0604020202020204" pitchFamily="34" charset="0"/>
                <a:cs typeface="Helvetica" panose="020B0604020202020204" pitchFamily="34" charset="0"/>
              </a:rPr>
              <a:t>Example: </a:t>
            </a:r>
            <a:r>
              <a:rPr lang="en-GB" sz="2200" dirty="0">
                <a:latin typeface="Courier New" panose="02070309020205020404" pitchFamily="49" charset="0"/>
                <a:cs typeface="Courier New" panose="02070309020205020404" pitchFamily="49" charset="0"/>
              </a:rPr>
              <a:t>{ "</a:t>
            </a:r>
            <a:r>
              <a:rPr lang="en-GB" sz="2200" dirty="0">
                <a:solidFill>
                  <a:schemeClr val="tx2">
                    <a:lumMod val="75000"/>
                    <a:lumOff val="25000"/>
                  </a:schemeClr>
                </a:solidFill>
                <a:latin typeface="Courier New" panose="02070309020205020404" pitchFamily="49" charset="0"/>
                <a:cs typeface="Courier New" panose="02070309020205020404" pitchFamily="49" charset="0"/>
              </a:rPr>
              <a:t>name</a:t>
            </a:r>
            <a:r>
              <a:rPr lang="en-GB" sz="2200" dirty="0">
                <a:latin typeface="Courier New" panose="02070309020205020404" pitchFamily="49" charset="0"/>
                <a:cs typeface="Courier New" panose="02070309020205020404" pitchFamily="49" charset="0"/>
              </a:rPr>
              <a:t>": "</a:t>
            </a:r>
            <a:r>
              <a:rPr lang="en-GB" sz="2200" dirty="0">
                <a:solidFill>
                  <a:srgbClr val="0070C0"/>
                </a:solidFill>
                <a:latin typeface="Courier New" panose="02070309020205020404" pitchFamily="49" charset="0"/>
                <a:cs typeface="Courier New" panose="02070309020205020404" pitchFamily="49" charset="0"/>
              </a:rPr>
              <a:t>John</a:t>
            </a:r>
            <a:r>
              <a:rPr lang="en-GB" sz="2200" dirty="0">
                <a:latin typeface="Courier New" panose="02070309020205020404" pitchFamily="49" charset="0"/>
                <a:cs typeface="Courier New" panose="02070309020205020404" pitchFamily="49" charset="0"/>
              </a:rPr>
              <a:t>", "</a:t>
            </a:r>
            <a:r>
              <a:rPr lang="en-GB" sz="2200" dirty="0">
                <a:solidFill>
                  <a:schemeClr val="tx2">
                    <a:lumMod val="75000"/>
                    <a:lumOff val="25000"/>
                  </a:schemeClr>
                </a:solidFill>
                <a:latin typeface="Courier New" panose="02070309020205020404" pitchFamily="49" charset="0"/>
                <a:cs typeface="Courier New" panose="02070309020205020404" pitchFamily="49" charset="0"/>
              </a:rPr>
              <a:t>age</a:t>
            </a:r>
            <a:r>
              <a:rPr lang="en-GB" sz="2200" dirty="0">
                <a:latin typeface="Courier New" panose="02070309020205020404" pitchFamily="49" charset="0"/>
                <a:cs typeface="Courier New" panose="02070309020205020404" pitchFamily="49" charset="0"/>
              </a:rPr>
              <a:t>": </a:t>
            </a:r>
            <a:r>
              <a:rPr lang="en-GB" sz="2200" dirty="0">
                <a:solidFill>
                  <a:srgbClr val="0070C0"/>
                </a:solidFill>
                <a:latin typeface="Courier New" panose="02070309020205020404" pitchFamily="49" charset="0"/>
                <a:cs typeface="Courier New" panose="02070309020205020404" pitchFamily="49" charset="0"/>
              </a:rPr>
              <a:t>30</a:t>
            </a:r>
            <a:r>
              <a:rPr lang="en-GB" sz="2200" dirty="0">
                <a:latin typeface="Courier New" panose="02070309020205020404" pitchFamily="49" charset="0"/>
                <a:cs typeface="Courier New" panose="02070309020205020404" pitchFamily="49" charset="0"/>
              </a:rPr>
              <a:t> }</a:t>
            </a:r>
            <a:endParaRPr lang="en-GB" sz="2200" dirty="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pPr>
            <a:r>
              <a:rPr lang="en-GB" sz="2200" dirty="0">
                <a:latin typeface="Helvetica" panose="020B0604020202020204" pitchFamily="34" charset="0"/>
                <a:cs typeface="Helvetica" panose="020B0604020202020204" pitchFamily="34" charset="0"/>
              </a:rPr>
              <a:t>An array is stored in brackets [ ]</a:t>
            </a:r>
          </a:p>
          <a:p>
            <a:pPr marL="800100" lvl="1" indent="-342900">
              <a:buFont typeface="Helvetica" panose="020B0604020202020204" pitchFamily="34" charset="0"/>
              <a:buChar char="‒"/>
            </a:pPr>
            <a:r>
              <a:rPr lang="en-GB" sz="2200" dirty="0">
                <a:latin typeface="Helvetica" panose="020B0604020202020204" pitchFamily="34" charset="0"/>
                <a:cs typeface="Helvetica" panose="020B0604020202020204" pitchFamily="34" charset="0"/>
              </a:rPr>
              <a:t>Example: </a:t>
            </a:r>
            <a:r>
              <a:rPr lang="en-GB" sz="2200" dirty="0">
                <a:latin typeface="Courier New" panose="02070309020205020404" pitchFamily="49" charset="0"/>
                <a:cs typeface="Courier New" panose="02070309020205020404" pitchFamily="49" charset="0"/>
              </a:rPr>
              <a:t>[{ "</a:t>
            </a:r>
            <a:r>
              <a:rPr lang="en-GB" sz="2200" dirty="0">
                <a:solidFill>
                  <a:schemeClr val="tx2">
                    <a:lumMod val="75000"/>
                    <a:lumOff val="25000"/>
                  </a:schemeClr>
                </a:solidFill>
                <a:latin typeface="Courier New" panose="02070309020205020404" pitchFamily="49" charset="0"/>
                <a:cs typeface="Courier New" panose="02070309020205020404" pitchFamily="49" charset="0"/>
              </a:rPr>
              <a:t>name</a:t>
            </a:r>
            <a:r>
              <a:rPr lang="en-GB" sz="2200" dirty="0">
                <a:latin typeface="Courier New" panose="02070309020205020404" pitchFamily="49" charset="0"/>
                <a:cs typeface="Courier New" panose="02070309020205020404" pitchFamily="49" charset="0"/>
              </a:rPr>
              <a:t>": "John", "</a:t>
            </a:r>
            <a:r>
              <a:rPr lang="en-GB" sz="2200" dirty="0">
                <a:solidFill>
                  <a:schemeClr val="tx2">
                    <a:lumMod val="75000"/>
                    <a:lumOff val="25000"/>
                  </a:schemeClr>
                </a:solidFill>
                <a:latin typeface="Courier New" panose="02070309020205020404" pitchFamily="49" charset="0"/>
                <a:cs typeface="Courier New" panose="02070309020205020404" pitchFamily="49" charset="0"/>
              </a:rPr>
              <a:t>age</a:t>
            </a:r>
            <a:r>
              <a:rPr lang="en-GB" sz="2200" dirty="0">
                <a:latin typeface="Courier New" panose="02070309020205020404" pitchFamily="49" charset="0"/>
                <a:cs typeface="Courier New" panose="02070309020205020404" pitchFamily="49" charset="0"/>
              </a:rPr>
              <a:t>": 30 }, { "</a:t>
            </a:r>
            <a:r>
              <a:rPr lang="en-GB" sz="2200" dirty="0">
                <a:solidFill>
                  <a:schemeClr val="tx2">
                    <a:lumMod val="75000"/>
                    <a:lumOff val="25000"/>
                  </a:schemeClr>
                </a:solidFill>
                <a:latin typeface="Courier New" panose="02070309020205020404" pitchFamily="49" charset="0"/>
                <a:cs typeface="Courier New" panose="02070309020205020404" pitchFamily="49" charset="0"/>
              </a:rPr>
              <a:t>name</a:t>
            </a:r>
            <a:r>
              <a:rPr lang="en-GB" sz="2200" dirty="0">
                <a:latin typeface="Courier New" panose="02070309020205020404" pitchFamily="49" charset="0"/>
                <a:cs typeface="Courier New" panose="02070309020205020404" pitchFamily="49" charset="0"/>
              </a:rPr>
              <a:t>": "Peter"}]</a:t>
            </a:r>
            <a:endParaRPr lang="en-GB" sz="2200" dirty="0">
              <a:latin typeface="Helvetica" panose="020B0604020202020204" pitchFamily="34" charset="0"/>
              <a:cs typeface="Helvetica" panose="020B0604020202020204" pitchFamily="34" charset="0"/>
            </a:endParaRPr>
          </a:p>
          <a:p>
            <a:endParaRPr lang="en-GB" sz="2200" b="1"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938412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77826" y="2969"/>
            <a:ext cx="9255694" cy="780762"/>
          </a:xfrm>
        </p:spPr>
        <p:txBody>
          <a:bodyPr/>
          <a:lstStyle/>
          <a:p>
            <a:r>
              <a:rPr lang="en-GB" sz="3200" dirty="0"/>
              <a:t>Overview of JSON and BSON Formats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25</a:t>
            </a:fld>
            <a:endParaRPr lang="en-GB" dirty="0"/>
          </a:p>
        </p:txBody>
      </p:sp>
      <p:sp>
        <p:nvSpPr>
          <p:cNvPr id="5" name="TextBox 4">
            <a:extLst>
              <a:ext uri="{FF2B5EF4-FFF2-40B4-BE49-F238E27FC236}">
                <a16:creationId xmlns:a16="http://schemas.microsoft.com/office/drawing/2014/main" id="{6799DC53-78C8-7D4D-60D5-A948757AE5D4}"/>
              </a:ext>
            </a:extLst>
          </p:cNvPr>
          <p:cNvSpPr txBox="1"/>
          <p:nvPr/>
        </p:nvSpPr>
        <p:spPr>
          <a:xfrm>
            <a:off x="560512" y="548680"/>
            <a:ext cx="8374831" cy="5509200"/>
          </a:xfrm>
          <a:prstGeom prst="rect">
            <a:avLst/>
          </a:prstGeom>
          <a:noFill/>
        </p:spPr>
        <p:txBody>
          <a:bodyPr wrap="square" rtlCol="0">
            <a:spAutoFit/>
          </a:bodyPr>
          <a:lstStyle/>
          <a:p>
            <a:endParaRPr lang="en-GB" sz="2200" b="1" dirty="0">
              <a:latin typeface="Helvetica" panose="020B0604020202020204" pitchFamily="34" charset="0"/>
              <a:cs typeface="Helvetica" panose="020B0604020202020204" pitchFamily="34" charset="0"/>
            </a:endParaRPr>
          </a:p>
          <a:p>
            <a:r>
              <a:rPr lang="en-GB" sz="2200" b="1" dirty="0">
                <a:latin typeface="Helvetica" panose="020B0604020202020204" pitchFamily="34" charset="0"/>
                <a:cs typeface="Helvetica" panose="020B0604020202020204" pitchFamily="34" charset="0"/>
              </a:rPr>
              <a:t>What is BSON?</a:t>
            </a:r>
          </a:p>
          <a:p>
            <a:endParaRPr lang="en-GB" sz="2200" b="1" dirty="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pPr>
            <a:r>
              <a:rPr lang="en-GB" sz="2200" dirty="0">
                <a:latin typeface="Helvetica" panose="020B0604020202020204" pitchFamily="34" charset="0"/>
                <a:cs typeface="Helvetica" panose="020B0604020202020204" pitchFamily="34" charset="0"/>
              </a:rPr>
              <a:t>Binary format  of JSON, used by MongoDB</a:t>
            </a:r>
          </a:p>
          <a:p>
            <a:pPr marL="342900" indent="-342900">
              <a:buFont typeface="Arial" panose="020B0604020202020204" pitchFamily="34" charset="0"/>
              <a:buChar char="•"/>
            </a:pPr>
            <a:endParaRPr lang="en-GB" sz="2200" dirty="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pPr>
            <a:r>
              <a:rPr lang="en-GB" sz="2200" dirty="0">
                <a:latin typeface="Helvetica" panose="020B0604020202020204" pitchFamily="34" charset="0"/>
                <a:cs typeface="Helvetica" panose="020B0604020202020204" pitchFamily="34" charset="0"/>
              </a:rPr>
              <a:t>Not human-readable like JSON</a:t>
            </a:r>
          </a:p>
          <a:p>
            <a:pPr marL="342900" indent="-342900">
              <a:buFont typeface="Arial" panose="020B0604020202020204" pitchFamily="34" charset="0"/>
              <a:buChar char="•"/>
            </a:pPr>
            <a:endParaRPr lang="en-GB" sz="2200" dirty="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pPr>
            <a:r>
              <a:rPr lang="en-GB" sz="2200" dirty="0">
                <a:latin typeface="Helvetica" panose="020B0604020202020204" pitchFamily="34" charset="0"/>
                <a:cs typeface="Helvetica" panose="020B0604020202020204" pitchFamily="34" charset="0"/>
              </a:rPr>
              <a:t>Optimised for speed and storage efficiency</a:t>
            </a:r>
          </a:p>
          <a:p>
            <a:pPr marL="342900" indent="-342900">
              <a:buFont typeface="Arial" panose="020B0604020202020204" pitchFamily="34" charset="0"/>
              <a:buChar char="•"/>
            </a:pPr>
            <a:endParaRPr lang="en-GB" sz="2200" dirty="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pPr>
            <a:r>
              <a:rPr lang="en-GB" sz="2200" dirty="0">
                <a:latin typeface="Helvetica" panose="020B0604020202020204" pitchFamily="34" charset="0"/>
                <a:cs typeface="Helvetica" panose="020B0604020202020204" pitchFamily="34" charset="0"/>
              </a:rPr>
              <a:t>Supports additional data types like dates, arrays, and objects</a:t>
            </a:r>
          </a:p>
          <a:p>
            <a:endParaRPr lang="en-GB" sz="2200" dirty="0">
              <a:latin typeface="Helvetica" panose="020B0604020202020204" pitchFamily="34" charset="0"/>
              <a:cs typeface="Helvetica" panose="020B0604020202020204" pitchFamily="34" charset="0"/>
            </a:endParaRPr>
          </a:p>
          <a:p>
            <a:r>
              <a:rPr lang="en-GB" sz="2200" b="1" dirty="0">
                <a:latin typeface="Helvetica" panose="020B0604020202020204" pitchFamily="34" charset="0"/>
                <a:cs typeface="Helvetica" panose="020B0604020202020204" pitchFamily="34" charset="0"/>
              </a:rPr>
              <a:t>Why MongoDB Uses BSON?</a:t>
            </a:r>
          </a:p>
          <a:p>
            <a:endParaRPr lang="en-GB" sz="2200" b="1" dirty="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pPr>
            <a:r>
              <a:rPr lang="en-GB" sz="2200" dirty="0">
                <a:latin typeface="Helvetica" panose="020B0604020202020204" pitchFamily="34" charset="0"/>
                <a:cs typeface="Helvetica" panose="020B0604020202020204" pitchFamily="34" charset="0"/>
              </a:rPr>
              <a:t>Faster encoding/decoding</a:t>
            </a:r>
          </a:p>
          <a:p>
            <a:pPr marL="342900" indent="-342900">
              <a:buFont typeface="Arial" panose="020B0604020202020204" pitchFamily="34" charset="0"/>
              <a:buChar char="•"/>
            </a:pPr>
            <a:endParaRPr lang="en-GB" sz="2200" dirty="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pPr>
            <a:r>
              <a:rPr lang="en-GB" sz="2200" dirty="0">
                <a:latin typeface="Helvetica" panose="020B0604020202020204" pitchFamily="34" charset="0"/>
                <a:cs typeface="Helvetica" panose="020B0604020202020204" pitchFamily="34" charset="0"/>
              </a:rPr>
              <a:t>Efficient storage for large-scale data</a:t>
            </a:r>
          </a:p>
        </p:txBody>
      </p:sp>
    </p:spTree>
    <p:extLst>
      <p:ext uri="{BB962C8B-B14F-4D97-AF65-F5344CB8AC3E}">
        <p14:creationId xmlns:p14="http://schemas.microsoft.com/office/powerpoint/2010/main" val="150724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1" end="1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3" end="1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77826" y="2969"/>
            <a:ext cx="9615734" cy="780762"/>
          </a:xfrm>
        </p:spPr>
        <p:txBody>
          <a:bodyPr/>
          <a:lstStyle/>
          <a:p>
            <a:r>
              <a:rPr lang="en-GB" sz="3000" dirty="0"/>
              <a:t>Overview of BSON and JSON Formats: Example</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26</a:t>
            </a:fld>
            <a:endParaRPr lang="en-GB" dirty="0"/>
          </a:p>
        </p:txBody>
      </p:sp>
      <p:sp>
        <p:nvSpPr>
          <p:cNvPr id="10" name="TextBox 9">
            <a:extLst>
              <a:ext uri="{FF2B5EF4-FFF2-40B4-BE49-F238E27FC236}">
                <a16:creationId xmlns:a16="http://schemas.microsoft.com/office/drawing/2014/main" id="{C1D48325-1DA4-4700-C4E9-FEE294F93B7E}"/>
              </a:ext>
            </a:extLst>
          </p:cNvPr>
          <p:cNvSpPr txBox="1"/>
          <p:nvPr/>
        </p:nvSpPr>
        <p:spPr>
          <a:xfrm>
            <a:off x="632520" y="1028343"/>
            <a:ext cx="9073008" cy="4524315"/>
          </a:xfrm>
          <a:prstGeom prst="rect">
            <a:avLst/>
          </a:prstGeom>
          <a:noFill/>
        </p:spPr>
        <p:txBody>
          <a:bodyPr wrap="square">
            <a:spAutoFit/>
          </a:bodyPr>
          <a:lstStyle/>
          <a:p>
            <a:r>
              <a:rPr lang="en-GB" dirty="0">
                <a:latin typeface="Courier New" panose="02070309020205020404" pitchFamily="49" charset="0"/>
                <a:cs typeface="Courier New" panose="02070309020205020404" pitchFamily="49" charset="0"/>
              </a:rPr>
              <a:t>{</a:t>
            </a:r>
            <a:r>
              <a:rPr lang="en-GB" b="1" dirty="0">
                <a:solidFill>
                  <a:schemeClr val="tx2">
                    <a:lumMod val="75000"/>
                    <a:lumOff val="25000"/>
                  </a:schemeClr>
                </a:solidFill>
                <a:latin typeface="Courier New" panose="02070309020205020404" pitchFamily="49" charset="0"/>
                <a:cs typeface="Courier New" panose="02070309020205020404" pitchFamily="49" charset="0"/>
              </a:rPr>
              <a:t>"hello": "world"</a:t>
            </a:r>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\x16\x00\x00\x00           // total document size</a:t>
            </a:r>
          </a:p>
          <a:p>
            <a:r>
              <a:rPr lang="en-GB" dirty="0">
                <a:latin typeface="Courier New" panose="02070309020205020404" pitchFamily="49" charset="0"/>
                <a:cs typeface="Courier New" panose="02070309020205020404" pitchFamily="49" charset="0"/>
              </a:rPr>
              <a:t>\x02                       // 0x02 = type String</a:t>
            </a:r>
          </a:p>
          <a:p>
            <a:r>
              <a:rPr lang="en-GB" dirty="0">
                <a:latin typeface="Courier New" panose="02070309020205020404" pitchFamily="49" charset="0"/>
                <a:cs typeface="Courier New" panose="02070309020205020404" pitchFamily="49" charset="0"/>
              </a:rPr>
              <a:t>hello\x00                  // field name</a:t>
            </a:r>
          </a:p>
          <a:p>
            <a:r>
              <a:rPr lang="en-GB" dirty="0">
                <a:latin typeface="Courier New" panose="02070309020205020404" pitchFamily="49" charset="0"/>
                <a:cs typeface="Courier New" panose="02070309020205020404" pitchFamily="49" charset="0"/>
              </a:rPr>
              <a:t>\x06\x00\x00\x00world\x00  // field value</a:t>
            </a:r>
          </a:p>
          <a:p>
            <a:r>
              <a:rPr lang="en-GB" dirty="0">
                <a:latin typeface="Courier New" panose="02070309020205020404" pitchFamily="49" charset="0"/>
                <a:cs typeface="Courier New" panose="02070309020205020404" pitchFamily="49" charset="0"/>
              </a:rPr>
              <a:t>\x00                       // 0x00 = type EOO ('end of object')</a:t>
            </a:r>
          </a:p>
          <a:p>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a:t>
            </a:r>
            <a:r>
              <a:rPr lang="en-GB" b="1" dirty="0">
                <a:solidFill>
                  <a:schemeClr val="tx2">
                    <a:lumMod val="75000"/>
                    <a:lumOff val="25000"/>
                  </a:schemeClr>
                </a:solidFill>
                <a:latin typeface="Courier New" panose="02070309020205020404" pitchFamily="49" charset="0"/>
                <a:cs typeface="Courier New" panose="02070309020205020404" pitchFamily="49" charset="0"/>
              </a:rPr>
              <a:t>"BSON": </a:t>
            </a:r>
            <a:r>
              <a:rPr lang="en-GB" b="1" dirty="0">
                <a:latin typeface="Courier New" panose="02070309020205020404" pitchFamily="49" charset="0"/>
                <a:cs typeface="Courier New" panose="02070309020205020404" pitchFamily="49" charset="0"/>
              </a:rPr>
              <a:t>[</a:t>
            </a:r>
            <a:r>
              <a:rPr lang="en-GB" b="1" dirty="0">
                <a:solidFill>
                  <a:schemeClr val="tx2">
                    <a:lumMod val="75000"/>
                    <a:lumOff val="25000"/>
                  </a:schemeClr>
                </a:solidFill>
                <a:latin typeface="Courier New" panose="02070309020205020404" pitchFamily="49" charset="0"/>
                <a:cs typeface="Courier New" panose="02070309020205020404" pitchFamily="49" charset="0"/>
              </a:rPr>
              <a:t>"awesome", 5.05, 1986</a:t>
            </a:r>
            <a:r>
              <a:rPr lang="en-GB" b="1" dirty="0">
                <a:latin typeface="Courier New" panose="02070309020205020404" pitchFamily="49" charset="0"/>
                <a:cs typeface="Courier New" panose="02070309020205020404" pitchFamily="49" charset="0"/>
              </a:rPr>
              <a:t>]</a:t>
            </a:r>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\x31\x00\x00\x00</a:t>
            </a:r>
          </a:p>
          <a:p>
            <a:r>
              <a:rPr lang="en-GB" dirty="0">
                <a:latin typeface="Courier New" panose="02070309020205020404" pitchFamily="49" charset="0"/>
                <a:cs typeface="Courier New" panose="02070309020205020404" pitchFamily="49" charset="0"/>
              </a:rPr>
              <a:t> \x04BSON\x00</a:t>
            </a:r>
          </a:p>
          <a:p>
            <a:r>
              <a:rPr lang="en-GB" dirty="0">
                <a:latin typeface="Courier New" panose="02070309020205020404" pitchFamily="49" charset="0"/>
                <a:cs typeface="Courier New" panose="02070309020205020404" pitchFamily="49" charset="0"/>
              </a:rPr>
              <a:t> \x26\x00\x00\x00</a:t>
            </a:r>
          </a:p>
          <a:p>
            <a:r>
              <a:rPr lang="en-GB" dirty="0">
                <a:latin typeface="Courier New" panose="02070309020205020404" pitchFamily="49" charset="0"/>
                <a:cs typeface="Courier New" panose="02070309020205020404" pitchFamily="49" charset="0"/>
              </a:rPr>
              <a:t> \x02\x30\x00\x08\x00\x00\x00awesome\x00</a:t>
            </a:r>
          </a:p>
          <a:p>
            <a:r>
              <a:rPr lang="en-GB" dirty="0">
                <a:latin typeface="Courier New" panose="02070309020205020404" pitchFamily="49" charset="0"/>
                <a:cs typeface="Courier New" panose="02070309020205020404" pitchFamily="49" charset="0"/>
              </a:rPr>
              <a:t> \x01\x31\x00\x33\x33\x33\x33\x33\x33\x14\x40</a:t>
            </a:r>
          </a:p>
          <a:p>
            <a:r>
              <a:rPr lang="en-GB" dirty="0">
                <a:latin typeface="Courier New" panose="02070309020205020404" pitchFamily="49" charset="0"/>
                <a:cs typeface="Courier New" panose="02070309020205020404" pitchFamily="49" charset="0"/>
              </a:rPr>
              <a:t> \x10\x32\x00\xc2\x07\x00\x00</a:t>
            </a:r>
          </a:p>
          <a:p>
            <a:r>
              <a:rPr lang="en-GB" dirty="0">
                <a:latin typeface="Courier New" panose="02070309020205020404" pitchFamily="49" charset="0"/>
                <a:cs typeface="Courier New" panose="02070309020205020404" pitchFamily="49" charset="0"/>
              </a:rPr>
              <a:t> \x00</a:t>
            </a:r>
          </a:p>
          <a:p>
            <a:r>
              <a:rPr lang="en-GB" dirty="0">
                <a:latin typeface="Courier New" panose="02070309020205020404" pitchFamily="49" charset="0"/>
                <a:cs typeface="Courier New" panose="02070309020205020404" pitchFamily="49" charset="0"/>
              </a:rPr>
              <a:t> \x00</a:t>
            </a:r>
          </a:p>
        </p:txBody>
      </p:sp>
    </p:spTree>
    <p:extLst>
      <p:ext uri="{BB962C8B-B14F-4D97-AF65-F5344CB8AC3E}">
        <p14:creationId xmlns:p14="http://schemas.microsoft.com/office/powerpoint/2010/main" val="25095888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77826" y="2969"/>
            <a:ext cx="9615734" cy="780762"/>
          </a:xfrm>
        </p:spPr>
        <p:txBody>
          <a:bodyPr/>
          <a:lstStyle/>
          <a:p>
            <a:r>
              <a:rPr lang="en-GB" sz="3000" dirty="0"/>
              <a:t>MongoDB document</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27</a:t>
            </a:fld>
            <a:endParaRPr lang="en-GB" dirty="0"/>
          </a:p>
        </p:txBody>
      </p:sp>
      <p:pic>
        <p:nvPicPr>
          <p:cNvPr id="8" name="Picture 7">
            <a:extLst>
              <a:ext uri="{FF2B5EF4-FFF2-40B4-BE49-F238E27FC236}">
                <a16:creationId xmlns:a16="http://schemas.microsoft.com/office/drawing/2014/main" id="{AB1277CC-734B-2279-668E-6E93827068C7}"/>
              </a:ext>
            </a:extLst>
          </p:cNvPr>
          <p:cNvPicPr>
            <a:picLocks noChangeAspect="1"/>
          </p:cNvPicPr>
          <p:nvPr/>
        </p:nvPicPr>
        <p:blipFill rotWithShape="1">
          <a:blip r:embed="rId3"/>
          <a:srcRect l="3255" t="3521" r="9214" b="3144"/>
          <a:stretch/>
        </p:blipFill>
        <p:spPr>
          <a:xfrm>
            <a:off x="377825" y="980728"/>
            <a:ext cx="6336705" cy="3816424"/>
          </a:xfrm>
          <a:prstGeom prst="rect">
            <a:avLst/>
          </a:prstGeom>
        </p:spPr>
      </p:pic>
      <p:sp>
        <p:nvSpPr>
          <p:cNvPr id="11" name="TextBox 10">
            <a:extLst>
              <a:ext uri="{FF2B5EF4-FFF2-40B4-BE49-F238E27FC236}">
                <a16:creationId xmlns:a16="http://schemas.microsoft.com/office/drawing/2014/main" id="{A86A1A18-559B-D722-4433-C1EF28D7D230}"/>
              </a:ext>
            </a:extLst>
          </p:cNvPr>
          <p:cNvSpPr txBox="1"/>
          <p:nvPr/>
        </p:nvSpPr>
        <p:spPr>
          <a:xfrm>
            <a:off x="608682" y="4858301"/>
            <a:ext cx="4995862" cy="369332"/>
          </a:xfrm>
          <a:prstGeom prst="rect">
            <a:avLst/>
          </a:prstGeom>
          <a:noFill/>
        </p:spPr>
        <p:txBody>
          <a:bodyPr wrap="square">
            <a:spAutoFit/>
          </a:bodyPr>
          <a:lstStyle/>
          <a:p>
            <a:pPr marL="266700" indent="-257175">
              <a:spcBef>
                <a:spcPts val="400"/>
              </a:spcBef>
              <a:spcAft>
                <a:spcPts val="400"/>
              </a:spcAft>
              <a:buClr>
                <a:srgbClr val="00007C"/>
              </a:buClr>
              <a:buSzPct val="75000"/>
              <a:buFont typeface="Wingdings"/>
              <a:buChar char=""/>
              <a:tabLst>
                <a:tab pos="266700" algn="l"/>
              </a:tabLst>
            </a:pPr>
            <a:r>
              <a:rPr lang="en-GB" sz="1800" spc="-4" dirty="0">
                <a:latin typeface="Arial" pitchFamily="34" charset="0"/>
                <a:cs typeface="Arial" pitchFamily="34" charset="0"/>
              </a:rPr>
              <a:t>H</a:t>
            </a:r>
            <a:r>
              <a:rPr lang="en-GB" sz="1800" dirty="0">
                <a:latin typeface="Arial" pitchFamily="34" charset="0"/>
                <a:cs typeface="Arial" pitchFamily="34" charset="0"/>
              </a:rPr>
              <a:t>ave</a:t>
            </a:r>
            <a:r>
              <a:rPr lang="en-GB" sz="1800" spc="23" dirty="0">
                <a:latin typeface="Arial" pitchFamily="34" charset="0"/>
                <a:cs typeface="Arial" pitchFamily="34" charset="0"/>
              </a:rPr>
              <a:t> </a:t>
            </a:r>
            <a:r>
              <a:rPr lang="en-GB" sz="1800" dirty="0">
                <a:latin typeface="Arial" pitchFamily="34" charset="0"/>
                <a:cs typeface="Arial" pitchFamily="34" charset="0"/>
              </a:rPr>
              <a:t>max</a:t>
            </a:r>
            <a:r>
              <a:rPr lang="en-GB" sz="1800" spc="-8" dirty="0">
                <a:latin typeface="Arial" pitchFamily="34" charset="0"/>
                <a:cs typeface="Arial" pitchFamily="34" charset="0"/>
              </a:rPr>
              <a:t>i</a:t>
            </a:r>
            <a:r>
              <a:rPr lang="en-GB" sz="1800" dirty="0">
                <a:latin typeface="Arial" pitchFamily="34" charset="0"/>
                <a:cs typeface="Arial" pitchFamily="34" charset="0"/>
              </a:rPr>
              <a:t>mum</a:t>
            </a:r>
            <a:r>
              <a:rPr lang="en-GB" sz="1800" spc="26" dirty="0">
                <a:latin typeface="Arial" pitchFamily="34" charset="0"/>
                <a:cs typeface="Arial" pitchFamily="34" charset="0"/>
              </a:rPr>
              <a:t> </a:t>
            </a:r>
            <a:r>
              <a:rPr lang="en-GB" sz="1800" dirty="0">
                <a:latin typeface="Arial" pitchFamily="34" charset="0"/>
                <a:cs typeface="Arial" pitchFamily="34" charset="0"/>
              </a:rPr>
              <a:t>si</a:t>
            </a:r>
            <a:r>
              <a:rPr lang="en-GB" sz="1800" spc="4" dirty="0">
                <a:latin typeface="Arial" pitchFamily="34" charset="0"/>
                <a:cs typeface="Arial" pitchFamily="34" charset="0"/>
              </a:rPr>
              <a:t>z</a:t>
            </a:r>
            <a:r>
              <a:rPr lang="en-GB" sz="1800" spc="-4" dirty="0">
                <a:latin typeface="Arial" pitchFamily="34" charset="0"/>
                <a:cs typeface="Arial" pitchFamily="34" charset="0"/>
              </a:rPr>
              <a:t>e</a:t>
            </a:r>
            <a:r>
              <a:rPr lang="en-GB" sz="1800" dirty="0">
                <a:latin typeface="Arial" pitchFamily="34" charset="0"/>
                <a:cs typeface="Arial" pitchFamily="34" charset="0"/>
              </a:rPr>
              <a:t>:</a:t>
            </a:r>
            <a:r>
              <a:rPr lang="en-GB" sz="1800" spc="26" dirty="0">
                <a:latin typeface="Arial" pitchFamily="34" charset="0"/>
                <a:cs typeface="Arial" pitchFamily="34" charset="0"/>
              </a:rPr>
              <a:t> </a:t>
            </a:r>
            <a:r>
              <a:rPr lang="en-GB" sz="1800" spc="-4" dirty="0">
                <a:latin typeface="Arial" pitchFamily="34" charset="0"/>
                <a:cs typeface="Arial" pitchFamily="34" charset="0"/>
              </a:rPr>
              <a:t>16M</a:t>
            </a:r>
            <a:r>
              <a:rPr lang="en-GB" sz="1800" dirty="0">
                <a:latin typeface="Arial" pitchFamily="34" charset="0"/>
                <a:cs typeface="Arial" pitchFamily="34" charset="0"/>
              </a:rPr>
              <a:t>B</a:t>
            </a:r>
            <a:r>
              <a:rPr lang="en-GB" sz="1800" spc="26" dirty="0">
                <a:latin typeface="Arial" pitchFamily="34" charset="0"/>
                <a:cs typeface="Arial" pitchFamily="34" charset="0"/>
              </a:rPr>
              <a:t> </a:t>
            </a:r>
            <a:r>
              <a:rPr lang="en-GB" sz="1800" dirty="0">
                <a:latin typeface="Arial" pitchFamily="34" charset="0"/>
                <a:cs typeface="Arial" pitchFamily="34" charset="0"/>
              </a:rPr>
              <a:t>(in</a:t>
            </a:r>
            <a:r>
              <a:rPr lang="en-GB" sz="1800" spc="30" dirty="0">
                <a:latin typeface="Arial" pitchFamily="34" charset="0"/>
                <a:cs typeface="Arial" pitchFamily="34" charset="0"/>
              </a:rPr>
              <a:t> </a:t>
            </a:r>
            <a:r>
              <a:rPr lang="en-GB" sz="1800" dirty="0">
                <a:latin typeface="Arial" pitchFamily="34" charset="0"/>
                <a:cs typeface="Arial" pitchFamily="34" charset="0"/>
              </a:rPr>
              <a:t>B</a:t>
            </a:r>
            <a:r>
              <a:rPr lang="en-GB" sz="1800" spc="-8" dirty="0">
                <a:latin typeface="Arial" pitchFamily="34" charset="0"/>
                <a:cs typeface="Arial" pitchFamily="34" charset="0"/>
              </a:rPr>
              <a:t>S</a:t>
            </a:r>
            <a:r>
              <a:rPr lang="en-GB" sz="1800" dirty="0">
                <a:latin typeface="Arial" pitchFamily="34" charset="0"/>
                <a:cs typeface="Arial" pitchFamily="34" charset="0"/>
              </a:rPr>
              <a:t>ON)</a:t>
            </a:r>
          </a:p>
        </p:txBody>
      </p:sp>
      <p:pic>
        <p:nvPicPr>
          <p:cNvPr id="14" name="Picture 13">
            <a:extLst>
              <a:ext uri="{FF2B5EF4-FFF2-40B4-BE49-F238E27FC236}">
                <a16:creationId xmlns:a16="http://schemas.microsoft.com/office/drawing/2014/main" id="{8FFF5F64-82DD-4EF5-013C-956DEE3E4D78}"/>
              </a:ext>
            </a:extLst>
          </p:cNvPr>
          <p:cNvPicPr>
            <a:picLocks noChangeAspect="1"/>
          </p:cNvPicPr>
          <p:nvPr/>
        </p:nvPicPr>
        <p:blipFill>
          <a:blip r:embed="rId4"/>
          <a:stretch>
            <a:fillRect/>
          </a:stretch>
        </p:blipFill>
        <p:spPr>
          <a:xfrm>
            <a:off x="488504" y="1297069"/>
            <a:ext cx="7487124" cy="513471"/>
          </a:xfrm>
          <a:prstGeom prst="rect">
            <a:avLst/>
          </a:prstGeom>
          <a:ln w="28575">
            <a:solidFill>
              <a:srgbClr val="FFC000"/>
            </a:solidFill>
          </a:ln>
        </p:spPr>
      </p:pic>
      <p:grpSp>
        <p:nvGrpSpPr>
          <p:cNvPr id="18" name="Group 17">
            <a:extLst>
              <a:ext uri="{FF2B5EF4-FFF2-40B4-BE49-F238E27FC236}">
                <a16:creationId xmlns:a16="http://schemas.microsoft.com/office/drawing/2014/main" id="{FC41599D-2AEF-8B75-53DE-FDED1593BCA8}"/>
              </a:ext>
            </a:extLst>
          </p:cNvPr>
          <p:cNvGrpSpPr/>
          <p:nvPr/>
        </p:nvGrpSpPr>
        <p:grpSpPr>
          <a:xfrm>
            <a:off x="6825208" y="1970674"/>
            <a:ext cx="3240360" cy="1899066"/>
            <a:chOff x="6825208" y="2033990"/>
            <a:chExt cx="3240360" cy="1899066"/>
          </a:xfrm>
        </p:grpSpPr>
        <p:sp>
          <p:nvSpPr>
            <p:cNvPr id="15" name="Callout: Line 14">
              <a:extLst>
                <a:ext uri="{FF2B5EF4-FFF2-40B4-BE49-F238E27FC236}">
                  <a16:creationId xmlns:a16="http://schemas.microsoft.com/office/drawing/2014/main" id="{948C9E3C-0417-2481-E7F9-7FEF788B4B79}"/>
                </a:ext>
              </a:extLst>
            </p:cNvPr>
            <p:cNvSpPr/>
            <p:nvPr/>
          </p:nvSpPr>
          <p:spPr>
            <a:xfrm>
              <a:off x="6825208" y="2033990"/>
              <a:ext cx="2808312" cy="1899066"/>
            </a:xfrm>
            <a:prstGeom prst="borderCallout1">
              <a:avLst>
                <a:gd name="adj1" fmla="val 41253"/>
                <a:gd name="adj2" fmla="val -787"/>
                <a:gd name="adj3" fmla="val -22222"/>
                <a:gd name="adj4" fmla="val -197227"/>
              </a:avLst>
            </a:prstGeom>
            <a:solidFill>
              <a:schemeClr val="accent1">
                <a:lumMod val="20000"/>
                <a:lumOff val="80000"/>
              </a:schemeClr>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latin typeface="Lucida Sans"/>
                <a:cs typeface="Lucida Sans"/>
              </a:endParaRPr>
            </a:p>
          </p:txBody>
        </p:sp>
        <p:sp>
          <p:nvSpPr>
            <p:cNvPr id="17" name="TextBox 16">
              <a:extLst>
                <a:ext uri="{FF2B5EF4-FFF2-40B4-BE49-F238E27FC236}">
                  <a16:creationId xmlns:a16="http://schemas.microsoft.com/office/drawing/2014/main" id="{26BDB841-19EC-0166-9BF8-97C54915804A}"/>
                </a:ext>
              </a:extLst>
            </p:cNvPr>
            <p:cNvSpPr txBox="1"/>
            <p:nvPr/>
          </p:nvSpPr>
          <p:spPr>
            <a:xfrm>
              <a:off x="6825208" y="2122521"/>
              <a:ext cx="3240360" cy="1754326"/>
            </a:xfrm>
            <a:prstGeom prst="rect">
              <a:avLst/>
            </a:prstGeom>
            <a:noFill/>
          </p:spPr>
          <p:txBody>
            <a:bodyPr wrap="square">
              <a:spAutoFit/>
            </a:bodyPr>
            <a:lstStyle/>
            <a:p>
              <a:pPr marL="285750" indent="-285750">
                <a:buFont typeface="Arial" panose="020B0604020202020204" pitchFamily="34" charset="0"/>
                <a:buChar char="•"/>
              </a:pPr>
              <a:r>
                <a:rPr lang="en-GB" b="1" dirty="0">
                  <a:latin typeface="Helvetica" panose="020B0604020202020204" pitchFamily="34" charset="0"/>
                  <a:cs typeface="Helvetica" panose="020B0604020202020204" pitchFamily="34" charset="0"/>
                </a:rPr>
                <a:t>_id </a:t>
              </a:r>
              <a:r>
                <a:rPr lang="en-GB" dirty="0">
                  <a:latin typeface="Helvetica" panose="020B0604020202020204" pitchFamily="34" charset="0"/>
                  <a:cs typeface="Helvetica" panose="020B0604020202020204" pitchFamily="34" charset="0"/>
                </a:rPr>
                <a:t>is a special field in each document</a:t>
              </a:r>
            </a:p>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Unique within each collection</a:t>
              </a:r>
            </a:p>
            <a:p>
              <a:pPr marL="285750" indent="-285750">
                <a:buFont typeface="Arial" panose="020B0604020202020204" pitchFamily="34" charset="0"/>
                <a:buChar char="•"/>
              </a:pPr>
              <a:r>
                <a:rPr lang="en-GB" b="1" dirty="0">
                  <a:latin typeface="Helvetica" panose="020B0604020202020204" pitchFamily="34" charset="0"/>
                  <a:cs typeface="Helvetica" panose="020B0604020202020204" pitchFamily="34" charset="0"/>
                </a:rPr>
                <a:t>_id </a:t>
              </a:r>
              <a:r>
                <a:rPr lang="en-GB" dirty="0">
                  <a:latin typeface="Helvetica" panose="020B0604020202020204" pitchFamily="34" charset="0"/>
                  <a:cs typeface="Helvetica" panose="020B0604020202020204" pitchFamily="34" charset="0"/>
                  <a:sym typeface="Wingdings" panose="05000000000000000000" pitchFamily="2" charset="2"/>
                </a:rPr>
                <a:t></a:t>
              </a:r>
              <a:r>
                <a:rPr lang="en-GB" dirty="0">
                  <a:latin typeface="Helvetica" panose="020B0604020202020204" pitchFamily="34" charset="0"/>
                  <a:cs typeface="Helvetica" panose="020B0604020202020204" pitchFamily="34" charset="0"/>
                </a:rPr>
                <a:t> Primary Key in RDBMS</a:t>
              </a:r>
            </a:p>
          </p:txBody>
        </p:sp>
      </p:grpSp>
      <p:grpSp>
        <p:nvGrpSpPr>
          <p:cNvPr id="19" name="Group 18">
            <a:extLst>
              <a:ext uri="{FF2B5EF4-FFF2-40B4-BE49-F238E27FC236}">
                <a16:creationId xmlns:a16="http://schemas.microsoft.com/office/drawing/2014/main" id="{F1B08950-8888-B990-0841-BFF28FA372E4}"/>
              </a:ext>
            </a:extLst>
          </p:cNvPr>
          <p:cNvGrpSpPr/>
          <p:nvPr/>
        </p:nvGrpSpPr>
        <p:grpSpPr>
          <a:xfrm>
            <a:off x="5405344" y="4195681"/>
            <a:ext cx="4446748" cy="1899066"/>
            <a:chOff x="6808384" y="1343988"/>
            <a:chExt cx="4446748" cy="1899066"/>
          </a:xfrm>
        </p:grpSpPr>
        <p:sp>
          <p:nvSpPr>
            <p:cNvPr id="20" name="Callout: Line 19">
              <a:extLst>
                <a:ext uri="{FF2B5EF4-FFF2-40B4-BE49-F238E27FC236}">
                  <a16:creationId xmlns:a16="http://schemas.microsoft.com/office/drawing/2014/main" id="{7BCD5600-3A1D-5342-FD5D-5F3A204A5C42}"/>
                </a:ext>
              </a:extLst>
            </p:cNvPr>
            <p:cNvSpPr/>
            <p:nvPr/>
          </p:nvSpPr>
          <p:spPr>
            <a:xfrm>
              <a:off x="6808384" y="1343988"/>
              <a:ext cx="4427376" cy="1899066"/>
            </a:xfrm>
            <a:prstGeom prst="borderCallout1">
              <a:avLst>
                <a:gd name="adj1" fmla="val 41253"/>
                <a:gd name="adj2" fmla="val -787"/>
                <a:gd name="adj3" fmla="val -16203"/>
                <a:gd name="adj4" fmla="val -88152"/>
              </a:avLst>
            </a:prstGeom>
            <a:solidFill>
              <a:schemeClr val="tx2">
                <a:lumMod val="75000"/>
                <a:lumOff val="25000"/>
              </a:schemeClr>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latin typeface="Lucida Sans"/>
                <a:cs typeface="Lucida Sans"/>
              </a:endParaRPr>
            </a:p>
          </p:txBody>
        </p:sp>
        <p:sp>
          <p:nvSpPr>
            <p:cNvPr id="21" name="TextBox 20">
              <a:extLst>
                <a:ext uri="{FF2B5EF4-FFF2-40B4-BE49-F238E27FC236}">
                  <a16:creationId xmlns:a16="http://schemas.microsoft.com/office/drawing/2014/main" id="{1381CBF2-EA3A-490A-0CDE-943FC5A1634A}"/>
                </a:ext>
              </a:extLst>
            </p:cNvPr>
            <p:cNvSpPr txBox="1"/>
            <p:nvPr/>
          </p:nvSpPr>
          <p:spPr>
            <a:xfrm>
              <a:off x="6844580" y="1374274"/>
              <a:ext cx="4410552" cy="1846659"/>
            </a:xfrm>
            <a:prstGeom prst="rect">
              <a:avLst/>
            </a:prstGeom>
            <a:noFill/>
          </p:spPr>
          <p:txBody>
            <a:bodyPr wrap="square">
              <a:spAutoFit/>
            </a:bodyPr>
            <a:lstStyle/>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The field names cannot start with the $ character </a:t>
              </a:r>
            </a:p>
            <a:p>
              <a:pPr marL="742950" lvl="1"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reserved for operators</a:t>
              </a:r>
            </a:p>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The field names cannot contain the</a:t>
              </a:r>
              <a:r>
                <a:rPr lang="en-GB" sz="2400" b="1" dirty="0">
                  <a:solidFill>
                    <a:srgbClr val="FF0000"/>
                  </a:solidFill>
                  <a:latin typeface="Helvetica" panose="020B0604020202020204" pitchFamily="34" charset="0"/>
                  <a:cs typeface="Helvetica" panose="020B0604020202020204" pitchFamily="34" charset="0"/>
                </a:rPr>
                <a:t> . </a:t>
              </a:r>
              <a:r>
                <a:rPr lang="en-GB" dirty="0">
                  <a:latin typeface="Helvetica" panose="020B0604020202020204" pitchFamily="34" charset="0"/>
                  <a:cs typeface="Helvetica" panose="020B0604020202020204" pitchFamily="34" charset="0"/>
                </a:rPr>
                <a:t>Character</a:t>
              </a:r>
            </a:p>
            <a:p>
              <a:pPr marL="742950" lvl="1"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Reserved for accessing fields</a:t>
              </a:r>
            </a:p>
          </p:txBody>
        </p:sp>
      </p:grpSp>
    </p:spTree>
    <p:extLst>
      <p:ext uri="{BB962C8B-B14F-4D97-AF65-F5344CB8AC3E}">
        <p14:creationId xmlns:p14="http://schemas.microsoft.com/office/powerpoint/2010/main" val="3151991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id="9" presetID="6" presetClass="entr" presetSubtype="16"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circle(in)">
                                      <p:cBhvr>
                                        <p:cTn id="11" dur="10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6" presetClass="entr" presetSubtype="16"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circle(in)">
                                      <p:cBhvr>
                                        <p:cTn id="16"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90266" y="507833"/>
            <a:ext cx="9615734" cy="365125"/>
          </a:xfrm>
        </p:spPr>
        <p:txBody>
          <a:bodyPr/>
          <a:lstStyle/>
          <a:p>
            <a:r>
              <a:rPr lang="en-GB" sz="3000" dirty="0"/>
              <a:t>Data Types of MongoDB</a:t>
            </a:r>
            <a:br>
              <a:rPr lang="en-GB" sz="3000" dirty="0"/>
            </a:br>
            <a:endParaRPr lang="en-GB" sz="3000" dirty="0"/>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28</a:t>
            </a:fld>
            <a:endParaRPr lang="en-GB" dirty="0"/>
          </a:p>
        </p:txBody>
      </p:sp>
      <p:graphicFrame>
        <p:nvGraphicFramePr>
          <p:cNvPr id="3" name="Content Placeholder 3">
            <a:extLst>
              <a:ext uri="{FF2B5EF4-FFF2-40B4-BE49-F238E27FC236}">
                <a16:creationId xmlns:a16="http://schemas.microsoft.com/office/drawing/2014/main" id="{DE8E47A9-4274-E6CD-0831-9DDCCB95EF18}"/>
              </a:ext>
            </a:extLst>
          </p:cNvPr>
          <p:cNvGraphicFramePr>
            <a:graphicFrameLocks/>
          </p:cNvGraphicFramePr>
          <p:nvPr>
            <p:extLst>
              <p:ext uri="{D42A27DB-BD31-4B8C-83A1-F6EECF244321}">
                <p14:modId xmlns:p14="http://schemas.microsoft.com/office/powerpoint/2010/main" val="3850113457"/>
              </p:ext>
            </p:extLst>
          </p:nvPr>
        </p:nvGraphicFramePr>
        <p:xfrm>
          <a:off x="-951656" y="1314500"/>
          <a:ext cx="6912768" cy="4229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ontent Placeholder 2">
            <a:extLst>
              <a:ext uri="{FF2B5EF4-FFF2-40B4-BE49-F238E27FC236}">
                <a16:creationId xmlns:a16="http://schemas.microsoft.com/office/drawing/2014/main" id="{A70827E9-47BE-6FB8-EEFE-26B2B18F6548}"/>
              </a:ext>
            </a:extLst>
          </p:cNvPr>
          <p:cNvSpPr>
            <a:spLocks noGrp="1"/>
          </p:cNvSpPr>
          <p:nvPr>
            <p:ph idx="1"/>
          </p:nvPr>
        </p:nvSpPr>
        <p:spPr>
          <a:xfrm>
            <a:off x="4976918" y="980593"/>
            <a:ext cx="4752528" cy="5472741"/>
          </a:xfrm>
        </p:spPr>
        <p:txBody>
          <a:bodyPr>
            <a:normAutofit fontScale="77500" lnSpcReduction="20000"/>
          </a:bodyPr>
          <a:lstStyle/>
          <a:p>
            <a:pPr>
              <a:lnSpc>
                <a:spcPct val="120000"/>
              </a:lnSpc>
            </a:pPr>
            <a:r>
              <a:rPr lang="en-US" sz="2100" b="1" dirty="0">
                <a:latin typeface="Helvetica" panose="020B0604020202020204" pitchFamily="34" charset="0"/>
                <a:cs typeface="Helvetica" panose="020B0604020202020204" pitchFamily="34" charset="0"/>
              </a:rPr>
              <a:t>String</a:t>
            </a:r>
            <a:r>
              <a:rPr lang="en-US" sz="2100" dirty="0">
                <a:latin typeface="Helvetica" panose="020B0604020202020204" pitchFamily="34" charset="0"/>
                <a:cs typeface="Helvetica" panose="020B0604020202020204" pitchFamily="34" charset="0"/>
              </a:rPr>
              <a:t> : This is most commonly used datatype to store the data. String in mongodb must be UTF-8 valid.</a:t>
            </a:r>
          </a:p>
          <a:p>
            <a:pPr>
              <a:lnSpc>
                <a:spcPct val="120000"/>
              </a:lnSpc>
            </a:pPr>
            <a:r>
              <a:rPr lang="en-US" sz="2100" b="1" dirty="0">
                <a:latin typeface="Helvetica" panose="020B0604020202020204" pitchFamily="34" charset="0"/>
                <a:cs typeface="Helvetica" panose="020B0604020202020204" pitchFamily="34" charset="0"/>
              </a:rPr>
              <a:t>Integer</a:t>
            </a:r>
            <a:r>
              <a:rPr lang="en-US" sz="2100" dirty="0">
                <a:latin typeface="Helvetica" panose="020B0604020202020204" pitchFamily="34" charset="0"/>
                <a:cs typeface="Helvetica" panose="020B0604020202020204" pitchFamily="34" charset="0"/>
              </a:rPr>
              <a:t> : This type is used to store a numerical value. Integer can be 32 bit or 64 bit depending upon your server. </a:t>
            </a:r>
          </a:p>
          <a:p>
            <a:pPr>
              <a:lnSpc>
                <a:spcPct val="120000"/>
              </a:lnSpc>
            </a:pPr>
            <a:r>
              <a:rPr lang="en-US" sz="2100" b="1" dirty="0">
                <a:latin typeface="Helvetica" panose="020B0604020202020204" pitchFamily="34" charset="0"/>
                <a:cs typeface="Helvetica" panose="020B0604020202020204" pitchFamily="34" charset="0"/>
              </a:rPr>
              <a:t>Boolean</a:t>
            </a:r>
            <a:r>
              <a:rPr lang="en-US" sz="2100" dirty="0">
                <a:latin typeface="Helvetica" panose="020B0604020202020204" pitchFamily="34" charset="0"/>
                <a:cs typeface="Helvetica" panose="020B0604020202020204" pitchFamily="34" charset="0"/>
              </a:rPr>
              <a:t> : This type is used to store a Boolean (true/ false) value.</a:t>
            </a:r>
          </a:p>
          <a:p>
            <a:pPr>
              <a:lnSpc>
                <a:spcPct val="120000"/>
              </a:lnSpc>
            </a:pPr>
            <a:r>
              <a:rPr lang="en-US" sz="2100" b="1" dirty="0">
                <a:latin typeface="Helvetica" panose="020B0604020202020204" pitchFamily="34" charset="0"/>
                <a:cs typeface="Helvetica" panose="020B0604020202020204" pitchFamily="34" charset="0"/>
              </a:rPr>
              <a:t>Double</a:t>
            </a:r>
            <a:r>
              <a:rPr lang="en-US" sz="2100" dirty="0">
                <a:latin typeface="Helvetica" panose="020B0604020202020204" pitchFamily="34" charset="0"/>
                <a:cs typeface="Helvetica" panose="020B0604020202020204" pitchFamily="34" charset="0"/>
              </a:rPr>
              <a:t> : This type is used to store floating point values.</a:t>
            </a:r>
          </a:p>
          <a:p>
            <a:pPr>
              <a:lnSpc>
                <a:spcPct val="120000"/>
              </a:lnSpc>
            </a:pPr>
            <a:r>
              <a:rPr lang="en-US" sz="2100" b="1" dirty="0">
                <a:latin typeface="Helvetica" panose="020B0604020202020204" pitchFamily="34" charset="0"/>
                <a:cs typeface="Helvetica" panose="020B0604020202020204" pitchFamily="34" charset="0"/>
              </a:rPr>
              <a:t>Min/ Max keys</a:t>
            </a:r>
            <a:r>
              <a:rPr lang="en-US" sz="2100" dirty="0">
                <a:latin typeface="Helvetica" panose="020B0604020202020204" pitchFamily="34" charset="0"/>
                <a:cs typeface="Helvetica" panose="020B0604020202020204" pitchFamily="34" charset="0"/>
              </a:rPr>
              <a:t> : This type is used to compare a value against the lowest and highest BSON elements.</a:t>
            </a:r>
          </a:p>
          <a:p>
            <a:pPr>
              <a:lnSpc>
                <a:spcPct val="120000"/>
              </a:lnSpc>
            </a:pPr>
            <a:r>
              <a:rPr lang="en-US" sz="2100" b="1" dirty="0">
                <a:latin typeface="Helvetica" panose="020B0604020202020204" pitchFamily="34" charset="0"/>
                <a:cs typeface="Helvetica" panose="020B0604020202020204" pitchFamily="34" charset="0"/>
              </a:rPr>
              <a:t>Arrays</a:t>
            </a:r>
            <a:r>
              <a:rPr lang="en-US" sz="2100" dirty="0">
                <a:latin typeface="Helvetica" panose="020B0604020202020204" pitchFamily="34" charset="0"/>
                <a:cs typeface="Helvetica" panose="020B0604020202020204" pitchFamily="34" charset="0"/>
              </a:rPr>
              <a:t> : This type is used to store arrays or list or multiple values into one key.</a:t>
            </a:r>
          </a:p>
          <a:p>
            <a:pPr>
              <a:lnSpc>
                <a:spcPct val="120000"/>
              </a:lnSpc>
            </a:pPr>
            <a:r>
              <a:rPr lang="en-US" sz="2100" b="1" dirty="0">
                <a:latin typeface="Helvetica" panose="020B0604020202020204" pitchFamily="34" charset="0"/>
                <a:cs typeface="Helvetica" panose="020B0604020202020204" pitchFamily="34" charset="0"/>
              </a:rPr>
              <a:t>Timestamp</a:t>
            </a:r>
            <a:r>
              <a:rPr lang="en-US" sz="2100" dirty="0">
                <a:latin typeface="Helvetica" panose="020B0604020202020204" pitchFamily="34" charset="0"/>
                <a:cs typeface="Helvetica" panose="020B0604020202020204" pitchFamily="34" charset="0"/>
              </a:rPr>
              <a:t> : </a:t>
            </a:r>
            <a:r>
              <a:rPr lang="en-US" sz="2100" dirty="0" err="1">
                <a:latin typeface="Helvetica" panose="020B0604020202020204" pitchFamily="34" charset="0"/>
                <a:cs typeface="Helvetica" panose="020B0604020202020204" pitchFamily="34" charset="0"/>
              </a:rPr>
              <a:t>ctimestamp</a:t>
            </a:r>
            <a:r>
              <a:rPr lang="en-US" sz="2100" dirty="0">
                <a:latin typeface="Helvetica" panose="020B0604020202020204" pitchFamily="34" charset="0"/>
                <a:cs typeface="Helvetica" panose="020B0604020202020204" pitchFamily="34" charset="0"/>
              </a:rPr>
              <a:t>. This can be handy for recording when a document has been modified or added.</a:t>
            </a:r>
          </a:p>
          <a:p>
            <a:pPr>
              <a:lnSpc>
                <a:spcPct val="120000"/>
              </a:lnSpc>
            </a:pPr>
            <a:r>
              <a:rPr lang="en-US" sz="2100" b="1" dirty="0">
                <a:latin typeface="Helvetica" panose="020B0604020202020204" pitchFamily="34" charset="0"/>
                <a:cs typeface="Helvetica" panose="020B0604020202020204" pitchFamily="34" charset="0"/>
              </a:rPr>
              <a:t>Object</a:t>
            </a:r>
            <a:r>
              <a:rPr lang="en-US" sz="2100" dirty="0">
                <a:latin typeface="Helvetica" panose="020B0604020202020204" pitchFamily="34" charset="0"/>
                <a:cs typeface="Helvetica" panose="020B0604020202020204" pitchFamily="34" charset="0"/>
              </a:rPr>
              <a:t> : This datatype is used for embedded documents.</a:t>
            </a:r>
          </a:p>
          <a:p>
            <a:endParaRPr lang="en-US" sz="1600" dirty="0">
              <a:latin typeface="Helvetica" panose="020B0604020202020204" pitchFamily="34" charset="0"/>
              <a:cs typeface="Helvetica" panose="020B0604020202020204" pitchFamily="34" charset="0"/>
            </a:endParaRPr>
          </a:p>
        </p:txBody>
      </p:sp>
      <p:sp>
        <p:nvSpPr>
          <p:cNvPr id="8" name="TextBox 7">
            <a:extLst>
              <a:ext uri="{FF2B5EF4-FFF2-40B4-BE49-F238E27FC236}">
                <a16:creationId xmlns:a16="http://schemas.microsoft.com/office/drawing/2014/main" id="{82F05F19-507A-BDB5-704F-BB715E645B3B}"/>
              </a:ext>
            </a:extLst>
          </p:cNvPr>
          <p:cNvSpPr txBox="1"/>
          <p:nvPr/>
        </p:nvSpPr>
        <p:spPr>
          <a:xfrm>
            <a:off x="1491045" y="3070633"/>
            <a:ext cx="2027366" cy="646331"/>
          </a:xfrm>
          <a:prstGeom prst="rect">
            <a:avLst/>
          </a:prstGeom>
          <a:noFill/>
        </p:spPr>
        <p:txBody>
          <a:bodyPr wrap="square">
            <a:spAutoFit/>
          </a:bodyPr>
          <a:lstStyle/>
          <a:p>
            <a:pPr algn="ctr"/>
            <a:r>
              <a:rPr lang="en-US" sz="1800" dirty="0">
                <a:latin typeface="Helvetica" panose="020B0604020202020204" pitchFamily="34" charset="0"/>
                <a:cs typeface="Helvetica" panose="020B0604020202020204" pitchFamily="34" charset="0"/>
              </a:rPr>
              <a:t>commonly used datatype </a:t>
            </a:r>
            <a:endParaRPr lang="en-GB" dirty="0"/>
          </a:p>
        </p:txBody>
      </p:sp>
    </p:spTree>
    <p:extLst>
      <p:ext uri="{BB962C8B-B14F-4D97-AF65-F5344CB8AC3E}">
        <p14:creationId xmlns:p14="http://schemas.microsoft.com/office/powerpoint/2010/main" val="23092261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90266" y="507833"/>
            <a:ext cx="9615734" cy="365125"/>
          </a:xfrm>
        </p:spPr>
        <p:txBody>
          <a:bodyPr/>
          <a:lstStyle/>
          <a:p>
            <a:r>
              <a:rPr lang="en-GB" sz="3000" dirty="0"/>
              <a:t>Data Types of MongoDB</a:t>
            </a:r>
            <a:br>
              <a:rPr lang="en-GB" sz="3000" dirty="0"/>
            </a:br>
            <a:endParaRPr lang="en-GB" sz="3000" dirty="0"/>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29</a:t>
            </a:fld>
            <a:endParaRPr lang="en-GB" dirty="0"/>
          </a:p>
        </p:txBody>
      </p:sp>
      <p:graphicFrame>
        <p:nvGraphicFramePr>
          <p:cNvPr id="3" name="Content Placeholder 3">
            <a:extLst>
              <a:ext uri="{FF2B5EF4-FFF2-40B4-BE49-F238E27FC236}">
                <a16:creationId xmlns:a16="http://schemas.microsoft.com/office/drawing/2014/main" id="{DE8E47A9-4274-E6CD-0831-9DDCCB95EF18}"/>
              </a:ext>
            </a:extLst>
          </p:cNvPr>
          <p:cNvGraphicFramePr>
            <a:graphicFrameLocks/>
          </p:cNvGraphicFramePr>
          <p:nvPr/>
        </p:nvGraphicFramePr>
        <p:xfrm>
          <a:off x="-951656" y="1314500"/>
          <a:ext cx="6912768" cy="4229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ontent Placeholder 2">
            <a:extLst>
              <a:ext uri="{FF2B5EF4-FFF2-40B4-BE49-F238E27FC236}">
                <a16:creationId xmlns:a16="http://schemas.microsoft.com/office/drawing/2014/main" id="{A70827E9-47BE-6FB8-EEFE-26B2B18F6548}"/>
              </a:ext>
            </a:extLst>
          </p:cNvPr>
          <p:cNvSpPr>
            <a:spLocks noGrp="1"/>
          </p:cNvSpPr>
          <p:nvPr>
            <p:ph idx="1"/>
          </p:nvPr>
        </p:nvSpPr>
        <p:spPr>
          <a:xfrm>
            <a:off x="5103014" y="1047121"/>
            <a:ext cx="4752528" cy="4229001"/>
          </a:xfrm>
        </p:spPr>
        <p:txBody>
          <a:bodyPr>
            <a:normAutofit fontScale="77500" lnSpcReduction="20000"/>
          </a:bodyPr>
          <a:lstStyle/>
          <a:p>
            <a:pPr>
              <a:lnSpc>
                <a:spcPct val="120000"/>
              </a:lnSpc>
            </a:pPr>
            <a:r>
              <a:rPr lang="en-GB" sz="2100" b="1" dirty="0">
                <a:latin typeface="Helvetica" panose="020B0604020202020204" pitchFamily="34" charset="0"/>
                <a:cs typeface="Helvetica" panose="020B0604020202020204" pitchFamily="34" charset="0"/>
              </a:rPr>
              <a:t>Null: </a:t>
            </a:r>
            <a:r>
              <a:rPr lang="en-GB" sz="2100" dirty="0">
                <a:latin typeface="Helvetica" panose="020B0604020202020204" pitchFamily="34" charset="0"/>
                <a:cs typeface="Helvetica" panose="020B0604020202020204" pitchFamily="34" charset="0"/>
              </a:rPr>
              <a:t>This type is used to store a Null value.</a:t>
            </a:r>
          </a:p>
          <a:p>
            <a:pPr>
              <a:lnSpc>
                <a:spcPct val="120000"/>
              </a:lnSpc>
            </a:pPr>
            <a:r>
              <a:rPr lang="en-GB" sz="2100" b="1" dirty="0">
                <a:latin typeface="Helvetica" panose="020B0604020202020204" pitchFamily="34" charset="0"/>
                <a:cs typeface="Helvetica" panose="020B0604020202020204" pitchFamily="34" charset="0"/>
              </a:rPr>
              <a:t>Symbol: </a:t>
            </a:r>
            <a:r>
              <a:rPr lang="en-GB" sz="2100" dirty="0">
                <a:latin typeface="Helvetica" panose="020B0604020202020204" pitchFamily="34" charset="0"/>
                <a:cs typeface="Helvetica" panose="020B0604020202020204" pitchFamily="34" charset="0"/>
              </a:rPr>
              <a:t>This datatype is used identically to a string however, it's generally reserved for languages that use a specific symbol type.</a:t>
            </a:r>
          </a:p>
          <a:p>
            <a:pPr>
              <a:lnSpc>
                <a:spcPct val="120000"/>
              </a:lnSpc>
            </a:pPr>
            <a:r>
              <a:rPr lang="en-GB" sz="2100" b="1" dirty="0">
                <a:latin typeface="Helvetica" panose="020B0604020202020204" pitchFamily="34" charset="0"/>
                <a:cs typeface="Helvetica" panose="020B0604020202020204" pitchFamily="34" charset="0"/>
              </a:rPr>
              <a:t>Date:</a:t>
            </a:r>
            <a:r>
              <a:rPr lang="en-GB" sz="2100" dirty="0">
                <a:latin typeface="Helvetica" panose="020B0604020202020204" pitchFamily="34" charset="0"/>
                <a:cs typeface="Helvetica" panose="020B0604020202020204" pitchFamily="34" charset="0"/>
              </a:rPr>
              <a:t> This datatype is used to store the current date or time in UNIX time format. You can specify your own date time by creating object of Date and passing day, month, year into it.</a:t>
            </a:r>
          </a:p>
          <a:p>
            <a:pPr>
              <a:lnSpc>
                <a:spcPct val="120000"/>
              </a:lnSpc>
            </a:pPr>
            <a:r>
              <a:rPr lang="en-GB" sz="2100" b="1" dirty="0">
                <a:latin typeface="Helvetica" panose="020B0604020202020204" pitchFamily="34" charset="0"/>
                <a:cs typeface="Helvetica" panose="020B0604020202020204" pitchFamily="34" charset="0"/>
              </a:rPr>
              <a:t>Object ID: </a:t>
            </a:r>
            <a:r>
              <a:rPr lang="en-GB" sz="2100" dirty="0">
                <a:latin typeface="Helvetica" panose="020B0604020202020204" pitchFamily="34" charset="0"/>
                <a:cs typeface="Helvetica" panose="020B0604020202020204" pitchFamily="34" charset="0"/>
              </a:rPr>
              <a:t>This datatype is used to store the document’s ID.</a:t>
            </a:r>
          </a:p>
          <a:p>
            <a:pPr>
              <a:lnSpc>
                <a:spcPct val="120000"/>
              </a:lnSpc>
            </a:pPr>
            <a:r>
              <a:rPr lang="en-GB" sz="2100" b="1" dirty="0">
                <a:latin typeface="Helvetica" panose="020B0604020202020204" pitchFamily="34" charset="0"/>
                <a:cs typeface="Helvetica" panose="020B0604020202020204" pitchFamily="34" charset="0"/>
              </a:rPr>
              <a:t>Binary data: </a:t>
            </a:r>
            <a:r>
              <a:rPr lang="en-GB" sz="2100" dirty="0">
                <a:latin typeface="Helvetica" panose="020B0604020202020204" pitchFamily="34" charset="0"/>
                <a:cs typeface="Helvetica" panose="020B0604020202020204" pitchFamily="34" charset="0"/>
              </a:rPr>
              <a:t>This datatype is used to store binary data.</a:t>
            </a:r>
          </a:p>
          <a:p>
            <a:pPr>
              <a:lnSpc>
                <a:spcPct val="120000"/>
              </a:lnSpc>
            </a:pPr>
            <a:r>
              <a:rPr lang="en-GB" sz="2100" b="1" dirty="0">
                <a:latin typeface="Helvetica" panose="020B0604020202020204" pitchFamily="34" charset="0"/>
                <a:cs typeface="Helvetica" panose="020B0604020202020204" pitchFamily="34" charset="0"/>
              </a:rPr>
              <a:t>Code: </a:t>
            </a:r>
            <a:r>
              <a:rPr lang="en-GB" sz="2100" dirty="0">
                <a:latin typeface="Helvetica" panose="020B0604020202020204" pitchFamily="34" charset="0"/>
                <a:cs typeface="Helvetica" panose="020B0604020202020204" pitchFamily="34" charset="0"/>
              </a:rPr>
              <a:t>This datatype is used to store JavaScript code into document.</a:t>
            </a:r>
          </a:p>
          <a:p>
            <a:pPr>
              <a:lnSpc>
                <a:spcPct val="120000"/>
              </a:lnSpc>
            </a:pPr>
            <a:r>
              <a:rPr lang="en-GB" sz="2100" b="1" dirty="0">
                <a:latin typeface="Helvetica" panose="020B0604020202020204" pitchFamily="34" charset="0"/>
                <a:cs typeface="Helvetica" panose="020B0604020202020204" pitchFamily="34" charset="0"/>
              </a:rPr>
              <a:t>Regular expression:</a:t>
            </a:r>
            <a:r>
              <a:rPr lang="en-GB" sz="2100" dirty="0">
                <a:latin typeface="Helvetica" panose="020B0604020202020204" pitchFamily="34" charset="0"/>
                <a:cs typeface="Helvetica" panose="020B0604020202020204" pitchFamily="34" charset="0"/>
              </a:rPr>
              <a:t> This data type is used to store regular expression</a:t>
            </a:r>
          </a:p>
          <a:p>
            <a:pPr>
              <a:lnSpc>
                <a:spcPct val="120000"/>
              </a:lnSpc>
            </a:pPr>
            <a:endParaRPr lang="en-GB" sz="2100" b="1" dirty="0">
              <a:latin typeface="Helvetica" panose="020B0604020202020204" pitchFamily="34" charset="0"/>
              <a:cs typeface="Helvetica" panose="020B0604020202020204" pitchFamily="34" charset="0"/>
            </a:endParaRPr>
          </a:p>
        </p:txBody>
      </p:sp>
      <p:sp>
        <p:nvSpPr>
          <p:cNvPr id="8" name="TextBox 7">
            <a:extLst>
              <a:ext uri="{FF2B5EF4-FFF2-40B4-BE49-F238E27FC236}">
                <a16:creationId xmlns:a16="http://schemas.microsoft.com/office/drawing/2014/main" id="{82F05F19-507A-BDB5-704F-BB715E645B3B}"/>
              </a:ext>
            </a:extLst>
          </p:cNvPr>
          <p:cNvSpPr txBox="1"/>
          <p:nvPr/>
        </p:nvSpPr>
        <p:spPr>
          <a:xfrm>
            <a:off x="1491045" y="3070633"/>
            <a:ext cx="2027366" cy="646331"/>
          </a:xfrm>
          <a:prstGeom prst="rect">
            <a:avLst/>
          </a:prstGeom>
          <a:noFill/>
        </p:spPr>
        <p:txBody>
          <a:bodyPr wrap="square">
            <a:spAutoFit/>
          </a:bodyPr>
          <a:lstStyle/>
          <a:p>
            <a:pPr algn="ctr"/>
            <a:r>
              <a:rPr lang="en-US" sz="1800" dirty="0">
                <a:latin typeface="Helvetica" panose="020B0604020202020204" pitchFamily="34" charset="0"/>
                <a:cs typeface="Helvetica" panose="020B0604020202020204" pitchFamily="34" charset="0"/>
              </a:rPr>
              <a:t>commonly used datatype </a:t>
            </a:r>
            <a:endParaRPr lang="en-GB" dirty="0"/>
          </a:p>
        </p:txBody>
      </p:sp>
    </p:spTree>
    <p:extLst>
      <p:ext uri="{BB962C8B-B14F-4D97-AF65-F5344CB8AC3E}">
        <p14:creationId xmlns:p14="http://schemas.microsoft.com/office/powerpoint/2010/main" val="20962779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AC74A10-DE2D-4116-A2DE-523D729BAD57}"/>
              </a:ext>
            </a:extLst>
          </p:cNvPr>
          <p:cNvSpPr>
            <a:spLocks noGrp="1"/>
          </p:cNvSpPr>
          <p:nvPr>
            <p:ph type="sldNum" sz="quarter" idx="12"/>
          </p:nvPr>
        </p:nvSpPr>
        <p:spPr/>
        <p:txBody>
          <a:bodyPr/>
          <a:lstStyle/>
          <a:p>
            <a:pPr>
              <a:defRPr/>
            </a:pPr>
            <a:fld id="{09B5ADBA-EE88-1840-8B71-40682D165005}" type="slidenum">
              <a:rPr lang="en-GB" smtClean="0"/>
              <a:pPr>
                <a:defRPr/>
              </a:pPr>
              <a:t>30</a:t>
            </a:fld>
            <a:endParaRPr lang="en-GB" dirty="0"/>
          </a:p>
        </p:txBody>
      </p:sp>
      <p:sp>
        <p:nvSpPr>
          <p:cNvPr id="13" name="Footer Placeholder 4">
            <a:extLst>
              <a:ext uri="{FF2B5EF4-FFF2-40B4-BE49-F238E27FC236}">
                <a16:creationId xmlns:a16="http://schemas.microsoft.com/office/drawing/2014/main" id="{B05BF201-15EA-4712-87E8-E69CA936FC58}"/>
              </a:ext>
            </a:extLst>
          </p:cNvPr>
          <p:cNvSpPr>
            <a:spLocks noGrp="1"/>
          </p:cNvSpPr>
          <p:nvPr>
            <p:ph type="ftr" sz="quarter" idx="11"/>
          </p:nvPr>
        </p:nvSpPr>
        <p:spPr>
          <a:xfrm>
            <a:off x="2864768" y="6337300"/>
            <a:ext cx="6645945" cy="365125"/>
          </a:xfrm>
        </p:spPr>
        <p:txBody>
          <a:bodyPr/>
          <a:lstStyle/>
          <a:p>
            <a:pPr>
              <a:spcAft>
                <a:spcPts val="600"/>
              </a:spcAft>
              <a:defRPr/>
            </a:pPr>
            <a:r>
              <a:rPr lang="en-GB" dirty="0"/>
              <a:t>COS6009-B: Large Scale Data Driven Applications</a:t>
            </a:r>
          </a:p>
        </p:txBody>
      </p:sp>
      <p:sp>
        <p:nvSpPr>
          <p:cNvPr id="4" name="Title 1">
            <a:extLst>
              <a:ext uri="{FF2B5EF4-FFF2-40B4-BE49-F238E27FC236}">
                <a16:creationId xmlns:a16="http://schemas.microsoft.com/office/drawing/2014/main" id="{E83313EB-A29A-FDFC-B278-C419DE73A607}"/>
              </a:ext>
            </a:extLst>
          </p:cNvPr>
          <p:cNvSpPr>
            <a:spLocks noGrp="1"/>
          </p:cNvSpPr>
          <p:nvPr>
            <p:ph type="title"/>
          </p:nvPr>
        </p:nvSpPr>
        <p:spPr>
          <a:xfrm>
            <a:off x="290266" y="260648"/>
            <a:ext cx="9615734" cy="365125"/>
          </a:xfrm>
        </p:spPr>
        <p:txBody>
          <a:bodyPr/>
          <a:lstStyle/>
          <a:p>
            <a:r>
              <a:rPr lang="en-GB" sz="3000" dirty="0"/>
              <a:t>Traditional SQL Database vs MongoDB Example</a:t>
            </a:r>
          </a:p>
        </p:txBody>
      </p:sp>
      <p:graphicFrame>
        <p:nvGraphicFramePr>
          <p:cNvPr id="5" name="Table 6">
            <a:extLst>
              <a:ext uri="{FF2B5EF4-FFF2-40B4-BE49-F238E27FC236}">
                <a16:creationId xmlns:a16="http://schemas.microsoft.com/office/drawing/2014/main" id="{03D1EEBC-5E9F-5FA8-2058-9DC6CE6FBD94}"/>
              </a:ext>
            </a:extLst>
          </p:cNvPr>
          <p:cNvGraphicFramePr>
            <a:graphicFrameLocks noGrp="1"/>
          </p:cNvGraphicFramePr>
          <p:nvPr>
            <p:extLst>
              <p:ext uri="{D42A27DB-BD31-4B8C-83A1-F6EECF244321}">
                <p14:modId xmlns:p14="http://schemas.microsoft.com/office/powerpoint/2010/main" val="4236790976"/>
              </p:ext>
            </p:extLst>
          </p:nvPr>
        </p:nvGraphicFramePr>
        <p:xfrm>
          <a:off x="377825" y="1273114"/>
          <a:ext cx="6604000" cy="741680"/>
        </p:xfrm>
        <a:graphic>
          <a:graphicData uri="http://schemas.openxmlformats.org/drawingml/2006/table">
            <a:tbl>
              <a:tblPr firstRow="1" bandRow="1">
                <a:tableStyleId>{5C22544A-7EE6-4342-B048-85BDC9FD1C3A}</a:tableStyleId>
              </a:tblPr>
              <a:tblGrid>
                <a:gridCol w="1320800">
                  <a:extLst>
                    <a:ext uri="{9D8B030D-6E8A-4147-A177-3AD203B41FA5}">
                      <a16:colId xmlns:a16="http://schemas.microsoft.com/office/drawing/2014/main" val="1042415940"/>
                    </a:ext>
                  </a:extLst>
                </a:gridCol>
                <a:gridCol w="1320800">
                  <a:extLst>
                    <a:ext uri="{9D8B030D-6E8A-4147-A177-3AD203B41FA5}">
                      <a16:colId xmlns:a16="http://schemas.microsoft.com/office/drawing/2014/main" val="2021899665"/>
                    </a:ext>
                  </a:extLst>
                </a:gridCol>
                <a:gridCol w="1320800">
                  <a:extLst>
                    <a:ext uri="{9D8B030D-6E8A-4147-A177-3AD203B41FA5}">
                      <a16:colId xmlns:a16="http://schemas.microsoft.com/office/drawing/2014/main" val="2267160229"/>
                    </a:ext>
                  </a:extLst>
                </a:gridCol>
                <a:gridCol w="1571848">
                  <a:extLst>
                    <a:ext uri="{9D8B030D-6E8A-4147-A177-3AD203B41FA5}">
                      <a16:colId xmlns:a16="http://schemas.microsoft.com/office/drawing/2014/main" val="3692324631"/>
                    </a:ext>
                  </a:extLst>
                </a:gridCol>
                <a:gridCol w="1069752">
                  <a:extLst>
                    <a:ext uri="{9D8B030D-6E8A-4147-A177-3AD203B41FA5}">
                      <a16:colId xmlns:a16="http://schemas.microsoft.com/office/drawing/2014/main" val="3510302718"/>
                    </a:ext>
                  </a:extLst>
                </a:gridCol>
              </a:tblGrid>
              <a:tr h="370840">
                <a:tc>
                  <a:txBody>
                    <a:bodyPr/>
                    <a:lstStyle/>
                    <a:p>
                      <a:pPr algn="ctr"/>
                      <a:r>
                        <a:rPr lang="en-GB" dirty="0"/>
                        <a:t>ID</a:t>
                      </a:r>
                    </a:p>
                  </a:txBody>
                  <a:tcPr/>
                </a:tc>
                <a:tc>
                  <a:txBody>
                    <a:bodyPr/>
                    <a:lstStyle/>
                    <a:p>
                      <a:pPr algn="ctr"/>
                      <a:r>
                        <a:rPr lang="en-GB" dirty="0" err="1"/>
                        <a:t>first_name</a:t>
                      </a:r>
                      <a:endParaRPr lang="en-GB" dirty="0"/>
                    </a:p>
                  </a:txBody>
                  <a:tcPr/>
                </a:tc>
                <a:tc>
                  <a:txBody>
                    <a:bodyPr/>
                    <a:lstStyle/>
                    <a:p>
                      <a:pPr algn="ctr"/>
                      <a:r>
                        <a:rPr lang="en-GB" dirty="0" err="1"/>
                        <a:t>last_name</a:t>
                      </a:r>
                      <a:endParaRPr lang="en-GB" dirty="0"/>
                    </a:p>
                  </a:txBody>
                  <a:tcPr/>
                </a:tc>
                <a:tc>
                  <a:txBody>
                    <a:bodyPr/>
                    <a:lstStyle/>
                    <a:p>
                      <a:pPr algn="ctr"/>
                      <a:r>
                        <a:rPr lang="en-GB" dirty="0"/>
                        <a:t>mobile</a:t>
                      </a:r>
                    </a:p>
                  </a:txBody>
                  <a:tcPr/>
                </a:tc>
                <a:tc>
                  <a:txBody>
                    <a:bodyPr/>
                    <a:lstStyle/>
                    <a:p>
                      <a:pPr algn="ctr"/>
                      <a:r>
                        <a:rPr lang="en-GB" dirty="0"/>
                        <a:t>city</a:t>
                      </a:r>
                    </a:p>
                  </a:txBody>
                  <a:tcPr/>
                </a:tc>
                <a:extLst>
                  <a:ext uri="{0D108BD9-81ED-4DB2-BD59-A6C34878D82A}">
                    <a16:rowId xmlns:a16="http://schemas.microsoft.com/office/drawing/2014/main" val="1602589662"/>
                  </a:ext>
                </a:extLst>
              </a:tr>
              <a:tr h="370840">
                <a:tc>
                  <a:txBody>
                    <a:bodyPr/>
                    <a:lstStyle/>
                    <a:p>
                      <a:pPr algn="ctr"/>
                      <a:r>
                        <a:rPr lang="en-GB" dirty="0"/>
                        <a:t>1</a:t>
                      </a:r>
                    </a:p>
                  </a:txBody>
                  <a:tcPr/>
                </a:tc>
                <a:tc>
                  <a:txBody>
                    <a:bodyPr/>
                    <a:lstStyle/>
                    <a:p>
                      <a:pPr algn="ctr"/>
                      <a:r>
                        <a:rPr lang="en-GB" dirty="0"/>
                        <a:t>John</a:t>
                      </a:r>
                    </a:p>
                  </a:txBody>
                  <a:tcPr/>
                </a:tc>
                <a:tc>
                  <a:txBody>
                    <a:bodyPr/>
                    <a:lstStyle/>
                    <a:p>
                      <a:pPr algn="ctr"/>
                      <a:r>
                        <a:rPr lang="en-GB" dirty="0"/>
                        <a:t>Doe</a:t>
                      </a:r>
                    </a:p>
                  </a:txBody>
                  <a:tcPr/>
                </a:tc>
                <a:tc>
                  <a:txBody>
                    <a:bodyPr/>
                    <a:lstStyle/>
                    <a:p>
                      <a:pPr algn="ctr"/>
                      <a:r>
                        <a:rPr lang="en-GB" dirty="0"/>
                        <a:t>01456123789</a:t>
                      </a:r>
                    </a:p>
                  </a:txBody>
                  <a:tcPr/>
                </a:tc>
                <a:tc>
                  <a:txBody>
                    <a:bodyPr/>
                    <a:lstStyle/>
                    <a:p>
                      <a:r>
                        <a:rPr lang="en-GB" dirty="0"/>
                        <a:t>Bradford</a:t>
                      </a:r>
                    </a:p>
                  </a:txBody>
                  <a:tcPr/>
                </a:tc>
                <a:extLst>
                  <a:ext uri="{0D108BD9-81ED-4DB2-BD59-A6C34878D82A}">
                    <a16:rowId xmlns:a16="http://schemas.microsoft.com/office/drawing/2014/main" val="4077716420"/>
                  </a:ext>
                </a:extLst>
              </a:tr>
            </a:tbl>
          </a:graphicData>
        </a:graphic>
      </p:graphicFrame>
      <p:sp>
        <p:nvSpPr>
          <p:cNvPr id="7" name="TextBox 6">
            <a:extLst>
              <a:ext uri="{FF2B5EF4-FFF2-40B4-BE49-F238E27FC236}">
                <a16:creationId xmlns:a16="http://schemas.microsoft.com/office/drawing/2014/main" id="{3C2234EB-1FDB-08CF-503D-A30E94E406B1}"/>
              </a:ext>
            </a:extLst>
          </p:cNvPr>
          <p:cNvSpPr txBox="1"/>
          <p:nvPr/>
        </p:nvSpPr>
        <p:spPr>
          <a:xfrm>
            <a:off x="377825" y="851022"/>
            <a:ext cx="3839513" cy="369332"/>
          </a:xfrm>
          <a:prstGeom prst="rect">
            <a:avLst/>
          </a:prstGeom>
          <a:noFill/>
        </p:spPr>
        <p:txBody>
          <a:bodyPr wrap="none" rtlCol="0">
            <a:spAutoFit/>
          </a:bodyPr>
          <a:lstStyle/>
          <a:p>
            <a:r>
              <a:rPr lang="en-GB" b="1" dirty="0">
                <a:latin typeface="Helvetica" panose="020B0604020202020204" pitchFamily="34" charset="0"/>
                <a:cs typeface="Helvetica" panose="020B0604020202020204" pitchFamily="34" charset="0"/>
              </a:rPr>
              <a:t>Users </a:t>
            </a:r>
            <a:r>
              <a:rPr lang="en-GB" dirty="0">
                <a:latin typeface="Helvetica" panose="020B0604020202020204" pitchFamily="34" charset="0"/>
                <a:cs typeface="Helvetica" panose="020B0604020202020204" pitchFamily="34" charset="0"/>
              </a:rPr>
              <a:t>table in a relational database</a:t>
            </a:r>
          </a:p>
        </p:txBody>
      </p:sp>
      <p:grpSp>
        <p:nvGrpSpPr>
          <p:cNvPr id="12" name="Group 11">
            <a:extLst>
              <a:ext uri="{FF2B5EF4-FFF2-40B4-BE49-F238E27FC236}">
                <a16:creationId xmlns:a16="http://schemas.microsoft.com/office/drawing/2014/main" id="{CFB42017-8763-0487-2B2E-23D8A55F4295}"/>
              </a:ext>
            </a:extLst>
          </p:cNvPr>
          <p:cNvGrpSpPr/>
          <p:nvPr/>
        </p:nvGrpSpPr>
        <p:grpSpPr>
          <a:xfrm>
            <a:off x="749409" y="2467387"/>
            <a:ext cx="3096344" cy="2438214"/>
            <a:chOff x="749409" y="2467387"/>
            <a:chExt cx="3096344" cy="2438214"/>
          </a:xfrm>
        </p:grpSpPr>
        <p:sp>
          <p:nvSpPr>
            <p:cNvPr id="10" name="TextBox 9">
              <a:extLst>
                <a:ext uri="{FF2B5EF4-FFF2-40B4-BE49-F238E27FC236}">
                  <a16:creationId xmlns:a16="http://schemas.microsoft.com/office/drawing/2014/main" id="{94A5BB6C-CA0B-7297-EC46-965DDC1B1198}"/>
                </a:ext>
              </a:extLst>
            </p:cNvPr>
            <p:cNvSpPr txBox="1"/>
            <p:nvPr/>
          </p:nvSpPr>
          <p:spPr>
            <a:xfrm>
              <a:off x="749409" y="2874276"/>
              <a:ext cx="3096344" cy="2031325"/>
            </a:xfrm>
            <a:prstGeom prst="rect">
              <a:avLst/>
            </a:prstGeom>
            <a:solidFill>
              <a:schemeClr val="tx1"/>
            </a:solidFill>
          </p:spPr>
          <p:txBody>
            <a:bodyPr wrap="square">
              <a:spAutoFit/>
            </a:bodyPr>
            <a:lstStyle/>
            <a:p>
              <a:r>
                <a:rPr lang="en-GB" dirty="0">
                  <a:solidFill>
                    <a:schemeClr val="bg1"/>
                  </a:solidFill>
                </a:rPr>
                <a:t>{</a:t>
              </a:r>
            </a:p>
            <a:p>
              <a:r>
                <a:rPr lang="en-GB" dirty="0"/>
                <a:t>  </a:t>
              </a:r>
              <a:r>
                <a:rPr lang="en-GB" dirty="0">
                  <a:solidFill>
                    <a:srgbClr val="FF0066"/>
                  </a:solidFill>
                </a:rPr>
                <a:t>"ID": 1</a:t>
              </a:r>
              <a:r>
                <a:rPr lang="en-GB" dirty="0">
                  <a:solidFill>
                    <a:schemeClr val="bg1"/>
                  </a:solidFill>
                </a:rPr>
                <a:t>,</a:t>
              </a:r>
            </a:p>
            <a:p>
              <a:r>
                <a:rPr lang="en-GB" dirty="0"/>
                <a:t>  </a:t>
              </a:r>
              <a:r>
                <a:rPr lang="en-GB" dirty="0">
                  <a:solidFill>
                    <a:srgbClr val="FF0066"/>
                  </a:solidFill>
                </a:rPr>
                <a:t>"</a:t>
              </a:r>
              <a:r>
                <a:rPr lang="en-GB" dirty="0" err="1">
                  <a:solidFill>
                    <a:srgbClr val="FF0066"/>
                  </a:solidFill>
                </a:rPr>
                <a:t>first_name</a:t>
              </a:r>
              <a:r>
                <a:rPr lang="en-GB" dirty="0">
                  <a:solidFill>
                    <a:srgbClr val="FF0066"/>
                  </a:solidFill>
                </a:rPr>
                <a:t>"</a:t>
              </a:r>
              <a:r>
                <a:rPr lang="en-GB" dirty="0">
                  <a:solidFill>
                    <a:schemeClr val="bg1"/>
                  </a:solidFill>
                </a:rPr>
                <a:t>: </a:t>
              </a:r>
              <a:r>
                <a:rPr lang="en-GB" dirty="0">
                  <a:solidFill>
                    <a:schemeClr val="accent2"/>
                  </a:solidFill>
                </a:rPr>
                <a:t>"John"</a:t>
              </a:r>
              <a:r>
                <a:rPr lang="en-GB" dirty="0">
                  <a:solidFill>
                    <a:schemeClr val="bg1"/>
                  </a:solidFill>
                </a:rPr>
                <a:t>,</a:t>
              </a:r>
            </a:p>
            <a:p>
              <a:r>
                <a:rPr lang="en-GB" dirty="0"/>
                <a:t>  </a:t>
              </a:r>
              <a:r>
                <a:rPr lang="en-GB" dirty="0">
                  <a:solidFill>
                    <a:srgbClr val="FF0066"/>
                  </a:solidFill>
                </a:rPr>
                <a:t>"</a:t>
              </a:r>
              <a:r>
                <a:rPr lang="en-GB" dirty="0" err="1">
                  <a:solidFill>
                    <a:srgbClr val="FF0066"/>
                  </a:solidFill>
                </a:rPr>
                <a:t>last_name</a:t>
              </a:r>
              <a:r>
                <a:rPr lang="en-GB" dirty="0">
                  <a:solidFill>
                    <a:srgbClr val="FF0066"/>
                  </a:solidFill>
                </a:rPr>
                <a:t>"</a:t>
              </a:r>
              <a:r>
                <a:rPr lang="en-GB" dirty="0">
                  <a:solidFill>
                    <a:schemeClr val="bg1"/>
                  </a:solidFill>
                </a:rPr>
                <a:t>:</a:t>
              </a:r>
              <a:r>
                <a:rPr lang="en-GB" dirty="0"/>
                <a:t> </a:t>
              </a:r>
              <a:r>
                <a:rPr lang="en-GB" dirty="0">
                  <a:solidFill>
                    <a:schemeClr val="accent2"/>
                  </a:solidFill>
                </a:rPr>
                <a:t>"Doe"</a:t>
              </a:r>
              <a:r>
                <a:rPr lang="en-GB" dirty="0">
                  <a:solidFill>
                    <a:schemeClr val="bg1"/>
                  </a:solidFill>
                </a:rPr>
                <a:t>,</a:t>
              </a:r>
            </a:p>
            <a:p>
              <a:r>
                <a:rPr lang="en-GB" dirty="0">
                  <a:solidFill>
                    <a:srgbClr val="FF0066"/>
                  </a:solidFill>
                </a:rPr>
                <a:t>  "mobile"</a:t>
              </a:r>
              <a:r>
                <a:rPr lang="en-GB" dirty="0">
                  <a:solidFill>
                    <a:schemeClr val="bg1"/>
                  </a:solidFill>
                </a:rPr>
                <a:t>:</a:t>
              </a:r>
              <a:r>
                <a:rPr lang="en-GB" dirty="0"/>
                <a:t> </a:t>
              </a:r>
              <a:r>
                <a:rPr lang="en-GB" dirty="0">
                  <a:solidFill>
                    <a:schemeClr val="accent2"/>
                  </a:solidFill>
                </a:rPr>
                <a:t>"01456123789"</a:t>
              </a:r>
              <a:r>
                <a:rPr lang="en-GB" dirty="0">
                  <a:solidFill>
                    <a:schemeClr val="bg1"/>
                  </a:solidFill>
                </a:rPr>
                <a:t>,</a:t>
              </a:r>
            </a:p>
            <a:p>
              <a:r>
                <a:rPr lang="en-GB" dirty="0"/>
                <a:t>  </a:t>
              </a:r>
              <a:r>
                <a:rPr lang="en-GB" dirty="0">
                  <a:solidFill>
                    <a:srgbClr val="FF0066"/>
                  </a:solidFill>
                </a:rPr>
                <a:t>"city"</a:t>
              </a:r>
              <a:r>
                <a:rPr lang="en-GB" dirty="0">
                  <a:solidFill>
                    <a:schemeClr val="bg1"/>
                  </a:solidFill>
                </a:rPr>
                <a:t>: </a:t>
              </a:r>
              <a:r>
                <a:rPr lang="en-GB" dirty="0">
                  <a:solidFill>
                    <a:schemeClr val="accent2"/>
                  </a:solidFill>
                </a:rPr>
                <a:t>"Bradford"</a:t>
              </a:r>
            </a:p>
            <a:p>
              <a:r>
                <a:rPr lang="en-GB" dirty="0">
                  <a:solidFill>
                    <a:schemeClr val="bg1"/>
                  </a:solidFill>
                </a:rPr>
                <a:t>}</a:t>
              </a:r>
            </a:p>
          </p:txBody>
        </p:sp>
        <p:sp>
          <p:nvSpPr>
            <p:cNvPr id="11" name="TextBox 10">
              <a:extLst>
                <a:ext uri="{FF2B5EF4-FFF2-40B4-BE49-F238E27FC236}">
                  <a16:creationId xmlns:a16="http://schemas.microsoft.com/office/drawing/2014/main" id="{683E5EE6-58FE-4275-C28F-198DC4408379}"/>
                </a:ext>
              </a:extLst>
            </p:cNvPr>
            <p:cNvSpPr txBox="1"/>
            <p:nvPr/>
          </p:nvSpPr>
          <p:spPr>
            <a:xfrm>
              <a:off x="826665" y="2467387"/>
              <a:ext cx="2941831" cy="369332"/>
            </a:xfrm>
            <a:prstGeom prst="rect">
              <a:avLst/>
            </a:prstGeom>
            <a:noFill/>
          </p:spPr>
          <p:txBody>
            <a:bodyPr wrap="none" rtlCol="0">
              <a:spAutoFit/>
            </a:bodyPr>
            <a:lstStyle/>
            <a:p>
              <a:r>
                <a:rPr lang="en-GB" dirty="0">
                  <a:latin typeface="Helvetica" panose="020B0604020202020204" pitchFamily="34" charset="0"/>
                  <a:cs typeface="Helvetica" panose="020B0604020202020204" pitchFamily="34" charset="0"/>
                </a:rPr>
                <a:t>MongoDB collection </a:t>
              </a:r>
              <a:r>
                <a:rPr lang="en-GB" b="1" dirty="0">
                  <a:latin typeface="Helvetica" panose="020B0604020202020204" pitchFamily="34" charset="0"/>
                  <a:cs typeface="Helvetica" panose="020B0604020202020204" pitchFamily="34" charset="0"/>
                </a:rPr>
                <a:t>Users</a:t>
              </a:r>
              <a:endParaRPr lang="en-GB" dirty="0">
                <a:latin typeface="Helvetica" panose="020B0604020202020204" pitchFamily="34" charset="0"/>
                <a:cs typeface="Helvetica" panose="020B0604020202020204" pitchFamily="34" charset="0"/>
              </a:endParaRPr>
            </a:p>
          </p:txBody>
        </p:sp>
      </p:grpSp>
      <p:sp>
        <p:nvSpPr>
          <p:cNvPr id="15" name="TextBox 14">
            <a:extLst>
              <a:ext uri="{FF2B5EF4-FFF2-40B4-BE49-F238E27FC236}">
                <a16:creationId xmlns:a16="http://schemas.microsoft.com/office/drawing/2014/main" id="{131A865D-0863-79BD-CA96-FC5F940E47F6}"/>
              </a:ext>
            </a:extLst>
          </p:cNvPr>
          <p:cNvSpPr txBox="1"/>
          <p:nvPr/>
        </p:nvSpPr>
        <p:spPr>
          <a:xfrm>
            <a:off x="5529063" y="2417694"/>
            <a:ext cx="3627527" cy="369332"/>
          </a:xfrm>
          <a:prstGeom prst="rect">
            <a:avLst/>
          </a:prstGeom>
          <a:noFill/>
        </p:spPr>
        <p:txBody>
          <a:bodyPr wrap="square">
            <a:spAutoFit/>
          </a:bodyPr>
          <a:lstStyle/>
          <a:p>
            <a:r>
              <a:rPr lang="en-GB" dirty="0">
                <a:latin typeface="Helvetica" panose="020B0604020202020204" pitchFamily="34" charset="0"/>
                <a:cs typeface="Helvetica" panose="020B0604020202020204" pitchFamily="34" charset="0"/>
              </a:rPr>
              <a:t>Query to Find Users in Bradford</a:t>
            </a:r>
          </a:p>
        </p:txBody>
      </p:sp>
      <p:grpSp>
        <p:nvGrpSpPr>
          <p:cNvPr id="19" name="Group 18">
            <a:extLst>
              <a:ext uri="{FF2B5EF4-FFF2-40B4-BE49-F238E27FC236}">
                <a16:creationId xmlns:a16="http://schemas.microsoft.com/office/drawing/2014/main" id="{3B161315-E675-612C-9C7F-520E4AE880EC}"/>
              </a:ext>
            </a:extLst>
          </p:cNvPr>
          <p:cNvGrpSpPr/>
          <p:nvPr/>
        </p:nvGrpSpPr>
        <p:grpSpPr>
          <a:xfrm>
            <a:off x="5529062" y="2863741"/>
            <a:ext cx="3627527" cy="1280630"/>
            <a:chOff x="5859703" y="2763162"/>
            <a:chExt cx="3627527" cy="1280630"/>
          </a:xfrm>
        </p:grpSpPr>
        <p:sp>
          <p:nvSpPr>
            <p:cNvPr id="17" name="TextBox 16">
              <a:extLst>
                <a:ext uri="{FF2B5EF4-FFF2-40B4-BE49-F238E27FC236}">
                  <a16:creationId xmlns:a16="http://schemas.microsoft.com/office/drawing/2014/main" id="{5B30D6CD-FFFC-C3BE-E31A-5969E87816DF}"/>
                </a:ext>
              </a:extLst>
            </p:cNvPr>
            <p:cNvSpPr txBox="1"/>
            <p:nvPr/>
          </p:nvSpPr>
          <p:spPr>
            <a:xfrm>
              <a:off x="5859703" y="3120462"/>
              <a:ext cx="3627527" cy="923330"/>
            </a:xfrm>
            <a:prstGeom prst="rect">
              <a:avLst/>
            </a:prstGeom>
            <a:solidFill>
              <a:schemeClr val="accent1">
                <a:lumMod val="40000"/>
                <a:lumOff val="60000"/>
              </a:schemeClr>
            </a:solidFill>
          </p:spPr>
          <p:txBody>
            <a:bodyPr wrap="square">
              <a:spAutoFit/>
            </a:bodyPr>
            <a:lstStyle/>
            <a:p>
              <a:r>
                <a:rPr lang="en-GB" b="1" dirty="0">
                  <a:latin typeface="Courier New" panose="02070309020205020404" pitchFamily="49" charset="0"/>
                  <a:cs typeface="Courier New" panose="02070309020205020404" pitchFamily="49" charset="0"/>
                </a:rPr>
                <a:t>SELECT</a:t>
              </a:r>
              <a:r>
                <a:rPr lang="en-GB" dirty="0">
                  <a:latin typeface="Courier New" panose="02070309020205020404" pitchFamily="49" charset="0"/>
                  <a:cs typeface="Courier New" panose="02070309020205020404" pitchFamily="49" charset="0"/>
                </a:rPr>
                <a:t> * </a:t>
              </a:r>
            </a:p>
            <a:p>
              <a:r>
                <a:rPr lang="en-GB" b="1" dirty="0">
                  <a:latin typeface="Courier New" panose="02070309020205020404" pitchFamily="49" charset="0"/>
                  <a:cs typeface="Courier New" panose="02070309020205020404" pitchFamily="49" charset="0"/>
                </a:rPr>
                <a:t>FROM</a:t>
              </a:r>
              <a:r>
                <a:rPr lang="en-GB" dirty="0">
                  <a:latin typeface="Courier New" panose="02070309020205020404" pitchFamily="49" charset="0"/>
                  <a:cs typeface="Courier New" panose="02070309020205020404" pitchFamily="49" charset="0"/>
                </a:rPr>
                <a:t> Users</a:t>
              </a:r>
            </a:p>
            <a:p>
              <a:r>
                <a:rPr lang="en-GB" b="1" dirty="0">
                  <a:latin typeface="Courier New" panose="02070309020205020404" pitchFamily="49" charset="0"/>
                  <a:cs typeface="Courier New" panose="02070309020205020404" pitchFamily="49" charset="0"/>
                </a:rPr>
                <a:t>WHERE </a:t>
              </a:r>
              <a:r>
                <a:rPr lang="en-GB" dirty="0">
                  <a:latin typeface="Courier New" panose="02070309020205020404" pitchFamily="49" charset="0"/>
                  <a:cs typeface="Courier New" panose="02070309020205020404" pitchFamily="49" charset="0"/>
                </a:rPr>
                <a:t>city = 'Bradford';</a:t>
              </a:r>
            </a:p>
          </p:txBody>
        </p:sp>
        <p:sp>
          <p:nvSpPr>
            <p:cNvPr id="18" name="TextBox 17">
              <a:extLst>
                <a:ext uri="{FF2B5EF4-FFF2-40B4-BE49-F238E27FC236}">
                  <a16:creationId xmlns:a16="http://schemas.microsoft.com/office/drawing/2014/main" id="{C21B09D3-7885-5A5A-4BE0-33754A092DFD}"/>
                </a:ext>
              </a:extLst>
            </p:cNvPr>
            <p:cNvSpPr txBox="1"/>
            <p:nvPr/>
          </p:nvSpPr>
          <p:spPr>
            <a:xfrm>
              <a:off x="6981070" y="2763162"/>
              <a:ext cx="1595650" cy="369332"/>
            </a:xfrm>
            <a:prstGeom prst="rect">
              <a:avLst/>
            </a:prstGeom>
            <a:noFill/>
          </p:spPr>
          <p:txBody>
            <a:bodyPr wrap="square">
              <a:spAutoFit/>
            </a:bodyPr>
            <a:lstStyle/>
            <a:p>
              <a:r>
                <a:rPr lang="en-GB" dirty="0">
                  <a:latin typeface="Helvetica" panose="020B0604020202020204" pitchFamily="34" charset="0"/>
                  <a:cs typeface="Helvetica" panose="020B0604020202020204" pitchFamily="34" charset="0"/>
                </a:rPr>
                <a:t>SQL version:</a:t>
              </a:r>
            </a:p>
          </p:txBody>
        </p:sp>
      </p:grpSp>
      <p:grpSp>
        <p:nvGrpSpPr>
          <p:cNvPr id="23" name="Group 22">
            <a:extLst>
              <a:ext uri="{FF2B5EF4-FFF2-40B4-BE49-F238E27FC236}">
                <a16:creationId xmlns:a16="http://schemas.microsoft.com/office/drawing/2014/main" id="{70FFE0CA-038B-56A7-AD9E-4ADD7B4758F4}"/>
              </a:ext>
            </a:extLst>
          </p:cNvPr>
          <p:cNvGrpSpPr/>
          <p:nvPr/>
        </p:nvGrpSpPr>
        <p:grpSpPr>
          <a:xfrm>
            <a:off x="4232920" y="4336349"/>
            <a:ext cx="5443155" cy="767252"/>
            <a:chOff x="4439362" y="4336349"/>
            <a:chExt cx="5443155" cy="767252"/>
          </a:xfrm>
        </p:grpSpPr>
        <p:sp>
          <p:nvSpPr>
            <p:cNvPr id="21" name="TextBox 20">
              <a:extLst>
                <a:ext uri="{FF2B5EF4-FFF2-40B4-BE49-F238E27FC236}">
                  <a16:creationId xmlns:a16="http://schemas.microsoft.com/office/drawing/2014/main" id="{A8E704C5-74B3-31F9-1835-DB5E7EAFBCA0}"/>
                </a:ext>
              </a:extLst>
            </p:cNvPr>
            <p:cNvSpPr txBox="1"/>
            <p:nvPr/>
          </p:nvSpPr>
          <p:spPr>
            <a:xfrm>
              <a:off x="4439362" y="4734269"/>
              <a:ext cx="5443155" cy="369332"/>
            </a:xfrm>
            <a:prstGeom prst="rect">
              <a:avLst/>
            </a:prstGeom>
            <a:solidFill>
              <a:schemeClr val="accent2"/>
            </a:solidFill>
          </p:spPr>
          <p:txBody>
            <a:bodyPr wrap="square">
              <a:spAutoFit/>
            </a:bodyPr>
            <a:lstStyle/>
            <a:p>
              <a:r>
                <a:rPr lang="en-GB" b="1" dirty="0" err="1">
                  <a:latin typeface="Courier New" panose="02070309020205020404" pitchFamily="49" charset="0"/>
                  <a:cs typeface="Courier New" panose="02070309020205020404" pitchFamily="49" charset="0"/>
                </a:rPr>
                <a:t>db.Users.find</a:t>
              </a:r>
              <a:r>
                <a:rPr lang="en-GB" b="1" dirty="0">
                  <a:latin typeface="Courier New" panose="02070309020205020404" pitchFamily="49" charset="0"/>
                  <a:cs typeface="Courier New" panose="02070309020205020404" pitchFamily="49" charset="0"/>
                </a:rPr>
                <a:t>({ "city": "Bradford" });</a:t>
              </a:r>
              <a:endParaRPr lang="en-GB" dirty="0">
                <a:latin typeface="Courier New" panose="02070309020205020404" pitchFamily="49" charset="0"/>
                <a:cs typeface="Courier New" panose="02070309020205020404" pitchFamily="49" charset="0"/>
              </a:endParaRPr>
            </a:p>
          </p:txBody>
        </p:sp>
        <p:sp>
          <p:nvSpPr>
            <p:cNvPr id="22" name="TextBox 21">
              <a:extLst>
                <a:ext uri="{FF2B5EF4-FFF2-40B4-BE49-F238E27FC236}">
                  <a16:creationId xmlns:a16="http://schemas.microsoft.com/office/drawing/2014/main" id="{5BA65B77-CE4F-A5E5-A847-3964255CDF4E}"/>
                </a:ext>
              </a:extLst>
            </p:cNvPr>
            <p:cNvSpPr txBox="1"/>
            <p:nvPr/>
          </p:nvSpPr>
          <p:spPr>
            <a:xfrm>
              <a:off x="6187740" y="4336349"/>
              <a:ext cx="3212574" cy="369332"/>
            </a:xfrm>
            <a:prstGeom prst="rect">
              <a:avLst/>
            </a:prstGeom>
            <a:noFill/>
          </p:spPr>
          <p:txBody>
            <a:bodyPr wrap="square">
              <a:spAutoFit/>
            </a:bodyPr>
            <a:lstStyle/>
            <a:p>
              <a:r>
                <a:rPr lang="en-GB" dirty="0">
                  <a:latin typeface="Helvetica" panose="020B0604020202020204" pitchFamily="34" charset="0"/>
                  <a:cs typeface="Helvetica" panose="020B0604020202020204" pitchFamily="34" charset="0"/>
                </a:rPr>
                <a:t>MongoDB version:</a:t>
              </a:r>
            </a:p>
          </p:txBody>
        </p:sp>
      </p:grpSp>
    </p:spTree>
    <p:extLst>
      <p:ext uri="{BB962C8B-B14F-4D97-AF65-F5344CB8AC3E}">
        <p14:creationId xmlns:p14="http://schemas.microsoft.com/office/powerpoint/2010/main" val="4136712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arn(inVertical)">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wipe(up)">
                                      <p:cBhvr>
                                        <p:cTn id="2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AC74A10-DE2D-4116-A2DE-523D729BAD57}"/>
              </a:ext>
            </a:extLst>
          </p:cNvPr>
          <p:cNvSpPr>
            <a:spLocks noGrp="1"/>
          </p:cNvSpPr>
          <p:nvPr>
            <p:ph type="sldNum" sz="quarter" idx="12"/>
          </p:nvPr>
        </p:nvSpPr>
        <p:spPr/>
        <p:txBody>
          <a:bodyPr/>
          <a:lstStyle/>
          <a:p>
            <a:pPr>
              <a:defRPr/>
            </a:pPr>
            <a:fld id="{09B5ADBA-EE88-1840-8B71-40682D165005}" type="slidenum">
              <a:rPr lang="en-GB" smtClean="0"/>
              <a:pPr>
                <a:defRPr/>
              </a:pPr>
              <a:t>31</a:t>
            </a:fld>
            <a:endParaRPr lang="en-GB" dirty="0"/>
          </a:p>
        </p:txBody>
      </p:sp>
      <p:sp>
        <p:nvSpPr>
          <p:cNvPr id="13" name="Footer Placeholder 4">
            <a:extLst>
              <a:ext uri="{FF2B5EF4-FFF2-40B4-BE49-F238E27FC236}">
                <a16:creationId xmlns:a16="http://schemas.microsoft.com/office/drawing/2014/main" id="{B05BF201-15EA-4712-87E8-E69CA936FC58}"/>
              </a:ext>
            </a:extLst>
          </p:cNvPr>
          <p:cNvSpPr>
            <a:spLocks noGrp="1"/>
          </p:cNvSpPr>
          <p:nvPr>
            <p:ph type="ftr" sz="quarter" idx="11"/>
          </p:nvPr>
        </p:nvSpPr>
        <p:spPr>
          <a:xfrm>
            <a:off x="2864768" y="6337300"/>
            <a:ext cx="6645945" cy="365125"/>
          </a:xfrm>
        </p:spPr>
        <p:txBody>
          <a:bodyPr/>
          <a:lstStyle/>
          <a:p>
            <a:pPr>
              <a:spcAft>
                <a:spcPts val="600"/>
              </a:spcAft>
              <a:defRPr/>
            </a:pPr>
            <a:r>
              <a:rPr lang="en-GB" dirty="0"/>
              <a:t>COS6009-B: Large Scale Data Driven Applications</a:t>
            </a:r>
          </a:p>
        </p:txBody>
      </p:sp>
      <p:sp>
        <p:nvSpPr>
          <p:cNvPr id="4" name="Title 1">
            <a:extLst>
              <a:ext uri="{FF2B5EF4-FFF2-40B4-BE49-F238E27FC236}">
                <a16:creationId xmlns:a16="http://schemas.microsoft.com/office/drawing/2014/main" id="{E83313EB-A29A-FDFC-B278-C419DE73A607}"/>
              </a:ext>
            </a:extLst>
          </p:cNvPr>
          <p:cNvSpPr>
            <a:spLocks noGrp="1"/>
          </p:cNvSpPr>
          <p:nvPr>
            <p:ph type="title"/>
          </p:nvPr>
        </p:nvSpPr>
        <p:spPr>
          <a:xfrm>
            <a:off x="290266" y="260648"/>
            <a:ext cx="9615734" cy="365125"/>
          </a:xfrm>
        </p:spPr>
        <p:txBody>
          <a:bodyPr/>
          <a:lstStyle/>
          <a:p>
            <a:r>
              <a:rPr lang="en-GB" sz="3000" dirty="0"/>
              <a:t>Traditional SQL Database vs MongoDB Example</a:t>
            </a:r>
          </a:p>
        </p:txBody>
      </p:sp>
      <p:graphicFrame>
        <p:nvGraphicFramePr>
          <p:cNvPr id="5" name="Table 6">
            <a:extLst>
              <a:ext uri="{FF2B5EF4-FFF2-40B4-BE49-F238E27FC236}">
                <a16:creationId xmlns:a16="http://schemas.microsoft.com/office/drawing/2014/main" id="{03D1EEBC-5E9F-5FA8-2058-9DC6CE6FBD94}"/>
              </a:ext>
            </a:extLst>
          </p:cNvPr>
          <p:cNvGraphicFramePr>
            <a:graphicFrameLocks noGrp="1"/>
          </p:cNvGraphicFramePr>
          <p:nvPr>
            <p:extLst>
              <p:ext uri="{D42A27DB-BD31-4B8C-83A1-F6EECF244321}">
                <p14:modId xmlns:p14="http://schemas.microsoft.com/office/powerpoint/2010/main" val="1828892205"/>
              </p:ext>
            </p:extLst>
          </p:nvPr>
        </p:nvGraphicFramePr>
        <p:xfrm>
          <a:off x="356157" y="1233189"/>
          <a:ext cx="9132887" cy="741680"/>
        </p:xfrm>
        <a:graphic>
          <a:graphicData uri="http://schemas.openxmlformats.org/drawingml/2006/table">
            <a:tbl>
              <a:tblPr firstRow="1" bandRow="1">
                <a:tableStyleId>{5C22544A-7EE6-4342-B048-85BDC9FD1C3A}</a:tableStyleId>
              </a:tblPr>
              <a:tblGrid>
                <a:gridCol w="902768">
                  <a:extLst>
                    <a:ext uri="{9D8B030D-6E8A-4147-A177-3AD203B41FA5}">
                      <a16:colId xmlns:a16="http://schemas.microsoft.com/office/drawing/2014/main" val="1042415940"/>
                    </a:ext>
                  </a:extLst>
                </a:gridCol>
                <a:gridCol w="1440160">
                  <a:extLst>
                    <a:ext uri="{9D8B030D-6E8A-4147-A177-3AD203B41FA5}">
                      <a16:colId xmlns:a16="http://schemas.microsoft.com/office/drawing/2014/main" val="2021899665"/>
                    </a:ext>
                  </a:extLst>
                </a:gridCol>
                <a:gridCol w="1296144">
                  <a:extLst>
                    <a:ext uri="{9D8B030D-6E8A-4147-A177-3AD203B41FA5}">
                      <a16:colId xmlns:a16="http://schemas.microsoft.com/office/drawing/2014/main" val="2267160229"/>
                    </a:ext>
                  </a:extLst>
                </a:gridCol>
                <a:gridCol w="1584176">
                  <a:extLst>
                    <a:ext uri="{9D8B030D-6E8A-4147-A177-3AD203B41FA5}">
                      <a16:colId xmlns:a16="http://schemas.microsoft.com/office/drawing/2014/main" val="3692324631"/>
                    </a:ext>
                  </a:extLst>
                </a:gridCol>
                <a:gridCol w="1224136">
                  <a:extLst>
                    <a:ext uri="{9D8B030D-6E8A-4147-A177-3AD203B41FA5}">
                      <a16:colId xmlns:a16="http://schemas.microsoft.com/office/drawing/2014/main" val="1964706162"/>
                    </a:ext>
                  </a:extLst>
                </a:gridCol>
                <a:gridCol w="1296144">
                  <a:extLst>
                    <a:ext uri="{9D8B030D-6E8A-4147-A177-3AD203B41FA5}">
                      <a16:colId xmlns:a16="http://schemas.microsoft.com/office/drawing/2014/main" val="4232052945"/>
                    </a:ext>
                  </a:extLst>
                </a:gridCol>
                <a:gridCol w="1389359">
                  <a:extLst>
                    <a:ext uri="{9D8B030D-6E8A-4147-A177-3AD203B41FA5}">
                      <a16:colId xmlns:a16="http://schemas.microsoft.com/office/drawing/2014/main" val="3510302718"/>
                    </a:ext>
                  </a:extLst>
                </a:gridCol>
              </a:tblGrid>
              <a:tr h="370840">
                <a:tc>
                  <a:txBody>
                    <a:bodyPr/>
                    <a:lstStyle/>
                    <a:p>
                      <a:pPr algn="ctr"/>
                      <a:r>
                        <a:rPr lang="en-GB" dirty="0"/>
                        <a:t>ID</a:t>
                      </a:r>
                    </a:p>
                  </a:txBody>
                  <a:tcPr/>
                </a:tc>
                <a:tc>
                  <a:txBody>
                    <a:bodyPr/>
                    <a:lstStyle/>
                    <a:p>
                      <a:pPr algn="ctr"/>
                      <a:r>
                        <a:rPr lang="en-GB" dirty="0" err="1"/>
                        <a:t>first_name</a:t>
                      </a:r>
                      <a:endParaRPr lang="en-GB" dirty="0"/>
                    </a:p>
                  </a:txBody>
                  <a:tcPr/>
                </a:tc>
                <a:tc>
                  <a:txBody>
                    <a:bodyPr/>
                    <a:lstStyle/>
                    <a:p>
                      <a:pPr algn="ctr"/>
                      <a:r>
                        <a:rPr lang="en-GB" dirty="0" err="1"/>
                        <a:t>last_name</a:t>
                      </a:r>
                      <a:endParaRPr lang="en-GB" dirty="0"/>
                    </a:p>
                  </a:txBody>
                  <a:tcPr/>
                </a:tc>
                <a:tc>
                  <a:txBody>
                    <a:bodyPr/>
                    <a:lstStyle/>
                    <a:p>
                      <a:pPr algn="ctr"/>
                      <a:r>
                        <a:rPr lang="en-GB" dirty="0"/>
                        <a:t>mobile</a:t>
                      </a:r>
                    </a:p>
                  </a:txBody>
                  <a:tcPr/>
                </a:tc>
                <a:tc>
                  <a:txBody>
                    <a:bodyPr/>
                    <a:lstStyle/>
                    <a:p>
                      <a:pPr algn="ctr"/>
                      <a:r>
                        <a:rPr lang="en-GB" dirty="0" err="1"/>
                        <a:t>houseNo</a:t>
                      </a:r>
                      <a:endParaRPr lang="en-GB" dirty="0"/>
                    </a:p>
                  </a:txBody>
                  <a:tcPr/>
                </a:tc>
                <a:tc>
                  <a:txBody>
                    <a:bodyPr/>
                    <a:lstStyle/>
                    <a:p>
                      <a:pPr algn="ctr"/>
                      <a:r>
                        <a:rPr lang="en-GB" dirty="0"/>
                        <a:t>street</a:t>
                      </a:r>
                    </a:p>
                  </a:txBody>
                  <a:tcPr/>
                </a:tc>
                <a:tc>
                  <a:txBody>
                    <a:bodyPr/>
                    <a:lstStyle/>
                    <a:p>
                      <a:pPr algn="ctr"/>
                      <a:r>
                        <a:rPr lang="en-GB" dirty="0"/>
                        <a:t>city</a:t>
                      </a:r>
                    </a:p>
                  </a:txBody>
                  <a:tcPr/>
                </a:tc>
                <a:extLst>
                  <a:ext uri="{0D108BD9-81ED-4DB2-BD59-A6C34878D82A}">
                    <a16:rowId xmlns:a16="http://schemas.microsoft.com/office/drawing/2014/main" val="1602589662"/>
                  </a:ext>
                </a:extLst>
              </a:tr>
              <a:tr h="370840">
                <a:tc>
                  <a:txBody>
                    <a:bodyPr/>
                    <a:lstStyle/>
                    <a:p>
                      <a:pPr algn="ctr"/>
                      <a:r>
                        <a:rPr lang="en-GB" dirty="0"/>
                        <a:t>1</a:t>
                      </a:r>
                    </a:p>
                  </a:txBody>
                  <a:tcPr/>
                </a:tc>
                <a:tc>
                  <a:txBody>
                    <a:bodyPr/>
                    <a:lstStyle/>
                    <a:p>
                      <a:pPr algn="ctr"/>
                      <a:r>
                        <a:rPr lang="en-GB" dirty="0"/>
                        <a:t>John</a:t>
                      </a:r>
                    </a:p>
                  </a:txBody>
                  <a:tcPr/>
                </a:tc>
                <a:tc>
                  <a:txBody>
                    <a:bodyPr/>
                    <a:lstStyle/>
                    <a:p>
                      <a:pPr algn="ctr"/>
                      <a:r>
                        <a:rPr lang="en-GB" dirty="0"/>
                        <a:t>Doe</a:t>
                      </a:r>
                    </a:p>
                  </a:txBody>
                  <a:tcPr/>
                </a:tc>
                <a:tc>
                  <a:txBody>
                    <a:bodyPr/>
                    <a:lstStyle/>
                    <a:p>
                      <a:pPr algn="ctr"/>
                      <a:r>
                        <a:rPr lang="en-GB" dirty="0"/>
                        <a:t>01456123789</a:t>
                      </a:r>
                    </a:p>
                  </a:txBody>
                  <a:tcPr/>
                </a:tc>
                <a:tc>
                  <a:txBody>
                    <a:bodyPr/>
                    <a:lstStyle/>
                    <a:p>
                      <a:pPr algn="ctr"/>
                      <a:r>
                        <a:rPr lang="en-GB" dirty="0"/>
                        <a:t>15</a:t>
                      </a:r>
                    </a:p>
                  </a:txBody>
                  <a:tcPr/>
                </a:tc>
                <a:tc>
                  <a:txBody>
                    <a:bodyPr/>
                    <a:lstStyle/>
                    <a:p>
                      <a:r>
                        <a:rPr lang="en-GB" dirty="0"/>
                        <a:t>Richmond</a:t>
                      </a:r>
                    </a:p>
                  </a:txBody>
                  <a:tcPr/>
                </a:tc>
                <a:tc>
                  <a:txBody>
                    <a:bodyPr/>
                    <a:lstStyle/>
                    <a:p>
                      <a:pPr algn="ctr"/>
                      <a:r>
                        <a:rPr lang="en-GB" dirty="0"/>
                        <a:t>Bradford</a:t>
                      </a:r>
                    </a:p>
                  </a:txBody>
                  <a:tcPr/>
                </a:tc>
                <a:extLst>
                  <a:ext uri="{0D108BD9-81ED-4DB2-BD59-A6C34878D82A}">
                    <a16:rowId xmlns:a16="http://schemas.microsoft.com/office/drawing/2014/main" val="4077716420"/>
                  </a:ext>
                </a:extLst>
              </a:tr>
            </a:tbl>
          </a:graphicData>
        </a:graphic>
      </p:graphicFrame>
      <p:sp>
        <p:nvSpPr>
          <p:cNvPr id="7" name="TextBox 6">
            <a:extLst>
              <a:ext uri="{FF2B5EF4-FFF2-40B4-BE49-F238E27FC236}">
                <a16:creationId xmlns:a16="http://schemas.microsoft.com/office/drawing/2014/main" id="{3C2234EB-1FDB-08CF-503D-A30E94E406B1}"/>
              </a:ext>
            </a:extLst>
          </p:cNvPr>
          <p:cNvSpPr txBox="1"/>
          <p:nvPr/>
        </p:nvSpPr>
        <p:spPr>
          <a:xfrm>
            <a:off x="377825" y="851022"/>
            <a:ext cx="3839513" cy="369332"/>
          </a:xfrm>
          <a:prstGeom prst="rect">
            <a:avLst/>
          </a:prstGeom>
          <a:noFill/>
        </p:spPr>
        <p:txBody>
          <a:bodyPr wrap="none" rtlCol="0">
            <a:spAutoFit/>
          </a:bodyPr>
          <a:lstStyle/>
          <a:p>
            <a:r>
              <a:rPr lang="en-GB" b="1" dirty="0">
                <a:latin typeface="Helvetica" panose="020B0604020202020204" pitchFamily="34" charset="0"/>
                <a:cs typeface="Helvetica" panose="020B0604020202020204" pitchFamily="34" charset="0"/>
              </a:rPr>
              <a:t>Users </a:t>
            </a:r>
            <a:r>
              <a:rPr lang="en-GB" dirty="0">
                <a:latin typeface="Helvetica" panose="020B0604020202020204" pitchFamily="34" charset="0"/>
                <a:cs typeface="Helvetica" panose="020B0604020202020204" pitchFamily="34" charset="0"/>
              </a:rPr>
              <a:t>table in a relational database</a:t>
            </a:r>
          </a:p>
        </p:txBody>
      </p:sp>
      <p:grpSp>
        <p:nvGrpSpPr>
          <p:cNvPr id="12" name="Group 11">
            <a:extLst>
              <a:ext uri="{FF2B5EF4-FFF2-40B4-BE49-F238E27FC236}">
                <a16:creationId xmlns:a16="http://schemas.microsoft.com/office/drawing/2014/main" id="{CFB42017-8763-0487-2B2E-23D8A55F4295}"/>
              </a:ext>
            </a:extLst>
          </p:cNvPr>
          <p:cNvGrpSpPr/>
          <p:nvPr/>
        </p:nvGrpSpPr>
        <p:grpSpPr>
          <a:xfrm>
            <a:off x="635000" y="2140322"/>
            <a:ext cx="3987568" cy="2987113"/>
            <a:chOff x="749408" y="2586978"/>
            <a:chExt cx="3987568" cy="2135914"/>
          </a:xfrm>
        </p:grpSpPr>
        <p:sp>
          <p:nvSpPr>
            <p:cNvPr id="10" name="TextBox 9">
              <a:extLst>
                <a:ext uri="{FF2B5EF4-FFF2-40B4-BE49-F238E27FC236}">
                  <a16:creationId xmlns:a16="http://schemas.microsoft.com/office/drawing/2014/main" id="{94A5BB6C-CA0B-7297-EC46-965DDC1B1198}"/>
                </a:ext>
              </a:extLst>
            </p:cNvPr>
            <p:cNvSpPr txBox="1"/>
            <p:nvPr/>
          </p:nvSpPr>
          <p:spPr>
            <a:xfrm>
              <a:off x="749408" y="2874276"/>
              <a:ext cx="3987568" cy="1848616"/>
            </a:xfrm>
            <a:prstGeom prst="rect">
              <a:avLst/>
            </a:prstGeom>
            <a:solidFill>
              <a:schemeClr val="tx1"/>
            </a:solidFill>
          </p:spPr>
          <p:txBody>
            <a:bodyPr wrap="square">
              <a:spAutoFit/>
            </a:bodyPr>
            <a:lstStyle/>
            <a:p>
              <a:r>
                <a:rPr lang="en-GB" dirty="0">
                  <a:solidFill>
                    <a:schemeClr val="bg1"/>
                  </a:solidFill>
                  <a:latin typeface="Courier New" panose="02070309020205020404" pitchFamily="49" charset="0"/>
                  <a:cs typeface="Courier New" panose="02070309020205020404" pitchFamily="49" charset="0"/>
                </a:rPr>
                <a:t>{  </a:t>
              </a:r>
            </a:p>
            <a:p>
              <a:r>
                <a:rPr lang="en-GB" dirty="0">
                  <a:solidFill>
                    <a:srgbClr val="FF0066"/>
                  </a:solidFill>
                  <a:latin typeface="Courier New" panose="02070309020205020404" pitchFamily="49" charset="0"/>
                  <a:cs typeface="Courier New" panose="02070309020205020404" pitchFamily="49" charset="0"/>
                </a:rPr>
                <a:t>  "ID": 1,  </a:t>
              </a:r>
            </a:p>
            <a:p>
              <a:r>
                <a:rPr lang="en-GB" dirty="0">
                  <a:solidFill>
                    <a:srgbClr val="FF0066"/>
                  </a:solidFill>
                  <a:latin typeface="Courier New" panose="02070309020205020404" pitchFamily="49" charset="0"/>
                  <a:cs typeface="Courier New" panose="02070309020205020404" pitchFamily="49" charset="0"/>
                </a:rPr>
                <a:t>  "</a:t>
              </a:r>
              <a:r>
                <a:rPr lang="en-GB" dirty="0" err="1">
                  <a:solidFill>
                    <a:srgbClr val="FF0066"/>
                  </a:solidFill>
                  <a:latin typeface="Courier New" panose="02070309020205020404" pitchFamily="49" charset="0"/>
                  <a:cs typeface="Courier New" panose="02070309020205020404" pitchFamily="49" charset="0"/>
                </a:rPr>
                <a:t>first_name</a:t>
              </a:r>
              <a:r>
                <a:rPr lang="en-GB" dirty="0">
                  <a:solidFill>
                    <a:srgbClr val="FF0066"/>
                  </a:solidFill>
                  <a:latin typeface="Courier New" panose="02070309020205020404" pitchFamily="49" charset="0"/>
                  <a:cs typeface="Courier New" panose="02070309020205020404" pitchFamily="49" charset="0"/>
                </a:rPr>
                <a:t>": </a:t>
              </a:r>
              <a:r>
                <a:rPr lang="en-GB" dirty="0">
                  <a:solidFill>
                    <a:schemeClr val="bg1"/>
                  </a:solidFill>
                  <a:latin typeface="Courier New" panose="02070309020205020404" pitchFamily="49" charset="0"/>
                  <a:cs typeface="Courier New" panose="02070309020205020404" pitchFamily="49" charset="0"/>
                </a:rPr>
                <a:t>"John",     </a:t>
              </a:r>
            </a:p>
            <a:p>
              <a:r>
                <a:rPr lang="en-GB" dirty="0">
                  <a:solidFill>
                    <a:schemeClr val="bg1"/>
                  </a:solidFill>
                  <a:latin typeface="Courier New" panose="02070309020205020404" pitchFamily="49" charset="0"/>
                  <a:cs typeface="Courier New" panose="02070309020205020404" pitchFamily="49" charset="0"/>
                </a:rPr>
                <a:t>  </a:t>
              </a:r>
              <a:r>
                <a:rPr lang="en-GB" dirty="0">
                  <a:solidFill>
                    <a:srgbClr val="FF0066"/>
                  </a:solidFill>
                  <a:latin typeface="Courier New" panose="02070309020205020404" pitchFamily="49" charset="0"/>
                  <a:cs typeface="Courier New" panose="02070309020205020404" pitchFamily="49" charset="0"/>
                </a:rPr>
                <a:t>"</a:t>
              </a:r>
              <a:r>
                <a:rPr lang="en-GB" dirty="0" err="1">
                  <a:solidFill>
                    <a:srgbClr val="FF0066"/>
                  </a:solidFill>
                  <a:latin typeface="Courier New" panose="02070309020205020404" pitchFamily="49" charset="0"/>
                  <a:cs typeface="Courier New" panose="02070309020205020404" pitchFamily="49" charset="0"/>
                </a:rPr>
                <a:t>last_name</a:t>
              </a:r>
              <a:r>
                <a:rPr lang="en-GB" dirty="0">
                  <a:solidFill>
                    <a:srgbClr val="FF0066"/>
                  </a:solidFill>
                  <a:latin typeface="Courier New" panose="02070309020205020404" pitchFamily="49" charset="0"/>
                  <a:cs typeface="Courier New" panose="02070309020205020404" pitchFamily="49" charset="0"/>
                </a:rPr>
                <a:t>": </a:t>
              </a:r>
              <a:r>
                <a:rPr lang="en-GB" dirty="0">
                  <a:solidFill>
                    <a:schemeClr val="bg1"/>
                  </a:solidFill>
                  <a:latin typeface="Courier New" panose="02070309020205020404" pitchFamily="49" charset="0"/>
                  <a:cs typeface="Courier New" panose="02070309020205020404" pitchFamily="49" charset="0"/>
                </a:rPr>
                <a:t>"Doe",  </a:t>
              </a:r>
            </a:p>
            <a:p>
              <a:r>
                <a:rPr lang="en-GB" dirty="0">
                  <a:solidFill>
                    <a:srgbClr val="FF0066"/>
                  </a:solidFill>
                  <a:latin typeface="Courier New" panose="02070309020205020404" pitchFamily="49" charset="0"/>
                  <a:cs typeface="Courier New" panose="02070309020205020404" pitchFamily="49" charset="0"/>
                </a:rPr>
                <a:t>  "mobile": </a:t>
              </a:r>
              <a:r>
                <a:rPr lang="en-GB" dirty="0">
                  <a:solidFill>
                    <a:schemeClr val="bg1"/>
                  </a:solidFill>
                  <a:latin typeface="Courier New" panose="02070309020205020404" pitchFamily="49" charset="0"/>
                  <a:cs typeface="Courier New" panose="02070309020205020404" pitchFamily="49" charset="0"/>
                </a:rPr>
                <a:t>"01456123789",   </a:t>
              </a:r>
            </a:p>
            <a:p>
              <a:r>
                <a:rPr lang="en-GB" dirty="0">
                  <a:solidFill>
                    <a:schemeClr val="bg1"/>
                  </a:solidFill>
                  <a:latin typeface="Courier New" panose="02070309020205020404" pitchFamily="49" charset="0"/>
                  <a:cs typeface="Courier New" panose="02070309020205020404" pitchFamily="49" charset="0"/>
                </a:rPr>
                <a:t>  </a:t>
              </a:r>
              <a:r>
                <a:rPr lang="en-GB" dirty="0">
                  <a:solidFill>
                    <a:srgbClr val="FF0066"/>
                  </a:solidFill>
                  <a:latin typeface="Courier New" panose="02070309020205020404" pitchFamily="49" charset="0"/>
                  <a:cs typeface="Courier New" panose="02070309020205020404" pitchFamily="49" charset="0"/>
                </a:rPr>
                <a:t>"</a:t>
              </a:r>
              <a:r>
                <a:rPr lang="en-GB" dirty="0" err="1">
                  <a:solidFill>
                    <a:srgbClr val="FF0066"/>
                  </a:solidFill>
                  <a:latin typeface="Courier New" panose="02070309020205020404" pitchFamily="49" charset="0"/>
                  <a:cs typeface="Courier New" panose="02070309020205020404" pitchFamily="49" charset="0"/>
                </a:rPr>
                <a:t>houseNo</a:t>
              </a:r>
              <a:r>
                <a:rPr lang="en-GB" dirty="0">
                  <a:solidFill>
                    <a:srgbClr val="FF0066"/>
                  </a:solidFill>
                  <a:latin typeface="Courier New" panose="02070309020205020404" pitchFamily="49" charset="0"/>
                  <a:cs typeface="Courier New" panose="02070309020205020404" pitchFamily="49" charset="0"/>
                </a:rPr>
                <a:t>": 15</a:t>
              </a:r>
              <a:r>
                <a:rPr lang="en-GB" dirty="0">
                  <a:solidFill>
                    <a:schemeClr val="bg1"/>
                  </a:solidFill>
                  <a:latin typeface="Courier New" panose="02070309020205020404" pitchFamily="49" charset="0"/>
                  <a:cs typeface="Courier New" panose="02070309020205020404" pitchFamily="49" charset="0"/>
                </a:rPr>
                <a:t>,  </a:t>
              </a:r>
            </a:p>
            <a:p>
              <a:r>
                <a:rPr lang="en-GB" dirty="0">
                  <a:solidFill>
                    <a:srgbClr val="FF0066"/>
                  </a:solidFill>
                  <a:latin typeface="Courier New" panose="02070309020205020404" pitchFamily="49" charset="0"/>
                  <a:cs typeface="Courier New" panose="02070309020205020404" pitchFamily="49" charset="0"/>
                </a:rPr>
                <a:t>  "street": </a:t>
              </a:r>
              <a:r>
                <a:rPr lang="en-GB" dirty="0">
                  <a:solidFill>
                    <a:schemeClr val="bg1"/>
                  </a:solidFill>
                  <a:latin typeface="Courier New" panose="02070309020205020404" pitchFamily="49" charset="0"/>
                  <a:cs typeface="Courier New" panose="02070309020205020404" pitchFamily="49" charset="0"/>
                </a:rPr>
                <a:t>"Richmond", </a:t>
              </a:r>
            </a:p>
            <a:p>
              <a:r>
                <a:rPr lang="en-GB" dirty="0">
                  <a:solidFill>
                    <a:schemeClr val="bg1"/>
                  </a:solidFill>
                  <a:latin typeface="Courier New" panose="02070309020205020404" pitchFamily="49" charset="0"/>
                  <a:cs typeface="Courier New" panose="02070309020205020404" pitchFamily="49" charset="0"/>
                </a:rPr>
                <a:t>  </a:t>
              </a:r>
              <a:r>
                <a:rPr lang="en-GB" dirty="0">
                  <a:solidFill>
                    <a:srgbClr val="FF0066"/>
                  </a:solidFill>
                  <a:latin typeface="Courier New" panose="02070309020205020404" pitchFamily="49" charset="0"/>
                  <a:cs typeface="Courier New" panose="02070309020205020404" pitchFamily="49" charset="0"/>
                </a:rPr>
                <a:t>"city": </a:t>
              </a:r>
              <a:r>
                <a:rPr lang="en-GB" dirty="0">
                  <a:solidFill>
                    <a:schemeClr val="bg1"/>
                  </a:solidFill>
                  <a:latin typeface="Courier New" panose="02070309020205020404" pitchFamily="49" charset="0"/>
                  <a:cs typeface="Courier New" panose="02070309020205020404" pitchFamily="49" charset="0"/>
                </a:rPr>
                <a:t>"Bradford"</a:t>
              </a:r>
            </a:p>
            <a:p>
              <a:r>
                <a:rPr lang="en-GB" dirty="0">
                  <a:solidFill>
                    <a:schemeClr val="bg1"/>
                  </a:solidFill>
                  <a:latin typeface="Courier New" panose="02070309020205020404" pitchFamily="49" charset="0"/>
                  <a:cs typeface="Courier New" panose="02070309020205020404" pitchFamily="49" charset="0"/>
                </a:rPr>
                <a:t>}</a:t>
              </a:r>
            </a:p>
          </p:txBody>
        </p:sp>
        <p:sp>
          <p:nvSpPr>
            <p:cNvPr id="11" name="TextBox 10">
              <a:extLst>
                <a:ext uri="{FF2B5EF4-FFF2-40B4-BE49-F238E27FC236}">
                  <a16:creationId xmlns:a16="http://schemas.microsoft.com/office/drawing/2014/main" id="{683E5EE6-58FE-4275-C28F-198DC4408379}"/>
                </a:ext>
              </a:extLst>
            </p:cNvPr>
            <p:cNvSpPr txBox="1"/>
            <p:nvPr/>
          </p:nvSpPr>
          <p:spPr>
            <a:xfrm>
              <a:off x="902229" y="2586978"/>
              <a:ext cx="3741730" cy="231077"/>
            </a:xfrm>
            <a:prstGeom prst="rect">
              <a:avLst/>
            </a:prstGeom>
            <a:noFill/>
          </p:spPr>
          <p:txBody>
            <a:bodyPr wrap="none" rtlCol="0">
              <a:spAutoFit/>
            </a:bodyPr>
            <a:lstStyle/>
            <a:p>
              <a:r>
                <a:rPr lang="en-GB" sz="1500" dirty="0">
                  <a:latin typeface="Helvetica" panose="020B0604020202020204" pitchFamily="34" charset="0"/>
                  <a:cs typeface="Helvetica" panose="020B0604020202020204" pitchFamily="34" charset="0"/>
                </a:rPr>
                <a:t>MongoDB Collection with Separate Fields</a:t>
              </a:r>
            </a:p>
          </p:txBody>
        </p:sp>
      </p:grpSp>
      <p:grpSp>
        <p:nvGrpSpPr>
          <p:cNvPr id="2" name="Group 1">
            <a:extLst>
              <a:ext uri="{FF2B5EF4-FFF2-40B4-BE49-F238E27FC236}">
                <a16:creationId xmlns:a16="http://schemas.microsoft.com/office/drawing/2014/main" id="{AAC54990-796C-CE8C-5EF1-9DDEBA0D0720}"/>
              </a:ext>
            </a:extLst>
          </p:cNvPr>
          <p:cNvGrpSpPr/>
          <p:nvPr/>
        </p:nvGrpSpPr>
        <p:grpSpPr>
          <a:xfrm>
            <a:off x="5357290" y="2045497"/>
            <a:ext cx="4223207" cy="3489345"/>
            <a:chOff x="654781" y="2481290"/>
            <a:chExt cx="4223207" cy="2128288"/>
          </a:xfrm>
        </p:grpSpPr>
        <p:sp>
          <p:nvSpPr>
            <p:cNvPr id="3" name="TextBox 2">
              <a:extLst>
                <a:ext uri="{FF2B5EF4-FFF2-40B4-BE49-F238E27FC236}">
                  <a16:creationId xmlns:a16="http://schemas.microsoft.com/office/drawing/2014/main" id="{DF7E6C27-91AB-02A3-B028-9E0372BEC0F2}"/>
                </a:ext>
              </a:extLst>
            </p:cNvPr>
            <p:cNvSpPr txBox="1"/>
            <p:nvPr/>
          </p:nvSpPr>
          <p:spPr>
            <a:xfrm>
              <a:off x="772601" y="2694783"/>
              <a:ext cx="3987568" cy="1914795"/>
            </a:xfrm>
            <a:prstGeom prst="rect">
              <a:avLst/>
            </a:prstGeom>
            <a:solidFill>
              <a:schemeClr val="tx1"/>
            </a:solidFill>
          </p:spPr>
          <p:txBody>
            <a:bodyPr wrap="square">
              <a:spAutoFit/>
            </a:bodyPr>
            <a:lstStyle/>
            <a:p>
              <a:r>
                <a:rPr lang="en-GB" dirty="0">
                  <a:solidFill>
                    <a:schemeClr val="bg1"/>
                  </a:solidFill>
                  <a:latin typeface="Courier New" panose="02070309020205020404" pitchFamily="49" charset="0"/>
                  <a:cs typeface="Courier New" panose="02070309020205020404" pitchFamily="49" charset="0"/>
                </a:rPr>
                <a:t>{  </a:t>
              </a:r>
            </a:p>
            <a:p>
              <a:r>
                <a:rPr lang="en-GB" dirty="0">
                  <a:solidFill>
                    <a:srgbClr val="FF0066"/>
                  </a:solidFill>
                  <a:latin typeface="Courier New" panose="02070309020205020404" pitchFamily="49" charset="0"/>
                  <a:cs typeface="Courier New" panose="02070309020205020404" pitchFamily="49" charset="0"/>
                </a:rPr>
                <a:t>  "ID": 1,  </a:t>
              </a:r>
            </a:p>
            <a:p>
              <a:r>
                <a:rPr lang="en-GB" dirty="0">
                  <a:solidFill>
                    <a:srgbClr val="FF0066"/>
                  </a:solidFill>
                  <a:latin typeface="Courier New" panose="02070309020205020404" pitchFamily="49" charset="0"/>
                  <a:cs typeface="Courier New" panose="02070309020205020404" pitchFamily="49" charset="0"/>
                </a:rPr>
                <a:t>  "</a:t>
              </a:r>
              <a:r>
                <a:rPr lang="en-GB" dirty="0" err="1">
                  <a:solidFill>
                    <a:srgbClr val="FF0066"/>
                  </a:solidFill>
                  <a:latin typeface="Courier New" panose="02070309020205020404" pitchFamily="49" charset="0"/>
                  <a:cs typeface="Courier New" panose="02070309020205020404" pitchFamily="49" charset="0"/>
                </a:rPr>
                <a:t>first_name</a:t>
              </a:r>
              <a:r>
                <a:rPr lang="en-GB" dirty="0">
                  <a:solidFill>
                    <a:srgbClr val="FF0066"/>
                  </a:solidFill>
                  <a:latin typeface="Courier New" panose="02070309020205020404" pitchFamily="49" charset="0"/>
                  <a:cs typeface="Courier New" panose="02070309020205020404" pitchFamily="49" charset="0"/>
                </a:rPr>
                <a:t>": </a:t>
              </a:r>
              <a:r>
                <a:rPr lang="en-GB" dirty="0">
                  <a:solidFill>
                    <a:schemeClr val="bg1"/>
                  </a:solidFill>
                  <a:latin typeface="Courier New" panose="02070309020205020404" pitchFamily="49" charset="0"/>
                  <a:cs typeface="Courier New" panose="02070309020205020404" pitchFamily="49" charset="0"/>
                </a:rPr>
                <a:t>"John",     </a:t>
              </a:r>
            </a:p>
            <a:p>
              <a:r>
                <a:rPr lang="en-GB" dirty="0">
                  <a:solidFill>
                    <a:schemeClr val="bg1"/>
                  </a:solidFill>
                  <a:latin typeface="Courier New" panose="02070309020205020404" pitchFamily="49" charset="0"/>
                  <a:cs typeface="Courier New" panose="02070309020205020404" pitchFamily="49" charset="0"/>
                </a:rPr>
                <a:t>  </a:t>
              </a:r>
              <a:r>
                <a:rPr lang="en-GB" dirty="0">
                  <a:solidFill>
                    <a:srgbClr val="FF0066"/>
                  </a:solidFill>
                  <a:latin typeface="Courier New" panose="02070309020205020404" pitchFamily="49" charset="0"/>
                  <a:cs typeface="Courier New" panose="02070309020205020404" pitchFamily="49" charset="0"/>
                </a:rPr>
                <a:t>"</a:t>
              </a:r>
              <a:r>
                <a:rPr lang="en-GB" dirty="0" err="1">
                  <a:solidFill>
                    <a:srgbClr val="FF0066"/>
                  </a:solidFill>
                  <a:latin typeface="Courier New" panose="02070309020205020404" pitchFamily="49" charset="0"/>
                  <a:cs typeface="Courier New" panose="02070309020205020404" pitchFamily="49" charset="0"/>
                </a:rPr>
                <a:t>last_name</a:t>
              </a:r>
              <a:r>
                <a:rPr lang="en-GB" dirty="0">
                  <a:solidFill>
                    <a:srgbClr val="FF0066"/>
                  </a:solidFill>
                  <a:latin typeface="Courier New" panose="02070309020205020404" pitchFamily="49" charset="0"/>
                  <a:cs typeface="Courier New" panose="02070309020205020404" pitchFamily="49" charset="0"/>
                </a:rPr>
                <a:t>": </a:t>
              </a:r>
              <a:r>
                <a:rPr lang="en-GB" dirty="0">
                  <a:solidFill>
                    <a:schemeClr val="bg1"/>
                  </a:solidFill>
                  <a:latin typeface="Courier New" panose="02070309020205020404" pitchFamily="49" charset="0"/>
                  <a:cs typeface="Courier New" panose="02070309020205020404" pitchFamily="49" charset="0"/>
                </a:rPr>
                <a:t>"Doe",  </a:t>
              </a:r>
            </a:p>
            <a:p>
              <a:r>
                <a:rPr lang="en-GB" dirty="0">
                  <a:solidFill>
                    <a:srgbClr val="FF0066"/>
                  </a:solidFill>
                  <a:latin typeface="Courier New" panose="02070309020205020404" pitchFamily="49" charset="0"/>
                  <a:cs typeface="Courier New" panose="02070309020205020404" pitchFamily="49" charset="0"/>
                </a:rPr>
                <a:t>  "mobile": </a:t>
              </a:r>
              <a:r>
                <a:rPr lang="en-GB" dirty="0">
                  <a:solidFill>
                    <a:schemeClr val="bg1"/>
                  </a:solidFill>
                  <a:latin typeface="Courier New" panose="02070309020205020404" pitchFamily="49" charset="0"/>
                  <a:cs typeface="Courier New" panose="02070309020205020404" pitchFamily="49" charset="0"/>
                </a:rPr>
                <a:t>"01456123789",   </a:t>
              </a:r>
            </a:p>
            <a:p>
              <a:r>
                <a:rPr lang="en-GB" dirty="0">
                  <a:solidFill>
                    <a:schemeClr val="bg1"/>
                  </a:solidFill>
                  <a:latin typeface="Courier New" panose="02070309020205020404" pitchFamily="49" charset="0"/>
                  <a:cs typeface="Courier New" panose="02070309020205020404" pitchFamily="49" charset="0"/>
                </a:rPr>
                <a:t>  </a:t>
              </a:r>
              <a:r>
                <a:rPr lang="en-GB" dirty="0">
                  <a:solidFill>
                    <a:srgbClr val="FF0066"/>
                  </a:solidFill>
                  <a:latin typeface="Courier New" panose="02070309020205020404" pitchFamily="49" charset="0"/>
                  <a:cs typeface="Courier New" panose="02070309020205020404" pitchFamily="49" charset="0"/>
                </a:rPr>
                <a:t>"address": </a:t>
              </a:r>
              <a:r>
                <a:rPr lang="en-GB" dirty="0">
                  <a:solidFill>
                    <a:schemeClr val="bg1"/>
                  </a:solidFill>
                  <a:latin typeface="Courier New" panose="02070309020205020404" pitchFamily="49" charset="0"/>
                  <a:cs typeface="Courier New" panose="02070309020205020404" pitchFamily="49" charset="0"/>
                </a:rPr>
                <a:t>{</a:t>
              </a:r>
              <a:r>
                <a:rPr lang="en-GB" dirty="0">
                  <a:solidFill>
                    <a:srgbClr val="FF0066"/>
                  </a:solidFill>
                  <a:latin typeface="Courier New" panose="02070309020205020404" pitchFamily="49" charset="0"/>
                  <a:cs typeface="Courier New" panose="02070309020205020404" pitchFamily="49" charset="0"/>
                </a:rPr>
                <a:t>     </a:t>
              </a:r>
            </a:p>
            <a:p>
              <a:r>
                <a:rPr lang="en-GB" dirty="0">
                  <a:solidFill>
                    <a:srgbClr val="FF0066"/>
                  </a:solidFill>
                  <a:latin typeface="Courier New" panose="02070309020205020404" pitchFamily="49" charset="0"/>
                  <a:cs typeface="Courier New" panose="02070309020205020404" pitchFamily="49" charset="0"/>
                </a:rPr>
                <a:t>      "</a:t>
              </a:r>
              <a:r>
                <a:rPr lang="en-GB" dirty="0" err="1">
                  <a:solidFill>
                    <a:srgbClr val="FF0066"/>
                  </a:solidFill>
                  <a:latin typeface="Courier New" panose="02070309020205020404" pitchFamily="49" charset="0"/>
                  <a:cs typeface="Courier New" panose="02070309020205020404" pitchFamily="49" charset="0"/>
                </a:rPr>
                <a:t>houseNo</a:t>
              </a:r>
              <a:r>
                <a:rPr lang="en-GB" dirty="0">
                  <a:solidFill>
                    <a:srgbClr val="FF0066"/>
                  </a:solidFill>
                  <a:latin typeface="Courier New" panose="02070309020205020404" pitchFamily="49" charset="0"/>
                  <a:cs typeface="Courier New" panose="02070309020205020404" pitchFamily="49" charset="0"/>
                </a:rPr>
                <a:t>": 15</a:t>
              </a:r>
              <a:r>
                <a:rPr lang="en-GB" dirty="0">
                  <a:solidFill>
                    <a:schemeClr val="bg1"/>
                  </a:solidFill>
                  <a:latin typeface="Courier New" panose="02070309020205020404" pitchFamily="49" charset="0"/>
                  <a:cs typeface="Courier New" panose="02070309020205020404" pitchFamily="49" charset="0"/>
                </a:rPr>
                <a:t>,</a:t>
              </a:r>
            </a:p>
            <a:p>
              <a:r>
                <a:rPr lang="en-GB" dirty="0">
                  <a:solidFill>
                    <a:schemeClr val="bg1"/>
                  </a:solidFill>
                  <a:latin typeface="Courier New" panose="02070309020205020404" pitchFamily="49" charset="0"/>
                  <a:cs typeface="Courier New" panose="02070309020205020404" pitchFamily="49" charset="0"/>
                </a:rPr>
                <a:t>  </a:t>
              </a:r>
              <a:r>
                <a:rPr lang="en-GB" dirty="0">
                  <a:solidFill>
                    <a:srgbClr val="FF0066"/>
                  </a:solidFill>
                  <a:latin typeface="Courier New" panose="02070309020205020404" pitchFamily="49" charset="0"/>
                  <a:cs typeface="Courier New" panose="02070309020205020404" pitchFamily="49" charset="0"/>
                </a:rPr>
                <a:t>    "street": </a:t>
              </a:r>
              <a:r>
                <a:rPr lang="en-GB" dirty="0">
                  <a:solidFill>
                    <a:schemeClr val="bg1"/>
                  </a:solidFill>
                  <a:latin typeface="Courier New" panose="02070309020205020404" pitchFamily="49" charset="0"/>
                  <a:cs typeface="Courier New" panose="02070309020205020404" pitchFamily="49" charset="0"/>
                </a:rPr>
                <a:t>"Richmond",</a:t>
              </a:r>
            </a:p>
            <a:p>
              <a:r>
                <a:rPr lang="en-GB" dirty="0">
                  <a:solidFill>
                    <a:schemeClr val="bg1"/>
                  </a:solidFill>
                  <a:latin typeface="Courier New" panose="02070309020205020404" pitchFamily="49" charset="0"/>
                  <a:cs typeface="Courier New" panose="02070309020205020404" pitchFamily="49" charset="0"/>
                </a:rPr>
                <a:t>      </a:t>
              </a:r>
              <a:r>
                <a:rPr lang="en-GB" dirty="0">
                  <a:solidFill>
                    <a:srgbClr val="FF0066"/>
                  </a:solidFill>
                  <a:latin typeface="Courier New" panose="02070309020205020404" pitchFamily="49" charset="0"/>
                  <a:cs typeface="Courier New" panose="02070309020205020404" pitchFamily="49" charset="0"/>
                </a:rPr>
                <a:t>"city": </a:t>
              </a:r>
              <a:r>
                <a:rPr lang="en-GB" dirty="0">
                  <a:solidFill>
                    <a:schemeClr val="bg1"/>
                  </a:solidFill>
                  <a:latin typeface="Courier New" panose="02070309020205020404" pitchFamily="49" charset="0"/>
                  <a:cs typeface="Courier New" panose="02070309020205020404" pitchFamily="49" charset="0"/>
                </a:rPr>
                <a:t>"Bradford"</a:t>
              </a:r>
            </a:p>
            <a:p>
              <a:r>
                <a:rPr lang="en-GB" dirty="0">
                  <a:solidFill>
                    <a:schemeClr val="bg1"/>
                  </a:solidFill>
                  <a:latin typeface="Courier New" panose="02070309020205020404" pitchFamily="49" charset="0"/>
                  <a:cs typeface="Courier New" panose="02070309020205020404" pitchFamily="49" charset="0"/>
                </a:rPr>
                <a:t>      }</a:t>
              </a:r>
            </a:p>
            <a:p>
              <a:r>
                <a:rPr lang="en-GB" dirty="0">
                  <a:solidFill>
                    <a:srgbClr val="FF0066"/>
                  </a:solidFill>
                  <a:latin typeface="Courier New" panose="02070309020205020404" pitchFamily="49" charset="0"/>
                  <a:cs typeface="Courier New" panose="02070309020205020404" pitchFamily="49" charset="0"/>
                </a:rPr>
                <a:t>  </a:t>
              </a:r>
              <a:r>
                <a:rPr lang="en-GB" dirty="0">
                  <a:solidFill>
                    <a:schemeClr val="bg1"/>
                  </a:solidFill>
                  <a:latin typeface="Courier New" panose="02070309020205020404" pitchFamily="49" charset="0"/>
                  <a:cs typeface="Courier New" panose="02070309020205020404" pitchFamily="49" charset="0"/>
                </a:rPr>
                <a:t>}</a:t>
              </a:r>
            </a:p>
          </p:txBody>
        </p:sp>
        <p:sp>
          <p:nvSpPr>
            <p:cNvPr id="8" name="TextBox 7">
              <a:extLst>
                <a:ext uri="{FF2B5EF4-FFF2-40B4-BE49-F238E27FC236}">
                  <a16:creationId xmlns:a16="http://schemas.microsoft.com/office/drawing/2014/main" id="{BD17AA22-F50D-C3BC-26FA-545609FC3724}"/>
                </a:ext>
              </a:extLst>
            </p:cNvPr>
            <p:cNvSpPr txBox="1"/>
            <p:nvPr/>
          </p:nvSpPr>
          <p:spPr>
            <a:xfrm>
              <a:off x="654781" y="2481290"/>
              <a:ext cx="4223207" cy="197111"/>
            </a:xfrm>
            <a:prstGeom prst="rect">
              <a:avLst/>
            </a:prstGeom>
            <a:noFill/>
          </p:spPr>
          <p:txBody>
            <a:bodyPr wrap="none" rtlCol="0">
              <a:spAutoFit/>
            </a:bodyPr>
            <a:lstStyle/>
            <a:p>
              <a:r>
                <a:rPr lang="en-GB" sz="1500" dirty="0">
                  <a:latin typeface="Helvetica" panose="020B0604020202020204" pitchFamily="34" charset="0"/>
                  <a:cs typeface="Helvetica" panose="020B0604020202020204" pitchFamily="34" charset="0"/>
                </a:rPr>
                <a:t>MongoDB Collection with Address Field Nested</a:t>
              </a:r>
            </a:p>
          </p:txBody>
        </p:sp>
      </p:grpSp>
      <p:grpSp>
        <p:nvGrpSpPr>
          <p:cNvPr id="9" name="Group 8">
            <a:extLst>
              <a:ext uri="{FF2B5EF4-FFF2-40B4-BE49-F238E27FC236}">
                <a16:creationId xmlns:a16="http://schemas.microsoft.com/office/drawing/2014/main" id="{6E3DAC08-6FD2-E3BC-B201-F41EA81B10CD}"/>
              </a:ext>
            </a:extLst>
          </p:cNvPr>
          <p:cNvGrpSpPr/>
          <p:nvPr/>
        </p:nvGrpSpPr>
        <p:grpSpPr>
          <a:xfrm>
            <a:off x="126298" y="5607856"/>
            <a:ext cx="9592603" cy="584775"/>
            <a:chOff x="1492704" y="4618842"/>
            <a:chExt cx="9592603" cy="584775"/>
          </a:xfrm>
        </p:grpSpPr>
        <p:sp>
          <p:nvSpPr>
            <p:cNvPr id="14" name="TextBox 13">
              <a:extLst>
                <a:ext uri="{FF2B5EF4-FFF2-40B4-BE49-F238E27FC236}">
                  <a16:creationId xmlns:a16="http://schemas.microsoft.com/office/drawing/2014/main" id="{2229F243-2D24-B1B8-2B47-47BD43D54DF8}"/>
                </a:ext>
              </a:extLst>
            </p:cNvPr>
            <p:cNvSpPr txBox="1"/>
            <p:nvPr/>
          </p:nvSpPr>
          <p:spPr>
            <a:xfrm>
              <a:off x="4439362" y="4734269"/>
              <a:ext cx="6645945" cy="369332"/>
            </a:xfrm>
            <a:prstGeom prst="rect">
              <a:avLst/>
            </a:prstGeom>
            <a:solidFill>
              <a:schemeClr val="accent2"/>
            </a:solidFill>
          </p:spPr>
          <p:txBody>
            <a:bodyPr wrap="square">
              <a:spAutoFit/>
            </a:bodyPr>
            <a:lstStyle/>
            <a:p>
              <a:r>
                <a:rPr lang="en-GB" b="1" dirty="0">
                  <a:latin typeface="Courier New" panose="02070309020205020404" pitchFamily="49" charset="0"/>
                  <a:cs typeface="Courier New" panose="02070309020205020404" pitchFamily="49" charset="0"/>
                </a:rPr>
                <a:t>db.Users.find({ "</a:t>
              </a:r>
              <a:r>
                <a:rPr lang="en-GB" b="1" dirty="0" err="1">
                  <a:latin typeface="Courier New" panose="02070309020205020404" pitchFamily="49" charset="0"/>
                  <a:cs typeface="Courier New" panose="02070309020205020404" pitchFamily="49" charset="0"/>
                </a:rPr>
                <a:t>address.city</a:t>
              </a:r>
              <a:r>
                <a:rPr lang="en-GB" b="1" dirty="0">
                  <a:latin typeface="Courier New" panose="02070309020205020404" pitchFamily="49" charset="0"/>
                  <a:cs typeface="Courier New" panose="02070309020205020404" pitchFamily="49" charset="0"/>
                </a:rPr>
                <a:t>": "Bradford" });</a:t>
              </a:r>
              <a:endParaRPr lang="en-GB" dirty="0">
                <a:latin typeface="Courier New" panose="02070309020205020404" pitchFamily="49" charset="0"/>
                <a:cs typeface="Courier New" panose="02070309020205020404" pitchFamily="49" charset="0"/>
              </a:endParaRPr>
            </a:p>
          </p:txBody>
        </p:sp>
        <p:sp>
          <p:nvSpPr>
            <p:cNvPr id="16" name="TextBox 15">
              <a:extLst>
                <a:ext uri="{FF2B5EF4-FFF2-40B4-BE49-F238E27FC236}">
                  <a16:creationId xmlns:a16="http://schemas.microsoft.com/office/drawing/2014/main" id="{AF822687-54C4-33E0-310F-F422E0C43B91}"/>
                </a:ext>
              </a:extLst>
            </p:cNvPr>
            <p:cNvSpPr txBox="1"/>
            <p:nvPr/>
          </p:nvSpPr>
          <p:spPr>
            <a:xfrm>
              <a:off x="1492704" y="4618842"/>
              <a:ext cx="2810478" cy="584775"/>
            </a:xfrm>
            <a:prstGeom prst="rect">
              <a:avLst/>
            </a:prstGeom>
            <a:noFill/>
          </p:spPr>
          <p:txBody>
            <a:bodyPr wrap="square">
              <a:spAutoFit/>
            </a:bodyPr>
            <a:lstStyle/>
            <a:p>
              <a:r>
                <a:rPr lang="en-GB" sz="1600" dirty="0">
                  <a:latin typeface="Helvetica" panose="020B0604020202020204" pitchFamily="34" charset="0"/>
                  <a:cs typeface="Helvetica" panose="020B0604020202020204" pitchFamily="34" charset="0"/>
                </a:rPr>
                <a:t>Query for Nested Version to find Users in Bradford</a:t>
              </a:r>
            </a:p>
          </p:txBody>
        </p:sp>
      </p:grpSp>
    </p:spTree>
    <p:extLst>
      <p:ext uri="{BB962C8B-B14F-4D97-AF65-F5344CB8AC3E}">
        <p14:creationId xmlns:p14="http://schemas.microsoft.com/office/powerpoint/2010/main" val="3468557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up)">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AC74A10-DE2D-4116-A2DE-523D729BAD57}"/>
              </a:ext>
            </a:extLst>
          </p:cNvPr>
          <p:cNvSpPr>
            <a:spLocks noGrp="1"/>
          </p:cNvSpPr>
          <p:nvPr>
            <p:ph type="sldNum" sz="quarter" idx="12"/>
          </p:nvPr>
        </p:nvSpPr>
        <p:spPr/>
        <p:txBody>
          <a:bodyPr/>
          <a:lstStyle/>
          <a:p>
            <a:pPr>
              <a:defRPr/>
            </a:pPr>
            <a:fld id="{09B5ADBA-EE88-1840-8B71-40682D165005}" type="slidenum">
              <a:rPr lang="en-GB" smtClean="0"/>
              <a:pPr>
                <a:defRPr/>
              </a:pPr>
              <a:t>32</a:t>
            </a:fld>
            <a:endParaRPr lang="en-GB" dirty="0"/>
          </a:p>
        </p:txBody>
      </p:sp>
      <p:sp>
        <p:nvSpPr>
          <p:cNvPr id="13" name="Footer Placeholder 4">
            <a:extLst>
              <a:ext uri="{FF2B5EF4-FFF2-40B4-BE49-F238E27FC236}">
                <a16:creationId xmlns:a16="http://schemas.microsoft.com/office/drawing/2014/main" id="{B05BF201-15EA-4712-87E8-E69CA936FC58}"/>
              </a:ext>
            </a:extLst>
          </p:cNvPr>
          <p:cNvSpPr>
            <a:spLocks noGrp="1"/>
          </p:cNvSpPr>
          <p:nvPr>
            <p:ph type="ftr" sz="quarter" idx="11"/>
          </p:nvPr>
        </p:nvSpPr>
        <p:spPr>
          <a:xfrm>
            <a:off x="2864768" y="6337300"/>
            <a:ext cx="6645945" cy="365125"/>
          </a:xfrm>
        </p:spPr>
        <p:txBody>
          <a:bodyPr/>
          <a:lstStyle/>
          <a:p>
            <a:pPr>
              <a:spcAft>
                <a:spcPts val="600"/>
              </a:spcAft>
              <a:defRPr/>
            </a:pPr>
            <a:r>
              <a:rPr lang="en-GB" dirty="0"/>
              <a:t>COS6009-B: Large Scale Data Driven Applications</a:t>
            </a:r>
          </a:p>
        </p:txBody>
      </p:sp>
      <p:sp>
        <p:nvSpPr>
          <p:cNvPr id="4" name="Title 1">
            <a:extLst>
              <a:ext uri="{FF2B5EF4-FFF2-40B4-BE49-F238E27FC236}">
                <a16:creationId xmlns:a16="http://schemas.microsoft.com/office/drawing/2014/main" id="{E83313EB-A29A-FDFC-B278-C419DE73A607}"/>
              </a:ext>
            </a:extLst>
          </p:cNvPr>
          <p:cNvSpPr>
            <a:spLocks noGrp="1"/>
          </p:cNvSpPr>
          <p:nvPr>
            <p:ph type="title"/>
          </p:nvPr>
        </p:nvSpPr>
        <p:spPr>
          <a:xfrm>
            <a:off x="290266" y="260648"/>
            <a:ext cx="9615734" cy="365125"/>
          </a:xfrm>
        </p:spPr>
        <p:txBody>
          <a:bodyPr/>
          <a:lstStyle/>
          <a:p>
            <a:r>
              <a:rPr lang="en-GB" sz="3000" dirty="0"/>
              <a:t>Traditional SQL Database vs MongoDB Example</a:t>
            </a:r>
          </a:p>
        </p:txBody>
      </p:sp>
      <p:graphicFrame>
        <p:nvGraphicFramePr>
          <p:cNvPr id="5" name="Table 6">
            <a:extLst>
              <a:ext uri="{FF2B5EF4-FFF2-40B4-BE49-F238E27FC236}">
                <a16:creationId xmlns:a16="http://schemas.microsoft.com/office/drawing/2014/main" id="{03D1EEBC-5E9F-5FA8-2058-9DC6CE6FBD94}"/>
              </a:ext>
            </a:extLst>
          </p:cNvPr>
          <p:cNvGraphicFramePr>
            <a:graphicFrameLocks noGrp="1"/>
          </p:cNvGraphicFramePr>
          <p:nvPr>
            <p:extLst>
              <p:ext uri="{D42A27DB-BD31-4B8C-83A1-F6EECF244321}">
                <p14:modId xmlns:p14="http://schemas.microsoft.com/office/powerpoint/2010/main" val="1615600899"/>
              </p:ext>
            </p:extLst>
          </p:nvPr>
        </p:nvGraphicFramePr>
        <p:xfrm>
          <a:off x="356157" y="1233189"/>
          <a:ext cx="6612607" cy="1112520"/>
        </p:xfrm>
        <a:graphic>
          <a:graphicData uri="http://schemas.openxmlformats.org/drawingml/2006/table">
            <a:tbl>
              <a:tblPr firstRow="1" bandRow="1">
                <a:tableStyleId>{5C22544A-7EE6-4342-B048-85BDC9FD1C3A}</a:tableStyleId>
              </a:tblPr>
              <a:tblGrid>
                <a:gridCol w="902768">
                  <a:extLst>
                    <a:ext uri="{9D8B030D-6E8A-4147-A177-3AD203B41FA5}">
                      <a16:colId xmlns:a16="http://schemas.microsoft.com/office/drawing/2014/main" val="1042415940"/>
                    </a:ext>
                  </a:extLst>
                </a:gridCol>
                <a:gridCol w="1440160">
                  <a:extLst>
                    <a:ext uri="{9D8B030D-6E8A-4147-A177-3AD203B41FA5}">
                      <a16:colId xmlns:a16="http://schemas.microsoft.com/office/drawing/2014/main" val="2021899665"/>
                    </a:ext>
                  </a:extLst>
                </a:gridCol>
                <a:gridCol w="1296144">
                  <a:extLst>
                    <a:ext uri="{9D8B030D-6E8A-4147-A177-3AD203B41FA5}">
                      <a16:colId xmlns:a16="http://schemas.microsoft.com/office/drawing/2014/main" val="2267160229"/>
                    </a:ext>
                  </a:extLst>
                </a:gridCol>
                <a:gridCol w="1584176">
                  <a:extLst>
                    <a:ext uri="{9D8B030D-6E8A-4147-A177-3AD203B41FA5}">
                      <a16:colId xmlns:a16="http://schemas.microsoft.com/office/drawing/2014/main" val="3692324631"/>
                    </a:ext>
                  </a:extLst>
                </a:gridCol>
                <a:gridCol w="1389359">
                  <a:extLst>
                    <a:ext uri="{9D8B030D-6E8A-4147-A177-3AD203B41FA5}">
                      <a16:colId xmlns:a16="http://schemas.microsoft.com/office/drawing/2014/main" val="3510302718"/>
                    </a:ext>
                  </a:extLst>
                </a:gridCol>
              </a:tblGrid>
              <a:tr h="370840">
                <a:tc>
                  <a:txBody>
                    <a:bodyPr/>
                    <a:lstStyle/>
                    <a:p>
                      <a:pPr algn="ctr"/>
                      <a:r>
                        <a:rPr lang="en-GB" dirty="0"/>
                        <a:t>ID</a:t>
                      </a:r>
                    </a:p>
                  </a:txBody>
                  <a:tcPr/>
                </a:tc>
                <a:tc>
                  <a:txBody>
                    <a:bodyPr/>
                    <a:lstStyle/>
                    <a:p>
                      <a:pPr algn="ctr"/>
                      <a:r>
                        <a:rPr lang="en-GB" dirty="0" err="1"/>
                        <a:t>first_name</a:t>
                      </a:r>
                      <a:endParaRPr lang="en-GB" dirty="0"/>
                    </a:p>
                  </a:txBody>
                  <a:tcPr/>
                </a:tc>
                <a:tc>
                  <a:txBody>
                    <a:bodyPr/>
                    <a:lstStyle/>
                    <a:p>
                      <a:pPr algn="ctr"/>
                      <a:r>
                        <a:rPr lang="en-GB" dirty="0" err="1"/>
                        <a:t>last_name</a:t>
                      </a:r>
                      <a:endParaRPr lang="en-GB" dirty="0"/>
                    </a:p>
                  </a:txBody>
                  <a:tcPr/>
                </a:tc>
                <a:tc>
                  <a:txBody>
                    <a:bodyPr/>
                    <a:lstStyle/>
                    <a:p>
                      <a:pPr algn="ctr"/>
                      <a:r>
                        <a:rPr lang="en-GB" dirty="0"/>
                        <a:t>mobile</a:t>
                      </a:r>
                    </a:p>
                  </a:txBody>
                  <a:tcPr/>
                </a:tc>
                <a:tc>
                  <a:txBody>
                    <a:bodyPr/>
                    <a:lstStyle/>
                    <a:p>
                      <a:pPr algn="ctr"/>
                      <a:r>
                        <a:rPr lang="en-GB" dirty="0"/>
                        <a:t>city</a:t>
                      </a:r>
                    </a:p>
                  </a:txBody>
                  <a:tcPr/>
                </a:tc>
                <a:extLst>
                  <a:ext uri="{0D108BD9-81ED-4DB2-BD59-A6C34878D82A}">
                    <a16:rowId xmlns:a16="http://schemas.microsoft.com/office/drawing/2014/main" val="1602589662"/>
                  </a:ext>
                </a:extLst>
              </a:tr>
              <a:tr h="370840">
                <a:tc>
                  <a:txBody>
                    <a:bodyPr/>
                    <a:lstStyle/>
                    <a:p>
                      <a:pPr algn="ctr"/>
                      <a:r>
                        <a:rPr lang="en-GB" dirty="0"/>
                        <a:t>1</a:t>
                      </a:r>
                    </a:p>
                  </a:txBody>
                  <a:tcPr/>
                </a:tc>
                <a:tc>
                  <a:txBody>
                    <a:bodyPr/>
                    <a:lstStyle/>
                    <a:p>
                      <a:pPr algn="ctr"/>
                      <a:r>
                        <a:rPr lang="en-GB" dirty="0"/>
                        <a:t>John</a:t>
                      </a:r>
                    </a:p>
                  </a:txBody>
                  <a:tcPr/>
                </a:tc>
                <a:tc>
                  <a:txBody>
                    <a:bodyPr/>
                    <a:lstStyle/>
                    <a:p>
                      <a:pPr algn="ctr"/>
                      <a:r>
                        <a:rPr lang="en-GB" dirty="0"/>
                        <a:t>Doe</a:t>
                      </a:r>
                    </a:p>
                  </a:txBody>
                  <a:tcPr/>
                </a:tc>
                <a:tc>
                  <a:txBody>
                    <a:bodyPr/>
                    <a:lstStyle/>
                    <a:p>
                      <a:pPr algn="ctr"/>
                      <a:r>
                        <a:rPr lang="en-GB" dirty="0"/>
                        <a:t>01456123789</a:t>
                      </a:r>
                    </a:p>
                  </a:txBody>
                  <a:tcPr/>
                </a:tc>
                <a:tc>
                  <a:txBody>
                    <a:bodyPr/>
                    <a:lstStyle/>
                    <a:p>
                      <a:pPr algn="ctr"/>
                      <a:r>
                        <a:rPr lang="en-GB" dirty="0"/>
                        <a:t>Bradford</a:t>
                      </a:r>
                    </a:p>
                  </a:txBody>
                  <a:tcPr/>
                </a:tc>
                <a:extLst>
                  <a:ext uri="{0D108BD9-81ED-4DB2-BD59-A6C34878D82A}">
                    <a16:rowId xmlns:a16="http://schemas.microsoft.com/office/drawing/2014/main" val="4077716420"/>
                  </a:ext>
                </a:extLst>
              </a:tr>
              <a:tr h="370840">
                <a:tc>
                  <a:txBody>
                    <a:bodyPr/>
                    <a:lstStyle/>
                    <a:p>
                      <a:pPr algn="ctr"/>
                      <a:r>
                        <a:rPr lang="en-GB" dirty="0"/>
                        <a:t>2</a:t>
                      </a:r>
                    </a:p>
                  </a:txBody>
                  <a:tcPr/>
                </a:tc>
                <a:tc>
                  <a:txBody>
                    <a:bodyPr/>
                    <a:lstStyle/>
                    <a:p>
                      <a:pPr algn="ctr"/>
                      <a:r>
                        <a:rPr lang="en-GB" dirty="0"/>
                        <a:t>Alisha</a:t>
                      </a:r>
                    </a:p>
                  </a:txBody>
                  <a:tcPr/>
                </a:tc>
                <a:tc>
                  <a:txBody>
                    <a:bodyPr/>
                    <a:lstStyle/>
                    <a:p>
                      <a:pPr algn="ctr"/>
                      <a:r>
                        <a:rPr lang="en-GB" dirty="0"/>
                        <a:t>Khan</a:t>
                      </a:r>
                    </a:p>
                  </a:txBody>
                  <a:tcPr/>
                </a:tc>
                <a:tc>
                  <a:txBody>
                    <a:bodyPr/>
                    <a:lstStyle/>
                    <a:p>
                      <a:pPr algn="ctr"/>
                      <a:r>
                        <a:rPr lang="en-GB" dirty="0"/>
                        <a:t>01673986745</a:t>
                      </a:r>
                    </a:p>
                  </a:txBody>
                  <a:tcPr/>
                </a:tc>
                <a:tc>
                  <a:txBody>
                    <a:bodyPr/>
                    <a:lstStyle/>
                    <a:p>
                      <a:pPr algn="ctr"/>
                      <a:r>
                        <a:rPr lang="en-GB" dirty="0"/>
                        <a:t>London</a:t>
                      </a:r>
                    </a:p>
                  </a:txBody>
                  <a:tcPr/>
                </a:tc>
                <a:extLst>
                  <a:ext uri="{0D108BD9-81ED-4DB2-BD59-A6C34878D82A}">
                    <a16:rowId xmlns:a16="http://schemas.microsoft.com/office/drawing/2014/main" val="1067582857"/>
                  </a:ext>
                </a:extLst>
              </a:tr>
            </a:tbl>
          </a:graphicData>
        </a:graphic>
      </p:graphicFrame>
      <p:sp>
        <p:nvSpPr>
          <p:cNvPr id="7" name="TextBox 6">
            <a:extLst>
              <a:ext uri="{FF2B5EF4-FFF2-40B4-BE49-F238E27FC236}">
                <a16:creationId xmlns:a16="http://schemas.microsoft.com/office/drawing/2014/main" id="{3C2234EB-1FDB-08CF-503D-A30E94E406B1}"/>
              </a:ext>
            </a:extLst>
          </p:cNvPr>
          <p:cNvSpPr txBox="1"/>
          <p:nvPr/>
        </p:nvSpPr>
        <p:spPr>
          <a:xfrm>
            <a:off x="377825" y="851022"/>
            <a:ext cx="1390124" cy="369332"/>
          </a:xfrm>
          <a:prstGeom prst="rect">
            <a:avLst/>
          </a:prstGeom>
          <a:noFill/>
        </p:spPr>
        <p:txBody>
          <a:bodyPr wrap="none" rtlCol="0">
            <a:spAutoFit/>
          </a:bodyPr>
          <a:lstStyle/>
          <a:p>
            <a:r>
              <a:rPr lang="en-GB" b="1" dirty="0">
                <a:latin typeface="Helvetica" panose="020B0604020202020204" pitchFamily="34" charset="0"/>
                <a:cs typeface="Helvetica" panose="020B0604020202020204" pitchFamily="34" charset="0"/>
              </a:rPr>
              <a:t>Users </a:t>
            </a:r>
            <a:r>
              <a:rPr lang="en-GB" dirty="0">
                <a:latin typeface="Helvetica" panose="020B0604020202020204" pitchFamily="34" charset="0"/>
                <a:cs typeface="Helvetica" panose="020B0604020202020204" pitchFamily="34" charset="0"/>
              </a:rPr>
              <a:t>table</a:t>
            </a:r>
          </a:p>
        </p:txBody>
      </p:sp>
      <p:sp>
        <p:nvSpPr>
          <p:cNvPr id="3" name="TextBox 2">
            <a:extLst>
              <a:ext uri="{FF2B5EF4-FFF2-40B4-BE49-F238E27FC236}">
                <a16:creationId xmlns:a16="http://schemas.microsoft.com/office/drawing/2014/main" id="{DF7E6C27-91AB-02A3-B028-9E0372BEC0F2}"/>
              </a:ext>
            </a:extLst>
          </p:cNvPr>
          <p:cNvSpPr txBox="1"/>
          <p:nvPr/>
        </p:nvSpPr>
        <p:spPr>
          <a:xfrm>
            <a:off x="4149847" y="2915036"/>
            <a:ext cx="5637833" cy="2308324"/>
          </a:xfrm>
          <a:prstGeom prst="rect">
            <a:avLst/>
          </a:prstGeom>
          <a:solidFill>
            <a:schemeClr val="tx1"/>
          </a:solidFill>
        </p:spPr>
        <p:txBody>
          <a:bodyPr wrap="square">
            <a:spAutoFit/>
          </a:bodyPr>
          <a:lstStyle/>
          <a:p>
            <a:r>
              <a:rPr lang="en-GB" dirty="0">
                <a:solidFill>
                  <a:schemeClr val="bg1"/>
                </a:solidFill>
                <a:latin typeface="Courier New" panose="02070309020205020404" pitchFamily="49" charset="0"/>
                <a:cs typeface="Courier New" panose="02070309020205020404" pitchFamily="49" charset="0"/>
              </a:rPr>
              <a:t>{  </a:t>
            </a:r>
          </a:p>
          <a:p>
            <a:r>
              <a:rPr lang="en-GB" dirty="0">
                <a:solidFill>
                  <a:srgbClr val="FF0066"/>
                </a:solidFill>
                <a:latin typeface="Courier New" panose="02070309020205020404" pitchFamily="49" charset="0"/>
                <a:cs typeface="Courier New" panose="02070309020205020404" pitchFamily="49" charset="0"/>
              </a:rPr>
              <a:t>  "ID": 2,  </a:t>
            </a:r>
          </a:p>
          <a:p>
            <a:r>
              <a:rPr lang="en-GB" dirty="0">
                <a:solidFill>
                  <a:srgbClr val="FF0066"/>
                </a:solidFill>
                <a:latin typeface="Courier New" panose="02070309020205020404" pitchFamily="49" charset="0"/>
                <a:cs typeface="Courier New" panose="02070309020205020404" pitchFamily="49" charset="0"/>
              </a:rPr>
              <a:t>  "</a:t>
            </a:r>
            <a:r>
              <a:rPr lang="en-GB" dirty="0" err="1">
                <a:solidFill>
                  <a:srgbClr val="FF0066"/>
                </a:solidFill>
                <a:latin typeface="Courier New" panose="02070309020205020404" pitchFamily="49" charset="0"/>
                <a:cs typeface="Courier New" panose="02070309020205020404" pitchFamily="49" charset="0"/>
              </a:rPr>
              <a:t>first_name</a:t>
            </a:r>
            <a:r>
              <a:rPr lang="en-GB" dirty="0">
                <a:solidFill>
                  <a:srgbClr val="FF0066"/>
                </a:solidFill>
                <a:latin typeface="Courier New" panose="02070309020205020404" pitchFamily="49" charset="0"/>
                <a:cs typeface="Courier New" panose="02070309020205020404" pitchFamily="49" charset="0"/>
              </a:rPr>
              <a:t>": </a:t>
            </a:r>
            <a:r>
              <a:rPr lang="en-GB" dirty="0">
                <a:solidFill>
                  <a:schemeClr val="bg1"/>
                </a:solidFill>
                <a:latin typeface="Courier New" panose="02070309020205020404" pitchFamily="49" charset="0"/>
                <a:cs typeface="Courier New" panose="02070309020205020404" pitchFamily="49" charset="0"/>
              </a:rPr>
              <a:t>"Alisha",     </a:t>
            </a:r>
          </a:p>
          <a:p>
            <a:r>
              <a:rPr lang="en-GB" dirty="0">
                <a:solidFill>
                  <a:schemeClr val="bg1"/>
                </a:solidFill>
                <a:latin typeface="Courier New" panose="02070309020205020404" pitchFamily="49" charset="0"/>
                <a:cs typeface="Courier New" panose="02070309020205020404" pitchFamily="49" charset="0"/>
              </a:rPr>
              <a:t>  </a:t>
            </a:r>
            <a:r>
              <a:rPr lang="en-GB" dirty="0">
                <a:solidFill>
                  <a:srgbClr val="FF0066"/>
                </a:solidFill>
                <a:latin typeface="Courier New" panose="02070309020205020404" pitchFamily="49" charset="0"/>
                <a:cs typeface="Courier New" panose="02070309020205020404" pitchFamily="49" charset="0"/>
              </a:rPr>
              <a:t>"</a:t>
            </a:r>
            <a:r>
              <a:rPr lang="en-GB" dirty="0" err="1">
                <a:solidFill>
                  <a:srgbClr val="FF0066"/>
                </a:solidFill>
                <a:latin typeface="Courier New" panose="02070309020205020404" pitchFamily="49" charset="0"/>
                <a:cs typeface="Courier New" panose="02070309020205020404" pitchFamily="49" charset="0"/>
              </a:rPr>
              <a:t>last_name</a:t>
            </a:r>
            <a:r>
              <a:rPr lang="en-GB" dirty="0">
                <a:solidFill>
                  <a:srgbClr val="FF0066"/>
                </a:solidFill>
                <a:latin typeface="Courier New" panose="02070309020205020404" pitchFamily="49" charset="0"/>
                <a:cs typeface="Courier New" panose="02070309020205020404" pitchFamily="49" charset="0"/>
              </a:rPr>
              <a:t>": </a:t>
            </a:r>
            <a:r>
              <a:rPr lang="en-GB" dirty="0">
                <a:solidFill>
                  <a:schemeClr val="bg1"/>
                </a:solidFill>
                <a:latin typeface="Courier New" panose="02070309020205020404" pitchFamily="49" charset="0"/>
                <a:cs typeface="Courier New" panose="02070309020205020404" pitchFamily="49" charset="0"/>
              </a:rPr>
              <a:t>"Khan",  </a:t>
            </a:r>
          </a:p>
          <a:p>
            <a:r>
              <a:rPr lang="en-GB" dirty="0">
                <a:solidFill>
                  <a:srgbClr val="FF0066"/>
                </a:solidFill>
                <a:latin typeface="Courier New" panose="02070309020205020404" pitchFamily="49" charset="0"/>
                <a:cs typeface="Courier New" panose="02070309020205020404" pitchFamily="49" charset="0"/>
              </a:rPr>
              <a:t>  "mobile": </a:t>
            </a:r>
            <a:r>
              <a:rPr lang="en-GB" dirty="0">
                <a:solidFill>
                  <a:schemeClr val="bg1"/>
                </a:solidFill>
                <a:latin typeface="Courier New" panose="02070309020205020404" pitchFamily="49" charset="0"/>
                <a:cs typeface="Courier New" panose="02070309020205020404" pitchFamily="49" charset="0"/>
              </a:rPr>
              <a:t>"01673986745",   </a:t>
            </a:r>
          </a:p>
          <a:p>
            <a:r>
              <a:rPr lang="en-GB" dirty="0">
                <a:solidFill>
                  <a:schemeClr val="bg1"/>
                </a:solidFill>
                <a:latin typeface="Courier New" panose="02070309020205020404" pitchFamily="49" charset="0"/>
                <a:cs typeface="Courier New" panose="02070309020205020404" pitchFamily="49" charset="0"/>
              </a:rPr>
              <a:t>  </a:t>
            </a:r>
            <a:r>
              <a:rPr lang="en-GB" dirty="0">
                <a:solidFill>
                  <a:srgbClr val="FF0066"/>
                </a:solidFill>
                <a:latin typeface="Courier New" panose="02070309020205020404" pitchFamily="49" charset="0"/>
                <a:cs typeface="Courier New" panose="02070309020205020404" pitchFamily="49" charset="0"/>
              </a:rPr>
              <a:t>"city": </a:t>
            </a:r>
            <a:r>
              <a:rPr lang="en-GB" dirty="0">
                <a:solidFill>
                  <a:schemeClr val="bg1"/>
                </a:solidFill>
                <a:latin typeface="Courier New" panose="02070309020205020404" pitchFamily="49" charset="0"/>
                <a:cs typeface="Courier New" panose="02070309020205020404" pitchFamily="49" charset="0"/>
              </a:rPr>
              <a:t>"London",</a:t>
            </a:r>
          </a:p>
          <a:p>
            <a:r>
              <a:rPr lang="en-GB" dirty="0">
                <a:solidFill>
                  <a:schemeClr val="bg1"/>
                </a:solidFill>
                <a:latin typeface="Courier New" panose="02070309020205020404" pitchFamily="49" charset="0"/>
                <a:cs typeface="Courier New" panose="02070309020205020404" pitchFamily="49" charset="0"/>
              </a:rPr>
              <a:t>  </a:t>
            </a:r>
            <a:r>
              <a:rPr lang="en-GB" dirty="0">
                <a:solidFill>
                  <a:srgbClr val="FF0066"/>
                </a:solidFill>
                <a:latin typeface="Courier New" panose="02070309020205020404" pitchFamily="49" charset="0"/>
                <a:cs typeface="Courier New" panose="02070309020205020404" pitchFamily="49" charset="0"/>
              </a:rPr>
              <a:t>"hobbies": </a:t>
            </a:r>
            <a:r>
              <a:rPr lang="en-GB" dirty="0">
                <a:solidFill>
                  <a:schemeClr val="bg1"/>
                </a:solidFill>
                <a:latin typeface="Courier New" panose="02070309020205020404" pitchFamily="49" charset="0"/>
                <a:cs typeface="Courier New" panose="02070309020205020404" pitchFamily="49" charset="0"/>
              </a:rPr>
              <a:t>["Cycling", "Photography"]  </a:t>
            </a:r>
          </a:p>
          <a:p>
            <a:r>
              <a:rPr lang="en-GB" dirty="0">
                <a:solidFill>
                  <a:srgbClr val="FF0066"/>
                </a:solidFill>
                <a:latin typeface="Courier New" panose="02070309020205020404" pitchFamily="49" charset="0"/>
                <a:cs typeface="Courier New" panose="02070309020205020404" pitchFamily="49" charset="0"/>
              </a:rPr>
              <a:t>  </a:t>
            </a:r>
            <a:r>
              <a:rPr lang="en-GB" dirty="0">
                <a:solidFill>
                  <a:schemeClr val="bg1"/>
                </a:solidFill>
                <a:latin typeface="Courier New" panose="02070309020205020404" pitchFamily="49" charset="0"/>
                <a:cs typeface="Courier New" panose="02070309020205020404" pitchFamily="49" charset="0"/>
              </a:rPr>
              <a:t>}</a:t>
            </a:r>
          </a:p>
        </p:txBody>
      </p:sp>
      <p:graphicFrame>
        <p:nvGraphicFramePr>
          <p:cNvPr id="17" name="Table 17">
            <a:extLst>
              <a:ext uri="{FF2B5EF4-FFF2-40B4-BE49-F238E27FC236}">
                <a16:creationId xmlns:a16="http://schemas.microsoft.com/office/drawing/2014/main" id="{43AFE39C-19BD-293E-064B-144571D6E3AD}"/>
              </a:ext>
            </a:extLst>
          </p:cNvPr>
          <p:cNvGraphicFramePr>
            <a:graphicFrameLocks noGrp="1"/>
          </p:cNvGraphicFramePr>
          <p:nvPr>
            <p:extLst>
              <p:ext uri="{D42A27DB-BD31-4B8C-83A1-F6EECF244321}">
                <p14:modId xmlns:p14="http://schemas.microsoft.com/office/powerpoint/2010/main" val="4247378737"/>
              </p:ext>
            </p:extLst>
          </p:nvPr>
        </p:nvGraphicFramePr>
        <p:xfrm>
          <a:off x="356157" y="3122313"/>
          <a:ext cx="3372707" cy="1854200"/>
        </p:xfrm>
        <a:graphic>
          <a:graphicData uri="http://schemas.openxmlformats.org/drawingml/2006/table">
            <a:tbl>
              <a:tblPr firstRow="1" bandRow="1">
                <a:tableStyleId>{5C22544A-7EE6-4342-B048-85BDC9FD1C3A}</a:tableStyleId>
              </a:tblPr>
              <a:tblGrid>
                <a:gridCol w="588580">
                  <a:extLst>
                    <a:ext uri="{9D8B030D-6E8A-4147-A177-3AD203B41FA5}">
                      <a16:colId xmlns:a16="http://schemas.microsoft.com/office/drawing/2014/main" val="3527442348"/>
                    </a:ext>
                  </a:extLst>
                </a:gridCol>
                <a:gridCol w="1034267">
                  <a:extLst>
                    <a:ext uri="{9D8B030D-6E8A-4147-A177-3AD203B41FA5}">
                      <a16:colId xmlns:a16="http://schemas.microsoft.com/office/drawing/2014/main" val="3116412083"/>
                    </a:ext>
                  </a:extLst>
                </a:gridCol>
                <a:gridCol w="1749860">
                  <a:extLst>
                    <a:ext uri="{9D8B030D-6E8A-4147-A177-3AD203B41FA5}">
                      <a16:colId xmlns:a16="http://schemas.microsoft.com/office/drawing/2014/main" val="4144975761"/>
                    </a:ext>
                  </a:extLst>
                </a:gridCol>
              </a:tblGrid>
              <a:tr h="370840">
                <a:tc>
                  <a:txBody>
                    <a:bodyPr/>
                    <a:lstStyle/>
                    <a:p>
                      <a:pPr algn="ctr"/>
                      <a:r>
                        <a:rPr lang="en-GB" dirty="0"/>
                        <a:t>ID</a:t>
                      </a:r>
                    </a:p>
                  </a:txBody>
                  <a:tcPr/>
                </a:tc>
                <a:tc>
                  <a:txBody>
                    <a:bodyPr/>
                    <a:lstStyle/>
                    <a:p>
                      <a:pPr algn="ctr"/>
                      <a:r>
                        <a:rPr lang="en-GB" u="none" dirty="0" err="1"/>
                        <a:t>user_id</a:t>
                      </a:r>
                      <a:endParaRPr lang="en-GB" u="none" dirty="0"/>
                    </a:p>
                  </a:txBody>
                  <a:tcPr/>
                </a:tc>
                <a:tc>
                  <a:txBody>
                    <a:bodyPr/>
                    <a:lstStyle/>
                    <a:p>
                      <a:pPr algn="ctr"/>
                      <a:r>
                        <a:rPr lang="en-GB" dirty="0"/>
                        <a:t>hobby</a:t>
                      </a:r>
                    </a:p>
                  </a:txBody>
                  <a:tcPr/>
                </a:tc>
                <a:extLst>
                  <a:ext uri="{0D108BD9-81ED-4DB2-BD59-A6C34878D82A}">
                    <a16:rowId xmlns:a16="http://schemas.microsoft.com/office/drawing/2014/main" val="1853460525"/>
                  </a:ext>
                </a:extLst>
              </a:tr>
              <a:tr h="370840">
                <a:tc>
                  <a:txBody>
                    <a:bodyPr/>
                    <a:lstStyle/>
                    <a:p>
                      <a:pPr algn="ctr"/>
                      <a:r>
                        <a:rPr lang="en-GB" dirty="0"/>
                        <a:t>10</a:t>
                      </a:r>
                    </a:p>
                  </a:txBody>
                  <a:tcPr/>
                </a:tc>
                <a:tc>
                  <a:txBody>
                    <a:bodyPr/>
                    <a:lstStyle/>
                    <a:p>
                      <a:pPr algn="ctr"/>
                      <a:r>
                        <a:rPr lang="en-GB" dirty="0"/>
                        <a:t>1</a:t>
                      </a:r>
                    </a:p>
                  </a:txBody>
                  <a:tcPr/>
                </a:tc>
                <a:tc>
                  <a:txBody>
                    <a:bodyPr/>
                    <a:lstStyle/>
                    <a:p>
                      <a:pPr algn="ctr"/>
                      <a:r>
                        <a:rPr lang="en-GB" dirty="0"/>
                        <a:t>Reading </a:t>
                      </a:r>
                    </a:p>
                  </a:txBody>
                  <a:tcPr/>
                </a:tc>
                <a:extLst>
                  <a:ext uri="{0D108BD9-81ED-4DB2-BD59-A6C34878D82A}">
                    <a16:rowId xmlns:a16="http://schemas.microsoft.com/office/drawing/2014/main" val="2493282008"/>
                  </a:ext>
                </a:extLst>
              </a:tr>
              <a:tr h="370840">
                <a:tc>
                  <a:txBody>
                    <a:bodyPr/>
                    <a:lstStyle/>
                    <a:p>
                      <a:pPr algn="ctr"/>
                      <a:r>
                        <a:rPr lang="en-GB" dirty="0"/>
                        <a:t>11</a:t>
                      </a:r>
                    </a:p>
                  </a:txBody>
                  <a:tcPr/>
                </a:tc>
                <a:tc>
                  <a:txBody>
                    <a:bodyPr/>
                    <a:lstStyle/>
                    <a:p>
                      <a:pPr algn="ctr"/>
                      <a:r>
                        <a:rPr lang="en-GB" dirty="0"/>
                        <a:t>2</a:t>
                      </a:r>
                    </a:p>
                  </a:txBody>
                  <a:tcPr/>
                </a:tc>
                <a:tc>
                  <a:txBody>
                    <a:bodyPr/>
                    <a:lstStyle/>
                    <a:p>
                      <a:pPr algn="ctr"/>
                      <a:r>
                        <a:rPr lang="en-GB" dirty="0"/>
                        <a:t>Cycling </a:t>
                      </a:r>
                    </a:p>
                  </a:txBody>
                  <a:tcPr/>
                </a:tc>
                <a:extLst>
                  <a:ext uri="{0D108BD9-81ED-4DB2-BD59-A6C34878D82A}">
                    <a16:rowId xmlns:a16="http://schemas.microsoft.com/office/drawing/2014/main" val="3871867901"/>
                  </a:ext>
                </a:extLst>
              </a:tr>
              <a:tr h="370840">
                <a:tc>
                  <a:txBody>
                    <a:bodyPr/>
                    <a:lstStyle/>
                    <a:p>
                      <a:pPr algn="ctr"/>
                      <a:r>
                        <a:rPr lang="en-GB" dirty="0"/>
                        <a:t>12</a:t>
                      </a:r>
                    </a:p>
                  </a:txBody>
                  <a:tcPr/>
                </a:tc>
                <a:tc>
                  <a:txBody>
                    <a:bodyPr/>
                    <a:lstStyle/>
                    <a:p>
                      <a:pPr algn="ctr"/>
                      <a:r>
                        <a:rPr lang="en-GB" dirty="0"/>
                        <a:t>2</a:t>
                      </a:r>
                    </a:p>
                  </a:txBody>
                  <a:tcPr/>
                </a:tc>
                <a:tc>
                  <a:txBody>
                    <a:bodyPr/>
                    <a:lstStyle/>
                    <a:p>
                      <a:pPr algn="ctr"/>
                      <a:r>
                        <a:rPr lang="en-GB" dirty="0"/>
                        <a:t>Photography </a:t>
                      </a:r>
                    </a:p>
                  </a:txBody>
                  <a:tcPr/>
                </a:tc>
                <a:extLst>
                  <a:ext uri="{0D108BD9-81ED-4DB2-BD59-A6C34878D82A}">
                    <a16:rowId xmlns:a16="http://schemas.microsoft.com/office/drawing/2014/main" val="2805615660"/>
                  </a:ext>
                </a:extLst>
              </a:tr>
              <a:tr h="370840">
                <a:tc>
                  <a:txBody>
                    <a:bodyPr/>
                    <a:lstStyle/>
                    <a:p>
                      <a:pPr algn="ctr"/>
                      <a:r>
                        <a:rPr lang="en-GB" dirty="0"/>
                        <a:t>13</a:t>
                      </a:r>
                    </a:p>
                  </a:txBody>
                  <a:tcPr/>
                </a:tc>
                <a:tc>
                  <a:txBody>
                    <a:bodyPr/>
                    <a:lstStyle/>
                    <a:p>
                      <a:pPr algn="ctr"/>
                      <a:r>
                        <a:rPr lang="en-GB" dirty="0"/>
                        <a:t>1</a:t>
                      </a:r>
                    </a:p>
                  </a:txBody>
                  <a:tcPr/>
                </a:tc>
                <a:tc>
                  <a:txBody>
                    <a:bodyPr/>
                    <a:lstStyle/>
                    <a:p>
                      <a:pPr algn="ctr"/>
                      <a:r>
                        <a:rPr lang="en-GB" dirty="0"/>
                        <a:t>Gaming </a:t>
                      </a:r>
                    </a:p>
                  </a:txBody>
                  <a:tcPr/>
                </a:tc>
                <a:extLst>
                  <a:ext uri="{0D108BD9-81ED-4DB2-BD59-A6C34878D82A}">
                    <a16:rowId xmlns:a16="http://schemas.microsoft.com/office/drawing/2014/main" val="1073164291"/>
                  </a:ext>
                </a:extLst>
              </a:tr>
            </a:tbl>
          </a:graphicData>
        </a:graphic>
      </p:graphicFrame>
      <p:sp>
        <p:nvSpPr>
          <p:cNvPr id="19" name="TextBox 18">
            <a:extLst>
              <a:ext uri="{FF2B5EF4-FFF2-40B4-BE49-F238E27FC236}">
                <a16:creationId xmlns:a16="http://schemas.microsoft.com/office/drawing/2014/main" id="{8A65FA6E-EFFF-3712-CE18-BE4198A7A029}"/>
              </a:ext>
            </a:extLst>
          </p:cNvPr>
          <p:cNvSpPr txBox="1"/>
          <p:nvPr/>
        </p:nvSpPr>
        <p:spPr>
          <a:xfrm>
            <a:off x="356157" y="2752981"/>
            <a:ext cx="1928972" cy="369332"/>
          </a:xfrm>
          <a:prstGeom prst="rect">
            <a:avLst/>
          </a:prstGeom>
          <a:noFill/>
        </p:spPr>
        <p:txBody>
          <a:bodyPr wrap="square">
            <a:spAutoFit/>
          </a:bodyPr>
          <a:lstStyle/>
          <a:p>
            <a:r>
              <a:rPr lang="en-GB" b="1" dirty="0">
                <a:latin typeface="Helvetica" panose="020B0604020202020204" pitchFamily="34" charset="0"/>
                <a:cs typeface="Helvetica" panose="020B0604020202020204" pitchFamily="34" charset="0"/>
              </a:rPr>
              <a:t>Hobbies </a:t>
            </a:r>
            <a:r>
              <a:rPr lang="en-GB" dirty="0">
                <a:latin typeface="Helvetica" panose="020B0604020202020204" pitchFamily="34" charset="0"/>
                <a:cs typeface="Helvetica" panose="020B0604020202020204" pitchFamily="34" charset="0"/>
              </a:rPr>
              <a:t>table </a:t>
            </a:r>
            <a:endParaRPr lang="en-GB" dirty="0"/>
          </a:p>
        </p:txBody>
      </p:sp>
    </p:spTree>
    <p:extLst>
      <p:ext uri="{BB962C8B-B14F-4D97-AF65-F5344CB8AC3E}">
        <p14:creationId xmlns:p14="http://schemas.microsoft.com/office/powerpoint/2010/main" val="1718556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AC74A10-DE2D-4116-A2DE-523D729BAD57}"/>
              </a:ext>
            </a:extLst>
          </p:cNvPr>
          <p:cNvSpPr>
            <a:spLocks noGrp="1"/>
          </p:cNvSpPr>
          <p:nvPr>
            <p:ph type="sldNum" sz="quarter" idx="12"/>
          </p:nvPr>
        </p:nvSpPr>
        <p:spPr/>
        <p:txBody>
          <a:bodyPr/>
          <a:lstStyle/>
          <a:p>
            <a:pPr>
              <a:defRPr/>
            </a:pPr>
            <a:fld id="{09B5ADBA-EE88-1840-8B71-40682D165005}" type="slidenum">
              <a:rPr lang="en-GB" smtClean="0"/>
              <a:pPr>
                <a:defRPr/>
              </a:pPr>
              <a:t>33</a:t>
            </a:fld>
            <a:endParaRPr lang="en-GB" dirty="0"/>
          </a:p>
        </p:txBody>
      </p:sp>
      <p:sp>
        <p:nvSpPr>
          <p:cNvPr id="8" name="Content Placeholder 2">
            <a:extLst>
              <a:ext uri="{FF2B5EF4-FFF2-40B4-BE49-F238E27FC236}">
                <a16:creationId xmlns:a16="http://schemas.microsoft.com/office/drawing/2014/main" id="{0CAEA833-7FC5-4738-B55E-A41BE3BB8F6F}"/>
              </a:ext>
            </a:extLst>
          </p:cNvPr>
          <p:cNvSpPr txBox="1">
            <a:spLocks/>
          </p:cNvSpPr>
          <p:nvPr/>
        </p:nvSpPr>
        <p:spPr bwMode="auto">
          <a:xfrm>
            <a:off x="3800872" y="2996952"/>
            <a:ext cx="2160239"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normAutofit fontScale="85000" lnSpcReduction="10000"/>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Lucida Sans Unicode" panose="020B0602030504020204" pitchFamily="34" charset="0"/>
                <a:ea typeface="ＭＳ Ｐゴシック" charset="0"/>
                <a:cs typeface="Lucida Sans Unicode" panose="020B0602030504020204" pitchFamily="34" charset="0"/>
              </a:defRPr>
            </a:lvl1pPr>
            <a:lvl2pPr marL="742950" indent="-285750" algn="l" rtl="0" eaLnBrk="1" fontAlgn="base" hangingPunct="1">
              <a:spcBef>
                <a:spcPct val="20000"/>
              </a:spcBef>
              <a:spcAft>
                <a:spcPct val="0"/>
              </a:spcAft>
              <a:buFont typeface="Arial" charset="0"/>
              <a:buChar char="–"/>
              <a:defRPr sz="2400" kern="1200">
                <a:solidFill>
                  <a:schemeClr val="tx1"/>
                </a:solidFill>
                <a:latin typeface="Lucida Sans Unicode" panose="020B0602030504020204" pitchFamily="34" charset="0"/>
                <a:ea typeface="ＭＳ Ｐゴシック" charset="0"/>
                <a:cs typeface="Lucida Sans Unicode" panose="020B0602030504020204" pitchFamily="34" charset="0"/>
              </a:defRPr>
            </a:lvl2pPr>
            <a:lvl3pPr marL="1143000" indent="-228600" algn="l" rtl="0" eaLnBrk="1" fontAlgn="base" hangingPunct="1">
              <a:spcBef>
                <a:spcPct val="20000"/>
              </a:spcBef>
              <a:spcAft>
                <a:spcPct val="0"/>
              </a:spcAft>
              <a:buFont typeface="Arial" charset="0"/>
              <a:buChar char="•"/>
              <a:defRPr sz="2000" kern="1200">
                <a:solidFill>
                  <a:schemeClr val="tx1"/>
                </a:solidFill>
                <a:latin typeface="Lucida Sans Unicode" panose="020B0602030504020204" pitchFamily="34" charset="0"/>
                <a:ea typeface="ＭＳ Ｐゴシック" charset="0"/>
                <a:cs typeface="Lucida Sans Unicode" panose="020B0602030504020204" pitchFamily="34" charset="0"/>
              </a:defRPr>
            </a:lvl3pPr>
            <a:lvl4pPr marL="1600200" indent="-228600" algn="l" rtl="0" eaLnBrk="1" fontAlgn="base" hangingPunct="1">
              <a:spcBef>
                <a:spcPct val="20000"/>
              </a:spcBef>
              <a:spcAft>
                <a:spcPct val="0"/>
              </a:spcAft>
              <a:buFont typeface="Arial" charset="0"/>
              <a:buChar char="–"/>
              <a:defRPr sz="1800" kern="1200">
                <a:solidFill>
                  <a:schemeClr val="tx1"/>
                </a:solidFill>
                <a:latin typeface="Lucida Sans Unicode" panose="020B0602030504020204" pitchFamily="34" charset="0"/>
                <a:ea typeface="ＭＳ Ｐゴシック" charset="0"/>
                <a:cs typeface="Lucida Sans Unicode" panose="020B0602030504020204" pitchFamily="34" charset="0"/>
              </a:defRPr>
            </a:lvl4pPr>
            <a:lvl5pPr marL="2057400" indent="-228600" algn="l" rtl="0" eaLnBrk="1" fontAlgn="base" hangingPunct="1">
              <a:spcBef>
                <a:spcPct val="20000"/>
              </a:spcBef>
              <a:spcAft>
                <a:spcPct val="0"/>
              </a:spcAft>
              <a:buFont typeface="Arial" charset="0"/>
              <a:buChar char="»"/>
              <a:defRPr sz="1800" kern="1200">
                <a:solidFill>
                  <a:schemeClr val="tx1"/>
                </a:solidFill>
                <a:latin typeface="Lucida Sans Unicode" panose="020B0602030504020204" pitchFamily="34" charset="0"/>
                <a:ea typeface="ＭＳ Ｐゴシック" charset="0"/>
                <a:cs typeface="Lucida Sans Unicode" panose="020B0602030504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Clr>
                <a:srgbClr val="C00000"/>
              </a:buClr>
              <a:buNone/>
            </a:pPr>
            <a:r>
              <a:rPr lang="en-GB" sz="3600" dirty="0">
                <a:latin typeface="Comic Sans MS" panose="030F0702030302020204" pitchFamily="66" charset="0"/>
              </a:rPr>
              <a:t>Questions?</a:t>
            </a:r>
          </a:p>
        </p:txBody>
      </p:sp>
      <p:sp>
        <p:nvSpPr>
          <p:cNvPr id="13" name="Footer Placeholder 4">
            <a:extLst>
              <a:ext uri="{FF2B5EF4-FFF2-40B4-BE49-F238E27FC236}">
                <a16:creationId xmlns:a16="http://schemas.microsoft.com/office/drawing/2014/main" id="{B05BF201-15EA-4712-87E8-E69CA936FC58}"/>
              </a:ext>
            </a:extLst>
          </p:cNvPr>
          <p:cNvSpPr>
            <a:spLocks noGrp="1"/>
          </p:cNvSpPr>
          <p:nvPr>
            <p:ph type="ftr" sz="quarter" idx="11"/>
          </p:nvPr>
        </p:nvSpPr>
        <p:spPr>
          <a:xfrm>
            <a:off x="2864768" y="6337300"/>
            <a:ext cx="6645945" cy="365125"/>
          </a:xfrm>
        </p:spPr>
        <p:txBody>
          <a:bodyPr/>
          <a:lstStyle/>
          <a:p>
            <a:pPr>
              <a:spcAft>
                <a:spcPts val="600"/>
              </a:spcAft>
              <a:defRPr/>
            </a:pPr>
            <a:r>
              <a:rPr lang="en-GB" dirty="0"/>
              <a:t>COS6009-B: Large Scale Data Driven Applications</a:t>
            </a:r>
          </a:p>
        </p:txBody>
      </p:sp>
    </p:spTree>
    <p:extLst>
      <p:ext uri="{BB962C8B-B14F-4D97-AF65-F5344CB8AC3E}">
        <p14:creationId xmlns:p14="http://schemas.microsoft.com/office/powerpoint/2010/main" val="10066440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AC74A10-DE2D-4116-A2DE-523D729BAD57}"/>
              </a:ext>
            </a:extLst>
          </p:cNvPr>
          <p:cNvSpPr>
            <a:spLocks noGrp="1"/>
          </p:cNvSpPr>
          <p:nvPr>
            <p:ph type="sldNum" sz="quarter" idx="12"/>
          </p:nvPr>
        </p:nvSpPr>
        <p:spPr/>
        <p:txBody>
          <a:bodyPr/>
          <a:lstStyle/>
          <a:p>
            <a:pPr>
              <a:defRPr/>
            </a:pPr>
            <a:fld id="{09B5ADBA-EE88-1840-8B71-40682D165005}" type="slidenum">
              <a:rPr lang="en-GB" smtClean="0"/>
              <a:pPr>
                <a:defRPr/>
              </a:pPr>
              <a:t>34</a:t>
            </a:fld>
            <a:endParaRPr lang="en-GB" dirty="0"/>
          </a:p>
        </p:txBody>
      </p:sp>
      <p:sp>
        <p:nvSpPr>
          <p:cNvPr id="13" name="Footer Placeholder 4">
            <a:extLst>
              <a:ext uri="{FF2B5EF4-FFF2-40B4-BE49-F238E27FC236}">
                <a16:creationId xmlns:a16="http://schemas.microsoft.com/office/drawing/2014/main" id="{B05BF201-15EA-4712-87E8-E69CA936FC58}"/>
              </a:ext>
            </a:extLst>
          </p:cNvPr>
          <p:cNvSpPr>
            <a:spLocks noGrp="1"/>
          </p:cNvSpPr>
          <p:nvPr>
            <p:ph type="ftr" sz="quarter" idx="11"/>
          </p:nvPr>
        </p:nvSpPr>
        <p:spPr>
          <a:xfrm>
            <a:off x="2864768" y="6337300"/>
            <a:ext cx="6645945" cy="365125"/>
          </a:xfrm>
        </p:spPr>
        <p:txBody>
          <a:bodyPr/>
          <a:lstStyle/>
          <a:p>
            <a:pPr>
              <a:spcAft>
                <a:spcPts val="600"/>
              </a:spcAft>
              <a:defRPr/>
            </a:pPr>
            <a:r>
              <a:rPr lang="en-GB" dirty="0"/>
              <a:t>COS6009-B: Large Scale Data Driven Applications</a:t>
            </a:r>
          </a:p>
        </p:txBody>
      </p:sp>
      <p:sp>
        <p:nvSpPr>
          <p:cNvPr id="4" name="TextBox 3">
            <a:extLst>
              <a:ext uri="{FF2B5EF4-FFF2-40B4-BE49-F238E27FC236}">
                <a16:creationId xmlns:a16="http://schemas.microsoft.com/office/drawing/2014/main" id="{8EBD803B-8DEC-B26E-C2D4-C0A8EDCC4C6B}"/>
              </a:ext>
            </a:extLst>
          </p:cNvPr>
          <p:cNvSpPr txBox="1"/>
          <p:nvPr/>
        </p:nvSpPr>
        <p:spPr>
          <a:xfrm>
            <a:off x="488504" y="1124744"/>
            <a:ext cx="8509830" cy="1200329"/>
          </a:xfrm>
          <a:prstGeom prst="rect">
            <a:avLst/>
          </a:prstGeom>
          <a:noFill/>
        </p:spPr>
        <p:txBody>
          <a:bodyPr wrap="none" rtlCol="0">
            <a:spAutoFit/>
          </a:bodyPr>
          <a:lstStyle/>
          <a:p>
            <a:r>
              <a:rPr lang="en-GB" dirty="0">
                <a:latin typeface="Helvetica" panose="020B0604020202020204" pitchFamily="34" charset="0"/>
                <a:cs typeface="Helvetica" panose="020B0604020202020204" pitchFamily="34" charset="0"/>
              </a:rPr>
              <a:t>Some content in this presentation was inspired by and/or adapted from:</a:t>
            </a:r>
          </a:p>
          <a:p>
            <a:endParaRPr lang="en-GB"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dirty="0" err="1">
                <a:latin typeface="Helvetica" panose="020B0604020202020204" pitchFamily="34" charset="0"/>
                <a:cs typeface="Helvetica" panose="020B0604020202020204" pitchFamily="34" charset="0"/>
              </a:rPr>
              <a:t>Dr.</a:t>
            </a:r>
            <a:r>
              <a:rPr lang="en-GB" dirty="0">
                <a:latin typeface="Helvetica" panose="020B0604020202020204" pitchFamily="34" charset="0"/>
                <a:cs typeface="Helvetica" panose="020B0604020202020204" pitchFamily="34" charset="0"/>
              </a:rPr>
              <a:t> Sampath </a:t>
            </a:r>
            <a:r>
              <a:rPr lang="en-GB" dirty="0" err="1">
                <a:latin typeface="Helvetica" panose="020B0604020202020204" pitchFamily="34" charset="0"/>
                <a:cs typeface="Helvetica" panose="020B0604020202020204" pitchFamily="34" charset="0"/>
              </a:rPr>
              <a:t>Jayarathna’s</a:t>
            </a:r>
            <a:r>
              <a:rPr lang="en-GB" dirty="0">
                <a:latin typeface="Helvetica" panose="020B0604020202020204" pitchFamily="34" charset="0"/>
                <a:cs typeface="Helvetica" panose="020B0604020202020204" pitchFamily="34" charset="0"/>
              </a:rPr>
              <a:t> lecture on “Introduction to Data Science &amp; Analytics”</a:t>
            </a:r>
          </a:p>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Mohammad Hammoud’s lecture on “Database Applications ”</a:t>
            </a:r>
          </a:p>
        </p:txBody>
      </p:sp>
    </p:spTree>
    <p:extLst>
      <p:ext uri="{BB962C8B-B14F-4D97-AF65-F5344CB8AC3E}">
        <p14:creationId xmlns:p14="http://schemas.microsoft.com/office/powerpoint/2010/main" val="42254556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al4tdmoahdib7mdmitiproiyp2m6ucjj"/>
</p:tagLst>
</file>

<file path=ppt/theme/theme1.xml><?xml version="1.0" encoding="utf-8"?>
<a:theme xmlns:a="http://schemas.openxmlformats.org/drawingml/2006/main" name="UOB3687_Bradford PPT_Green_External_TEMPLATE">
  <a:themeElements>
    <a:clrScheme name="UOB Green">
      <a:dk1>
        <a:sysClr val="windowText" lastClr="000000"/>
      </a:dk1>
      <a:lt1>
        <a:sysClr val="window" lastClr="FFFFFF"/>
      </a:lt1>
      <a:dk2>
        <a:srgbClr val="005359"/>
      </a:dk2>
      <a:lt2>
        <a:srgbClr val="FFFFFF"/>
      </a:lt2>
      <a:accent1>
        <a:srgbClr val="87A529"/>
      </a:accent1>
      <a:accent2>
        <a:srgbClr val="009EB2"/>
      </a:accent2>
      <a:accent3>
        <a:srgbClr val="395E14"/>
      </a:accent3>
      <a:accent4>
        <a:srgbClr val="E6E7E8"/>
      </a:accent4>
      <a:accent5>
        <a:srgbClr val="C0E064"/>
      </a:accent5>
      <a:accent6>
        <a:srgbClr val="005359"/>
      </a:accent6>
      <a:hlink>
        <a:srgbClr val="009EB2"/>
      </a:hlink>
      <a:folHlink>
        <a:srgbClr val="87A52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rgbClr val="0081BE"/>
          </a:solidFill>
        </a:ln>
        <a:effectLst/>
      </a:spPr>
      <a:bodyPr anchor="ctr"/>
      <a:lstStyle>
        <a:defPPr algn="ctr">
          <a:defRPr dirty="0">
            <a:latin typeface="Lucida Sans"/>
            <a:cs typeface="Lucida Sans"/>
          </a:defRPr>
        </a:defPPr>
      </a:lstStyle>
      <a:style>
        <a:lnRef idx="1">
          <a:schemeClr val="accent1"/>
        </a:lnRef>
        <a:fillRef idx="3">
          <a:schemeClr val="accent1"/>
        </a:fillRef>
        <a:effectRef idx="2">
          <a:schemeClr val="accent1"/>
        </a:effectRef>
        <a:fontRef idx="minor">
          <a:schemeClr val="lt1"/>
        </a:fontRef>
      </a:style>
    </a:spDef>
    <a:lnDef>
      <a:spPr>
        <a:ln w="12700">
          <a:solidFill>
            <a:srgbClr val="87A529"/>
          </a:solidFill>
          <a:prstDash val="sysDash"/>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dirty="0" smtClean="0">
            <a:latin typeface="Lucida Sans Unicode" panose="020B0602030504020204" pitchFamily="34" charset="0"/>
            <a:cs typeface="Lucida Sans Unicode" panose="020B0602030504020204"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462028F1181324286088878907BF764" ma:contentTypeVersion="14" ma:contentTypeDescription="Create a new document." ma:contentTypeScope="" ma:versionID="90976bd7b8c99da3d8fa7de315a6c862">
  <xsd:schema xmlns:xsd="http://www.w3.org/2001/XMLSchema" xmlns:xs="http://www.w3.org/2001/XMLSchema" xmlns:p="http://schemas.microsoft.com/office/2006/metadata/properties" xmlns:ns3="8112531f-664b-410e-b854-b0b109d7936d" xmlns:ns4="b544e34c-2ecd-4376-93c2-9ba4477ab504" targetNamespace="http://schemas.microsoft.com/office/2006/metadata/properties" ma:root="true" ma:fieldsID="40b278b0f625431f435dc1ad5c24d1a0" ns3:_="" ns4:_="">
    <xsd:import namespace="8112531f-664b-410e-b854-b0b109d7936d"/>
    <xsd:import namespace="b544e34c-2ecd-4376-93c2-9ba4477ab50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AutoKeyPoints" minOccurs="0"/>
                <xsd:element ref="ns3:MediaServiceKeyPoints" minOccurs="0"/>
                <xsd:element ref="ns3:MediaServiceGenerationTime" minOccurs="0"/>
                <xsd:element ref="ns3:MediaServiceEventHashCode" minOccurs="0"/>
                <xsd:element ref="ns4:SharedWithUsers" minOccurs="0"/>
                <xsd:element ref="ns4:SharedWithDetails" minOccurs="0"/>
                <xsd:element ref="ns4:SharingHintHash"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12531f-664b-410e-b854-b0b109d793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544e34c-2ecd-4376-93c2-9ba4477ab50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69E357C-CCDC-4DFE-B552-9384A2F6389B}">
  <ds:schemaRefs>
    <ds:schemaRef ds:uri="http://schemas.microsoft.com/office/infopath/2007/PartnerControls"/>
    <ds:schemaRef ds:uri="http://schemas.microsoft.com/office/2006/documentManagement/types"/>
    <ds:schemaRef ds:uri="http://purl.org/dc/elements/1.1/"/>
    <ds:schemaRef ds:uri="http://schemas.microsoft.com/office/2006/metadata/properties"/>
    <ds:schemaRef ds:uri="8112531f-664b-410e-b854-b0b109d7936d"/>
    <ds:schemaRef ds:uri="b544e34c-2ecd-4376-93c2-9ba4477ab504"/>
    <ds:schemaRef ds:uri="http://purl.org/dc/terms/"/>
    <ds:schemaRef ds:uri="http://schemas.openxmlformats.org/package/2006/metadata/core-properties"/>
    <ds:schemaRef ds:uri="http://purl.org/dc/dcmitype/"/>
    <ds:schemaRef ds:uri="http://www.w3.org/XML/1998/namespace"/>
  </ds:schemaRefs>
</ds:datastoreItem>
</file>

<file path=customXml/itemProps2.xml><?xml version="1.0" encoding="utf-8"?>
<ds:datastoreItem xmlns:ds="http://schemas.openxmlformats.org/officeDocument/2006/customXml" ds:itemID="{32CE5C33-72EA-487D-B241-32E996B7F0F7}">
  <ds:schemaRefs>
    <ds:schemaRef ds:uri="http://schemas.microsoft.com/sharepoint/v3/contenttype/forms"/>
  </ds:schemaRefs>
</ds:datastoreItem>
</file>

<file path=customXml/itemProps3.xml><?xml version="1.0" encoding="utf-8"?>
<ds:datastoreItem xmlns:ds="http://schemas.openxmlformats.org/officeDocument/2006/customXml" ds:itemID="{7E933D7E-1225-4F91-9BD7-501C0957F9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12531f-664b-410e-b854-b0b109d7936d"/>
    <ds:schemaRef ds:uri="b544e34c-2ecd-4376-93c2-9ba4477ab5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6743</TotalTime>
  <Words>3357</Words>
  <Application>Microsoft Office PowerPoint</Application>
  <PresentationFormat>A4 Paper (210x297 mm)</PresentationFormat>
  <Paragraphs>577</Paragraphs>
  <Slides>34</Slides>
  <Notes>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34</vt:i4>
      </vt:variant>
    </vt:vector>
  </HeadingPairs>
  <TitlesOfParts>
    <vt:vector size="47" baseType="lpstr">
      <vt:lpstr>Arial</vt:lpstr>
      <vt:lpstr>Calibri</vt:lpstr>
      <vt:lpstr>Comic Sans MS</vt:lpstr>
      <vt:lpstr>Courier New</vt:lpstr>
      <vt:lpstr>Georgia</vt:lpstr>
      <vt:lpstr>Helvetica</vt:lpstr>
      <vt:lpstr>Lucida Sans</vt:lpstr>
      <vt:lpstr>Lucida Sans Unicode</vt:lpstr>
      <vt:lpstr>Times New Roman</vt:lpstr>
      <vt:lpstr>Trebuchet MS</vt:lpstr>
      <vt:lpstr>Wingdings</vt:lpstr>
      <vt:lpstr>Wingdings 3</vt:lpstr>
      <vt:lpstr>UOB3687_Bradford PPT_Green_External_TEMPLATE</vt:lpstr>
      <vt:lpstr>Large Scale Data Driven Applications</vt:lpstr>
      <vt:lpstr>Outline</vt:lpstr>
      <vt:lpstr>Summary of early database systems</vt:lpstr>
      <vt:lpstr>Structure and characteristics of SQL databases</vt:lpstr>
      <vt:lpstr>Transactions – ACID Properties</vt:lpstr>
      <vt:lpstr>SQL Database Examples</vt:lpstr>
      <vt:lpstr>SQL: Limitations for modern data challenges</vt:lpstr>
      <vt:lpstr>NoSQL!</vt:lpstr>
      <vt:lpstr>NoSQL?</vt:lpstr>
      <vt:lpstr>NoSQL Distinguishing Characteristics</vt:lpstr>
      <vt:lpstr>CAP Theorem</vt:lpstr>
      <vt:lpstr>NoSQL Database Types</vt:lpstr>
      <vt:lpstr>Document Stores</vt:lpstr>
      <vt:lpstr>Document Databases: JSON</vt:lpstr>
      <vt:lpstr>Graph Databases</vt:lpstr>
      <vt:lpstr>Key-Value Stores</vt:lpstr>
      <vt:lpstr>Wide-column Stores</vt:lpstr>
      <vt:lpstr>Advantages and Disadvantages of SQL vs NoSQL</vt:lpstr>
      <vt:lpstr>Introduction to MongoDB</vt:lpstr>
      <vt:lpstr>Key Features of MongoDB</vt:lpstr>
      <vt:lpstr>When to Use MongoDB?</vt:lpstr>
      <vt:lpstr>MongoDB Architecture</vt:lpstr>
      <vt:lpstr>Analogy between RDBMS and MongoDB</vt:lpstr>
      <vt:lpstr>Overview of JSON and BSON Formats</vt:lpstr>
      <vt:lpstr>Overview of JSON and BSON Formats</vt:lpstr>
      <vt:lpstr>Overview of BSON and JSON Formats: Example</vt:lpstr>
      <vt:lpstr>MongoDB document</vt:lpstr>
      <vt:lpstr>Data Types of MongoDB </vt:lpstr>
      <vt:lpstr>Data Types of MongoDB </vt:lpstr>
      <vt:lpstr>Traditional SQL Database vs MongoDB Example</vt:lpstr>
      <vt:lpstr>Traditional SQL Database vs MongoDB Example</vt:lpstr>
      <vt:lpstr>Traditional SQL Database vs MongoDB Example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Technologies</dc:title>
  <dc:creator>SK</dc:creator>
  <cp:lastModifiedBy>Sohag Kabir</cp:lastModifiedBy>
  <cp:revision>71</cp:revision>
  <dcterms:created xsi:type="dcterms:W3CDTF">2020-01-19T15:58:01Z</dcterms:created>
  <dcterms:modified xsi:type="dcterms:W3CDTF">2024-10-11T10:39:01Z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0x0101004462028F1181324286088878907BF764</vt:lpwstr>
  </property>
</Properties>
</file>