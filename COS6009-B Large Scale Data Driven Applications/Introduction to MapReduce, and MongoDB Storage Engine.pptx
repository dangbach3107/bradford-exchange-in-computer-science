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58" r:id="rId6"/>
    <p:sldId id="400" r:id="rId7"/>
    <p:sldId id="401" r:id="rId8"/>
    <p:sldId id="279" r:id="rId9"/>
    <p:sldId id="328" r:id="rId10"/>
    <p:sldId id="359" r:id="rId11"/>
    <p:sldId id="402" r:id="rId12"/>
    <p:sldId id="403" r:id="rId13"/>
    <p:sldId id="404" r:id="rId14"/>
    <p:sldId id="331" r:id="rId15"/>
    <p:sldId id="405" r:id="rId16"/>
    <p:sldId id="332" r:id="rId17"/>
    <p:sldId id="333" r:id="rId18"/>
    <p:sldId id="406" r:id="rId19"/>
    <p:sldId id="407" r:id="rId20"/>
    <p:sldId id="408" r:id="rId21"/>
    <p:sldId id="410" r:id="rId22"/>
    <p:sldId id="412" r:id="rId23"/>
    <p:sldId id="411" r:id="rId24"/>
    <p:sldId id="413" r:id="rId25"/>
    <p:sldId id="414" r:id="rId26"/>
    <p:sldId id="415" r:id="rId27"/>
    <p:sldId id="334" r:id="rId28"/>
    <p:sldId id="417" r:id="rId29"/>
    <p:sldId id="416" r:id="rId30"/>
    <p:sldId id="354" r:id="rId31"/>
  </p:sldIdLst>
  <p:sldSz cx="9906000" cy="6858000" type="A4"/>
  <p:notesSz cx="6858000" cy="9144000"/>
  <p:custDataLst>
    <p:tags r:id="rId3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FBD"/>
    <a:srgbClr val="FFD03B"/>
    <a:srgbClr val="FF0066"/>
    <a:srgbClr val="FF33CC"/>
    <a:srgbClr val="0000FF"/>
    <a:srgbClr val="D5C3D7"/>
    <a:srgbClr val="FFE79B"/>
    <a:srgbClr val="FFE181"/>
    <a:srgbClr val="FFDA65"/>
    <a:srgbClr val="96C5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E7AC06-C735-43F1-9D85-B7576B54B274}" v="104" dt="2024-11-10T14:12:14.9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82286" autoAdjust="0"/>
  </p:normalViewPr>
  <p:slideViewPr>
    <p:cSldViewPr showGuides="1">
      <p:cViewPr varScale="1">
        <p:scale>
          <a:sx n="94" d="100"/>
          <a:sy n="94" d="100"/>
        </p:scale>
        <p:origin x="1878" y="78"/>
      </p:cViewPr>
      <p:guideLst>
        <p:guide orient="horz"/>
        <p:guide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55" d="100"/>
          <a:sy n="55" d="100"/>
        </p:scale>
        <p:origin x="-250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g Kabir" userId="e9b0da40-aef8-480a-bb63-d1daacecf555" providerId="ADAL" clId="{B8E7AC06-C735-43F1-9D85-B7576B54B274}"/>
    <pc:docChg chg="undo custSel addSld delSld modSld sldOrd">
      <pc:chgData name="Sohag Kabir" userId="e9b0da40-aef8-480a-bb63-d1daacecf555" providerId="ADAL" clId="{B8E7AC06-C735-43F1-9D85-B7576B54B274}" dt="2024-11-10T14:16:06.678" v="1050" actId="6549"/>
      <pc:docMkLst>
        <pc:docMk/>
      </pc:docMkLst>
      <pc:sldChg chg="modSp mod">
        <pc:chgData name="Sohag Kabir" userId="e9b0da40-aef8-480a-bb63-d1daacecf555" providerId="ADAL" clId="{B8E7AC06-C735-43F1-9D85-B7576B54B274}" dt="2024-11-10T14:03:26.925" v="1040" actId="27636"/>
        <pc:sldMkLst>
          <pc:docMk/>
          <pc:sldMk cId="1234101355" sldId="258"/>
        </pc:sldMkLst>
        <pc:spChg chg="mod">
          <ac:chgData name="Sohag Kabir" userId="e9b0da40-aef8-480a-bb63-d1daacecf555" providerId="ADAL" clId="{B8E7AC06-C735-43F1-9D85-B7576B54B274}" dt="2024-11-10T14:03:26.925" v="1040" actId="27636"/>
          <ac:spMkLst>
            <pc:docMk/>
            <pc:sldMk cId="1234101355" sldId="258"/>
            <ac:spMk id="8" creationId="{6EDEE5A8-4100-3011-D9EC-9F66AE6FE78C}"/>
          </ac:spMkLst>
        </pc:spChg>
      </pc:sldChg>
      <pc:sldChg chg="addSp delSp modSp mod delAnim modAnim">
        <pc:chgData name="Sohag Kabir" userId="e9b0da40-aef8-480a-bb63-d1daacecf555" providerId="ADAL" clId="{B8E7AC06-C735-43F1-9D85-B7576B54B274}" dt="2024-11-10T14:00:18.198" v="933" actId="113"/>
        <pc:sldMkLst>
          <pc:docMk/>
          <pc:sldMk cId="3910056402" sldId="334"/>
        </pc:sldMkLst>
        <pc:spChg chg="mod">
          <ac:chgData name="Sohag Kabir" userId="e9b0da40-aef8-480a-bb63-d1daacecf555" providerId="ADAL" clId="{B8E7AC06-C735-43F1-9D85-B7576B54B274}" dt="2024-11-10T13:55:27.938" v="884" actId="27636"/>
          <ac:spMkLst>
            <pc:docMk/>
            <pc:sldMk cId="3910056402" sldId="334"/>
            <ac:spMk id="2" creationId="{DE13D453-4D7B-47BF-AED4-27D56C3644AA}"/>
          </ac:spMkLst>
        </pc:spChg>
        <pc:spChg chg="del">
          <ac:chgData name="Sohag Kabir" userId="e9b0da40-aef8-480a-bb63-d1daacecf555" providerId="ADAL" clId="{B8E7AC06-C735-43F1-9D85-B7576B54B274}" dt="2024-11-08T14:39:20.492" v="36" actId="478"/>
          <ac:spMkLst>
            <pc:docMk/>
            <pc:sldMk cId="3910056402" sldId="334"/>
            <ac:spMk id="3" creationId="{4F4D07EE-999F-89C4-1670-F0A0A9F1CE58}"/>
          </ac:spMkLst>
        </pc:spChg>
        <pc:spChg chg="del">
          <ac:chgData name="Sohag Kabir" userId="e9b0da40-aef8-480a-bb63-d1daacecf555" providerId="ADAL" clId="{B8E7AC06-C735-43F1-9D85-B7576B54B274}" dt="2024-11-10T13:55:31.724" v="885" actId="478"/>
          <ac:spMkLst>
            <pc:docMk/>
            <pc:sldMk cId="3910056402" sldId="334"/>
            <ac:spMk id="5" creationId="{17E62C77-2D7B-7EAF-07F1-8942D6CBD74C}"/>
          </ac:spMkLst>
        </pc:spChg>
        <pc:spChg chg="add del mod">
          <ac:chgData name="Sohag Kabir" userId="e9b0da40-aef8-480a-bb63-d1daacecf555" providerId="ADAL" clId="{B8E7AC06-C735-43F1-9D85-B7576B54B274}" dt="2024-11-10T13:55:23.381" v="882" actId="478"/>
          <ac:spMkLst>
            <pc:docMk/>
            <pc:sldMk cId="3910056402" sldId="334"/>
            <ac:spMk id="8" creationId="{1E8ECF2E-9806-3B72-C3ED-DB11DAD4A434}"/>
          </ac:spMkLst>
        </pc:spChg>
        <pc:spChg chg="del">
          <ac:chgData name="Sohag Kabir" userId="e9b0da40-aef8-480a-bb63-d1daacecf555" providerId="ADAL" clId="{B8E7AC06-C735-43F1-9D85-B7576B54B274}" dt="2024-11-10T13:55:33.512" v="886" actId="478"/>
          <ac:spMkLst>
            <pc:docMk/>
            <pc:sldMk cId="3910056402" sldId="334"/>
            <ac:spMk id="10" creationId="{5D8EB0AC-D0D9-58AA-9DCD-B9E0162D14BC}"/>
          </ac:spMkLst>
        </pc:spChg>
        <pc:spChg chg="del">
          <ac:chgData name="Sohag Kabir" userId="e9b0da40-aef8-480a-bb63-d1daacecf555" providerId="ADAL" clId="{B8E7AC06-C735-43F1-9D85-B7576B54B274}" dt="2024-11-10T13:55:35.371" v="887" actId="478"/>
          <ac:spMkLst>
            <pc:docMk/>
            <pc:sldMk cId="3910056402" sldId="334"/>
            <ac:spMk id="11" creationId="{C0BCC445-D2E1-D415-7141-90E59D99BDC6}"/>
          </ac:spMkLst>
        </pc:spChg>
        <pc:spChg chg="add mod">
          <ac:chgData name="Sohag Kabir" userId="e9b0da40-aef8-480a-bb63-d1daacecf555" providerId="ADAL" clId="{B8E7AC06-C735-43F1-9D85-B7576B54B274}" dt="2024-11-10T14:00:18.198" v="933" actId="113"/>
          <ac:spMkLst>
            <pc:docMk/>
            <pc:sldMk cId="3910056402" sldId="334"/>
            <ac:spMk id="13" creationId="{B806577F-D20E-DA03-F0A6-85BB03296A00}"/>
          </ac:spMkLst>
        </pc:spChg>
        <pc:spChg chg="del">
          <ac:chgData name="Sohag Kabir" userId="e9b0da40-aef8-480a-bb63-d1daacecf555" providerId="ADAL" clId="{B8E7AC06-C735-43F1-9D85-B7576B54B274}" dt="2024-11-08T14:39:17.123" v="35" actId="478"/>
          <ac:spMkLst>
            <pc:docMk/>
            <pc:sldMk cId="3910056402" sldId="334"/>
            <ac:spMk id="15" creationId="{348058F1-E6F8-4D79-8681-0BBC2A471A42}"/>
          </ac:spMkLst>
        </pc:spChg>
        <pc:spChg chg="del">
          <ac:chgData name="Sohag Kabir" userId="e9b0da40-aef8-480a-bb63-d1daacecf555" providerId="ADAL" clId="{B8E7AC06-C735-43F1-9D85-B7576B54B274}" dt="2024-11-08T14:39:22.098" v="37" actId="478"/>
          <ac:spMkLst>
            <pc:docMk/>
            <pc:sldMk cId="3910056402" sldId="334"/>
            <ac:spMk id="17" creationId="{9E9C4008-41EB-0283-FC8E-24AA09280E1B}"/>
          </ac:spMkLst>
        </pc:spChg>
      </pc:sldChg>
      <pc:sldChg chg="del">
        <pc:chgData name="Sohag Kabir" userId="e9b0da40-aef8-480a-bb63-d1daacecf555" providerId="ADAL" clId="{B8E7AC06-C735-43F1-9D85-B7576B54B274}" dt="2024-11-10T13:51:41.381" v="870" actId="2696"/>
        <pc:sldMkLst>
          <pc:docMk/>
          <pc:sldMk cId="3420084136" sldId="335"/>
        </pc:sldMkLst>
      </pc:sldChg>
      <pc:sldChg chg="del">
        <pc:chgData name="Sohag Kabir" userId="e9b0da40-aef8-480a-bb63-d1daacecf555" providerId="ADAL" clId="{B8E7AC06-C735-43F1-9D85-B7576B54B274}" dt="2024-11-10T13:51:57.368" v="876" actId="2696"/>
        <pc:sldMkLst>
          <pc:docMk/>
          <pc:sldMk cId="2462774452" sldId="360"/>
        </pc:sldMkLst>
      </pc:sldChg>
      <pc:sldChg chg="del">
        <pc:chgData name="Sohag Kabir" userId="e9b0da40-aef8-480a-bb63-d1daacecf555" providerId="ADAL" clId="{B8E7AC06-C735-43F1-9D85-B7576B54B274}" dt="2024-11-10T13:52:12.689" v="879" actId="2696"/>
        <pc:sldMkLst>
          <pc:docMk/>
          <pc:sldMk cId="763177085" sldId="361"/>
        </pc:sldMkLst>
      </pc:sldChg>
      <pc:sldChg chg="del">
        <pc:chgData name="Sohag Kabir" userId="e9b0da40-aef8-480a-bb63-d1daacecf555" providerId="ADAL" clId="{B8E7AC06-C735-43F1-9D85-B7576B54B274}" dt="2024-11-10T13:52:19.452" v="880" actId="2696"/>
        <pc:sldMkLst>
          <pc:docMk/>
          <pc:sldMk cId="1752164433" sldId="362"/>
        </pc:sldMkLst>
      </pc:sldChg>
      <pc:sldChg chg="del">
        <pc:chgData name="Sohag Kabir" userId="e9b0da40-aef8-480a-bb63-d1daacecf555" providerId="ADAL" clId="{B8E7AC06-C735-43F1-9D85-B7576B54B274}" dt="2024-11-10T13:52:12.689" v="879" actId="2696"/>
        <pc:sldMkLst>
          <pc:docMk/>
          <pc:sldMk cId="3873848662" sldId="379"/>
        </pc:sldMkLst>
      </pc:sldChg>
      <pc:sldChg chg="del">
        <pc:chgData name="Sohag Kabir" userId="e9b0da40-aef8-480a-bb63-d1daacecf555" providerId="ADAL" clId="{B8E7AC06-C735-43F1-9D85-B7576B54B274}" dt="2024-11-10T13:52:12.689" v="879" actId="2696"/>
        <pc:sldMkLst>
          <pc:docMk/>
          <pc:sldMk cId="3656481736" sldId="380"/>
        </pc:sldMkLst>
      </pc:sldChg>
      <pc:sldChg chg="del">
        <pc:chgData name="Sohag Kabir" userId="e9b0da40-aef8-480a-bb63-d1daacecf555" providerId="ADAL" clId="{B8E7AC06-C735-43F1-9D85-B7576B54B274}" dt="2024-11-10T13:52:19.452" v="880" actId="2696"/>
        <pc:sldMkLst>
          <pc:docMk/>
          <pc:sldMk cId="635394638" sldId="381"/>
        </pc:sldMkLst>
      </pc:sldChg>
      <pc:sldChg chg="del">
        <pc:chgData name="Sohag Kabir" userId="e9b0da40-aef8-480a-bb63-d1daacecf555" providerId="ADAL" clId="{B8E7AC06-C735-43F1-9D85-B7576B54B274}" dt="2024-11-10T13:51:47.333" v="872" actId="2696"/>
        <pc:sldMkLst>
          <pc:docMk/>
          <pc:sldMk cId="2393207387" sldId="388"/>
        </pc:sldMkLst>
      </pc:sldChg>
      <pc:sldChg chg="del">
        <pc:chgData name="Sohag Kabir" userId="e9b0da40-aef8-480a-bb63-d1daacecf555" providerId="ADAL" clId="{B8E7AC06-C735-43F1-9D85-B7576B54B274}" dt="2024-11-10T13:51:52.456" v="874" actId="2696"/>
        <pc:sldMkLst>
          <pc:docMk/>
          <pc:sldMk cId="1601248851" sldId="389"/>
        </pc:sldMkLst>
      </pc:sldChg>
      <pc:sldChg chg="del">
        <pc:chgData name="Sohag Kabir" userId="e9b0da40-aef8-480a-bb63-d1daacecf555" providerId="ADAL" clId="{B8E7AC06-C735-43F1-9D85-B7576B54B274}" dt="2024-11-10T13:51:44" v="871" actId="2696"/>
        <pc:sldMkLst>
          <pc:docMk/>
          <pc:sldMk cId="3399621653" sldId="390"/>
        </pc:sldMkLst>
      </pc:sldChg>
      <pc:sldChg chg="del">
        <pc:chgData name="Sohag Kabir" userId="e9b0da40-aef8-480a-bb63-d1daacecf555" providerId="ADAL" clId="{B8E7AC06-C735-43F1-9D85-B7576B54B274}" dt="2024-11-10T13:51:49.783" v="873" actId="2696"/>
        <pc:sldMkLst>
          <pc:docMk/>
          <pc:sldMk cId="2218170664" sldId="391"/>
        </pc:sldMkLst>
      </pc:sldChg>
      <pc:sldChg chg="del">
        <pc:chgData name="Sohag Kabir" userId="e9b0da40-aef8-480a-bb63-d1daacecf555" providerId="ADAL" clId="{B8E7AC06-C735-43F1-9D85-B7576B54B274}" dt="2024-11-10T13:51:54.680" v="875" actId="2696"/>
        <pc:sldMkLst>
          <pc:docMk/>
          <pc:sldMk cId="125047475" sldId="392"/>
        </pc:sldMkLst>
      </pc:sldChg>
      <pc:sldChg chg="del">
        <pc:chgData name="Sohag Kabir" userId="e9b0da40-aef8-480a-bb63-d1daacecf555" providerId="ADAL" clId="{B8E7AC06-C735-43F1-9D85-B7576B54B274}" dt="2024-11-10T13:51:59.921" v="877" actId="2696"/>
        <pc:sldMkLst>
          <pc:docMk/>
          <pc:sldMk cId="1324705983" sldId="393"/>
        </pc:sldMkLst>
      </pc:sldChg>
      <pc:sldChg chg="del">
        <pc:chgData name="Sohag Kabir" userId="e9b0da40-aef8-480a-bb63-d1daacecf555" providerId="ADAL" clId="{B8E7AC06-C735-43F1-9D85-B7576B54B274}" dt="2024-11-10T13:52:02.570" v="878" actId="2696"/>
        <pc:sldMkLst>
          <pc:docMk/>
          <pc:sldMk cId="1283336980" sldId="394"/>
        </pc:sldMkLst>
      </pc:sldChg>
      <pc:sldChg chg="del">
        <pc:chgData name="Sohag Kabir" userId="e9b0da40-aef8-480a-bb63-d1daacecf555" providerId="ADAL" clId="{B8E7AC06-C735-43F1-9D85-B7576B54B274}" dt="2024-11-10T13:52:12.689" v="879" actId="2696"/>
        <pc:sldMkLst>
          <pc:docMk/>
          <pc:sldMk cId="1741835963" sldId="395"/>
        </pc:sldMkLst>
      </pc:sldChg>
      <pc:sldChg chg="del">
        <pc:chgData name="Sohag Kabir" userId="e9b0da40-aef8-480a-bb63-d1daacecf555" providerId="ADAL" clId="{B8E7AC06-C735-43F1-9D85-B7576B54B274}" dt="2024-11-10T13:52:19.452" v="880" actId="2696"/>
        <pc:sldMkLst>
          <pc:docMk/>
          <pc:sldMk cId="1857152197" sldId="396"/>
        </pc:sldMkLst>
      </pc:sldChg>
      <pc:sldChg chg="del">
        <pc:chgData name="Sohag Kabir" userId="e9b0da40-aef8-480a-bb63-d1daacecf555" providerId="ADAL" clId="{B8E7AC06-C735-43F1-9D85-B7576B54B274}" dt="2024-11-10T13:52:19.452" v="880" actId="2696"/>
        <pc:sldMkLst>
          <pc:docMk/>
          <pc:sldMk cId="3946204115" sldId="397"/>
        </pc:sldMkLst>
      </pc:sldChg>
      <pc:sldChg chg="del">
        <pc:chgData name="Sohag Kabir" userId="e9b0da40-aef8-480a-bb63-d1daacecf555" providerId="ADAL" clId="{B8E7AC06-C735-43F1-9D85-B7576B54B274}" dt="2024-11-10T13:52:19.452" v="880" actId="2696"/>
        <pc:sldMkLst>
          <pc:docMk/>
          <pc:sldMk cId="4209826432" sldId="398"/>
        </pc:sldMkLst>
      </pc:sldChg>
      <pc:sldChg chg="del">
        <pc:chgData name="Sohag Kabir" userId="e9b0da40-aef8-480a-bb63-d1daacecf555" providerId="ADAL" clId="{B8E7AC06-C735-43F1-9D85-B7576B54B274}" dt="2024-11-10T13:52:19.452" v="880" actId="2696"/>
        <pc:sldMkLst>
          <pc:docMk/>
          <pc:sldMk cId="2566229152" sldId="399"/>
        </pc:sldMkLst>
      </pc:sldChg>
      <pc:sldChg chg="modAnim">
        <pc:chgData name="Sohag Kabir" userId="e9b0da40-aef8-480a-bb63-d1daacecf555" providerId="ADAL" clId="{B8E7AC06-C735-43F1-9D85-B7576B54B274}" dt="2024-11-10T13:49:55.082" v="869"/>
        <pc:sldMkLst>
          <pc:docMk/>
          <pc:sldMk cId="33781686" sldId="405"/>
        </pc:sldMkLst>
      </pc:sldChg>
      <pc:sldChg chg="modSp mod">
        <pc:chgData name="Sohag Kabir" userId="e9b0da40-aef8-480a-bb63-d1daacecf555" providerId="ADAL" clId="{B8E7AC06-C735-43F1-9D85-B7576B54B274}" dt="2024-11-08T14:37:52.414" v="34" actId="1076"/>
        <pc:sldMkLst>
          <pc:docMk/>
          <pc:sldMk cId="3229171927" sldId="407"/>
        </pc:sldMkLst>
        <pc:spChg chg="mod">
          <ac:chgData name="Sohag Kabir" userId="e9b0da40-aef8-480a-bb63-d1daacecf555" providerId="ADAL" clId="{B8E7AC06-C735-43F1-9D85-B7576B54B274}" dt="2024-11-08T14:37:42.669" v="32" actId="6549"/>
          <ac:spMkLst>
            <pc:docMk/>
            <pc:sldMk cId="3229171927" sldId="407"/>
            <ac:spMk id="2" creationId="{DE13D453-4D7B-47BF-AED4-27D56C3644AA}"/>
          </ac:spMkLst>
        </pc:spChg>
        <pc:spChg chg="mod">
          <ac:chgData name="Sohag Kabir" userId="e9b0da40-aef8-480a-bb63-d1daacecf555" providerId="ADAL" clId="{B8E7AC06-C735-43F1-9D85-B7576B54B274}" dt="2024-11-08T14:37:52.414" v="34" actId="1076"/>
          <ac:spMkLst>
            <pc:docMk/>
            <pc:sldMk cId="3229171927" sldId="407"/>
            <ac:spMk id="4" creationId="{067E8DDE-53E4-7A14-5FC3-A433A7B9CE68}"/>
          </ac:spMkLst>
        </pc:spChg>
      </pc:sldChg>
      <pc:sldChg chg="addSp delSp modSp mod modAnim modNotesTx">
        <pc:chgData name="Sohag Kabir" userId="e9b0da40-aef8-480a-bb63-d1daacecf555" providerId="ADAL" clId="{B8E7AC06-C735-43F1-9D85-B7576B54B274}" dt="2024-11-10T14:12:27.691" v="1045" actId="14100"/>
        <pc:sldMkLst>
          <pc:docMk/>
          <pc:sldMk cId="1864555397" sldId="408"/>
        </pc:sldMkLst>
        <pc:spChg chg="mod">
          <ac:chgData name="Sohag Kabir" userId="e9b0da40-aef8-480a-bb63-d1daacecf555" providerId="ADAL" clId="{B8E7AC06-C735-43F1-9D85-B7576B54B274}" dt="2024-11-08T14:44:58.053" v="73"/>
          <ac:spMkLst>
            <pc:docMk/>
            <pc:sldMk cId="1864555397" sldId="408"/>
            <ac:spMk id="2" creationId="{DE13D453-4D7B-47BF-AED4-27D56C3644AA}"/>
          </ac:spMkLst>
        </pc:spChg>
        <pc:spChg chg="add mod">
          <ac:chgData name="Sohag Kabir" userId="e9b0da40-aef8-480a-bb63-d1daacecf555" providerId="ADAL" clId="{B8E7AC06-C735-43F1-9D85-B7576B54B274}" dt="2024-11-10T14:12:14.983" v="1041"/>
          <ac:spMkLst>
            <pc:docMk/>
            <pc:sldMk cId="1864555397" sldId="408"/>
            <ac:spMk id="3" creationId="{746BF6F9-0038-8C49-A523-D6DAC7E8A769}"/>
          </ac:spMkLst>
        </pc:spChg>
        <pc:spChg chg="del">
          <ac:chgData name="Sohag Kabir" userId="e9b0da40-aef8-480a-bb63-d1daacecf555" providerId="ADAL" clId="{B8E7AC06-C735-43F1-9D85-B7576B54B274}" dt="2024-11-08T14:45:01.106" v="74" actId="478"/>
          <ac:spMkLst>
            <pc:docMk/>
            <pc:sldMk cId="1864555397" sldId="408"/>
            <ac:spMk id="4" creationId="{067E8DDE-53E4-7A14-5FC3-A433A7B9CE68}"/>
          </ac:spMkLst>
        </pc:spChg>
        <pc:spChg chg="add mod">
          <ac:chgData name="Sohag Kabir" userId="e9b0da40-aef8-480a-bb63-d1daacecf555" providerId="ADAL" clId="{B8E7AC06-C735-43F1-9D85-B7576B54B274}" dt="2024-11-09T11:28:43.713" v="164" actId="1076"/>
          <ac:spMkLst>
            <pc:docMk/>
            <pc:sldMk cId="1864555397" sldId="408"/>
            <ac:spMk id="9" creationId="{4A9491AF-9D38-154B-4A3D-70A935239097}"/>
          </ac:spMkLst>
        </pc:spChg>
        <pc:spChg chg="add mod">
          <ac:chgData name="Sohag Kabir" userId="e9b0da40-aef8-480a-bb63-d1daacecf555" providerId="ADAL" clId="{B8E7AC06-C735-43F1-9D85-B7576B54B274}" dt="2024-11-09T11:31:12.597" v="189" actId="1076"/>
          <ac:spMkLst>
            <pc:docMk/>
            <pc:sldMk cId="1864555397" sldId="408"/>
            <ac:spMk id="11" creationId="{14B55D49-79EC-907E-5523-D2B664F02EDD}"/>
          </ac:spMkLst>
        </pc:spChg>
        <pc:picChg chg="add mod modCrop">
          <ac:chgData name="Sohag Kabir" userId="e9b0da40-aef8-480a-bb63-d1daacecf555" providerId="ADAL" clId="{B8E7AC06-C735-43F1-9D85-B7576B54B274}" dt="2024-11-10T14:12:27.691" v="1045" actId="14100"/>
          <ac:picMkLst>
            <pc:docMk/>
            <pc:sldMk cId="1864555397" sldId="408"/>
            <ac:picMk id="5" creationId="{A9D69808-A3A6-11DC-4123-302CAB2C93A8}"/>
          </ac:picMkLst>
        </pc:picChg>
      </pc:sldChg>
      <pc:sldChg chg="addSp delSp modSp add del mod modNotesTx">
        <pc:chgData name="Sohag Kabir" userId="e9b0da40-aef8-480a-bb63-d1daacecf555" providerId="ADAL" clId="{B8E7AC06-C735-43F1-9D85-B7576B54B274}" dt="2024-11-10T14:02:49.722" v="1034" actId="2696"/>
        <pc:sldMkLst>
          <pc:docMk/>
          <pc:sldMk cId="4137822910" sldId="409"/>
        </pc:sldMkLst>
        <pc:spChg chg="del">
          <ac:chgData name="Sohag Kabir" userId="e9b0da40-aef8-480a-bb63-d1daacecf555" providerId="ADAL" clId="{B8E7AC06-C735-43F1-9D85-B7576B54B274}" dt="2024-11-08T16:47:37.711" v="142" actId="478"/>
          <ac:spMkLst>
            <pc:docMk/>
            <pc:sldMk cId="4137822910" sldId="409"/>
            <ac:spMk id="3" creationId="{746BF6F9-0038-8C49-A523-D6DAC7E8A769}"/>
          </ac:spMkLst>
        </pc:spChg>
        <pc:spChg chg="add del mod">
          <ac:chgData name="Sohag Kabir" userId="e9b0da40-aef8-480a-bb63-d1daacecf555" providerId="ADAL" clId="{B8E7AC06-C735-43F1-9D85-B7576B54B274}" dt="2024-11-08T16:47:40.256" v="143" actId="478"/>
          <ac:spMkLst>
            <pc:docMk/>
            <pc:sldMk cId="4137822910" sldId="409"/>
            <ac:spMk id="4" creationId="{CC7211C9-7703-FD24-B632-FC0ECFD1AF83}"/>
          </ac:spMkLst>
        </pc:spChg>
        <pc:spChg chg="add mod">
          <ac:chgData name="Sohag Kabir" userId="e9b0da40-aef8-480a-bb63-d1daacecf555" providerId="ADAL" clId="{B8E7AC06-C735-43F1-9D85-B7576B54B274}" dt="2024-11-09T11:40:30.374" v="251" actId="20577"/>
          <ac:spMkLst>
            <pc:docMk/>
            <pc:sldMk cId="4137822910" sldId="409"/>
            <ac:spMk id="10" creationId="{0CB8D6FC-8485-9F0B-AC03-10A1A33B0C05}"/>
          </ac:spMkLst>
        </pc:spChg>
        <pc:picChg chg="del">
          <ac:chgData name="Sohag Kabir" userId="e9b0da40-aef8-480a-bb63-d1daacecf555" providerId="ADAL" clId="{B8E7AC06-C735-43F1-9D85-B7576B54B274}" dt="2024-11-08T16:47:35.666" v="141" actId="478"/>
          <ac:picMkLst>
            <pc:docMk/>
            <pc:sldMk cId="4137822910" sldId="409"/>
            <ac:picMk id="5" creationId="{A9D69808-A3A6-11DC-4123-302CAB2C93A8}"/>
          </ac:picMkLst>
        </pc:picChg>
      </pc:sldChg>
      <pc:sldChg chg="delSp modSp add mod modNotesTx">
        <pc:chgData name="Sohag Kabir" userId="e9b0da40-aef8-480a-bb63-d1daacecf555" providerId="ADAL" clId="{B8E7AC06-C735-43F1-9D85-B7576B54B274}" dt="2024-11-10T14:13:30.343" v="1047" actId="20577"/>
        <pc:sldMkLst>
          <pc:docMk/>
          <pc:sldMk cId="1173515479" sldId="410"/>
        </pc:sldMkLst>
        <pc:spChg chg="del">
          <ac:chgData name="Sohag Kabir" userId="e9b0da40-aef8-480a-bb63-d1daacecf555" providerId="ADAL" clId="{B8E7AC06-C735-43F1-9D85-B7576B54B274}" dt="2024-11-10T14:13:11.663" v="1046" actId="478"/>
          <ac:spMkLst>
            <pc:docMk/>
            <pc:sldMk cId="1173515479" sldId="410"/>
            <ac:spMk id="9" creationId="{4A9491AF-9D38-154B-4A3D-70A935239097}"/>
          </ac:spMkLst>
        </pc:spChg>
        <pc:spChg chg="mod">
          <ac:chgData name="Sohag Kabir" userId="e9b0da40-aef8-480a-bb63-d1daacecf555" providerId="ADAL" clId="{B8E7AC06-C735-43F1-9D85-B7576B54B274}" dt="2024-11-10T14:13:30.343" v="1047" actId="20577"/>
          <ac:spMkLst>
            <pc:docMk/>
            <pc:sldMk cId="1173515479" sldId="410"/>
            <ac:spMk id="10" creationId="{0CB8D6FC-8485-9F0B-AC03-10A1A33B0C05}"/>
          </ac:spMkLst>
        </pc:spChg>
      </pc:sldChg>
      <pc:sldChg chg="addSp delSp modSp add mod modAnim modNotesTx">
        <pc:chgData name="Sohag Kabir" userId="e9b0da40-aef8-480a-bb63-d1daacecf555" providerId="ADAL" clId="{B8E7AC06-C735-43F1-9D85-B7576B54B274}" dt="2024-11-10T14:16:06.678" v="1050" actId="6549"/>
        <pc:sldMkLst>
          <pc:docMk/>
          <pc:sldMk cId="4048219929" sldId="411"/>
        </pc:sldMkLst>
        <pc:spChg chg="add mod">
          <ac:chgData name="Sohag Kabir" userId="e9b0da40-aef8-480a-bb63-d1daacecf555" providerId="ADAL" clId="{B8E7AC06-C735-43F1-9D85-B7576B54B274}" dt="2024-11-09T13:24:58.710" v="580" actId="1076"/>
          <ac:spMkLst>
            <pc:docMk/>
            <pc:sldMk cId="4048219929" sldId="411"/>
            <ac:spMk id="5" creationId="{818EFF18-1382-77A5-BFE4-5359744732D4}"/>
          </ac:spMkLst>
        </pc:spChg>
        <pc:spChg chg="del mod">
          <ac:chgData name="Sohag Kabir" userId="e9b0da40-aef8-480a-bb63-d1daacecf555" providerId="ADAL" clId="{B8E7AC06-C735-43F1-9D85-B7576B54B274}" dt="2024-11-09T13:17:54.666" v="525" actId="478"/>
          <ac:spMkLst>
            <pc:docMk/>
            <pc:sldMk cId="4048219929" sldId="411"/>
            <ac:spMk id="9" creationId="{4A9491AF-9D38-154B-4A3D-70A935239097}"/>
          </ac:spMkLst>
        </pc:spChg>
        <pc:spChg chg="mod">
          <ac:chgData name="Sohag Kabir" userId="e9b0da40-aef8-480a-bb63-d1daacecf555" providerId="ADAL" clId="{B8E7AC06-C735-43F1-9D85-B7576B54B274}" dt="2024-11-09T13:24:46.046" v="577" actId="14100"/>
          <ac:spMkLst>
            <pc:docMk/>
            <pc:sldMk cId="4048219929" sldId="411"/>
            <ac:spMk id="10" creationId="{0CB8D6FC-8485-9F0B-AC03-10A1A33B0C05}"/>
          </ac:spMkLst>
        </pc:spChg>
        <pc:spChg chg="add mod">
          <ac:chgData name="Sohag Kabir" userId="e9b0da40-aef8-480a-bb63-d1daacecf555" providerId="ADAL" clId="{B8E7AC06-C735-43F1-9D85-B7576B54B274}" dt="2024-11-09T13:25:55.184" v="582" actId="1037"/>
          <ac:spMkLst>
            <pc:docMk/>
            <pc:sldMk cId="4048219929" sldId="411"/>
            <ac:spMk id="11" creationId="{5DAC832D-F7F9-9CA6-0C54-E4E0291767ED}"/>
          </ac:spMkLst>
        </pc:spChg>
        <pc:spChg chg="add mod">
          <ac:chgData name="Sohag Kabir" userId="e9b0da40-aef8-480a-bb63-d1daacecf555" providerId="ADAL" clId="{B8E7AC06-C735-43F1-9D85-B7576B54B274}" dt="2024-11-09T13:26:49.392" v="597" actId="1076"/>
          <ac:spMkLst>
            <pc:docMk/>
            <pc:sldMk cId="4048219929" sldId="411"/>
            <ac:spMk id="17" creationId="{5111AB6D-BC5D-BB40-2EE1-60AB20018FC2}"/>
          </ac:spMkLst>
        </pc:spChg>
        <pc:picChg chg="add mod">
          <ac:chgData name="Sohag Kabir" userId="e9b0da40-aef8-480a-bb63-d1daacecf555" providerId="ADAL" clId="{B8E7AC06-C735-43F1-9D85-B7576B54B274}" dt="2024-11-09T13:26:44.581" v="596" actId="1076"/>
          <ac:picMkLst>
            <pc:docMk/>
            <pc:sldMk cId="4048219929" sldId="411"/>
            <ac:picMk id="3" creationId="{AA000BA2-18DA-C1E9-8355-6AB919A080D2}"/>
          </ac:picMkLst>
        </pc:picChg>
        <pc:picChg chg="add del">
          <ac:chgData name="Sohag Kabir" userId="e9b0da40-aef8-480a-bb63-d1daacecf555" providerId="ADAL" clId="{B8E7AC06-C735-43F1-9D85-B7576B54B274}" dt="2024-11-09T13:22:18.609" v="548" actId="22"/>
          <ac:picMkLst>
            <pc:docMk/>
            <pc:sldMk cId="4048219929" sldId="411"/>
            <ac:picMk id="13" creationId="{9C5F8A23-52F2-8DC8-8069-E4ADE514D0B1}"/>
          </ac:picMkLst>
        </pc:picChg>
        <pc:picChg chg="add del">
          <ac:chgData name="Sohag Kabir" userId="e9b0da40-aef8-480a-bb63-d1daacecf555" providerId="ADAL" clId="{B8E7AC06-C735-43F1-9D85-B7576B54B274}" dt="2024-11-09T13:22:25.920" v="550" actId="22"/>
          <ac:picMkLst>
            <pc:docMk/>
            <pc:sldMk cId="4048219929" sldId="411"/>
            <ac:picMk id="15" creationId="{E7D2BF74-FF8A-3763-1A95-61B0567094F5}"/>
          </ac:picMkLst>
        </pc:picChg>
      </pc:sldChg>
      <pc:sldChg chg="addSp delSp modSp add mod ord modNotesTx">
        <pc:chgData name="Sohag Kabir" userId="e9b0da40-aef8-480a-bb63-d1daacecf555" providerId="ADAL" clId="{B8E7AC06-C735-43F1-9D85-B7576B54B274}" dt="2024-11-10T14:15:49.377" v="1049" actId="6549"/>
        <pc:sldMkLst>
          <pc:docMk/>
          <pc:sldMk cId="3658731441" sldId="412"/>
        </pc:sldMkLst>
        <pc:spChg chg="del">
          <ac:chgData name="Sohag Kabir" userId="e9b0da40-aef8-480a-bb63-d1daacecf555" providerId="ADAL" clId="{B8E7AC06-C735-43F1-9D85-B7576B54B274}" dt="2024-11-09T12:48:41.188" v="354" actId="478"/>
          <ac:spMkLst>
            <pc:docMk/>
            <pc:sldMk cId="3658731441" sldId="412"/>
            <ac:spMk id="9" creationId="{4A9491AF-9D38-154B-4A3D-70A935239097}"/>
          </ac:spMkLst>
        </pc:spChg>
        <pc:spChg chg="mod">
          <ac:chgData name="Sohag Kabir" userId="e9b0da40-aef8-480a-bb63-d1daacecf555" providerId="ADAL" clId="{B8E7AC06-C735-43F1-9D85-B7576B54B274}" dt="2024-11-10T14:15:40.715" v="1048" actId="20577"/>
          <ac:spMkLst>
            <pc:docMk/>
            <pc:sldMk cId="3658731441" sldId="412"/>
            <ac:spMk id="10" creationId="{0CB8D6FC-8485-9F0B-AC03-10A1A33B0C05}"/>
          </ac:spMkLst>
        </pc:spChg>
        <pc:spChg chg="add mod">
          <ac:chgData name="Sohag Kabir" userId="e9b0da40-aef8-480a-bb63-d1daacecf555" providerId="ADAL" clId="{B8E7AC06-C735-43F1-9D85-B7576B54B274}" dt="2024-11-09T12:59:45.242" v="453" actId="164"/>
          <ac:spMkLst>
            <pc:docMk/>
            <pc:sldMk cId="3658731441" sldId="412"/>
            <ac:spMk id="13" creationId="{58F7A020-A0A4-7984-D41D-399E6580D66D}"/>
          </ac:spMkLst>
        </pc:spChg>
        <pc:spChg chg="add mod">
          <ac:chgData name="Sohag Kabir" userId="e9b0da40-aef8-480a-bb63-d1daacecf555" providerId="ADAL" clId="{B8E7AC06-C735-43F1-9D85-B7576B54B274}" dt="2024-11-09T12:59:45.242" v="453" actId="164"/>
          <ac:spMkLst>
            <pc:docMk/>
            <pc:sldMk cId="3658731441" sldId="412"/>
            <ac:spMk id="14" creationId="{1DCB99D7-2F88-1C93-D514-E23EB6568A85}"/>
          </ac:spMkLst>
        </pc:spChg>
        <pc:spChg chg="add mod">
          <ac:chgData name="Sohag Kabir" userId="e9b0da40-aef8-480a-bb63-d1daacecf555" providerId="ADAL" clId="{B8E7AC06-C735-43F1-9D85-B7576B54B274}" dt="2024-11-09T12:59:45.242" v="453" actId="164"/>
          <ac:spMkLst>
            <pc:docMk/>
            <pc:sldMk cId="3658731441" sldId="412"/>
            <ac:spMk id="15" creationId="{BE542A86-60A2-7F5C-98ED-70D27AEBA83D}"/>
          </ac:spMkLst>
        </pc:spChg>
        <pc:spChg chg="add mod">
          <ac:chgData name="Sohag Kabir" userId="e9b0da40-aef8-480a-bb63-d1daacecf555" providerId="ADAL" clId="{B8E7AC06-C735-43F1-9D85-B7576B54B274}" dt="2024-11-09T12:59:45.242" v="453" actId="164"/>
          <ac:spMkLst>
            <pc:docMk/>
            <pc:sldMk cId="3658731441" sldId="412"/>
            <ac:spMk id="21" creationId="{BAF50D4D-D403-EB63-A7EB-90229FD1B55C}"/>
          </ac:spMkLst>
        </pc:spChg>
        <pc:spChg chg="add mod">
          <ac:chgData name="Sohag Kabir" userId="e9b0da40-aef8-480a-bb63-d1daacecf555" providerId="ADAL" clId="{B8E7AC06-C735-43F1-9D85-B7576B54B274}" dt="2024-11-09T12:59:45.242" v="453" actId="164"/>
          <ac:spMkLst>
            <pc:docMk/>
            <pc:sldMk cId="3658731441" sldId="412"/>
            <ac:spMk id="22" creationId="{EE8B50B3-7BA1-0EEF-100D-B33782C64544}"/>
          </ac:spMkLst>
        </pc:spChg>
        <pc:spChg chg="add mod">
          <ac:chgData name="Sohag Kabir" userId="e9b0da40-aef8-480a-bb63-d1daacecf555" providerId="ADAL" clId="{B8E7AC06-C735-43F1-9D85-B7576B54B274}" dt="2024-11-09T12:59:45.242" v="453" actId="164"/>
          <ac:spMkLst>
            <pc:docMk/>
            <pc:sldMk cId="3658731441" sldId="412"/>
            <ac:spMk id="27" creationId="{0975B6C0-26A4-DF1B-2243-E5F682DB80FC}"/>
          </ac:spMkLst>
        </pc:spChg>
        <pc:grpChg chg="add mod">
          <ac:chgData name="Sohag Kabir" userId="e9b0da40-aef8-480a-bb63-d1daacecf555" providerId="ADAL" clId="{B8E7AC06-C735-43F1-9D85-B7576B54B274}" dt="2024-11-09T13:02:01.781" v="471" actId="1076"/>
          <ac:grpSpMkLst>
            <pc:docMk/>
            <pc:sldMk cId="3658731441" sldId="412"/>
            <ac:grpSpMk id="28" creationId="{6E1EBE76-2DF8-21EF-AD86-D8CA18C4CBBA}"/>
          </ac:grpSpMkLst>
        </pc:grpChg>
        <pc:picChg chg="add del mod">
          <ac:chgData name="Sohag Kabir" userId="e9b0da40-aef8-480a-bb63-d1daacecf555" providerId="ADAL" clId="{B8E7AC06-C735-43F1-9D85-B7576B54B274}" dt="2024-11-09T12:59:34.293" v="452" actId="478"/>
          <ac:picMkLst>
            <pc:docMk/>
            <pc:sldMk cId="3658731441" sldId="412"/>
            <ac:picMk id="3" creationId="{6141511B-12A9-2F4F-1235-1AAFEE282167}"/>
          </ac:picMkLst>
        </pc:picChg>
        <pc:picChg chg="add mod">
          <ac:chgData name="Sohag Kabir" userId="e9b0da40-aef8-480a-bb63-d1daacecf555" providerId="ADAL" clId="{B8E7AC06-C735-43F1-9D85-B7576B54B274}" dt="2024-11-09T12:59:45.242" v="453" actId="164"/>
          <ac:picMkLst>
            <pc:docMk/>
            <pc:sldMk cId="3658731441" sldId="412"/>
            <ac:picMk id="4" creationId="{818F21D1-9FFF-327A-4A25-758825B74B4F}"/>
          </ac:picMkLst>
        </pc:picChg>
        <pc:picChg chg="add mod">
          <ac:chgData name="Sohag Kabir" userId="e9b0da40-aef8-480a-bb63-d1daacecf555" providerId="ADAL" clId="{B8E7AC06-C735-43F1-9D85-B7576B54B274}" dt="2024-11-09T12:59:45.242" v="453" actId="164"/>
          <ac:picMkLst>
            <pc:docMk/>
            <pc:sldMk cId="3658731441" sldId="412"/>
            <ac:picMk id="5" creationId="{05DDDE6D-83F1-AC71-A2FA-C3C573E6DAA5}"/>
          </ac:picMkLst>
        </pc:picChg>
        <pc:cxnChg chg="add mod">
          <ac:chgData name="Sohag Kabir" userId="e9b0da40-aef8-480a-bb63-d1daacecf555" providerId="ADAL" clId="{B8E7AC06-C735-43F1-9D85-B7576B54B274}" dt="2024-11-09T12:59:45.242" v="453" actId="164"/>
          <ac:cxnSpMkLst>
            <pc:docMk/>
            <pc:sldMk cId="3658731441" sldId="412"/>
            <ac:cxnSpMk id="11" creationId="{F4E28768-CF25-CBCA-64CB-312E34C50B27}"/>
          </ac:cxnSpMkLst>
        </pc:cxnChg>
        <pc:cxnChg chg="add mod">
          <ac:chgData name="Sohag Kabir" userId="e9b0da40-aef8-480a-bb63-d1daacecf555" providerId="ADAL" clId="{B8E7AC06-C735-43F1-9D85-B7576B54B274}" dt="2024-11-09T12:59:45.242" v="453" actId="164"/>
          <ac:cxnSpMkLst>
            <pc:docMk/>
            <pc:sldMk cId="3658731441" sldId="412"/>
            <ac:cxnSpMk id="17" creationId="{EA2CB575-63F3-4480-0DE8-3A280454C0B4}"/>
          </ac:cxnSpMkLst>
        </pc:cxnChg>
        <pc:cxnChg chg="add mod">
          <ac:chgData name="Sohag Kabir" userId="e9b0da40-aef8-480a-bb63-d1daacecf555" providerId="ADAL" clId="{B8E7AC06-C735-43F1-9D85-B7576B54B274}" dt="2024-11-09T12:59:45.242" v="453" actId="164"/>
          <ac:cxnSpMkLst>
            <pc:docMk/>
            <pc:sldMk cId="3658731441" sldId="412"/>
            <ac:cxnSpMk id="24" creationId="{21076C82-6EF3-6FFE-E449-2163867AAE2F}"/>
          </ac:cxnSpMkLst>
        </pc:cxnChg>
      </pc:sldChg>
      <pc:sldChg chg="addSp delSp modSp add mod delAnim modNotesTx">
        <pc:chgData name="Sohag Kabir" userId="e9b0da40-aef8-480a-bb63-d1daacecf555" providerId="ADAL" clId="{B8E7AC06-C735-43F1-9D85-B7576B54B274}" dt="2024-11-09T13:44:19.231" v="748" actId="1076"/>
        <pc:sldMkLst>
          <pc:docMk/>
          <pc:sldMk cId="2230743562" sldId="413"/>
        </pc:sldMkLst>
        <pc:spChg chg="mod">
          <ac:chgData name="Sohag Kabir" userId="e9b0da40-aef8-480a-bb63-d1daacecf555" providerId="ADAL" clId="{B8E7AC06-C735-43F1-9D85-B7576B54B274}" dt="2024-11-09T13:28:15.204" v="601"/>
          <ac:spMkLst>
            <pc:docMk/>
            <pc:sldMk cId="2230743562" sldId="413"/>
            <ac:spMk id="2" creationId="{DE13D453-4D7B-47BF-AED4-27D56C3644AA}"/>
          </ac:spMkLst>
        </pc:spChg>
        <pc:spChg chg="add mod">
          <ac:chgData name="Sohag Kabir" userId="e9b0da40-aef8-480a-bb63-d1daacecf555" providerId="ADAL" clId="{B8E7AC06-C735-43F1-9D85-B7576B54B274}" dt="2024-11-09T13:44:19.231" v="748" actId="1076"/>
          <ac:spMkLst>
            <pc:docMk/>
            <pc:sldMk cId="2230743562" sldId="413"/>
            <ac:spMk id="4" creationId="{0DB2BE56-A201-555B-8F17-E521252535D5}"/>
          </ac:spMkLst>
        </pc:spChg>
        <pc:spChg chg="del mod">
          <ac:chgData name="Sohag Kabir" userId="e9b0da40-aef8-480a-bb63-d1daacecf555" providerId="ADAL" clId="{B8E7AC06-C735-43F1-9D85-B7576B54B274}" dt="2024-11-09T13:28:29.627" v="607" actId="478"/>
          <ac:spMkLst>
            <pc:docMk/>
            <pc:sldMk cId="2230743562" sldId="413"/>
            <ac:spMk id="5" creationId="{818EFF18-1382-77A5-BFE4-5359744732D4}"/>
          </ac:spMkLst>
        </pc:spChg>
        <pc:spChg chg="del">
          <ac:chgData name="Sohag Kabir" userId="e9b0da40-aef8-480a-bb63-d1daacecf555" providerId="ADAL" clId="{B8E7AC06-C735-43F1-9D85-B7576B54B274}" dt="2024-11-09T13:28:24.705" v="604" actId="478"/>
          <ac:spMkLst>
            <pc:docMk/>
            <pc:sldMk cId="2230743562" sldId="413"/>
            <ac:spMk id="10" creationId="{0CB8D6FC-8485-9F0B-AC03-10A1A33B0C05}"/>
          </ac:spMkLst>
        </pc:spChg>
        <pc:spChg chg="del">
          <ac:chgData name="Sohag Kabir" userId="e9b0da40-aef8-480a-bb63-d1daacecf555" providerId="ADAL" clId="{B8E7AC06-C735-43F1-9D85-B7576B54B274}" dt="2024-11-09T13:28:21.852" v="603" actId="478"/>
          <ac:spMkLst>
            <pc:docMk/>
            <pc:sldMk cId="2230743562" sldId="413"/>
            <ac:spMk id="11" creationId="{5DAC832D-F7F9-9CA6-0C54-E4E0291767ED}"/>
          </ac:spMkLst>
        </pc:spChg>
        <pc:spChg chg="del">
          <ac:chgData name="Sohag Kabir" userId="e9b0da40-aef8-480a-bb63-d1daacecf555" providerId="ADAL" clId="{B8E7AC06-C735-43F1-9D85-B7576B54B274}" dt="2024-11-09T13:28:26.692" v="605" actId="478"/>
          <ac:spMkLst>
            <pc:docMk/>
            <pc:sldMk cId="2230743562" sldId="413"/>
            <ac:spMk id="17" creationId="{5111AB6D-BC5D-BB40-2EE1-60AB20018FC2}"/>
          </ac:spMkLst>
        </pc:spChg>
        <pc:picChg chg="del">
          <ac:chgData name="Sohag Kabir" userId="e9b0da40-aef8-480a-bb63-d1daacecf555" providerId="ADAL" clId="{B8E7AC06-C735-43F1-9D85-B7576B54B274}" dt="2024-11-09T13:28:18.528" v="602" actId="478"/>
          <ac:picMkLst>
            <pc:docMk/>
            <pc:sldMk cId="2230743562" sldId="413"/>
            <ac:picMk id="3" creationId="{AA000BA2-18DA-C1E9-8355-6AB919A080D2}"/>
          </ac:picMkLst>
        </pc:picChg>
      </pc:sldChg>
      <pc:sldChg chg="addSp delSp modSp add mod">
        <pc:chgData name="Sohag Kabir" userId="e9b0da40-aef8-480a-bb63-d1daacecf555" providerId="ADAL" clId="{B8E7AC06-C735-43F1-9D85-B7576B54B274}" dt="2024-11-09T13:35:03.416" v="744" actId="1076"/>
        <pc:sldMkLst>
          <pc:docMk/>
          <pc:sldMk cId="3302405898" sldId="414"/>
        </pc:sldMkLst>
        <pc:spChg chg="add del mod">
          <ac:chgData name="Sohag Kabir" userId="e9b0da40-aef8-480a-bb63-d1daacecf555" providerId="ADAL" clId="{B8E7AC06-C735-43F1-9D85-B7576B54B274}" dt="2024-11-09T13:33:18.123" v="733" actId="478"/>
          <ac:spMkLst>
            <pc:docMk/>
            <pc:sldMk cId="3302405898" sldId="414"/>
            <ac:spMk id="3" creationId="{2DFE8A79-7AD6-92E4-4A2B-38E5A96487A7}"/>
          </ac:spMkLst>
        </pc:spChg>
        <pc:spChg chg="del">
          <ac:chgData name="Sohag Kabir" userId="e9b0da40-aef8-480a-bb63-d1daacecf555" providerId="ADAL" clId="{B8E7AC06-C735-43F1-9D85-B7576B54B274}" dt="2024-11-09T13:33:14.559" v="731" actId="478"/>
          <ac:spMkLst>
            <pc:docMk/>
            <pc:sldMk cId="3302405898" sldId="414"/>
            <ac:spMk id="4" creationId="{0DB2BE56-A201-555B-8F17-E521252535D5}"/>
          </ac:spMkLst>
        </pc:spChg>
        <pc:spChg chg="add mod">
          <ac:chgData name="Sohag Kabir" userId="e9b0da40-aef8-480a-bb63-d1daacecf555" providerId="ADAL" clId="{B8E7AC06-C735-43F1-9D85-B7576B54B274}" dt="2024-11-09T13:35:03.416" v="744" actId="1076"/>
          <ac:spMkLst>
            <pc:docMk/>
            <pc:sldMk cId="3302405898" sldId="414"/>
            <ac:spMk id="9" creationId="{B184D15C-1353-86F9-510F-7D7A33AE239C}"/>
          </ac:spMkLst>
        </pc:spChg>
        <pc:picChg chg="add mod">
          <ac:chgData name="Sohag Kabir" userId="e9b0da40-aef8-480a-bb63-d1daacecf555" providerId="ADAL" clId="{B8E7AC06-C735-43F1-9D85-B7576B54B274}" dt="2024-11-09T13:34:58.490" v="743" actId="1076"/>
          <ac:picMkLst>
            <pc:docMk/>
            <pc:sldMk cId="3302405898" sldId="414"/>
            <ac:picMk id="5" creationId="{5798068B-586B-6E1B-67B4-BD7DE5A2D848}"/>
          </ac:picMkLst>
        </pc:picChg>
      </pc:sldChg>
      <pc:sldChg chg="addSp delSp modSp add mod modAnim">
        <pc:chgData name="Sohag Kabir" userId="e9b0da40-aef8-480a-bb63-d1daacecf555" providerId="ADAL" clId="{B8E7AC06-C735-43F1-9D85-B7576B54B274}" dt="2024-11-10T13:48:26.075" v="868" actId="1035"/>
        <pc:sldMkLst>
          <pc:docMk/>
          <pc:sldMk cId="1064879008" sldId="415"/>
        </pc:sldMkLst>
        <pc:spChg chg="add mod">
          <ac:chgData name="Sohag Kabir" userId="e9b0da40-aef8-480a-bb63-d1daacecf555" providerId="ADAL" clId="{B8E7AC06-C735-43F1-9D85-B7576B54B274}" dt="2024-11-10T13:40:14.008" v="784" actId="20577"/>
          <ac:spMkLst>
            <pc:docMk/>
            <pc:sldMk cId="1064879008" sldId="415"/>
            <ac:spMk id="4" creationId="{D88F691F-52AB-23BD-4F0C-D02347A4DF08}"/>
          </ac:spMkLst>
        </pc:spChg>
        <pc:spChg chg="del mod">
          <ac:chgData name="Sohag Kabir" userId="e9b0da40-aef8-480a-bb63-d1daacecf555" providerId="ADAL" clId="{B8E7AC06-C735-43F1-9D85-B7576B54B274}" dt="2024-11-09T13:44:37.676" v="752" actId="478"/>
          <ac:spMkLst>
            <pc:docMk/>
            <pc:sldMk cId="1064879008" sldId="415"/>
            <ac:spMk id="9" creationId="{B184D15C-1353-86F9-510F-7D7A33AE239C}"/>
          </ac:spMkLst>
        </pc:spChg>
        <pc:spChg chg="add mod">
          <ac:chgData name="Sohag Kabir" userId="e9b0da40-aef8-480a-bb63-d1daacecf555" providerId="ADAL" clId="{B8E7AC06-C735-43F1-9D85-B7576B54B274}" dt="2024-11-10T13:44:14.049" v="824" actId="1076"/>
          <ac:spMkLst>
            <pc:docMk/>
            <pc:sldMk cId="1064879008" sldId="415"/>
            <ac:spMk id="10" creationId="{DAC02DDF-274A-81E9-0B56-18B0E61AFB17}"/>
          </ac:spMkLst>
        </pc:spChg>
        <pc:spChg chg="add mod">
          <ac:chgData name="Sohag Kabir" userId="e9b0da40-aef8-480a-bb63-d1daacecf555" providerId="ADAL" clId="{B8E7AC06-C735-43F1-9D85-B7576B54B274}" dt="2024-11-10T13:47:11.337" v="861" actId="6549"/>
          <ac:spMkLst>
            <pc:docMk/>
            <pc:sldMk cId="1064879008" sldId="415"/>
            <ac:spMk id="12" creationId="{A9860845-1E06-81D1-FA98-13C6DA14106E}"/>
          </ac:spMkLst>
        </pc:spChg>
        <pc:spChg chg="add mod">
          <ac:chgData name="Sohag Kabir" userId="e9b0da40-aef8-480a-bb63-d1daacecf555" providerId="ADAL" clId="{B8E7AC06-C735-43F1-9D85-B7576B54B274}" dt="2024-11-10T13:48:00.187" v="864" actId="1035"/>
          <ac:spMkLst>
            <pc:docMk/>
            <pc:sldMk cId="1064879008" sldId="415"/>
            <ac:spMk id="14" creationId="{0044C94D-E6AC-7737-1E2C-690F07A0D2C8}"/>
          </ac:spMkLst>
        </pc:spChg>
        <pc:spChg chg="add mod">
          <ac:chgData name="Sohag Kabir" userId="e9b0da40-aef8-480a-bb63-d1daacecf555" providerId="ADAL" clId="{B8E7AC06-C735-43F1-9D85-B7576B54B274}" dt="2024-11-10T13:48:00.187" v="864" actId="1035"/>
          <ac:spMkLst>
            <pc:docMk/>
            <pc:sldMk cId="1064879008" sldId="415"/>
            <ac:spMk id="16" creationId="{24CA783D-C2E3-42F3-56A8-BAAC8E036359}"/>
          </ac:spMkLst>
        </pc:spChg>
        <pc:spChg chg="add mod">
          <ac:chgData name="Sohag Kabir" userId="e9b0da40-aef8-480a-bb63-d1daacecf555" providerId="ADAL" clId="{B8E7AC06-C735-43F1-9D85-B7576B54B274}" dt="2024-11-10T13:48:19.954" v="866" actId="1035"/>
          <ac:spMkLst>
            <pc:docMk/>
            <pc:sldMk cId="1064879008" sldId="415"/>
            <ac:spMk id="18" creationId="{25CFE0B9-8026-06DE-5CC1-6E7BF0F3513D}"/>
          </ac:spMkLst>
        </pc:spChg>
        <pc:spChg chg="add mod">
          <ac:chgData name="Sohag Kabir" userId="e9b0da40-aef8-480a-bb63-d1daacecf555" providerId="ADAL" clId="{B8E7AC06-C735-43F1-9D85-B7576B54B274}" dt="2024-11-10T13:48:19.954" v="866" actId="1035"/>
          <ac:spMkLst>
            <pc:docMk/>
            <pc:sldMk cId="1064879008" sldId="415"/>
            <ac:spMk id="20" creationId="{3A6487EF-FB51-D5A0-3575-1EA43C84D15C}"/>
          </ac:spMkLst>
        </pc:spChg>
        <pc:spChg chg="add mod">
          <ac:chgData name="Sohag Kabir" userId="e9b0da40-aef8-480a-bb63-d1daacecf555" providerId="ADAL" clId="{B8E7AC06-C735-43F1-9D85-B7576B54B274}" dt="2024-11-10T13:48:19.954" v="866" actId="1035"/>
          <ac:spMkLst>
            <pc:docMk/>
            <pc:sldMk cId="1064879008" sldId="415"/>
            <ac:spMk id="22" creationId="{E6FDE27E-B7CF-3E6F-ADFA-18F18823D8DE}"/>
          </ac:spMkLst>
        </pc:spChg>
        <pc:spChg chg="add mod">
          <ac:chgData name="Sohag Kabir" userId="e9b0da40-aef8-480a-bb63-d1daacecf555" providerId="ADAL" clId="{B8E7AC06-C735-43F1-9D85-B7576B54B274}" dt="2024-11-10T13:48:26.075" v="868" actId="1035"/>
          <ac:spMkLst>
            <pc:docMk/>
            <pc:sldMk cId="1064879008" sldId="415"/>
            <ac:spMk id="24" creationId="{573B3DB2-938E-F8F6-0BD5-739D73E9B8D7}"/>
          </ac:spMkLst>
        </pc:spChg>
        <pc:spChg chg="add mod">
          <ac:chgData name="Sohag Kabir" userId="e9b0da40-aef8-480a-bb63-d1daacecf555" providerId="ADAL" clId="{B8E7AC06-C735-43F1-9D85-B7576B54B274}" dt="2024-11-10T13:48:26.075" v="868" actId="1035"/>
          <ac:spMkLst>
            <pc:docMk/>
            <pc:sldMk cId="1064879008" sldId="415"/>
            <ac:spMk id="26" creationId="{02B2CD05-6519-8876-2BAA-620022960425}"/>
          </ac:spMkLst>
        </pc:spChg>
        <pc:spChg chg="add mod">
          <ac:chgData name="Sohag Kabir" userId="e9b0da40-aef8-480a-bb63-d1daacecf555" providerId="ADAL" clId="{B8E7AC06-C735-43F1-9D85-B7576B54B274}" dt="2024-11-10T13:48:26.075" v="868" actId="1035"/>
          <ac:spMkLst>
            <pc:docMk/>
            <pc:sldMk cId="1064879008" sldId="415"/>
            <ac:spMk id="28" creationId="{B1E95411-94F5-A26F-F359-5224BA1B3866}"/>
          </ac:spMkLst>
        </pc:spChg>
        <pc:spChg chg="add mod">
          <ac:chgData name="Sohag Kabir" userId="e9b0da40-aef8-480a-bb63-d1daacecf555" providerId="ADAL" clId="{B8E7AC06-C735-43F1-9D85-B7576B54B274}" dt="2024-11-10T13:48:00.187" v="864" actId="1035"/>
          <ac:spMkLst>
            <pc:docMk/>
            <pc:sldMk cId="1064879008" sldId="415"/>
            <ac:spMk id="30" creationId="{5FFC5A20-AC50-FB4C-A00C-0110F087E6C7}"/>
          </ac:spMkLst>
        </pc:spChg>
        <pc:picChg chg="del">
          <ac:chgData name="Sohag Kabir" userId="e9b0da40-aef8-480a-bb63-d1daacecf555" providerId="ADAL" clId="{B8E7AC06-C735-43F1-9D85-B7576B54B274}" dt="2024-11-09T13:44:34.137" v="750" actId="478"/>
          <ac:picMkLst>
            <pc:docMk/>
            <pc:sldMk cId="1064879008" sldId="415"/>
            <ac:picMk id="5" creationId="{5798068B-586B-6E1B-67B4-BD7DE5A2D848}"/>
          </ac:picMkLst>
        </pc:picChg>
      </pc:sldChg>
      <pc:sldChg chg="add">
        <pc:chgData name="Sohag Kabir" userId="e9b0da40-aef8-480a-bb63-d1daacecf555" providerId="ADAL" clId="{B8E7AC06-C735-43F1-9D85-B7576B54B274}" dt="2024-11-10T13:55:18.260" v="881" actId="2890"/>
        <pc:sldMkLst>
          <pc:docMk/>
          <pc:sldMk cId="32806625" sldId="416"/>
        </pc:sldMkLst>
      </pc:sldChg>
      <pc:sldChg chg="modSp add mod">
        <pc:chgData name="Sohag Kabir" userId="e9b0da40-aef8-480a-bb63-d1daacecf555" providerId="ADAL" clId="{B8E7AC06-C735-43F1-9D85-B7576B54B274}" dt="2024-11-10T14:02:42.907" v="1033" actId="255"/>
        <pc:sldMkLst>
          <pc:docMk/>
          <pc:sldMk cId="1648810443" sldId="417"/>
        </pc:sldMkLst>
        <pc:spChg chg="mod">
          <ac:chgData name="Sohag Kabir" userId="e9b0da40-aef8-480a-bb63-d1daacecf555" providerId="ADAL" clId="{B8E7AC06-C735-43F1-9D85-B7576B54B274}" dt="2024-11-10T14:02:42.907" v="1033" actId="255"/>
          <ac:spMkLst>
            <pc:docMk/>
            <pc:sldMk cId="1648810443" sldId="417"/>
            <ac:spMk id="13" creationId="{B806577F-D20E-DA03-F0A6-85BB03296A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E6BECCB-7C71-7345-A5A2-F60CB0E20467}" type="datetimeFigureOut">
              <a:rPr lang="en-GB"/>
              <a:pPr>
                <a:defRPr/>
              </a:pPr>
              <a:t>08/11/2024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BADAF51-FF12-CA43-900E-043F7389A44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02543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4DA0FA5-5D29-7B45-8F3A-96EA1D15B80A}" type="datetimeFigureOut">
              <a:rPr lang="en-GB"/>
              <a:pPr>
                <a:defRPr/>
              </a:pPr>
              <a:t>08/11/2024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A687475-B03E-7245-9DAE-B0A12B4FC5E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11564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2081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Map function iterates over each document in the orders collection that meets the query condition (status: "A").For each document, it emits a key-value pair where: key = </a:t>
            </a:r>
            <a:r>
              <a:rPr lang="en-GB" dirty="0" err="1"/>
              <a:t>cust_id</a:t>
            </a:r>
            <a:r>
              <a:rPr lang="en-GB" dirty="0"/>
              <a:t>; value = 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reduce function takes each unique </a:t>
            </a:r>
            <a:r>
              <a:rPr lang="en-GB" dirty="0" err="1"/>
              <a:t>cust_id</a:t>
            </a:r>
            <a:r>
              <a:rPr lang="en-GB" dirty="0"/>
              <a:t> (key) and an array of amount values (values) associated with that key. It returns the sum of the amount values, calculating the total amount for each customer.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options: Query: Filters the documents to only include those with status: "A". Output Collection: Specifies that the result should be stored in a new collection called </a:t>
            </a:r>
            <a:r>
              <a:rPr lang="en-GB" dirty="0" err="1"/>
              <a:t>order_totals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9072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030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8818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1439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497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4499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Unlike older MongoDB engines, which used collection- or database-level locking, </a:t>
            </a:r>
            <a:r>
              <a:rPr lang="en-GB" dirty="0" err="1"/>
              <a:t>WiredTiger</a:t>
            </a:r>
            <a:r>
              <a:rPr lang="en-GB" dirty="0"/>
              <a:t> allows more granular, document-level locking. This is particularly beneficial for applications with high read and write operations, where document-level locking reduces conflicts and improves responsiveness.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099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Snapshots help with read consistency, ensuring that reads can occur without being affected by concurrent writes.  Checkpoints improve durability, as they help ensure data isn't lost in a crash, but the checkpoint frequency impacts performance and data durability balance.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2313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95212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246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758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7122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7899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179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1980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8235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16839"/>
            <a:ext cx="8420100" cy="1470025"/>
          </a:xfrm>
        </p:spPr>
        <p:txBody>
          <a:bodyPr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672607"/>
            <a:ext cx="6934200" cy="175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FACD6-29D2-2848-BEDC-606464A5B308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220EC-324F-0142-ADB7-E82420EFE07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51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29928"/>
            <a:ext cx="8485605" cy="78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8485605" cy="446566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08693-8D1A-A44C-AE67-942CA08B9687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5ADBA-EE88-1840-8B71-40682D16500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9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28162"/>
            <a:ext cx="8485605" cy="780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8485605" cy="53285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ECACE-57B6-4046-9252-D954F3001C09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9BB69-B244-A945-B2FE-1757326D277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79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ln w="12700" cap="rnd">
            <a:solidFill>
              <a:srgbClr val="87A529"/>
            </a:solidFill>
          </a:ln>
        </p:spPr>
        <p:txBody>
          <a:bodyPr lIns="108000" tIns="108000" rIns="108000" bIns="108000"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11F15-D298-9040-B765-C154DF8EF6B8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D3873-FA79-C04C-A812-5E517E0A367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3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61B09-456C-8F49-B98C-600891BD3AA1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CB21A-4DBE-8640-A1B9-E10FD6211AB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59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521999"/>
            <a:ext cx="8420100" cy="864096"/>
          </a:xfrm>
        </p:spPr>
        <p:txBody>
          <a:bodyPr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39323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460636" y="1196400"/>
            <a:ext cx="4984728" cy="3240712"/>
          </a:xfrm>
        </p:spPr>
        <p:txBody>
          <a:bodyPr rtlCol="0">
            <a:normAutofit/>
          </a:bodyPr>
          <a:lstStyle/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115C0-7569-1944-9CC4-CD69F8B1B381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9A484-57CE-FE4F-B6B9-41CA4D3D141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825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8" idx="3"/>
          </p:cNvCxnSpPr>
          <p:nvPr userDrawn="1"/>
        </p:nvCxnSpPr>
        <p:spPr>
          <a:xfrm>
            <a:off x="4627563" y="3176588"/>
            <a:ext cx="649287" cy="0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6312" y="1917112"/>
            <a:ext cx="2520000" cy="2520000"/>
          </a:xfrm>
          <a:noFill/>
          <a:ln w="12700">
            <a:solidFill>
              <a:srgbClr val="87A529"/>
            </a:solidFill>
            <a:prstDash val="solid"/>
          </a:ln>
        </p:spPr>
        <p:txBody>
          <a:bodyPr lIns="108000" tIns="108000" rIns="108000" bIns="108000"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107960" y="1917112"/>
            <a:ext cx="2520000" cy="2520000"/>
          </a:xfrm>
        </p:spPr>
        <p:txBody>
          <a:bodyPr rtlCol="0">
            <a:normAutofit/>
          </a:bodyPr>
          <a:lstStyle/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869160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AC31E-B512-CA45-9F01-FED17CFC0DEF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3BAAD-3567-5449-BA34-98DF5D76DAC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68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4632325" y="3425825"/>
            <a:ext cx="476250" cy="0"/>
          </a:xfrm>
          <a:prstGeom prst="line">
            <a:avLst/>
          </a:prstGeom>
          <a:ln w="12700" cmpd="sng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1789" y="2166556"/>
            <a:ext cx="2520000" cy="2520000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056" y="2166556"/>
            <a:ext cx="2520000" cy="2520000"/>
          </a:xfrm>
          <a:ln w="12700">
            <a:solidFill>
              <a:srgbClr val="87A529"/>
            </a:solidFill>
          </a:ln>
        </p:spPr>
        <p:txBody>
          <a:bodyPr lIns="108000" tIns="108000" rIns="108000" bIns="108000"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354681-AB38-6444-98D5-BBD5BA84816D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8D661-7855-F14B-8AA6-252FA0A881E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50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2852936"/>
            <a:ext cx="8420100" cy="1362075"/>
          </a:xfrm>
        </p:spPr>
        <p:txBody>
          <a:bodyPr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09120"/>
            <a:ext cx="8420100" cy="10801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E611A-1751-7C46-931A-ECAE714F5E92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9D912-52B9-434D-9B28-D10416F358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85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34120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771650"/>
            <a:ext cx="5054084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noFill/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38C7B-9D24-A64A-B21C-8A266EADA6F8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AD0DC-C5F3-194F-9E56-4AE1F77D041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95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881" y="3645024"/>
            <a:ext cx="2407" cy="2664296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908720"/>
            <a:ext cx="5054084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1632074"/>
            <a:ext cx="2011362" cy="2012950"/>
          </a:xfrm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BDD8D-5686-D04B-9A44-99E54E4E89FB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623B7-B941-3444-8A02-04DF95FFF5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144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222AF-7D3D-C74A-84D1-040B0E9C47C9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947520-5547-EB48-9E3D-CF85C605AB6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2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881" y="3501008"/>
            <a:ext cx="2407" cy="2808312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60125"/>
          </a:xfrm>
        </p:spPr>
        <p:txBody>
          <a:bodyPr/>
          <a:lstStyle>
            <a:lvl1pPr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5079603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1488058"/>
            <a:ext cx="2011362" cy="2012950"/>
          </a:xfr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65434-6B3F-194B-9261-F2C835AEE536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152CE-70D9-BC47-8F81-41904687DE4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244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1AA5D-4117-DC42-8767-9087B666EFBF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5EF3D2-1C91-1E4C-9342-2EE3F832DBD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629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2" idx="2"/>
          </p:cNvCxnSpPr>
          <p:nvPr userDrawn="1"/>
        </p:nvCxnSpPr>
        <p:spPr>
          <a:xfrm>
            <a:off x="7761288" y="3501008"/>
            <a:ext cx="0" cy="2841055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1484883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5079603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B0775-884F-014D-97CD-CFAC1EB97F57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B0EC1-6015-9E4C-92A4-40AB233061D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707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771650"/>
            <a:ext cx="4048894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F82E0-DCC6-3B4D-916D-E7EAED9E6A79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D37F0-DF90-F846-ABA0-1302F2399DB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955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116632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908720"/>
            <a:ext cx="4062928" cy="521744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908720"/>
            <a:ext cx="4048894" cy="521744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00D4E-A622-FB43-952A-26ECAC58E771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1E6BE-8E52-F942-8389-771123B341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277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773238"/>
            <a:ext cx="4049713" cy="43513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C629B-A50C-0445-8E68-BBB0859FBECE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DD14F-4A84-994F-A228-E50DC0AAE8D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0635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116632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906500"/>
            <a:ext cx="4062928" cy="521966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908720"/>
            <a:ext cx="4049713" cy="52158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DDE37-ACB5-264B-A188-F2EB6964BDAC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A35E10-CC8D-DC4B-A7C1-FEE34BC3F38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40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772816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2492896"/>
            <a:ext cx="4068137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772816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2492896"/>
            <a:ext cx="4071620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7C654-22A4-454E-BBEB-982D2A07AAE4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72E79-2DCC-0D4E-B1D4-E609E386D39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644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16632"/>
            <a:ext cx="8485188" cy="766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908720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1556792"/>
            <a:ext cx="4068137" cy="46805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908720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1556792"/>
            <a:ext cx="4071620" cy="46805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7C771-7AA4-7249-BE21-F659D49D5547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00ACD-C46A-6247-B9ED-0226EB75D5E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1643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E51F6-1146-2643-8637-F0364099E70E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C2E58-1523-3A4B-9193-0DF71EE8C9A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0220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16632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30D911-13CE-8A4E-9B37-78B9A3F143CE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A1744-0495-9844-9FE7-EF4F3CF89F6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0416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B0A47-A6D7-F048-BBE1-76A29F845552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329CAE-05A9-A044-A232-BEF85D6E0CA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1971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285F4-DE21-D544-A997-1A21370EF487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5FA83-759A-E348-80E3-349341B9784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0865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AB53B-45ED-0145-B634-24D485CAACE7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4D758-78BF-D04C-BDFD-E5D3C88FFDC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865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F75FD-D4AF-6445-ACEA-8336DA6D0CF5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1F40C-CBC7-5D4A-A593-3BD62A44736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8304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236A3-D940-2C4B-AFE7-807CF8BA8BEE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6EF15-4B8E-7547-B7CE-9D6FB34334C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640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F755A-FDCA-3844-BE8E-8CAB7C08EFED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AD4AB-3AC8-B247-9C7B-63DF4AE6D3C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3949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E49EC-F0C7-1F46-A221-26A63CC849FC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F552B-A5B4-6548-94A2-F6D4B62790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6601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41957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75" y="908720"/>
            <a:ext cx="8485188" cy="53285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ACA5E-C129-E442-B6E9-3376EC454D86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C993A-0960-8E40-BC9F-05F4340AAE6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9847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EB9A7-46BC-384A-982D-247DA68BE2B0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E092F-0198-C34E-A916-A08E497944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6982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E08B1-7053-494B-9C2C-D1FDCF6FB947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71B31-AFE1-394E-9AC0-851A462B721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8335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2492375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025951" y="5013176"/>
            <a:ext cx="7709488" cy="576263"/>
          </a:xfr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305300" y="3429000"/>
            <a:ext cx="1943100" cy="504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83713-ED5A-B046-A406-EF29CD277822}" type="datetime3">
              <a:rPr lang="en-GB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A79B0-DC01-8341-A6E5-FE1D9E2297F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716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31875" y="933450"/>
            <a:ext cx="8485188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31875" y="1773238"/>
            <a:ext cx="8485188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Rectangle 9"/>
          <p:cNvSpPr/>
          <p:nvPr/>
        </p:nvSpPr>
        <p:spPr bwMode="auto">
          <a:xfrm>
            <a:off x="387350" y="6340475"/>
            <a:ext cx="496888" cy="3587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solidFill>
                <a:schemeClr val="bg1"/>
              </a:solidFill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864768" y="6340475"/>
            <a:ext cx="6652294" cy="358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904874" y="6340475"/>
            <a:ext cx="1959893" cy="3587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4874" y="6337300"/>
            <a:ext cx="1959893" cy="365125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4F1F1A1D-5A50-6948-991C-837CA57582C3}" type="datetime3">
              <a:rPr lang="en-GB" smtClean="0"/>
              <a:pPr>
                <a:defRPr/>
              </a:pPr>
              <a:t>8 November, 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4768" y="6337300"/>
            <a:ext cx="6645945" cy="365125"/>
          </a:xfrm>
          <a:prstGeom prst="rect">
            <a:avLst/>
          </a:prstGeom>
        </p:spPr>
        <p:txBody>
          <a:bodyPr vert="horz" lIns="108000" tIns="0" rIns="10800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4C5149AA-8A9E-5444-AB41-F9FF35F082E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  <p:sldLayoutId id="2147484200" r:id="rId12"/>
    <p:sldLayoutId id="2147484201" r:id="rId13"/>
    <p:sldLayoutId id="2147484202" r:id="rId14"/>
    <p:sldLayoutId id="2147484203" r:id="rId15"/>
    <p:sldLayoutId id="2147484204" r:id="rId16"/>
    <p:sldLayoutId id="2147484205" r:id="rId17"/>
    <p:sldLayoutId id="2147484206" r:id="rId18"/>
    <p:sldLayoutId id="2147484207" r:id="rId19"/>
    <p:sldLayoutId id="2147484208" r:id="rId20"/>
    <p:sldLayoutId id="2147484209" r:id="rId21"/>
    <p:sldLayoutId id="2147484210" r:id="rId22"/>
    <p:sldLayoutId id="2147484211" r:id="rId23"/>
    <p:sldLayoutId id="2147484212" r:id="rId24"/>
    <p:sldLayoutId id="2147484213" r:id="rId25"/>
    <p:sldLayoutId id="2147484214" r:id="rId26"/>
    <p:sldLayoutId id="2147484215" r:id="rId27"/>
    <p:sldLayoutId id="2147484216" r:id="rId28"/>
    <p:sldLayoutId id="2147484217" r:id="rId29"/>
    <p:sldLayoutId id="2147484218" r:id="rId30"/>
    <p:sldLayoutId id="2147484219" r:id="rId31"/>
    <p:sldLayoutId id="2147484220" r:id="rId32"/>
    <p:sldLayoutId id="2147484221" r:id="rId33"/>
    <p:sldLayoutId id="2147484222" r:id="rId34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rgbClr val="87A529"/>
          </a:solidFill>
          <a:latin typeface="Georgia" panose="02040502050405020303" pitchFamily="18" charset="0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276312" y="1917112"/>
            <a:ext cx="3143788" cy="2520000"/>
          </a:xfrm>
          <a:prstGeom prst="rect">
            <a:avLst/>
          </a:prstGeom>
          <a:noFill/>
          <a:ln w="12700">
            <a:solidFill>
              <a:srgbClr val="87A529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anchor="ctr">
            <a:normAutofit/>
          </a:bodyPr>
          <a:lstStyle/>
          <a:p>
            <a:r>
              <a:rPr lang="en-GB" sz="2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Large Scale Data Driven Applications</a:t>
            </a:r>
          </a:p>
        </p:txBody>
      </p:sp>
      <p:pic>
        <p:nvPicPr>
          <p:cNvPr id="8" name="Picture Placeholder 7" descr="A picture containing sitting, large, ride, white&#10;&#10;Description automatically generated">
            <a:extLst>
              <a:ext uri="{FF2B5EF4-FFF2-40B4-BE49-F238E27FC236}">
                <a16:creationId xmlns:a16="http://schemas.microsoft.com/office/drawing/2014/main" id="{87EED139-1016-44E1-8501-F6FBB1F754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6" r="16676"/>
          <a:stretch>
            <a:fillRect/>
          </a:stretch>
        </p:blipFill>
        <p:spPr>
          <a:xfrm>
            <a:off x="2108200" y="1917700"/>
            <a:ext cx="2519363" cy="2519363"/>
          </a:xfr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2A7F24C1-BF6E-43D8-A57F-60FFBF172E5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485900" y="4869160"/>
            <a:ext cx="6934200" cy="628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anchor="ctr">
            <a:normAutofit fontScale="77500" lnSpcReduction="20000"/>
          </a:bodyPr>
          <a:lstStyle/>
          <a:p>
            <a:r>
              <a:rPr lang="en-GB" sz="32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Introduction to MapReduce, and MongoDB Storage Engine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864768" y="6337300"/>
            <a:ext cx="6645945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5DF220EC-324F-0142-ADB7-E82420EFE078}" type="slidenum">
              <a:rPr lang="en-GB" smtClean="0"/>
              <a:pPr>
                <a:spcAft>
                  <a:spcPts val="600"/>
                </a:spcAft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556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44624"/>
            <a:ext cx="5602259" cy="780762"/>
          </a:xfrm>
        </p:spPr>
        <p:txBody>
          <a:bodyPr/>
          <a:lstStyle/>
          <a:p>
            <a:r>
              <a:rPr lang="en-GB" sz="3200" dirty="0"/>
              <a:t>Outlines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EDEE5A8-4100-3011-D9EC-9F66AE6FE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15" y="1088740"/>
            <a:ext cx="8485333" cy="1764196"/>
          </a:xfrm>
        </p:spPr>
        <p:txBody>
          <a:bodyPr rtlCol="0"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Understand the purpose and basics of the MapReduce framework.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Explore how MapReduce is applied in data processing.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Gain insight into MongoDB’s storage engines and their functionalities.</a:t>
            </a:r>
          </a:p>
        </p:txBody>
      </p:sp>
    </p:spTree>
    <p:extLst>
      <p:ext uri="{BB962C8B-B14F-4D97-AF65-F5344CB8AC3E}">
        <p14:creationId xmlns:p14="http://schemas.microsoft.com/office/powerpoint/2010/main" val="123410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44624"/>
            <a:ext cx="5602259" cy="780762"/>
          </a:xfrm>
        </p:spPr>
        <p:txBody>
          <a:bodyPr/>
          <a:lstStyle/>
          <a:p>
            <a:r>
              <a:rPr lang="en-GB" sz="3200" dirty="0"/>
              <a:t>Big Data Challenges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EDEE5A8-4100-3011-D9EC-9F66AE6FE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32" y="908838"/>
            <a:ext cx="8784976" cy="1116124"/>
          </a:xfrm>
        </p:spPr>
        <p:txBody>
          <a:bodyPr rtlCol="0">
            <a:normAutofit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Big Data refers to </a:t>
            </a:r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vast volumes 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of </a:t>
            </a:r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structured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semi-structured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, and </a:t>
            </a:r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unstructured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 data generated at </a:t>
            </a:r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high velocity 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from </a:t>
            </a:r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various sources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 like social media, sensors, business transactions, etc.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62798-4D22-256F-B7EA-C1535961F998}"/>
              </a:ext>
            </a:extLst>
          </p:cNvPr>
          <p:cNvSpPr txBox="1"/>
          <p:nvPr/>
        </p:nvSpPr>
        <p:spPr>
          <a:xfrm>
            <a:off x="546945" y="2012059"/>
            <a:ext cx="8950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Big Data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Storage and Management: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Storing and organising large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Processing and Analysis: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Extracting insights in a reasonable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Scalability: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Handling growth in data without performance degradation.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Cost: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Infrastructure and maintenance expenses for large data systems.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480B0C-8E4A-6CAC-4F25-66142FDD2E33}"/>
              </a:ext>
            </a:extLst>
          </p:cNvPr>
          <p:cNvSpPr txBox="1"/>
          <p:nvPr/>
        </p:nvSpPr>
        <p:spPr>
          <a:xfrm>
            <a:off x="546945" y="4084776"/>
            <a:ext cx="84324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Why Traditional Processing Falls Short</a:t>
            </a: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Traditional database systems (e.g., SQL) are not optimised for unstructured or high-velocity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High memory and CPU requirements for processing massive datasets.</a:t>
            </a:r>
          </a:p>
        </p:txBody>
      </p:sp>
    </p:spTree>
    <p:extLst>
      <p:ext uri="{BB962C8B-B14F-4D97-AF65-F5344CB8AC3E}">
        <p14:creationId xmlns:p14="http://schemas.microsoft.com/office/powerpoint/2010/main" val="1093870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44624"/>
            <a:ext cx="6552728" cy="780762"/>
          </a:xfrm>
        </p:spPr>
        <p:txBody>
          <a:bodyPr/>
          <a:lstStyle/>
          <a:p>
            <a:r>
              <a:rPr lang="en-GB" sz="3200" dirty="0"/>
              <a:t>Big Data Challenges: Solution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EDEE5A8-4100-3011-D9EC-9F66AE6FE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04" y="825386"/>
            <a:ext cx="8784976" cy="3816424"/>
          </a:xfrm>
        </p:spPr>
        <p:txBody>
          <a:bodyPr rtlCol="0">
            <a:noAutofit/>
          </a:bodyPr>
          <a:lstStyle/>
          <a:p>
            <a:pPr marL="0" indent="0">
              <a:lnSpc>
                <a:spcPct val="200000"/>
              </a:lnSpc>
              <a:buNone/>
              <a:defRPr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Solution: Distributed Processing Models</a:t>
            </a:r>
          </a:p>
          <a:p>
            <a:pPr>
              <a:defRPr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Parallelism: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Splitting data across multiple machines to process simultaneously.</a:t>
            </a:r>
          </a:p>
          <a:p>
            <a:pPr>
              <a:defRPr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Scalability and Flexibility: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Adding resources as needed for growing data.</a:t>
            </a:r>
          </a:p>
          <a:p>
            <a:pPr>
              <a:defRPr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Fault Tolerance: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Ensuring system reliability despite failures.</a:t>
            </a:r>
          </a:p>
          <a:p>
            <a:pPr>
              <a:defRPr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Key Technologies:</a:t>
            </a:r>
          </a:p>
          <a:p>
            <a:pPr lvl="1">
              <a:defRPr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MapReduce: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Framework designed to process large datasets in parallel across clusters.</a:t>
            </a:r>
          </a:p>
          <a:p>
            <a:pPr lvl="1">
              <a:defRPr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NoSQL Databases (e.g., MongoDB):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Databases optimised for large, often unstructured datasets.</a:t>
            </a: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706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016" y="29413"/>
            <a:ext cx="9103697" cy="780762"/>
          </a:xfrm>
        </p:spPr>
        <p:txBody>
          <a:bodyPr/>
          <a:lstStyle/>
          <a:p>
            <a:r>
              <a:rPr lang="en-GB" sz="3200" dirty="0"/>
              <a:t>Introduction to MapReduce Framework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8133F-B1B9-780E-4BEC-4D0626A2AF33}"/>
              </a:ext>
            </a:extLst>
          </p:cNvPr>
          <p:cNvSpPr txBox="1"/>
          <p:nvPr/>
        </p:nvSpPr>
        <p:spPr>
          <a:xfrm>
            <a:off x="407017" y="810175"/>
            <a:ext cx="9103696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GB" altLang="en-US" sz="2000" b="1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Purpose of MapReduce: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20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A data processing paradigm for processing and generating large datasets with a parallel, distributed algorithm on a cluster.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20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Developed by Google to handle large-scale data processing.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GB" altLang="en-US" sz="2000" b="0" i="0" u="none" strike="noStrike" cap="none" normalizeH="0" baseline="0" dirty="0">
              <a:ln>
                <a:noFill/>
              </a:ln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2000" b="1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Key Idea: </a:t>
            </a:r>
            <a:r>
              <a:rPr kumimoji="0" lang="en-GB" altLang="en-US" sz="20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Splits tasks across multiple nodes in a distributed system to allow parallel processing.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GB" altLang="en-US" sz="2000" b="0" i="0" u="none" strike="noStrike" cap="none" normalizeH="0" baseline="0" dirty="0">
              <a:ln>
                <a:noFill/>
              </a:ln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2000" b="1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Real-world Applications: </a:t>
            </a:r>
            <a:r>
              <a:rPr kumimoji="0" lang="en-GB" altLang="en-US" sz="20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Used in web indexing, data mining, log analysis, machine learning, and more.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800" dirty="0">
              <a:solidFill>
                <a:srgbClr val="404040"/>
              </a:solidFill>
              <a:latin typeface="Courier 10 Pi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proxima-nov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50" dirty="0">
              <a:solidFill>
                <a:srgbClr val="404040"/>
              </a:solidFill>
              <a:latin typeface="proxima-nova"/>
            </a:endParaRPr>
          </a:p>
        </p:txBody>
      </p:sp>
    </p:spTree>
    <p:extLst>
      <p:ext uri="{BB962C8B-B14F-4D97-AF65-F5344CB8AC3E}">
        <p14:creationId xmlns:p14="http://schemas.microsoft.com/office/powerpoint/2010/main" val="61636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3000" dirty="0"/>
              <a:t>Key Components of MapReduce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53561-433C-6ED5-A65F-D25F9210D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360" y="806450"/>
            <a:ext cx="8862359" cy="4789068"/>
          </a:xfrm>
        </p:spPr>
        <p:txBody>
          <a:bodyPr rtlCol="0">
            <a:normAutofit/>
          </a:bodyPr>
          <a:lstStyle/>
          <a:p>
            <a:pPr marL="0" indent="0" fontAlgn="auto">
              <a:lnSpc>
                <a:spcPct val="200000"/>
              </a:lnSpc>
              <a:spcAft>
                <a:spcPts val="0"/>
              </a:spcAft>
              <a:buNone/>
              <a:defRPr/>
            </a:pPr>
            <a:r>
              <a:rPr lang="en-US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Two Core Functions: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Map Function: </a:t>
            </a:r>
          </a:p>
          <a:p>
            <a:pPr lvl="1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Called once per document </a:t>
            </a:r>
          </a:p>
          <a:p>
            <a:pPr lvl="1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Processes input data and generates </a:t>
            </a:r>
            <a:r>
              <a:rPr lang="en-US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key-value</a:t>
            </a: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 pairs.</a:t>
            </a:r>
          </a:p>
          <a:p>
            <a:pPr marL="457200" lvl="1" indent="0" fontAlgn="auto">
              <a:spcAft>
                <a:spcPts val="0"/>
              </a:spcAft>
              <a:buNone/>
              <a:defRPr/>
            </a:pPr>
            <a:endParaRPr lang="en-US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Reduce Function: </a:t>
            </a:r>
          </a:p>
          <a:p>
            <a:pPr lvl="1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Aggregates the output of the Map function, reducing the key-value pairs to a result.</a:t>
            </a: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Data Flow in MapReduce: </a:t>
            </a: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Data flows from </a:t>
            </a:r>
            <a:r>
              <a:rPr lang="en-US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input → map → shuffle &amp; sort → reduce → outpu</a:t>
            </a: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t.</a:t>
            </a:r>
          </a:p>
        </p:txBody>
      </p:sp>
    </p:spTree>
    <p:extLst>
      <p:ext uri="{BB962C8B-B14F-4D97-AF65-F5344CB8AC3E}">
        <p14:creationId xmlns:p14="http://schemas.microsoft.com/office/powerpoint/2010/main" val="4080867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3000" dirty="0"/>
              <a:t>Map Function – How It Works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E0D25-B09F-A254-3CF8-2548CFB73BC4}"/>
              </a:ext>
            </a:extLst>
          </p:cNvPr>
          <p:cNvSpPr txBox="1"/>
          <p:nvPr/>
        </p:nvSpPr>
        <p:spPr>
          <a:xfrm>
            <a:off x="380492" y="908720"/>
            <a:ext cx="914501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Input Splitting: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Input data is split into smaller blocks (chunks) that can be processed independently.</a:t>
            </a:r>
          </a:p>
          <a:p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Execution: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Each chunk is processed by a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Map function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, producing intermediate key-value pairs.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Example: Word count application where each word from a document is mapped to a key (word) and a value (count of occurrences).</a:t>
            </a:r>
          </a:p>
          <a:p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Example:</a:t>
            </a:r>
          </a:p>
          <a:p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Input: </a:t>
            </a:r>
            <a:r>
              <a:rPr lang="en-GB" sz="2000" dirty="0">
                <a:latin typeface="Trebuchet MS" panose="020B0603020202020204" pitchFamily="34" charset="0"/>
                <a:cs typeface="Helvetica" panose="020B0604020202020204" pitchFamily="34" charset="0"/>
              </a:rPr>
              <a:t>["apple", "banana", "apple", "orange", "banana", "apple"]</a:t>
            </a:r>
          </a:p>
          <a:p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Map Output: </a:t>
            </a:r>
            <a:r>
              <a:rPr lang="en-GB" sz="2000" dirty="0">
                <a:latin typeface="Trebuchet MS" panose="020B0603020202020204" pitchFamily="34" charset="0"/>
                <a:cs typeface="Helvetica" panose="020B0604020202020204" pitchFamily="34" charset="0"/>
              </a:rPr>
              <a:t>{("apple", 1), ("banana", 1), ("apple", 1), ("orange", 1), ("banana", 1), ("apple", 1)}</a:t>
            </a:r>
          </a:p>
        </p:txBody>
      </p:sp>
    </p:spTree>
    <p:extLst>
      <p:ext uri="{BB962C8B-B14F-4D97-AF65-F5344CB8AC3E}">
        <p14:creationId xmlns:p14="http://schemas.microsoft.com/office/powerpoint/2010/main" val="352144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3000" dirty="0"/>
              <a:t>Shuffle &amp; Sort – Preparing for Reduction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E0D25-B09F-A254-3CF8-2548CFB73BC4}"/>
              </a:ext>
            </a:extLst>
          </p:cNvPr>
          <p:cNvSpPr txBox="1"/>
          <p:nvPr/>
        </p:nvSpPr>
        <p:spPr>
          <a:xfrm>
            <a:off x="488504" y="780762"/>
            <a:ext cx="91450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Shuffle Phase: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Intermediate key-value pairs are sorted and grouped by keys.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Ensures that all values with the same key are routed to the same reducer.</a:t>
            </a:r>
          </a:p>
          <a:p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Sort Phase: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The sorted data is grouped for efficiency in the Reduce phase.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Example: The pairs </a:t>
            </a:r>
            <a:r>
              <a:rPr lang="en-GB" sz="2000" dirty="0">
                <a:latin typeface="Trebuchet MS" panose="020B0603020202020204" pitchFamily="34" charset="0"/>
                <a:cs typeface="Helvetica" panose="020B0604020202020204" pitchFamily="34" charset="0"/>
              </a:rPr>
              <a:t>{("apple", 1), ("apple", 1), ("apple", 1)}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are grouped together.</a:t>
            </a:r>
          </a:p>
        </p:txBody>
      </p:sp>
    </p:spTree>
    <p:extLst>
      <p:ext uri="{BB962C8B-B14F-4D97-AF65-F5344CB8AC3E}">
        <p14:creationId xmlns:p14="http://schemas.microsoft.com/office/powerpoint/2010/main" val="876973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3000" dirty="0"/>
              <a:t>Reduce Function – Final Aggregation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E0D25-B09F-A254-3CF8-2548CFB73BC4}"/>
              </a:ext>
            </a:extLst>
          </p:cNvPr>
          <p:cNvSpPr txBox="1"/>
          <p:nvPr/>
        </p:nvSpPr>
        <p:spPr>
          <a:xfrm>
            <a:off x="453728" y="780762"/>
            <a:ext cx="91450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Reduce Process: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Each unique key from the Map phase has its associated values aggregated in the Reduce phase.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Applies a function (e.g., sum, count) to produce the final output.</a:t>
            </a:r>
          </a:p>
          <a:p>
            <a:endParaRPr lang="en-GB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Example (Continuing from Map Example):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Input to Reducer: </a:t>
            </a:r>
            <a:r>
              <a:rPr lang="en-GB" sz="2000" dirty="0">
                <a:latin typeface="Trebuchet MS" panose="020B0603020202020204" pitchFamily="34" charset="0"/>
                <a:cs typeface="Helvetica" panose="020B0604020202020204" pitchFamily="34" charset="0"/>
              </a:rPr>
              <a:t>{("apple", [1, 1, 1]), ("banana", [1, 1]), ("orange", [1])}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Output: </a:t>
            </a:r>
            <a:r>
              <a:rPr lang="en-GB" sz="2000" dirty="0">
                <a:latin typeface="Trebuchet MS" panose="020B0603020202020204" pitchFamily="34" charset="0"/>
                <a:cs typeface="Helvetica" panose="020B0604020202020204" pitchFamily="34" charset="0"/>
              </a:rPr>
              <a:t>{("apple", 3), ("banana", 2), ("orange", 1)}</a:t>
            </a:r>
          </a:p>
        </p:txBody>
      </p:sp>
    </p:spTree>
    <p:extLst>
      <p:ext uri="{BB962C8B-B14F-4D97-AF65-F5344CB8AC3E}">
        <p14:creationId xmlns:p14="http://schemas.microsoft.com/office/powerpoint/2010/main" val="3085130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721" y="0"/>
            <a:ext cx="6984776" cy="780762"/>
          </a:xfrm>
        </p:spPr>
        <p:txBody>
          <a:bodyPr/>
          <a:lstStyle/>
          <a:p>
            <a:r>
              <a:rPr lang="en-GB" sz="3200" dirty="0"/>
              <a:t>MapReduce Example: MongoDB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6639F4-4661-AC3E-57F5-7C12BE7E8F6E}"/>
              </a:ext>
            </a:extLst>
          </p:cNvPr>
          <p:cNvSpPr txBox="1"/>
          <p:nvPr/>
        </p:nvSpPr>
        <p:spPr>
          <a:xfrm>
            <a:off x="2288704" y="911750"/>
            <a:ext cx="7488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Calculates the total amount spent by each customer (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cust_id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) with status: "A" and stores the aggregated result in the 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order_totals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collection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A7DEF5-47B5-7A69-654D-B8DF762470A1}"/>
              </a:ext>
            </a:extLst>
          </p:cNvPr>
          <p:cNvGrpSpPr/>
          <p:nvPr/>
        </p:nvGrpSpPr>
        <p:grpSpPr>
          <a:xfrm>
            <a:off x="379641" y="869161"/>
            <a:ext cx="1584176" cy="5042436"/>
            <a:chOff x="379641" y="869161"/>
            <a:chExt cx="1584176" cy="504243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805EF6F-63E2-9501-2101-9168EB5040A3}"/>
                </a:ext>
              </a:extLst>
            </p:cNvPr>
            <p:cNvGrpSpPr/>
            <p:nvPr/>
          </p:nvGrpSpPr>
          <p:grpSpPr>
            <a:xfrm>
              <a:off x="379641" y="1233393"/>
              <a:ext cx="1584176" cy="4678204"/>
              <a:chOff x="560512" y="1412776"/>
              <a:chExt cx="1584176" cy="467820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DB546E-3636-B2FF-9B8B-E3E560477330}"/>
                  </a:ext>
                </a:extLst>
              </p:cNvPr>
              <p:cNvSpPr txBox="1"/>
              <p:nvPr/>
            </p:nvSpPr>
            <p:spPr>
              <a:xfrm>
                <a:off x="560512" y="1412776"/>
                <a:ext cx="1584176" cy="11695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{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</a:t>
                </a:r>
                <a:r>
                  <a:rPr lang="en-GB" sz="1400" dirty="0" err="1">
                    <a:latin typeface="Trebuchet MS" panose="020B0603020202020204" pitchFamily="34" charset="0"/>
                  </a:rPr>
                  <a:t>cust_id</a:t>
                </a:r>
                <a:r>
                  <a:rPr lang="en-GB" sz="1400" dirty="0">
                    <a:latin typeface="Trebuchet MS" panose="020B0603020202020204" pitchFamily="34" charset="0"/>
                  </a:rPr>
                  <a:t>: "A123", 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amount: 500,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status: "A"</a:t>
                </a:r>
                <a:endParaRPr lang="en-GB" sz="1400" dirty="0">
                  <a:latin typeface="Trebuchet MS" panose="020B0603020202020204" pitchFamily="34" charset="0"/>
                  <a:cs typeface="Lucida Sans Unicode" panose="020B0602030504020204" pitchFamily="34" charset="0"/>
                </a:endParaRPr>
              </a:p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}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C6E128-A798-0DCB-122E-038D252FB78E}"/>
                  </a:ext>
                </a:extLst>
              </p:cNvPr>
              <p:cNvSpPr txBox="1"/>
              <p:nvPr/>
            </p:nvSpPr>
            <p:spPr>
              <a:xfrm>
                <a:off x="563216" y="2582327"/>
                <a:ext cx="1581472" cy="11695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{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</a:t>
                </a:r>
                <a:r>
                  <a:rPr lang="en-GB" sz="1400" dirty="0" err="1">
                    <a:latin typeface="Trebuchet MS" panose="020B0603020202020204" pitchFamily="34" charset="0"/>
                  </a:rPr>
                  <a:t>cust_id</a:t>
                </a:r>
                <a:r>
                  <a:rPr lang="en-GB" sz="1400" dirty="0">
                    <a:latin typeface="Trebuchet MS" panose="020B0603020202020204" pitchFamily="34" charset="0"/>
                  </a:rPr>
                  <a:t>: "A123", 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amount: 250,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status: "A"</a:t>
                </a:r>
                <a:endParaRPr lang="en-GB" sz="1400" dirty="0">
                  <a:latin typeface="Trebuchet MS" panose="020B0603020202020204" pitchFamily="34" charset="0"/>
                  <a:cs typeface="Lucida Sans Unicode" panose="020B0602030504020204" pitchFamily="34" charset="0"/>
                </a:endParaRPr>
              </a:p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}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1484C9-1C92-4F68-5575-3F2BFF423F1A}"/>
                  </a:ext>
                </a:extLst>
              </p:cNvPr>
              <p:cNvSpPr txBox="1"/>
              <p:nvPr/>
            </p:nvSpPr>
            <p:spPr>
              <a:xfrm>
                <a:off x="560512" y="3751878"/>
                <a:ext cx="1581472" cy="11695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{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</a:t>
                </a:r>
                <a:r>
                  <a:rPr lang="en-GB" sz="1400" dirty="0" err="1">
                    <a:latin typeface="Trebuchet MS" panose="020B0603020202020204" pitchFamily="34" charset="0"/>
                  </a:rPr>
                  <a:t>cust_id</a:t>
                </a:r>
                <a:r>
                  <a:rPr lang="en-GB" sz="1400" dirty="0">
                    <a:latin typeface="Trebuchet MS" panose="020B0603020202020204" pitchFamily="34" charset="0"/>
                  </a:rPr>
                  <a:t>: "A123", 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amount: 300,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status: “D"</a:t>
                </a:r>
                <a:endParaRPr lang="en-GB" sz="1400" dirty="0">
                  <a:latin typeface="Trebuchet MS" panose="020B0603020202020204" pitchFamily="34" charset="0"/>
                  <a:cs typeface="Lucida Sans Unicode" panose="020B0602030504020204" pitchFamily="34" charset="0"/>
                </a:endParaRPr>
              </a:p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}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81ABF7-18C4-03BA-9B5C-41DB816B9B8C}"/>
                  </a:ext>
                </a:extLst>
              </p:cNvPr>
              <p:cNvSpPr txBox="1"/>
              <p:nvPr/>
            </p:nvSpPr>
            <p:spPr>
              <a:xfrm>
                <a:off x="560512" y="4921429"/>
                <a:ext cx="1581472" cy="11695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{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</a:t>
                </a:r>
                <a:r>
                  <a:rPr lang="en-GB" sz="1400" dirty="0" err="1">
                    <a:latin typeface="Trebuchet MS" panose="020B0603020202020204" pitchFamily="34" charset="0"/>
                  </a:rPr>
                  <a:t>cust_id</a:t>
                </a:r>
                <a:r>
                  <a:rPr lang="en-GB" sz="1400" dirty="0">
                    <a:latin typeface="Trebuchet MS" panose="020B0603020202020204" pitchFamily="34" charset="0"/>
                  </a:rPr>
                  <a:t>: “B212", 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amount: 200,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status: "A"</a:t>
                </a:r>
                <a:endParaRPr lang="en-GB" sz="1400" dirty="0">
                  <a:latin typeface="Trebuchet MS" panose="020B0603020202020204" pitchFamily="34" charset="0"/>
                  <a:cs typeface="Lucida Sans Unicode" panose="020B0602030504020204" pitchFamily="34" charset="0"/>
                </a:endParaRPr>
              </a:p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}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5CFB9B-EBE2-0EC8-4227-6271BC23FDF1}"/>
                </a:ext>
              </a:extLst>
            </p:cNvPr>
            <p:cNvSpPr txBox="1"/>
            <p:nvPr/>
          </p:nvSpPr>
          <p:spPr>
            <a:xfrm>
              <a:off x="635000" y="869161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orders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0CB38A9-7326-08D1-9562-1C8946095343}"/>
              </a:ext>
            </a:extLst>
          </p:cNvPr>
          <p:cNvSpPr txBox="1"/>
          <p:nvPr/>
        </p:nvSpPr>
        <p:spPr>
          <a:xfrm>
            <a:off x="3152800" y="1835080"/>
            <a:ext cx="4953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latin typeface="Trebuchet MS" panose="020B0603020202020204" pitchFamily="34" charset="0"/>
              </a:rPr>
              <a:t>db.orders.mapReduce</a:t>
            </a:r>
            <a:r>
              <a:rPr lang="en-GB" dirty="0">
                <a:latin typeface="Trebuchet MS" panose="020B0603020202020204" pitchFamily="34" charset="0"/>
              </a:rPr>
              <a:t>(</a:t>
            </a:r>
          </a:p>
          <a:p>
            <a:endParaRPr lang="en-GB" dirty="0">
              <a:latin typeface="Trebuchet MS" panose="020B0603020202020204" pitchFamily="34" charset="0"/>
            </a:endParaRPr>
          </a:p>
          <a:p>
            <a:r>
              <a:rPr lang="en-GB" dirty="0">
                <a:latin typeface="Trebuchet MS" panose="020B0603020202020204" pitchFamily="34" charset="0"/>
              </a:rPr>
              <a:t>   function() { </a:t>
            </a:r>
          </a:p>
          <a:p>
            <a:r>
              <a:rPr lang="en-GB" dirty="0">
                <a:latin typeface="Trebuchet MS" panose="020B0603020202020204" pitchFamily="34" charset="0"/>
              </a:rPr>
              <a:t>      emit(</a:t>
            </a:r>
            <a:r>
              <a:rPr lang="en-GB" dirty="0" err="1">
                <a:latin typeface="Trebuchet MS" panose="020B0603020202020204" pitchFamily="34" charset="0"/>
              </a:rPr>
              <a:t>this.cust_id</a:t>
            </a:r>
            <a:r>
              <a:rPr lang="en-GB" dirty="0">
                <a:latin typeface="Trebuchet MS" panose="020B0603020202020204" pitchFamily="34" charset="0"/>
              </a:rPr>
              <a:t>, </a:t>
            </a:r>
            <a:r>
              <a:rPr lang="en-GB" dirty="0" err="1">
                <a:latin typeface="Trebuchet MS" panose="020B0603020202020204" pitchFamily="34" charset="0"/>
              </a:rPr>
              <a:t>this.amount</a:t>
            </a:r>
            <a:r>
              <a:rPr lang="en-GB" dirty="0">
                <a:latin typeface="Trebuchet MS" panose="020B0603020202020204" pitchFamily="34" charset="0"/>
              </a:rPr>
              <a:t>); </a:t>
            </a:r>
          </a:p>
          <a:p>
            <a:r>
              <a:rPr lang="en-GB" dirty="0">
                <a:latin typeface="Trebuchet MS" panose="020B0603020202020204" pitchFamily="34" charset="0"/>
              </a:rPr>
              <a:t>   },</a:t>
            </a:r>
          </a:p>
          <a:p>
            <a:endParaRPr lang="en-GB" dirty="0">
              <a:latin typeface="Trebuchet MS" panose="020B0603020202020204" pitchFamily="34" charset="0"/>
            </a:endParaRPr>
          </a:p>
          <a:p>
            <a:r>
              <a:rPr lang="en-GB" dirty="0">
                <a:latin typeface="Trebuchet MS" panose="020B0603020202020204" pitchFamily="34" charset="0"/>
              </a:rPr>
              <a:t>   function(key, values) { </a:t>
            </a:r>
          </a:p>
          <a:p>
            <a:r>
              <a:rPr lang="en-GB" dirty="0">
                <a:latin typeface="Trebuchet MS" panose="020B0603020202020204" pitchFamily="34" charset="0"/>
              </a:rPr>
              <a:t>      return </a:t>
            </a:r>
            <a:r>
              <a:rPr lang="en-GB" dirty="0" err="1">
                <a:latin typeface="Trebuchet MS" panose="020B0603020202020204" pitchFamily="34" charset="0"/>
              </a:rPr>
              <a:t>Array.sum</a:t>
            </a:r>
            <a:r>
              <a:rPr lang="en-GB" dirty="0">
                <a:latin typeface="Trebuchet MS" panose="020B0603020202020204" pitchFamily="34" charset="0"/>
              </a:rPr>
              <a:t>(values); </a:t>
            </a:r>
          </a:p>
          <a:p>
            <a:r>
              <a:rPr lang="en-GB" dirty="0">
                <a:latin typeface="Trebuchet MS" panose="020B0603020202020204" pitchFamily="34" charset="0"/>
              </a:rPr>
              <a:t>   },</a:t>
            </a:r>
          </a:p>
          <a:p>
            <a:endParaRPr lang="en-GB" dirty="0">
              <a:latin typeface="Trebuchet MS" panose="020B0603020202020204" pitchFamily="34" charset="0"/>
            </a:endParaRPr>
          </a:p>
          <a:p>
            <a:r>
              <a:rPr lang="en-GB" dirty="0">
                <a:latin typeface="Trebuchet MS" panose="020B0603020202020204" pitchFamily="34" charset="0"/>
              </a:rPr>
              <a:t>   {</a:t>
            </a:r>
          </a:p>
          <a:p>
            <a:r>
              <a:rPr lang="en-GB" dirty="0">
                <a:latin typeface="Trebuchet MS" panose="020B0603020202020204" pitchFamily="34" charset="0"/>
              </a:rPr>
              <a:t>      query: { status: "A" },</a:t>
            </a:r>
          </a:p>
          <a:p>
            <a:r>
              <a:rPr lang="en-GB" dirty="0">
                <a:latin typeface="Trebuchet MS" panose="020B0603020202020204" pitchFamily="34" charset="0"/>
              </a:rPr>
              <a:t>      out: "</a:t>
            </a:r>
            <a:r>
              <a:rPr lang="en-GB" dirty="0" err="1">
                <a:latin typeface="Trebuchet MS" panose="020B0603020202020204" pitchFamily="34" charset="0"/>
              </a:rPr>
              <a:t>order_totals</a:t>
            </a:r>
            <a:r>
              <a:rPr lang="en-GB" dirty="0">
                <a:latin typeface="Trebuchet MS" panose="020B0603020202020204" pitchFamily="34" charset="0"/>
              </a:rPr>
              <a:t>"</a:t>
            </a:r>
          </a:p>
          <a:p>
            <a:r>
              <a:rPr lang="en-GB" dirty="0">
                <a:latin typeface="Trebuchet MS" panose="020B0603020202020204" pitchFamily="34" charset="0"/>
              </a:rPr>
              <a:t>   }</a:t>
            </a:r>
          </a:p>
          <a:p>
            <a:r>
              <a:rPr lang="en-GB" dirty="0">
                <a:latin typeface="Trebuchet MS" panose="020B0603020202020204" pitchFamily="34" charset="0"/>
              </a:rPr>
              <a:t>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419FF53-29C4-0139-B661-FC5ACEB4DE67}"/>
              </a:ext>
            </a:extLst>
          </p:cNvPr>
          <p:cNvGrpSpPr/>
          <p:nvPr/>
        </p:nvGrpSpPr>
        <p:grpSpPr>
          <a:xfrm>
            <a:off x="3152800" y="2357328"/>
            <a:ext cx="5817096" cy="954048"/>
            <a:chOff x="3152800" y="2357328"/>
            <a:chExt cx="5817096" cy="95404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0878B3C-6C74-3F9F-9403-AB20F6D45596}"/>
                </a:ext>
              </a:extLst>
            </p:cNvPr>
            <p:cNvSpPr/>
            <p:nvPr/>
          </p:nvSpPr>
          <p:spPr>
            <a:xfrm>
              <a:off x="3152800" y="2357328"/>
              <a:ext cx="3960440" cy="954048"/>
            </a:xfrm>
            <a:prstGeom prst="rect">
              <a:avLst/>
            </a:prstGeom>
            <a:solidFill>
              <a:srgbClr val="FFEFBD">
                <a:alpha val="26000"/>
              </a:srgbClr>
            </a:solidFill>
            <a:ln>
              <a:solidFill>
                <a:srgbClr val="0081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Lucida Sans"/>
                <a:cs typeface="Lucida San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AD86056-7F30-41F4-3940-92E6B1C22253}"/>
                </a:ext>
              </a:extLst>
            </p:cNvPr>
            <p:cNvSpPr txBox="1"/>
            <p:nvPr/>
          </p:nvSpPr>
          <p:spPr>
            <a:xfrm>
              <a:off x="7121272" y="2649686"/>
              <a:ext cx="18486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Map Function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F8DD13D-01AD-574B-A5C1-7C8F7CE25942}"/>
              </a:ext>
            </a:extLst>
          </p:cNvPr>
          <p:cNvGrpSpPr/>
          <p:nvPr/>
        </p:nvGrpSpPr>
        <p:grpSpPr>
          <a:xfrm>
            <a:off x="3152800" y="3492659"/>
            <a:ext cx="6141982" cy="954048"/>
            <a:chOff x="3152800" y="2357328"/>
            <a:chExt cx="6141982" cy="95404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962FEBA-D090-15CD-3A44-7E458B246470}"/>
                </a:ext>
              </a:extLst>
            </p:cNvPr>
            <p:cNvSpPr/>
            <p:nvPr/>
          </p:nvSpPr>
          <p:spPr>
            <a:xfrm>
              <a:off x="3152800" y="2357328"/>
              <a:ext cx="3960440" cy="954048"/>
            </a:xfrm>
            <a:prstGeom prst="rect">
              <a:avLst/>
            </a:prstGeom>
            <a:solidFill>
              <a:schemeClr val="accent6">
                <a:lumMod val="90000"/>
                <a:lumOff val="10000"/>
                <a:alpha val="9000"/>
              </a:schemeClr>
            </a:solidFill>
            <a:ln>
              <a:solidFill>
                <a:srgbClr val="0081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Lucida Sans"/>
                <a:cs typeface="Lucida San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8AEDDCB-6676-9924-57AA-8F3076C0A00E}"/>
                </a:ext>
              </a:extLst>
            </p:cNvPr>
            <p:cNvSpPr txBox="1"/>
            <p:nvPr/>
          </p:nvSpPr>
          <p:spPr>
            <a:xfrm>
              <a:off x="7121271" y="2649686"/>
              <a:ext cx="21735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Reduce Function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4DFF23-7730-7E7B-538B-94B97CDEA5BF}"/>
              </a:ext>
            </a:extLst>
          </p:cNvPr>
          <p:cNvGrpSpPr/>
          <p:nvPr/>
        </p:nvGrpSpPr>
        <p:grpSpPr>
          <a:xfrm>
            <a:off x="3152800" y="4662454"/>
            <a:ext cx="6141982" cy="1070802"/>
            <a:chOff x="3152800" y="2357328"/>
            <a:chExt cx="6141982" cy="107080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B09C38-B09B-937F-A624-D0A760D09E2C}"/>
                </a:ext>
              </a:extLst>
            </p:cNvPr>
            <p:cNvSpPr/>
            <p:nvPr/>
          </p:nvSpPr>
          <p:spPr>
            <a:xfrm>
              <a:off x="3152800" y="2357328"/>
              <a:ext cx="3960440" cy="1070802"/>
            </a:xfrm>
            <a:prstGeom prst="rect">
              <a:avLst/>
            </a:prstGeom>
            <a:solidFill>
              <a:srgbClr val="FF0000">
                <a:alpha val="9000"/>
              </a:srgbClr>
            </a:solidFill>
            <a:ln>
              <a:solidFill>
                <a:srgbClr val="0081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Lucida Sans"/>
                <a:cs typeface="Lucida San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D2238E5-2433-FD61-D7F7-5F7B7D665401}"/>
                </a:ext>
              </a:extLst>
            </p:cNvPr>
            <p:cNvSpPr txBox="1"/>
            <p:nvPr/>
          </p:nvSpPr>
          <p:spPr>
            <a:xfrm>
              <a:off x="7121271" y="2649686"/>
              <a:ext cx="21735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Options/Query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123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721" y="0"/>
            <a:ext cx="6984776" cy="780762"/>
          </a:xfrm>
        </p:spPr>
        <p:txBody>
          <a:bodyPr/>
          <a:lstStyle/>
          <a:p>
            <a:r>
              <a:rPr lang="en-GB" sz="3200" dirty="0"/>
              <a:t>MapReduce Example: MongoDB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24EC39-6544-1BE3-997C-8041A95F8192}"/>
              </a:ext>
            </a:extLst>
          </p:cNvPr>
          <p:cNvSpPr txBox="1"/>
          <p:nvPr/>
        </p:nvSpPr>
        <p:spPr>
          <a:xfrm>
            <a:off x="3440832" y="813335"/>
            <a:ext cx="57168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latin typeface="Trebuchet MS" panose="020B0603020202020204" pitchFamily="34" charset="0"/>
              </a:rPr>
              <a:t>db.orders.mapReduce</a:t>
            </a:r>
            <a:r>
              <a:rPr lang="en-GB" dirty="0">
                <a:latin typeface="Trebuchet MS" panose="020B0603020202020204" pitchFamily="34" charset="0"/>
              </a:rPr>
              <a:t>(</a:t>
            </a:r>
          </a:p>
          <a:p>
            <a:r>
              <a:rPr lang="en-GB" dirty="0">
                <a:latin typeface="Trebuchet MS" panose="020B0603020202020204" pitchFamily="34" charset="0"/>
              </a:rPr>
              <a:t>   function() {  emit(</a:t>
            </a:r>
            <a:r>
              <a:rPr lang="en-GB" dirty="0" err="1">
                <a:latin typeface="Trebuchet MS" panose="020B0603020202020204" pitchFamily="34" charset="0"/>
              </a:rPr>
              <a:t>this.cust_id</a:t>
            </a:r>
            <a:r>
              <a:rPr lang="en-GB" dirty="0">
                <a:latin typeface="Trebuchet MS" panose="020B0603020202020204" pitchFamily="34" charset="0"/>
              </a:rPr>
              <a:t>, </a:t>
            </a:r>
            <a:r>
              <a:rPr lang="en-GB" dirty="0" err="1">
                <a:latin typeface="Trebuchet MS" panose="020B0603020202020204" pitchFamily="34" charset="0"/>
              </a:rPr>
              <a:t>this.amount</a:t>
            </a:r>
            <a:r>
              <a:rPr lang="en-GB" dirty="0">
                <a:latin typeface="Trebuchet MS" panose="020B0603020202020204" pitchFamily="34" charset="0"/>
              </a:rPr>
              <a:t>); },</a:t>
            </a:r>
          </a:p>
          <a:p>
            <a:r>
              <a:rPr lang="en-GB" dirty="0">
                <a:latin typeface="Trebuchet MS" panose="020B0603020202020204" pitchFamily="34" charset="0"/>
              </a:rPr>
              <a:t>   function(key, values) {  return </a:t>
            </a:r>
            <a:r>
              <a:rPr lang="en-GB" dirty="0" err="1">
                <a:latin typeface="Trebuchet MS" panose="020B0603020202020204" pitchFamily="34" charset="0"/>
              </a:rPr>
              <a:t>Array.sum</a:t>
            </a:r>
            <a:r>
              <a:rPr lang="en-GB" dirty="0">
                <a:latin typeface="Trebuchet MS" panose="020B0603020202020204" pitchFamily="34" charset="0"/>
              </a:rPr>
              <a:t>(values); },</a:t>
            </a:r>
          </a:p>
          <a:p>
            <a:r>
              <a:rPr lang="en-GB" dirty="0">
                <a:latin typeface="Trebuchet MS" panose="020B0603020202020204" pitchFamily="34" charset="0"/>
              </a:rPr>
              <a:t>   { query: { status: "A" },  out: "</a:t>
            </a:r>
            <a:r>
              <a:rPr lang="en-GB" dirty="0" err="1">
                <a:latin typeface="Trebuchet MS" panose="020B0603020202020204" pitchFamily="34" charset="0"/>
              </a:rPr>
              <a:t>order_totals</a:t>
            </a:r>
            <a:r>
              <a:rPr lang="en-GB" dirty="0">
                <a:latin typeface="Trebuchet MS" panose="020B0603020202020204" pitchFamily="34" charset="0"/>
              </a:rPr>
              <a:t>"   })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F14FF98-1BC4-2B25-20AB-B57C4BB142C1}"/>
              </a:ext>
            </a:extLst>
          </p:cNvPr>
          <p:cNvGrpSpPr/>
          <p:nvPr/>
        </p:nvGrpSpPr>
        <p:grpSpPr>
          <a:xfrm>
            <a:off x="377825" y="1124744"/>
            <a:ext cx="1584176" cy="5042436"/>
            <a:chOff x="379641" y="869161"/>
            <a:chExt cx="1584176" cy="504243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2FAAB8E-F402-21E0-916E-18CE6D1AE194}"/>
                </a:ext>
              </a:extLst>
            </p:cNvPr>
            <p:cNvGrpSpPr/>
            <p:nvPr/>
          </p:nvGrpSpPr>
          <p:grpSpPr>
            <a:xfrm>
              <a:off x="379641" y="1233393"/>
              <a:ext cx="1584176" cy="4678204"/>
              <a:chOff x="560512" y="1412776"/>
              <a:chExt cx="1584176" cy="4678204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9E7857-47C0-CAAC-7005-47C98B824D12}"/>
                  </a:ext>
                </a:extLst>
              </p:cNvPr>
              <p:cNvSpPr txBox="1"/>
              <p:nvPr/>
            </p:nvSpPr>
            <p:spPr>
              <a:xfrm>
                <a:off x="560512" y="1412776"/>
                <a:ext cx="1584176" cy="11695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{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</a:t>
                </a:r>
                <a:r>
                  <a:rPr lang="en-GB" sz="1400" dirty="0" err="1">
                    <a:latin typeface="Trebuchet MS" panose="020B0603020202020204" pitchFamily="34" charset="0"/>
                  </a:rPr>
                  <a:t>cust_id</a:t>
                </a:r>
                <a:r>
                  <a:rPr lang="en-GB" sz="1400" dirty="0">
                    <a:latin typeface="Trebuchet MS" panose="020B0603020202020204" pitchFamily="34" charset="0"/>
                  </a:rPr>
                  <a:t>: "A123", 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amount: 500,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status: "A"</a:t>
                </a:r>
                <a:endParaRPr lang="en-GB" sz="1400" dirty="0">
                  <a:latin typeface="Trebuchet MS" panose="020B0603020202020204" pitchFamily="34" charset="0"/>
                  <a:cs typeface="Lucida Sans Unicode" panose="020B0602030504020204" pitchFamily="34" charset="0"/>
                </a:endParaRPr>
              </a:p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}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D3AF0C-F90B-8AA3-8B5B-CD1898F47560}"/>
                  </a:ext>
                </a:extLst>
              </p:cNvPr>
              <p:cNvSpPr txBox="1"/>
              <p:nvPr/>
            </p:nvSpPr>
            <p:spPr>
              <a:xfrm>
                <a:off x="563216" y="2582327"/>
                <a:ext cx="1581472" cy="11695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{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</a:t>
                </a:r>
                <a:r>
                  <a:rPr lang="en-GB" sz="1400" dirty="0" err="1">
                    <a:latin typeface="Trebuchet MS" panose="020B0603020202020204" pitchFamily="34" charset="0"/>
                  </a:rPr>
                  <a:t>cust_id</a:t>
                </a:r>
                <a:r>
                  <a:rPr lang="en-GB" sz="1400" dirty="0">
                    <a:latin typeface="Trebuchet MS" panose="020B0603020202020204" pitchFamily="34" charset="0"/>
                  </a:rPr>
                  <a:t>: "A123", 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amount: 250,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status: "A"</a:t>
                </a:r>
                <a:endParaRPr lang="en-GB" sz="1400" dirty="0">
                  <a:latin typeface="Trebuchet MS" panose="020B0603020202020204" pitchFamily="34" charset="0"/>
                  <a:cs typeface="Lucida Sans Unicode" panose="020B0602030504020204" pitchFamily="34" charset="0"/>
                </a:endParaRPr>
              </a:p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}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F4AA29-F919-B80B-6B94-6A126733CF9E}"/>
                  </a:ext>
                </a:extLst>
              </p:cNvPr>
              <p:cNvSpPr txBox="1"/>
              <p:nvPr/>
            </p:nvSpPr>
            <p:spPr>
              <a:xfrm>
                <a:off x="560512" y="3751878"/>
                <a:ext cx="1581472" cy="11695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{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</a:t>
                </a:r>
                <a:r>
                  <a:rPr lang="en-GB" sz="1400" dirty="0" err="1">
                    <a:latin typeface="Trebuchet MS" panose="020B0603020202020204" pitchFamily="34" charset="0"/>
                  </a:rPr>
                  <a:t>cust_id</a:t>
                </a:r>
                <a:r>
                  <a:rPr lang="en-GB" sz="1400" dirty="0">
                    <a:latin typeface="Trebuchet MS" panose="020B0603020202020204" pitchFamily="34" charset="0"/>
                  </a:rPr>
                  <a:t>: "A123", 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amount: 300,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status: “D"</a:t>
                </a:r>
                <a:endParaRPr lang="en-GB" sz="1400" dirty="0">
                  <a:latin typeface="Trebuchet MS" panose="020B0603020202020204" pitchFamily="34" charset="0"/>
                  <a:cs typeface="Lucida Sans Unicode" panose="020B0602030504020204" pitchFamily="34" charset="0"/>
                </a:endParaRPr>
              </a:p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}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5C1B035-14F7-B252-AA3B-1DC628EE119B}"/>
                  </a:ext>
                </a:extLst>
              </p:cNvPr>
              <p:cNvSpPr txBox="1"/>
              <p:nvPr/>
            </p:nvSpPr>
            <p:spPr>
              <a:xfrm>
                <a:off x="560512" y="4921429"/>
                <a:ext cx="1581472" cy="11695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{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</a:t>
                </a:r>
                <a:r>
                  <a:rPr lang="en-GB" sz="1400" dirty="0" err="1">
                    <a:latin typeface="Trebuchet MS" panose="020B0603020202020204" pitchFamily="34" charset="0"/>
                  </a:rPr>
                  <a:t>cust_id</a:t>
                </a:r>
                <a:r>
                  <a:rPr lang="en-GB" sz="1400" dirty="0">
                    <a:latin typeface="Trebuchet MS" panose="020B0603020202020204" pitchFamily="34" charset="0"/>
                  </a:rPr>
                  <a:t>: “B212", 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amount: 200,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status: "A"</a:t>
                </a:r>
                <a:endParaRPr lang="en-GB" sz="1400" dirty="0">
                  <a:latin typeface="Trebuchet MS" panose="020B0603020202020204" pitchFamily="34" charset="0"/>
                  <a:cs typeface="Lucida Sans Unicode" panose="020B0602030504020204" pitchFamily="34" charset="0"/>
                </a:endParaRPr>
              </a:p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}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33551A-0242-7FAA-ADAA-35CDE987D4E7}"/>
                </a:ext>
              </a:extLst>
            </p:cNvPr>
            <p:cNvSpPr txBox="1"/>
            <p:nvPr/>
          </p:nvSpPr>
          <p:spPr>
            <a:xfrm>
              <a:off x="635000" y="869161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orders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7414828-AD63-62EB-F935-2E2B213E9BC3}"/>
              </a:ext>
            </a:extLst>
          </p:cNvPr>
          <p:cNvGrpSpPr/>
          <p:nvPr/>
        </p:nvGrpSpPr>
        <p:grpSpPr>
          <a:xfrm>
            <a:off x="2919721" y="2405384"/>
            <a:ext cx="1585173" cy="3508653"/>
            <a:chOff x="3152800" y="2528000"/>
            <a:chExt cx="1585173" cy="350865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F53F0F9-BEA9-A250-DCFC-15FCC5EC5A6B}"/>
                </a:ext>
              </a:extLst>
            </p:cNvPr>
            <p:cNvGrpSpPr/>
            <p:nvPr/>
          </p:nvGrpSpPr>
          <p:grpSpPr>
            <a:xfrm>
              <a:off x="3152800" y="2528000"/>
              <a:ext cx="1585173" cy="3508653"/>
              <a:chOff x="560512" y="1412776"/>
              <a:chExt cx="1585173" cy="3508653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7F5939-8963-84FE-88EB-9D2284166237}"/>
                  </a:ext>
                </a:extLst>
              </p:cNvPr>
              <p:cNvSpPr txBox="1"/>
              <p:nvPr/>
            </p:nvSpPr>
            <p:spPr>
              <a:xfrm>
                <a:off x="560512" y="1412776"/>
                <a:ext cx="1584176" cy="11695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{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</a:t>
                </a:r>
                <a:r>
                  <a:rPr lang="en-GB" sz="1400" dirty="0" err="1">
                    <a:latin typeface="Trebuchet MS" panose="020B0603020202020204" pitchFamily="34" charset="0"/>
                  </a:rPr>
                  <a:t>cust_id</a:t>
                </a:r>
                <a:r>
                  <a:rPr lang="en-GB" sz="1400" dirty="0">
                    <a:latin typeface="Trebuchet MS" panose="020B0603020202020204" pitchFamily="34" charset="0"/>
                  </a:rPr>
                  <a:t>: "A123", 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amount: 500,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status: "A"</a:t>
                </a:r>
                <a:endParaRPr lang="en-GB" sz="1400" dirty="0">
                  <a:latin typeface="Trebuchet MS" panose="020B0603020202020204" pitchFamily="34" charset="0"/>
                  <a:cs typeface="Lucida Sans Unicode" panose="020B0602030504020204" pitchFamily="34" charset="0"/>
                </a:endParaRPr>
              </a:p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}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2AEEC33-6DA8-8753-19F6-5C221E00CB43}"/>
                  </a:ext>
                </a:extLst>
              </p:cNvPr>
              <p:cNvSpPr txBox="1"/>
              <p:nvPr/>
            </p:nvSpPr>
            <p:spPr>
              <a:xfrm>
                <a:off x="563216" y="2582327"/>
                <a:ext cx="1581472" cy="11695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{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</a:t>
                </a:r>
                <a:r>
                  <a:rPr lang="en-GB" sz="1400" dirty="0" err="1">
                    <a:latin typeface="Trebuchet MS" panose="020B0603020202020204" pitchFamily="34" charset="0"/>
                  </a:rPr>
                  <a:t>cust_id</a:t>
                </a:r>
                <a:r>
                  <a:rPr lang="en-GB" sz="1400" dirty="0">
                    <a:latin typeface="Trebuchet MS" panose="020B0603020202020204" pitchFamily="34" charset="0"/>
                  </a:rPr>
                  <a:t>: "A123", 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amount: 250,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status: "A"</a:t>
                </a:r>
                <a:endParaRPr lang="en-GB" sz="1400" dirty="0">
                  <a:latin typeface="Trebuchet MS" panose="020B0603020202020204" pitchFamily="34" charset="0"/>
                  <a:cs typeface="Lucida Sans Unicode" panose="020B0602030504020204" pitchFamily="34" charset="0"/>
                </a:endParaRPr>
              </a:p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}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B573736-CBB2-E692-5D44-90EC892B143D}"/>
                  </a:ext>
                </a:extLst>
              </p:cNvPr>
              <p:cNvSpPr txBox="1"/>
              <p:nvPr/>
            </p:nvSpPr>
            <p:spPr>
              <a:xfrm>
                <a:off x="564213" y="3751878"/>
                <a:ext cx="1581472" cy="116955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{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</a:t>
                </a:r>
                <a:r>
                  <a:rPr lang="en-GB" sz="1400" dirty="0" err="1">
                    <a:latin typeface="Trebuchet MS" panose="020B0603020202020204" pitchFamily="34" charset="0"/>
                  </a:rPr>
                  <a:t>cust_id</a:t>
                </a:r>
                <a:r>
                  <a:rPr lang="en-GB" sz="1400" dirty="0">
                    <a:latin typeface="Trebuchet MS" panose="020B0603020202020204" pitchFamily="34" charset="0"/>
                  </a:rPr>
                  <a:t>: “B212", 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amount: 200,  </a:t>
                </a:r>
              </a:p>
              <a:p>
                <a:r>
                  <a:rPr lang="en-GB" sz="1400" dirty="0">
                    <a:latin typeface="Trebuchet MS" panose="020B0603020202020204" pitchFamily="34" charset="0"/>
                  </a:rPr>
                  <a:t>  status: "A"</a:t>
                </a:r>
                <a:endParaRPr lang="en-GB" sz="1400" dirty="0">
                  <a:latin typeface="Trebuchet MS" panose="020B0603020202020204" pitchFamily="34" charset="0"/>
                  <a:cs typeface="Lucida Sans Unicode" panose="020B0602030504020204" pitchFamily="34" charset="0"/>
                </a:endParaRPr>
              </a:p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}</a:t>
                </a: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FC2CADC-AADD-0819-F952-DD41B5DE65F0}"/>
                </a:ext>
              </a:extLst>
            </p:cNvPr>
            <p:cNvSpPr/>
            <p:nvPr/>
          </p:nvSpPr>
          <p:spPr>
            <a:xfrm>
              <a:off x="3296816" y="2780928"/>
              <a:ext cx="1296144" cy="216024"/>
            </a:xfrm>
            <a:prstGeom prst="rect">
              <a:avLst/>
            </a:prstGeom>
            <a:solidFill>
              <a:schemeClr val="accent1">
                <a:alpha val="43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Lucida Sans"/>
                <a:cs typeface="Lucida Sans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F6E56AB-9B0A-CAD3-6D3B-83C4144F7372}"/>
                </a:ext>
              </a:extLst>
            </p:cNvPr>
            <p:cNvSpPr/>
            <p:nvPr/>
          </p:nvSpPr>
          <p:spPr>
            <a:xfrm>
              <a:off x="3296816" y="3949080"/>
              <a:ext cx="1296144" cy="216024"/>
            </a:xfrm>
            <a:prstGeom prst="rect">
              <a:avLst/>
            </a:prstGeom>
            <a:solidFill>
              <a:schemeClr val="accent1">
                <a:alpha val="43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Lucida Sans"/>
                <a:cs typeface="Lucida San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9BACDDA-CA22-825B-7644-AB660B13C37F}"/>
                </a:ext>
              </a:extLst>
            </p:cNvPr>
            <p:cNvSpPr/>
            <p:nvPr/>
          </p:nvSpPr>
          <p:spPr>
            <a:xfrm>
              <a:off x="3317776" y="5127841"/>
              <a:ext cx="1296144" cy="216024"/>
            </a:xfrm>
            <a:prstGeom prst="rect">
              <a:avLst/>
            </a:prstGeom>
            <a:solidFill>
              <a:schemeClr val="accent2">
                <a:alpha val="43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Lucida Sans"/>
                <a:cs typeface="Lucida San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4FD55B0-86E9-2912-DC59-8DA8DA5AAB95}"/>
              </a:ext>
            </a:extLst>
          </p:cNvPr>
          <p:cNvGrpSpPr/>
          <p:nvPr/>
        </p:nvGrpSpPr>
        <p:grpSpPr>
          <a:xfrm>
            <a:off x="5177788" y="3760661"/>
            <a:ext cx="1872208" cy="839092"/>
            <a:chOff x="5373422" y="3762403"/>
            <a:chExt cx="1872208" cy="839092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0F4F1D9-E9C3-7CAD-A404-5A01E5843B2B}"/>
                </a:ext>
              </a:extLst>
            </p:cNvPr>
            <p:cNvGrpSpPr/>
            <p:nvPr/>
          </p:nvGrpSpPr>
          <p:grpSpPr>
            <a:xfrm>
              <a:off x="5373422" y="3762403"/>
              <a:ext cx="1872208" cy="307777"/>
              <a:chOff x="5313040" y="2844224"/>
              <a:chExt cx="1872208" cy="307777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F3DBAD0-AFFB-EA90-02D1-4A216CCD39B7}"/>
                  </a:ext>
                </a:extLst>
              </p:cNvPr>
              <p:cNvSpPr txBox="1"/>
              <p:nvPr/>
            </p:nvSpPr>
            <p:spPr>
              <a:xfrm>
                <a:off x="5313040" y="2844224"/>
                <a:ext cx="1872208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{ </a:t>
                </a:r>
                <a:r>
                  <a:rPr lang="en-GB" sz="1400" dirty="0">
                    <a:latin typeface="Trebuchet MS" panose="020B0603020202020204" pitchFamily="34" charset="0"/>
                  </a:rPr>
                  <a:t>"A123", [500, 250] </a:t>
                </a:r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}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3F6C385-F84F-9466-B300-43F29B23E980}"/>
                  </a:ext>
                </a:extLst>
              </p:cNvPr>
              <p:cNvSpPr/>
              <p:nvPr/>
            </p:nvSpPr>
            <p:spPr>
              <a:xfrm>
                <a:off x="5457056" y="2878972"/>
                <a:ext cx="648072" cy="189988"/>
              </a:xfrm>
              <a:prstGeom prst="rect">
                <a:avLst/>
              </a:prstGeom>
              <a:solidFill>
                <a:schemeClr val="accent1">
                  <a:alpha val="43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Lucida Sans"/>
                  <a:cs typeface="Lucida Sans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94A3496-20D3-11AD-6EE7-D3BCA75A2FB2}"/>
                </a:ext>
              </a:extLst>
            </p:cNvPr>
            <p:cNvGrpSpPr/>
            <p:nvPr/>
          </p:nvGrpSpPr>
          <p:grpSpPr>
            <a:xfrm>
              <a:off x="5373422" y="4293718"/>
              <a:ext cx="1872208" cy="307777"/>
              <a:chOff x="5363158" y="3430596"/>
              <a:chExt cx="1872208" cy="307777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A6EB93-C12C-A03F-F89B-567DACD9AEC6}"/>
                  </a:ext>
                </a:extLst>
              </p:cNvPr>
              <p:cNvSpPr txBox="1"/>
              <p:nvPr/>
            </p:nvSpPr>
            <p:spPr>
              <a:xfrm>
                <a:off x="5363158" y="3430596"/>
                <a:ext cx="1872208" cy="3077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{ </a:t>
                </a:r>
                <a:r>
                  <a:rPr lang="en-GB" sz="1400" dirty="0">
                    <a:latin typeface="Trebuchet MS" panose="020B0603020202020204" pitchFamily="34" charset="0"/>
                  </a:rPr>
                  <a:t>“B212", 200 </a:t>
                </a:r>
                <a:r>
                  <a:rPr lang="en-GB" sz="1400" dirty="0">
                    <a:latin typeface="Lucida Sans Unicode" panose="020B0602030504020204" pitchFamily="34" charset="0"/>
                    <a:cs typeface="Lucida Sans Unicode" panose="020B0602030504020204" pitchFamily="34" charset="0"/>
                  </a:rPr>
                  <a:t>}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2D8AC14-0509-646A-3064-CEE692BA5EE5}"/>
                  </a:ext>
                </a:extLst>
              </p:cNvPr>
              <p:cNvSpPr/>
              <p:nvPr/>
            </p:nvSpPr>
            <p:spPr>
              <a:xfrm>
                <a:off x="5539668" y="3476472"/>
                <a:ext cx="565460" cy="229090"/>
              </a:xfrm>
              <a:prstGeom prst="rect">
                <a:avLst/>
              </a:prstGeom>
              <a:solidFill>
                <a:schemeClr val="accent2">
                  <a:alpha val="43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Lucida Sans"/>
                  <a:cs typeface="Lucida Sans"/>
                </a:endParaRPr>
              </a:p>
            </p:txBody>
          </p:sp>
        </p:grpSp>
      </p:grp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A0E88A52-3C63-62B1-2418-17280E88D24E}"/>
              </a:ext>
            </a:extLst>
          </p:cNvPr>
          <p:cNvSpPr/>
          <p:nvPr/>
        </p:nvSpPr>
        <p:spPr>
          <a:xfrm>
            <a:off x="2046571" y="3977149"/>
            <a:ext cx="792088" cy="365125"/>
          </a:xfrm>
          <a:prstGeom prst="rightArrow">
            <a:avLst/>
          </a:prstGeom>
          <a:solidFill>
            <a:schemeClr val="accent2"/>
          </a:solidFill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Lucida Sans"/>
              <a:cs typeface="Lucida San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CF0C23-275B-E0D2-14F5-1D282651E9A1}"/>
              </a:ext>
            </a:extLst>
          </p:cNvPr>
          <p:cNvSpPr txBox="1"/>
          <p:nvPr/>
        </p:nvSpPr>
        <p:spPr>
          <a:xfrm>
            <a:off x="1991649" y="368227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query</a:t>
            </a: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2EDA1042-98F8-B1F0-2978-062FAEF275B1}"/>
              </a:ext>
            </a:extLst>
          </p:cNvPr>
          <p:cNvSpPr/>
          <p:nvPr/>
        </p:nvSpPr>
        <p:spPr>
          <a:xfrm>
            <a:off x="4556956" y="3977149"/>
            <a:ext cx="583814" cy="365125"/>
          </a:xfrm>
          <a:prstGeom prst="rightArrow">
            <a:avLst/>
          </a:prstGeom>
          <a:solidFill>
            <a:schemeClr val="accent2"/>
          </a:solidFill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Lucida Sans"/>
              <a:cs typeface="Lucida San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C04B22-27F5-2FFF-4FD7-5C6C428B0024}"/>
              </a:ext>
            </a:extLst>
          </p:cNvPr>
          <p:cNvSpPr txBox="1"/>
          <p:nvPr/>
        </p:nvSpPr>
        <p:spPr>
          <a:xfrm>
            <a:off x="4501193" y="3689656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map</a:t>
            </a: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F4711D65-F4E5-0A80-2167-FB5E8EDE5001}"/>
              </a:ext>
            </a:extLst>
          </p:cNvPr>
          <p:cNvSpPr/>
          <p:nvPr/>
        </p:nvSpPr>
        <p:spPr>
          <a:xfrm>
            <a:off x="7109316" y="3985397"/>
            <a:ext cx="764776" cy="365125"/>
          </a:xfrm>
          <a:prstGeom prst="rightArrow">
            <a:avLst/>
          </a:prstGeom>
          <a:solidFill>
            <a:schemeClr val="accent2"/>
          </a:solidFill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Lucida Sans"/>
              <a:cs typeface="Lucida San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8A61A7-02C9-1E95-8FF8-5AE3D408EB21}"/>
              </a:ext>
            </a:extLst>
          </p:cNvPr>
          <p:cNvSpPr txBox="1"/>
          <p:nvPr/>
        </p:nvSpPr>
        <p:spPr>
          <a:xfrm>
            <a:off x="7047988" y="3699438"/>
            <a:ext cx="8114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reduce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7C959F7-A51E-E53A-00AC-746F946BD47F}"/>
              </a:ext>
            </a:extLst>
          </p:cNvPr>
          <p:cNvGrpSpPr/>
          <p:nvPr/>
        </p:nvGrpSpPr>
        <p:grpSpPr>
          <a:xfrm>
            <a:off x="7924205" y="3160217"/>
            <a:ext cx="1599311" cy="2457572"/>
            <a:chOff x="7924205" y="3160217"/>
            <a:chExt cx="1599311" cy="2457572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B036D3E-7A5A-140D-B772-07E5FED62466}"/>
                </a:ext>
              </a:extLst>
            </p:cNvPr>
            <p:cNvGrpSpPr/>
            <p:nvPr/>
          </p:nvGrpSpPr>
          <p:grpSpPr>
            <a:xfrm>
              <a:off x="7924205" y="3160217"/>
              <a:ext cx="1589826" cy="2071331"/>
              <a:chOff x="7924205" y="3160217"/>
              <a:chExt cx="1589826" cy="2071331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543F5085-9AB9-3A68-A593-D27CA07F8C11}"/>
                  </a:ext>
                </a:extLst>
              </p:cNvPr>
              <p:cNvGrpSpPr/>
              <p:nvPr/>
            </p:nvGrpSpPr>
            <p:grpSpPr>
              <a:xfrm>
                <a:off x="7929855" y="3160217"/>
                <a:ext cx="1584176" cy="954107"/>
                <a:chOff x="7929855" y="3160217"/>
                <a:chExt cx="1584176" cy="954107"/>
              </a:xfrm>
            </p:grpSpPr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FD482DF-B5DD-537D-E30F-957A3A4BA3DF}"/>
                    </a:ext>
                  </a:extLst>
                </p:cNvPr>
                <p:cNvSpPr txBox="1"/>
                <p:nvPr/>
              </p:nvSpPr>
              <p:spPr>
                <a:xfrm>
                  <a:off x="7929855" y="3160217"/>
                  <a:ext cx="1584176" cy="95410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{</a:t>
                  </a:r>
                </a:p>
                <a:p>
                  <a:r>
                    <a:rPr lang="en-GB" sz="1400" dirty="0">
                      <a:latin typeface="Trebuchet MS" panose="020B0603020202020204" pitchFamily="34" charset="0"/>
                    </a:rPr>
                    <a:t>  </a:t>
                  </a:r>
                  <a:r>
                    <a:rPr lang="en-GB" sz="1400" dirty="0" err="1">
                      <a:latin typeface="Trebuchet MS" panose="020B0603020202020204" pitchFamily="34" charset="0"/>
                    </a:rPr>
                    <a:t>cust_id</a:t>
                  </a:r>
                  <a:r>
                    <a:rPr lang="en-GB" sz="1400" dirty="0">
                      <a:latin typeface="Trebuchet MS" panose="020B0603020202020204" pitchFamily="34" charset="0"/>
                    </a:rPr>
                    <a:t>: "A123",   </a:t>
                  </a:r>
                </a:p>
                <a:p>
                  <a:r>
                    <a:rPr lang="en-GB" sz="1400" dirty="0">
                      <a:latin typeface="Trebuchet MS" panose="020B0603020202020204" pitchFamily="34" charset="0"/>
                    </a:rPr>
                    <a:t>  amount: 750  </a:t>
                  </a:r>
                </a:p>
                <a:p>
                  <a:r>
                    <a:rPr lang="en-GB" sz="1400" dirty="0"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}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3F9652F1-4CBC-4033-4116-6C73F375A99E}"/>
                    </a:ext>
                  </a:extLst>
                </p:cNvPr>
                <p:cNvSpPr/>
                <p:nvPr/>
              </p:nvSpPr>
              <p:spPr>
                <a:xfrm>
                  <a:off x="8073871" y="3451019"/>
                  <a:ext cx="1296144" cy="216024"/>
                </a:xfrm>
                <a:prstGeom prst="rect">
                  <a:avLst/>
                </a:prstGeom>
                <a:solidFill>
                  <a:schemeClr val="accent1">
                    <a:alpha val="43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latin typeface="Lucida Sans"/>
                    <a:cs typeface="Lucida Sans"/>
                  </a:endParaRP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77A4FD7-2D71-5FDF-552D-C49495C2E52A}"/>
                  </a:ext>
                </a:extLst>
              </p:cNvPr>
              <p:cNvGrpSpPr/>
              <p:nvPr/>
            </p:nvGrpSpPr>
            <p:grpSpPr>
              <a:xfrm>
                <a:off x="7924205" y="4277441"/>
                <a:ext cx="1584176" cy="954107"/>
                <a:chOff x="7929855" y="4536671"/>
                <a:chExt cx="1584176" cy="954107"/>
              </a:xfrm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F7227FFE-9766-E6A3-80A7-85048945B274}"/>
                    </a:ext>
                  </a:extLst>
                </p:cNvPr>
                <p:cNvSpPr txBox="1"/>
                <p:nvPr/>
              </p:nvSpPr>
              <p:spPr>
                <a:xfrm>
                  <a:off x="7929855" y="4536671"/>
                  <a:ext cx="1584176" cy="95410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{</a:t>
                  </a:r>
                </a:p>
                <a:p>
                  <a:r>
                    <a:rPr lang="en-GB" sz="1400" dirty="0">
                      <a:latin typeface="Trebuchet MS" panose="020B0603020202020204" pitchFamily="34" charset="0"/>
                    </a:rPr>
                    <a:t>  </a:t>
                  </a:r>
                  <a:r>
                    <a:rPr lang="en-GB" sz="1400" dirty="0" err="1">
                      <a:latin typeface="Trebuchet MS" panose="020B0603020202020204" pitchFamily="34" charset="0"/>
                    </a:rPr>
                    <a:t>cust_id</a:t>
                  </a:r>
                  <a:r>
                    <a:rPr lang="en-GB" sz="1400" dirty="0">
                      <a:latin typeface="Trebuchet MS" panose="020B0603020202020204" pitchFamily="34" charset="0"/>
                    </a:rPr>
                    <a:t>: “B212",   </a:t>
                  </a:r>
                </a:p>
                <a:p>
                  <a:r>
                    <a:rPr lang="en-GB" sz="1400" dirty="0">
                      <a:latin typeface="Trebuchet MS" panose="020B0603020202020204" pitchFamily="34" charset="0"/>
                    </a:rPr>
                    <a:t>  amount: 200  </a:t>
                  </a:r>
                </a:p>
                <a:p>
                  <a:r>
                    <a:rPr lang="en-GB" sz="1400" dirty="0">
                      <a:latin typeface="Lucida Sans Unicode" panose="020B0602030504020204" pitchFamily="34" charset="0"/>
                      <a:cs typeface="Lucida Sans Unicode" panose="020B0602030504020204" pitchFamily="34" charset="0"/>
                    </a:rPr>
                    <a:t>}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2FB7176B-63A0-95F9-AFD6-A3FA64CB9A20}"/>
                    </a:ext>
                  </a:extLst>
                </p:cNvPr>
                <p:cNvSpPr/>
                <p:nvPr/>
              </p:nvSpPr>
              <p:spPr>
                <a:xfrm>
                  <a:off x="8073871" y="4821500"/>
                  <a:ext cx="1296144" cy="216024"/>
                </a:xfrm>
                <a:prstGeom prst="rect">
                  <a:avLst/>
                </a:prstGeom>
                <a:solidFill>
                  <a:schemeClr val="accent2">
                    <a:alpha val="43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latin typeface="Lucida Sans"/>
                    <a:cs typeface="Lucida Sans"/>
                  </a:endParaRPr>
                </a:p>
              </p:txBody>
            </p:sp>
          </p:grp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A53AE0D-CDDC-3778-1BE7-95BBD5AFB5C3}"/>
                </a:ext>
              </a:extLst>
            </p:cNvPr>
            <p:cNvSpPr txBox="1"/>
            <p:nvPr/>
          </p:nvSpPr>
          <p:spPr>
            <a:xfrm>
              <a:off x="7966680" y="5248457"/>
              <a:ext cx="1556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order_totals</a:t>
              </a:r>
              <a:endParaRPr lang="en-GB" b="1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27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/>
      <p:bldP spid="52" grpId="0" animBg="1"/>
      <p:bldP spid="53" grpId="0"/>
      <p:bldP spid="55" grpId="0" animBg="1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720" y="0"/>
            <a:ext cx="8836751" cy="780762"/>
          </a:xfrm>
        </p:spPr>
        <p:txBody>
          <a:bodyPr/>
          <a:lstStyle/>
          <a:p>
            <a:r>
              <a:rPr lang="en-GB" sz="3200" dirty="0"/>
              <a:t>MapReduce: Advantages  and Limitations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74123-D5F9-F394-A4BF-81B7621CAB32}"/>
              </a:ext>
            </a:extLst>
          </p:cNvPr>
          <p:cNvSpPr txBox="1"/>
          <p:nvPr/>
        </p:nvSpPr>
        <p:spPr>
          <a:xfrm>
            <a:off x="364720" y="692696"/>
            <a:ext cx="91459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Advantages of MapReduce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Scalability: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Efficiently processes large datasets by distributing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Fault Tolerance: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Automatically manages node failures during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Flexibility: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Supports a variety of data formats (structured, semi-structured, unstructured).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Simplicity in Parallel Processing: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Provides a high-level abstraction for distributed computation.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920C33-8F59-CF50-2A9E-1CA5A06D3368}"/>
              </a:ext>
            </a:extLst>
          </p:cNvPr>
          <p:cNvSpPr txBox="1"/>
          <p:nvPr/>
        </p:nvSpPr>
        <p:spPr>
          <a:xfrm>
            <a:off x="377825" y="3140968"/>
            <a:ext cx="914599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Limitations of MapReduce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Not Real-Time: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Designed for batch processing; unsuitable for real-time data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Programming Complexity: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Requires a different approach to algorithm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Iterative Processing: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Inefficient for iterative tasks, such as those in machine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Dependency on Disk I/O: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Heavy reliance on disk I/O can lead to slower performance compared to in-memory processing frameworks.</a:t>
            </a:r>
          </a:p>
        </p:txBody>
      </p:sp>
    </p:spTree>
    <p:extLst>
      <p:ext uri="{BB962C8B-B14F-4D97-AF65-F5344CB8AC3E}">
        <p14:creationId xmlns:p14="http://schemas.microsoft.com/office/powerpoint/2010/main" val="3378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78" y="0"/>
            <a:ext cx="8350437" cy="780762"/>
          </a:xfrm>
        </p:spPr>
        <p:txBody>
          <a:bodyPr/>
          <a:lstStyle/>
          <a:p>
            <a:r>
              <a:rPr lang="en-GB" sz="3200" dirty="0"/>
              <a:t>Transition to MongoDB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C19C7-2CBF-B9B2-1627-21CF09C7C7AE}"/>
              </a:ext>
            </a:extLst>
          </p:cNvPr>
          <p:cNvSpPr txBox="1"/>
          <p:nvPr/>
        </p:nvSpPr>
        <p:spPr>
          <a:xfrm>
            <a:off x="377824" y="795476"/>
            <a:ext cx="92556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Connecting MapReduce to MongoDB: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Some NoSQL databases like MongoDB incorporate MapReduce capabilities.</a:t>
            </a:r>
          </a:p>
          <a:p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Using MongoDB’s Aggregation Framework: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Allows similar functionality to MapReduce but with more optimised query handling for document-based data.</a:t>
            </a:r>
          </a:p>
          <a:p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Various map-reduce operations can be rewritten using 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aggregation pipeline operators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, such as 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$group, $merge, $accumulator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, etc.</a:t>
            </a:r>
          </a:p>
          <a:p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246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5" y="0"/>
            <a:ext cx="9433048" cy="780762"/>
          </a:xfrm>
        </p:spPr>
        <p:txBody>
          <a:bodyPr/>
          <a:lstStyle/>
          <a:p>
            <a:r>
              <a:rPr lang="en-GB" sz="2800" dirty="0"/>
              <a:t>MongoDB Storage Engines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7E8DDE-53E4-7A14-5FC3-A433A7B9CE68}"/>
              </a:ext>
            </a:extLst>
          </p:cNvPr>
          <p:cNvSpPr txBox="1"/>
          <p:nvPr/>
        </p:nvSpPr>
        <p:spPr>
          <a:xfrm>
            <a:off x="370700" y="980728"/>
            <a:ext cx="9164599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A </a:t>
            </a:r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storage engine 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is the component of a database responsible for how data is stored, retrieved, and managed on disk or in memory. </a:t>
            </a:r>
          </a:p>
          <a:p>
            <a:endParaRPr lang="en-GB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It is like the “backbone” of the database, controlling data durability, speed, and efficiency.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Key Functions: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Manages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data storage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retrieval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Handles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indexing, compression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, and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encryption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Controls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concurrency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journaling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for crash recovery.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MongoDB provides a variety of storage engines, allowing you to choose one most suited to your application.</a:t>
            </a:r>
          </a:p>
        </p:txBody>
      </p:sp>
    </p:spTree>
    <p:extLst>
      <p:ext uri="{BB962C8B-B14F-4D97-AF65-F5344CB8AC3E}">
        <p14:creationId xmlns:p14="http://schemas.microsoft.com/office/powerpoint/2010/main" val="1986047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5" y="0"/>
            <a:ext cx="9433048" cy="780762"/>
          </a:xfrm>
        </p:spPr>
        <p:txBody>
          <a:bodyPr/>
          <a:lstStyle/>
          <a:p>
            <a:r>
              <a:rPr lang="en-GB" sz="2800" dirty="0"/>
              <a:t>Importance of Storage Engines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7E8DDE-53E4-7A14-5FC3-A433A7B9CE68}"/>
              </a:ext>
            </a:extLst>
          </p:cNvPr>
          <p:cNvSpPr txBox="1"/>
          <p:nvPr/>
        </p:nvSpPr>
        <p:spPr>
          <a:xfrm>
            <a:off x="192173" y="867557"/>
            <a:ext cx="931854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Performance: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Storage engines impact the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speed of read/write operations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Concurrency: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Some storage engines support higher concurrent access, which is essential for applications with many simultaneous users.</a:t>
            </a:r>
            <a:endParaRPr lang="it-IT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Storage Efficiency: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Some engines use compression techniques to reduce the amount of disk space used.</a:t>
            </a:r>
            <a:endParaRPr lang="it-IT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Data Durability and Journaling: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Journaling is a feature in many storage engines that helps ensure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data durability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recovery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after unexpected failures.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What is Journaling?: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Journaling records data changes in a special log file before committing them to the main database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If a crash occurs, MongoDB can use the journal to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restore the database to a consistent state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Why Journaling Matters: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For databases handling critical data, journaling ensures that even in cases of power loss or crashes, recent changes can be recovered, maintaining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97954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5" y="0"/>
            <a:ext cx="9433048" cy="780762"/>
          </a:xfrm>
        </p:spPr>
        <p:txBody>
          <a:bodyPr/>
          <a:lstStyle/>
          <a:p>
            <a:r>
              <a:rPr lang="en-GB" sz="2800" dirty="0"/>
              <a:t>MongoDB Storage Engines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7E8DDE-53E4-7A14-5FC3-A433A7B9CE68}"/>
              </a:ext>
            </a:extLst>
          </p:cNvPr>
          <p:cNvSpPr txBox="1"/>
          <p:nvPr/>
        </p:nvSpPr>
        <p:spPr>
          <a:xfrm>
            <a:off x="377825" y="980728"/>
            <a:ext cx="892249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MongoDB's Flexible Architecture: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MongoDB supports multiple storage engines, allowing users to choose one that best fits their application needs.</a:t>
            </a:r>
          </a:p>
          <a:p>
            <a:endParaRPr lang="en-GB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Popular Storage Engines in MongoDB: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The default, designed for high concurrency, data compression, and efficient use of resources.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In-Memory: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For applications needing high-speed data access without persistence requirements.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Legacy Engine (MMAPv1 - Deprecated):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Previously MongoDB’s main engine, it’s no longer recommended but helps understand MongoDB’s evolution.</a:t>
            </a:r>
          </a:p>
          <a:p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171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5" y="0"/>
            <a:ext cx="9433048" cy="780762"/>
          </a:xfrm>
        </p:spPr>
        <p:txBody>
          <a:bodyPr/>
          <a:lstStyle/>
          <a:p>
            <a:r>
              <a:rPr lang="en-GB" sz="2800" dirty="0"/>
              <a:t>MongoDB Storage Engines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BF6F9-0038-8C49-A523-D6DAC7E8A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825" y="936519"/>
            <a:ext cx="8877944" cy="2484617"/>
          </a:xfrm>
        </p:spPr>
        <p:txBody>
          <a:bodyPr>
            <a:normAutofit fontScale="77500" lnSpcReduction="20000"/>
          </a:bodyPr>
          <a:lstStyle/>
          <a:p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Document Level Concurrency and Locking</a:t>
            </a:r>
          </a:p>
          <a:p>
            <a:pPr lvl="1"/>
            <a:r>
              <a:rPr lang="en-GB" sz="23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</a:t>
            </a:r>
            <a:r>
              <a:rPr lang="en-GB" sz="2300" dirty="0">
                <a:latin typeface="Helvetica" panose="020B0604020202020204" pitchFamily="34" charset="0"/>
                <a:cs typeface="Helvetica" panose="020B0604020202020204" pitchFamily="34" charset="0"/>
              </a:rPr>
              <a:t> supports document-level concurrency, allowing multiple read and write operations to occur simultaneously.</a:t>
            </a:r>
          </a:p>
          <a:p>
            <a:pPr lvl="1"/>
            <a:r>
              <a:rPr lang="en-GB" sz="2300" dirty="0">
                <a:latin typeface="Helvetica" panose="020B0604020202020204" pitchFamily="34" charset="0"/>
                <a:cs typeface="Helvetica" panose="020B0604020202020204" pitchFamily="34" charset="0"/>
              </a:rPr>
              <a:t>To ensure consistency, it uses locking and other concurrency control measures.</a:t>
            </a:r>
          </a:p>
          <a:p>
            <a:pPr lvl="1"/>
            <a:r>
              <a:rPr lang="en-GB" sz="2300" dirty="0">
                <a:latin typeface="Helvetica" panose="020B0604020202020204" pitchFamily="34" charset="0"/>
                <a:cs typeface="Helvetica" panose="020B0604020202020204" pitchFamily="34" charset="0"/>
              </a:rPr>
              <a:t>MongoDB uses multi-granularity locking that allows operations to lock at the global, database, collection or document level.</a:t>
            </a:r>
          </a:p>
          <a:p>
            <a:pPr lvl="1"/>
            <a:r>
              <a:rPr lang="en-GB" sz="2300" dirty="0">
                <a:latin typeface="Helvetica" panose="020B0604020202020204" pitchFamily="34" charset="0"/>
                <a:cs typeface="Helvetica" panose="020B0604020202020204" pitchFamily="34" charset="0"/>
              </a:rPr>
              <a:t>For most read and write operations, </a:t>
            </a:r>
            <a:r>
              <a:rPr lang="en-GB" sz="2300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</a:t>
            </a:r>
            <a:r>
              <a:rPr lang="en-GB" sz="2300" dirty="0">
                <a:latin typeface="Helvetica" panose="020B0604020202020204" pitchFamily="34" charset="0"/>
                <a:cs typeface="Helvetica" panose="020B0604020202020204" pitchFamily="34" charset="0"/>
              </a:rPr>
              <a:t> uses optimistic concurrency control. </a:t>
            </a:r>
          </a:p>
          <a:p>
            <a:pPr lvl="1"/>
            <a:r>
              <a:rPr lang="en-GB" sz="2300" dirty="0">
                <a:latin typeface="Helvetica" panose="020B0604020202020204" pitchFamily="34" charset="0"/>
                <a:cs typeface="Helvetica" panose="020B0604020202020204" pitchFamily="34" charset="0"/>
              </a:rPr>
              <a:t>When the storage engine detects a conflict between two operations, it prompts MongoDB to automatically retry the conflicting operation.</a:t>
            </a:r>
            <a:endParaRPr lang="en-GB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69808-A3A6-11DC-4123-302CAB2C93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54" t="15283" r="13635"/>
          <a:stretch/>
        </p:blipFill>
        <p:spPr>
          <a:xfrm>
            <a:off x="6033120" y="3421136"/>
            <a:ext cx="3380179" cy="28894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9491AF-9D38-154B-4A3D-70A935239097}"/>
              </a:ext>
            </a:extLst>
          </p:cNvPr>
          <p:cNvSpPr txBox="1"/>
          <p:nvPr/>
        </p:nvSpPr>
        <p:spPr>
          <a:xfrm>
            <a:off x="5169024" y="6090405"/>
            <a:ext cx="49670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/>
              <a:t>Image source: https://www.mydbops.com/blog/master-mongodb-write-conflicts-causes-impact-and-solutions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B55D49-79EC-907E-5523-D2B664F02EDD}"/>
              </a:ext>
            </a:extLst>
          </p:cNvPr>
          <p:cNvSpPr txBox="1"/>
          <p:nvPr/>
        </p:nvSpPr>
        <p:spPr>
          <a:xfrm>
            <a:off x="511597" y="3696926"/>
            <a:ext cx="59034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High Throughput: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Improved performance in multi-user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Reduced Wait Times: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Allows more efficient processing of concurrent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86455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5" y="0"/>
            <a:ext cx="9433048" cy="780762"/>
          </a:xfrm>
        </p:spPr>
        <p:txBody>
          <a:bodyPr/>
          <a:lstStyle/>
          <a:p>
            <a:r>
              <a:rPr lang="en-GB" sz="2800" dirty="0"/>
              <a:t>MongoDB Storage Engines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8D6FC-8485-9F0B-AC03-10A1A33B0C05}"/>
              </a:ext>
            </a:extLst>
          </p:cNvPr>
          <p:cNvSpPr txBox="1"/>
          <p:nvPr/>
        </p:nvSpPr>
        <p:spPr>
          <a:xfrm>
            <a:off x="357370" y="881035"/>
            <a:ext cx="9153343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Snapshots and Checkpoints</a:t>
            </a:r>
          </a:p>
          <a:p>
            <a:endParaRPr lang="en-GB" sz="2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Snapshots and checkpoints are mechanisms for maintaining data consistency and facilitating data recovery.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periodically creates snapshots to preserve a stable view of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At the start of an operation, </a:t>
            </a: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provides a point-in-time snapshot of the data to the transaction. A snapshot presents a consistent view of the in-memory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writes snapshots to disk consistently across all data files, ensuring data coherence and durability.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Checkpoints act as recovery points, allowing systems to restore data to a stable state in case of a failure, thereby minimising data loss.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Each checkpoint captures a consistent state, making it a reliable fallback point and helping with performance by reducing the frequency of disk writes.</a:t>
            </a:r>
          </a:p>
          <a:p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515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5" y="0"/>
            <a:ext cx="9433048" cy="780762"/>
          </a:xfrm>
        </p:spPr>
        <p:txBody>
          <a:bodyPr/>
          <a:lstStyle/>
          <a:p>
            <a:r>
              <a:rPr lang="en-GB" sz="2800" dirty="0"/>
              <a:t>MongoDB Storage Engines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8D6FC-8485-9F0B-AC03-10A1A33B0C05}"/>
              </a:ext>
            </a:extLst>
          </p:cNvPr>
          <p:cNvSpPr txBox="1"/>
          <p:nvPr/>
        </p:nvSpPr>
        <p:spPr>
          <a:xfrm>
            <a:off x="338913" y="881034"/>
            <a:ext cx="6486295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Journaling and Write-Ahead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uses journaling with a write-ahead logging (WAL) technique, ensuring data durability and crash recovery.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Journaling: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Each write operation is recorded in a journal, which can be replayed to restore data if the system crashes.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Write-Ahead Logging: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Changes are written to the journal before they’re applied to the main database file, ensuring data integrity.</a:t>
            </a:r>
          </a:p>
          <a:p>
            <a:pPr marL="800100" lvl="1" indent="-342900">
              <a:buFont typeface="Helvetica" panose="020B0604020202020204" pitchFamily="34" charset="0"/>
              <a:buChar char="‒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helps ensure that MongoDB can recover recent transactions in the event of a crash.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Journaling is a key feature for applications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requiring high durability and reliability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, as it preserves the latest operations safely.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E1EBE76-2DF8-21EF-AD86-D8CA18C4CBBA}"/>
              </a:ext>
            </a:extLst>
          </p:cNvPr>
          <p:cNvGrpSpPr/>
          <p:nvPr/>
        </p:nvGrpSpPr>
        <p:grpSpPr>
          <a:xfrm>
            <a:off x="7182209" y="900169"/>
            <a:ext cx="2716286" cy="3128249"/>
            <a:chOff x="4108922" y="2848716"/>
            <a:chExt cx="2716286" cy="312824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18F21D1-9FFF-327A-4A25-758825B74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28162" y="5297716"/>
              <a:ext cx="648072" cy="67924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5DDDE6D-83F1-AC71-A2FA-C3C573E6D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8984" y="4405199"/>
              <a:ext cx="513476" cy="513476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4E28768-CF25-CBCA-64CB-312E34C50B27}"/>
                </a:ext>
              </a:extLst>
            </p:cNvPr>
            <p:cNvCxnSpPr>
              <a:stCxn id="5" idx="2"/>
              <a:endCxn id="4" idx="0"/>
            </p:cNvCxnSpPr>
            <p:nvPr/>
          </p:nvCxnSpPr>
          <p:spPr>
            <a:xfrm flipH="1">
              <a:off x="5052198" y="4918675"/>
              <a:ext cx="0" cy="3790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8F7A020-A0A4-7984-D41D-399E6580D66D}"/>
                </a:ext>
              </a:extLst>
            </p:cNvPr>
            <p:cNvSpPr/>
            <p:nvPr/>
          </p:nvSpPr>
          <p:spPr>
            <a:xfrm>
              <a:off x="4381646" y="3539637"/>
              <a:ext cx="1368152" cy="37262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  <a:latin typeface="Lucida Sans"/>
                  <a:cs typeface="Lucida Sans"/>
                </a:rPr>
                <a:t>Mongod</a:t>
              </a:r>
              <a:endParaRPr lang="en-GB" dirty="0">
                <a:solidFill>
                  <a:schemeClr val="tx1"/>
                </a:solidFill>
                <a:latin typeface="Lucida Sans"/>
                <a:cs typeface="Lucida San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CB99D7-2F88-1C93-D514-E23EB6568A85}"/>
                </a:ext>
              </a:extLst>
            </p:cNvPr>
            <p:cNvSpPr txBox="1"/>
            <p:nvPr/>
          </p:nvSpPr>
          <p:spPr>
            <a:xfrm>
              <a:off x="5457057" y="4440164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Journal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542A86-60A2-7F5C-98ED-70D27AEBA83D}"/>
                </a:ext>
              </a:extLst>
            </p:cNvPr>
            <p:cNvSpPr txBox="1"/>
            <p:nvPr/>
          </p:nvSpPr>
          <p:spPr>
            <a:xfrm>
              <a:off x="5491418" y="5452674"/>
              <a:ext cx="13337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Data file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A2CB575-63F3-4480-0DE8-3A280454C0B4}"/>
                </a:ext>
              </a:extLst>
            </p:cNvPr>
            <p:cNvCxnSpPr>
              <a:cxnSpLocks/>
              <a:stCxn id="13" idx="2"/>
              <a:endCxn id="5" idx="0"/>
            </p:cNvCxnSpPr>
            <p:nvPr/>
          </p:nvCxnSpPr>
          <p:spPr>
            <a:xfrm>
              <a:off x="5065722" y="3912262"/>
              <a:ext cx="0" cy="4929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F50D4D-D403-EB63-A7EB-90229FD1B55C}"/>
                </a:ext>
              </a:extLst>
            </p:cNvPr>
            <p:cNvSpPr txBox="1"/>
            <p:nvPr/>
          </p:nvSpPr>
          <p:spPr>
            <a:xfrm>
              <a:off x="4108922" y="3960386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writes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E8B50B3-7BA1-0EEF-100D-B33782C64544}"/>
                </a:ext>
              </a:extLst>
            </p:cNvPr>
            <p:cNvSpPr txBox="1"/>
            <p:nvPr/>
          </p:nvSpPr>
          <p:spPr>
            <a:xfrm>
              <a:off x="4224106" y="4909678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writes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1076C82-6EF3-6FFE-E449-2163867AAE2F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5065722" y="3212976"/>
              <a:ext cx="0" cy="3266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975B6C0-26A4-DF1B-2243-E5F682DB80FC}"/>
                </a:ext>
              </a:extLst>
            </p:cNvPr>
            <p:cNvSpPr txBox="1"/>
            <p:nvPr/>
          </p:nvSpPr>
          <p:spPr>
            <a:xfrm>
              <a:off x="4224106" y="2848716"/>
              <a:ext cx="18521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Helvetica" panose="020B0604020202020204" pitchFamily="34" charset="0"/>
                  <a:cs typeface="Helvetica" panose="020B0604020202020204" pitchFamily="34" charset="0"/>
                </a:rPr>
                <a:t>write operations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8731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5" y="0"/>
            <a:ext cx="9433048" cy="780762"/>
          </a:xfrm>
        </p:spPr>
        <p:txBody>
          <a:bodyPr/>
          <a:lstStyle/>
          <a:p>
            <a:r>
              <a:rPr lang="en-GB" sz="2800" dirty="0"/>
              <a:t>MongoDB Storage Engines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8D6FC-8485-9F0B-AC03-10A1A33B0C05}"/>
              </a:ext>
            </a:extLst>
          </p:cNvPr>
          <p:cNvSpPr txBox="1"/>
          <p:nvPr/>
        </p:nvSpPr>
        <p:spPr>
          <a:xfrm>
            <a:off x="357370" y="881035"/>
            <a:ext cx="9153343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Memory and Cache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 uses sophisticated memory and cache management to handle data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Cache: </a:t>
            </a:r>
            <a:r>
              <a:rPr lang="en-GB" sz="1700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WiredTiger’s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 cache stores frequently accessed data, which reduces the need to repeatedly fetch data from disk, enhancing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Eviction: 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When cache size limits are reached, </a:t>
            </a:r>
            <a:r>
              <a:rPr lang="en-GB" sz="1700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 evicts the least recently used data to make space, maintaining optimal memory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000BA2-18DA-C1E9-8355-6AB919A08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52" y="2621253"/>
            <a:ext cx="6011762" cy="13408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8EFF18-1382-77A5-BFE4-5359744732D4}"/>
              </a:ext>
            </a:extLst>
          </p:cNvPr>
          <p:cNvSpPr txBox="1"/>
          <p:nvPr/>
        </p:nvSpPr>
        <p:spPr>
          <a:xfrm>
            <a:off x="338033" y="4225671"/>
            <a:ext cx="8676073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n-GB" sz="1700" dirty="0"/>
              <a:t> </a:t>
            </a:r>
            <a:r>
              <a:rPr lang="en-GB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wiredTiger.cacheSizeGB</a:t>
            </a:r>
            <a:r>
              <a:rPr lang="en-GB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setting defines the maximum size of the cache in gigabytes. It is specified in MongoDB's configuration file (</a:t>
            </a:r>
            <a:r>
              <a:rPr lang="en-GB" sz="1700" dirty="0" err="1">
                <a:latin typeface="Helvetica" panose="020B0604020202020204" pitchFamily="34" charset="0"/>
                <a:cs typeface="Helvetica" panose="020B0604020202020204" pitchFamily="34" charset="0"/>
              </a:rPr>
              <a:t>mongod.conf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) under the storage and </a:t>
            </a:r>
            <a:r>
              <a:rPr lang="en-GB" sz="1700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 sections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By default, MongoDB allocates 50% of the system's available RAM (minus 1 GB) to the </a:t>
            </a:r>
            <a:r>
              <a:rPr lang="en-GB" sz="1700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</a:t>
            </a: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 cache if this setting isn’t specified.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On systems with less than 1 GB of RAM, MongoDB sets the cache to a lower value to avoid memory overuse.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AC832D-F7F9-9CA6-0C54-E4E0291767ED}"/>
              </a:ext>
            </a:extLst>
          </p:cNvPr>
          <p:cNvSpPr txBox="1"/>
          <p:nvPr/>
        </p:nvSpPr>
        <p:spPr>
          <a:xfrm>
            <a:off x="6465168" y="2628580"/>
            <a:ext cx="3348371" cy="1477328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Trebuchet MS" panose="020B0603020202020204" pitchFamily="34" charset="0"/>
              </a:rPr>
              <a:t>storage:</a:t>
            </a:r>
          </a:p>
          <a:p>
            <a:r>
              <a:rPr lang="en-GB" dirty="0">
                <a:latin typeface="Trebuchet MS" panose="020B0603020202020204" pitchFamily="34" charset="0"/>
              </a:rPr>
              <a:t>  </a:t>
            </a:r>
            <a:r>
              <a:rPr lang="en-GB" dirty="0" err="1">
                <a:latin typeface="Trebuchet MS" panose="020B0603020202020204" pitchFamily="34" charset="0"/>
              </a:rPr>
              <a:t>wiredTiger</a:t>
            </a:r>
            <a:r>
              <a:rPr lang="en-GB" dirty="0">
                <a:latin typeface="Trebuchet MS" panose="020B0603020202020204" pitchFamily="34" charset="0"/>
              </a:rPr>
              <a:t>:</a:t>
            </a:r>
          </a:p>
          <a:p>
            <a:r>
              <a:rPr lang="en-GB" dirty="0">
                <a:latin typeface="Trebuchet MS" panose="020B0603020202020204" pitchFamily="34" charset="0"/>
              </a:rPr>
              <a:t>    </a:t>
            </a:r>
            <a:r>
              <a:rPr lang="en-GB" dirty="0" err="1">
                <a:latin typeface="Trebuchet MS" panose="020B0603020202020204" pitchFamily="34" charset="0"/>
              </a:rPr>
              <a:t>engineConfig</a:t>
            </a:r>
            <a:r>
              <a:rPr lang="en-GB" dirty="0">
                <a:latin typeface="Trebuchet MS" panose="020B0603020202020204" pitchFamily="34" charset="0"/>
              </a:rPr>
              <a:t>:</a:t>
            </a:r>
          </a:p>
          <a:p>
            <a:r>
              <a:rPr lang="en-GB" dirty="0">
                <a:latin typeface="Trebuchet MS" panose="020B0603020202020204" pitchFamily="34" charset="0"/>
              </a:rPr>
              <a:t>      </a:t>
            </a:r>
            <a:r>
              <a:rPr lang="en-GB" dirty="0" err="1">
                <a:latin typeface="Trebuchet MS" panose="020B0603020202020204" pitchFamily="34" charset="0"/>
              </a:rPr>
              <a:t>cacheSizeGB</a:t>
            </a:r>
            <a:r>
              <a:rPr lang="en-GB" dirty="0">
                <a:latin typeface="Trebuchet MS" panose="020B0603020202020204" pitchFamily="34" charset="0"/>
              </a:rPr>
              <a:t>: &lt;</a:t>
            </a:r>
            <a:r>
              <a:rPr lang="en-GB" dirty="0" err="1">
                <a:latin typeface="Trebuchet MS" panose="020B0603020202020204" pitchFamily="34" charset="0"/>
              </a:rPr>
              <a:t>desired_cache_size_in_GB</a:t>
            </a:r>
            <a:r>
              <a:rPr lang="en-GB" dirty="0">
                <a:latin typeface="Trebuchet MS" panose="020B0603020202020204" pitchFamily="34" charset="0"/>
              </a:rPr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11AB6D-BC5D-BB40-2EE1-60AB20018FC2}"/>
              </a:ext>
            </a:extLst>
          </p:cNvPr>
          <p:cNvSpPr txBox="1"/>
          <p:nvPr/>
        </p:nvSpPr>
        <p:spPr>
          <a:xfrm>
            <a:off x="704528" y="3914863"/>
            <a:ext cx="49802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/>
              <a:t>Source: https://codeforgeek.com/caching-a-mongodb-database-with-redis/</a:t>
            </a:r>
          </a:p>
        </p:txBody>
      </p:sp>
    </p:spTree>
    <p:extLst>
      <p:ext uri="{BB962C8B-B14F-4D97-AF65-F5344CB8AC3E}">
        <p14:creationId xmlns:p14="http://schemas.microsoft.com/office/powerpoint/2010/main" val="404821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5" y="0"/>
            <a:ext cx="9433048" cy="780762"/>
          </a:xfrm>
        </p:spPr>
        <p:txBody>
          <a:bodyPr/>
          <a:lstStyle/>
          <a:p>
            <a:r>
              <a:rPr lang="en-GB" sz="2800" dirty="0"/>
              <a:t>MongoDB - </a:t>
            </a:r>
            <a:r>
              <a:rPr lang="en-GB" sz="2800" dirty="0" err="1"/>
              <a:t>GridFS</a:t>
            </a:r>
            <a:endParaRPr lang="en-GB" sz="2800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B2BE56-A201-555B-8F17-E52125253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04" y="1196752"/>
            <a:ext cx="8586836" cy="3384376"/>
          </a:xfrm>
        </p:spPr>
        <p:txBody>
          <a:bodyPr>
            <a:normAutofit/>
          </a:bodyPr>
          <a:lstStyle/>
          <a:p>
            <a:r>
              <a:rPr lang="en-GB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GridFS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 is the MongoDB specification for storing and retrieving large files such as images, audio files, video files, etc. </a:t>
            </a:r>
          </a:p>
          <a:p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GridFS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has the capability to store files even greater than its document size limit of 16MB.</a:t>
            </a:r>
          </a:p>
          <a:p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GridFS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divides large files into smaller chunks (default size: 255 KB) and stores them as separate documents within two collections: </a:t>
            </a:r>
            <a:r>
              <a:rPr lang="en-GB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fs.chunks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n-GB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fs.files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Each chunk is identified by its unique </a:t>
            </a:r>
            <a:r>
              <a:rPr lang="en-GB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_id </a:t>
            </a:r>
            <a:r>
              <a:rPr lang="en-GB" sz="20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ObjectId</a:t>
            </a:r>
            <a:r>
              <a:rPr lang="en-GB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field. The </a:t>
            </a: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fs.files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serves as a parent document. The </a:t>
            </a:r>
            <a:r>
              <a:rPr lang="en-GB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files_id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 field in the </a:t>
            </a:r>
            <a:r>
              <a:rPr lang="en-GB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fs.chunks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document links the chunk to its parent.</a:t>
            </a:r>
          </a:p>
        </p:txBody>
      </p:sp>
    </p:spTree>
    <p:extLst>
      <p:ext uri="{BB962C8B-B14F-4D97-AF65-F5344CB8AC3E}">
        <p14:creationId xmlns:p14="http://schemas.microsoft.com/office/powerpoint/2010/main" val="2230743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5" y="0"/>
            <a:ext cx="9433048" cy="780762"/>
          </a:xfrm>
        </p:spPr>
        <p:txBody>
          <a:bodyPr/>
          <a:lstStyle/>
          <a:p>
            <a:r>
              <a:rPr lang="en-GB" sz="2800" dirty="0"/>
              <a:t>MongoDB - </a:t>
            </a:r>
            <a:r>
              <a:rPr lang="en-GB" sz="2800" dirty="0" err="1"/>
              <a:t>GridFS</a:t>
            </a:r>
            <a:endParaRPr lang="en-GB" sz="2800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98068B-586B-6E1B-67B4-BD7DE5A2D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55" y="976565"/>
            <a:ext cx="7925487" cy="36701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84D15C-1353-86F9-510F-7D7A33AE239C}"/>
              </a:ext>
            </a:extLst>
          </p:cNvPr>
          <p:cNvSpPr txBox="1"/>
          <p:nvPr/>
        </p:nvSpPr>
        <p:spPr>
          <a:xfrm>
            <a:off x="586016" y="4868387"/>
            <a:ext cx="88929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The diagram shows how an image file of 512 KB is stored in </a:t>
            </a:r>
            <a:r>
              <a:rPr lang="en-GB" sz="1800" dirty="0" err="1">
                <a:latin typeface="Helvetica" panose="020B0604020202020204" pitchFamily="34" charset="0"/>
                <a:cs typeface="Helvetica" panose="020B0604020202020204" pitchFamily="34" charset="0"/>
              </a:rPr>
              <a:t>GridFS</a:t>
            </a:r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. The document in files contains the filename, size, time when the file was uploaded, and so on. The file is split into two </a:t>
            </a:r>
            <a:r>
              <a:rPr lang="en-GB" sz="18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256</a:t>
            </a:r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 KB chunks, each chunk referring to the document in files with its </a:t>
            </a:r>
            <a:r>
              <a:rPr lang="en-GB" sz="18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files_id</a:t>
            </a:r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 field. </a:t>
            </a:r>
          </a:p>
        </p:txBody>
      </p:sp>
    </p:spTree>
    <p:extLst>
      <p:ext uri="{BB962C8B-B14F-4D97-AF65-F5344CB8AC3E}">
        <p14:creationId xmlns:p14="http://schemas.microsoft.com/office/powerpoint/2010/main" val="3302405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5" y="0"/>
            <a:ext cx="9433048" cy="780762"/>
          </a:xfrm>
        </p:spPr>
        <p:txBody>
          <a:bodyPr/>
          <a:lstStyle/>
          <a:p>
            <a:r>
              <a:rPr lang="en-GB" sz="2800" dirty="0"/>
              <a:t>MongoDB - </a:t>
            </a:r>
            <a:r>
              <a:rPr lang="en-GB" sz="2800" dirty="0" err="1"/>
              <a:t>GridFS</a:t>
            </a:r>
            <a:endParaRPr lang="en-GB" sz="2800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23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8F691F-52AB-23BD-4F0C-D02347A4DF08}"/>
              </a:ext>
            </a:extLst>
          </p:cNvPr>
          <p:cNvSpPr txBox="1"/>
          <p:nvPr/>
        </p:nvSpPr>
        <p:spPr>
          <a:xfrm>
            <a:off x="377825" y="908720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Upload a File: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C02DDF-274A-81E9-0B56-18B0E61AFB17}"/>
              </a:ext>
            </a:extLst>
          </p:cNvPr>
          <p:cNvSpPr txBox="1"/>
          <p:nvPr/>
        </p:nvSpPr>
        <p:spPr>
          <a:xfrm>
            <a:off x="1601049" y="1353633"/>
            <a:ext cx="6645945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>
                <a:latin typeface="Trebuchet MS" panose="020B0603020202020204" pitchFamily="34" charset="0"/>
              </a:rPr>
              <a:t>mongofiles</a:t>
            </a:r>
            <a:r>
              <a:rPr lang="en-GB" dirty="0">
                <a:latin typeface="Trebuchet MS" panose="020B0603020202020204" pitchFamily="34" charset="0"/>
              </a:rPr>
              <a:t> --</a:t>
            </a:r>
            <a:r>
              <a:rPr lang="en-GB" dirty="0" err="1">
                <a:latin typeface="Trebuchet MS" panose="020B0603020202020204" pitchFamily="34" charset="0"/>
              </a:rPr>
              <a:t>db</a:t>
            </a:r>
            <a:r>
              <a:rPr lang="en-GB" dirty="0">
                <a:latin typeface="Trebuchet MS" panose="020B0603020202020204" pitchFamily="34" charset="0"/>
              </a:rPr>
              <a:t> </a:t>
            </a:r>
            <a:r>
              <a:rPr lang="en-GB" dirty="0" err="1">
                <a:latin typeface="Trebuchet MS" panose="020B0603020202020204" pitchFamily="34" charset="0"/>
              </a:rPr>
              <a:t>mydatabase</a:t>
            </a:r>
            <a:r>
              <a:rPr lang="en-GB" dirty="0">
                <a:latin typeface="Trebuchet MS" panose="020B0603020202020204" pitchFamily="34" charset="0"/>
              </a:rPr>
              <a:t> --bucket </a:t>
            </a:r>
            <a:r>
              <a:rPr lang="en-GB" dirty="0" err="1">
                <a:latin typeface="Trebuchet MS" panose="020B0603020202020204" pitchFamily="34" charset="0"/>
              </a:rPr>
              <a:t>mybucket</a:t>
            </a:r>
            <a:r>
              <a:rPr lang="en-GB" dirty="0">
                <a:latin typeface="Trebuchet MS" panose="020B0603020202020204" pitchFamily="34" charset="0"/>
              </a:rPr>
              <a:t> put myfile.jpg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60845-1E06-81D1-FA98-13C6DA14106E}"/>
              </a:ext>
            </a:extLst>
          </p:cNvPr>
          <p:cNvSpPr txBox="1"/>
          <p:nvPr/>
        </p:nvSpPr>
        <p:spPr>
          <a:xfrm>
            <a:off x="377825" y="1726843"/>
            <a:ext cx="9173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This uploads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myfile.jpg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to the 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mydatabase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GridFS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, in the 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mybucket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bucket.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44C94D-E6AC-7737-1E2C-690F07A0D2C8}"/>
              </a:ext>
            </a:extLst>
          </p:cNvPr>
          <p:cNvSpPr txBox="1"/>
          <p:nvPr/>
        </p:nvSpPr>
        <p:spPr>
          <a:xfrm>
            <a:off x="382927" y="2276872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Download a File: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CA783D-C2E3-42F3-56A8-BAAC8E036359}"/>
              </a:ext>
            </a:extLst>
          </p:cNvPr>
          <p:cNvSpPr txBox="1"/>
          <p:nvPr/>
        </p:nvSpPr>
        <p:spPr>
          <a:xfrm>
            <a:off x="1489527" y="2652356"/>
            <a:ext cx="686898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>
                <a:latin typeface="Trebuchet MS" panose="020B0603020202020204" pitchFamily="34" charset="0"/>
              </a:rPr>
              <a:t>mongofiles</a:t>
            </a:r>
            <a:r>
              <a:rPr lang="en-GB" dirty="0">
                <a:latin typeface="Trebuchet MS" panose="020B0603020202020204" pitchFamily="34" charset="0"/>
              </a:rPr>
              <a:t> --</a:t>
            </a:r>
            <a:r>
              <a:rPr lang="en-GB" dirty="0" err="1">
                <a:latin typeface="Trebuchet MS" panose="020B0603020202020204" pitchFamily="34" charset="0"/>
              </a:rPr>
              <a:t>db</a:t>
            </a:r>
            <a:r>
              <a:rPr lang="en-GB" dirty="0">
                <a:latin typeface="Trebuchet MS" panose="020B0603020202020204" pitchFamily="34" charset="0"/>
              </a:rPr>
              <a:t> </a:t>
            </a:r>
            <a:r>
              <a:rPr lang="en-GB" dirty="0" err="1">
                <a:latin typeface="Trebuchet MS" panose="020B0603020202020204" pitchFamily="34" charset="0"/>
              </a:rPr>
              <a:t>mydatabase</a:t>
            </a:r>
            <a:r>
              <a:rPr lang="en-GB" dirty="0">
                <a:latin typeface="Trebuchet MS" panose="020B0603020202020204" pitchFamily="34" charset="0"/>
              </a:rPr>
              <a:t> --bucket </a:t>
            </a:r>
            <a:r>
              <a:rPr lang="en-GB" dirty="0" err="1">
                <a:latin typeface="Trebuchet MS" panose="020B0603020202020204" pitchFamily="34" charset="0"/>
              </a:rPr>
              <a:t>mybucket</a:t>
            </a:r>
            <a:r>
              <a:rPr lang="en-GB" dirty="0">
                <a:latin typeface="Trebuchet MS" panose="020B0603020202020204" pitchFamily="34" charset="0"/>
              </a:rPr>
              <a:t> get myfile.jpg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CFE0B9-8026-06DE-5CC1-6E7BF0F3513D}"/>
              </a:ext>
            </a:extLst>
          </p:cNvPr>
          <p:cNvSpPr txBox="1"/>
          <p:nvPr/>
        </p:nvSpPr>
        <p:spPr>
          <a:xfrm>
            <a:off x="377825" y="3645024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List Files in </a:t>
            </a:r>
            <a:r>
              <a:rPr lang="en-GB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GridFS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6487EF-FB51-D5A0-3575-1EA43C84D15C}"/>
              </a:ext>
            </a:extLst>
          </p:cNvPr>
          <p:cNvSpPr txBox="1"/>
          <p:nvPr/>
        </p:nvSpPr>
        <p:spPr>
          <a:xfrm>
            <a:off x="2228210" y="4002937"/>
            <a:ext cx="547260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>
                <a:latin typeface="Trebuchet MS" panose="020B0603020202020204" pitchFamily="34" charset="0"/>
              </a:rPr>
              <a:t>mongofiles</a:t>
            </a:r>
            <a:r>
              <a:rPr lang="en-GB" dirty="0">
                <a:latin typeface="Trebuchet MS" panose="020B0603020202020204" pitchFamily="34" charset="0"/>
              </a:rPr>
              <a:t> --</a:t>
            </a:r>
            <a:r>
              <a:rPr lang="en-GB" dirty="0" err="1">
                <a:latin typeface="Trebuchet MS" panose="020B0603020202020204" pitchFamily="34" charset="0"/>
              </a:rPr>
              <a:t>db</a:t>
            </a:r>
            <a:r>
              <a:rPr lang="en-GB" dirty="0">
                <a:latin typeface="Trebuchet MS" panose="020B0603020202020204" pitchFamily="34" charset="0"/>
              </a:rPr>
              <a:t> </a:t>
            </a:r>
            <a:r>
              <a:rPr lang="en-GB" dirty="0" err="1">
                <a:latin typeface="Trebuchet MS" panose="020B0603020202020204" pitchFamily="34" charset="0"/>
              </a:rPr>
              <a:t>mydatabase</a:t>
            </a:r>
            <a:r>
              <a:rPr lang="en-GB" dirty="0">
                <a:latin typeface="Trebuchet MS" panose="020B0603020202020204" pitchFamily="34" charset="0"/>
              </a:rPr>
              <a:t> --bucket </a:t>
            </a:r>
            <a:r>
              <a:rPr lang="en-GB" dirty="0" err="1">
                <a:latin typeface="Trebuchet MS" panose="020B0603020202020204" pitchFamily="34" charset="0"/>
              </a:rPr>
              <a:t>mybucket</a:t>
            </a:r>
            <a:r>
              <a:rPr lang="en-GB" dirty="0">
                <a:latin typeface="Trebuchet MS" panose="020B0603020202020204" pitchFamily="34" charset="0"/>
              </a:rPr>
              <a:t> list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FDE27E-B7CF-3E6F-ADFA-18F18823D8DE}"/>
              </a:ext>
            </a:extLst>
          </p:cNvPr>
          <p:cNvSpPr txBox="1"/>
          <p:nvPr/>
        </p:nvSpPr>
        <p:spPr>
          <a:xfrm>
            <a:off x="388268" y="4367798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Lists all files stored in 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GridFS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within 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mybucket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3B3DB2-938E-F8F6-0BD5-739D73E9B8D7}"/>
              </a:ext>
            </a:extLst>
          </p:cNvPr>
          <p:cNvSpPr txBox="1"/>
          <p:nvPr/>
        </p:nvSpPr>
        <p:spPr>
          <a:xfrm>
            <a:off x="377825" y="4869160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Delete a File from </a:t>
            </a:r>
            <a:r>
              <a:rPr lang="en-GB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GridFS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B2CD05-6519-8876-2BAA-620022960425}"/>
              </a:ext>
            </a:extLst>
          </p:cNvPr>
          <p:cNvSpPr txBox="1"/>
          <p:nvPr/>
        </p:nvSpPr>
        <p:spPr>
          <a:xfrm>
            <a:off x="1838437" y="5227073"/>
            <a:ext cx="698477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>
                <a:latin typeface="Trebuchet MS" panose="020B0603020202020204" pitchFamily="34" charset="0"/>
              </a:rPr>
              <a:t>mongofiles</a:t>
            </a:r>
            <a:r>
              <a:rPr lang="en-GB" dirty="0">
                <a:latin typeface="Trebuchet MS" panose="020B0603020202020204" pitchFamily="34" charset="0"/>
              </a:rPr>
              <a:t> --</a:t>
            </a:r>
            <a:r>
              <a:rPr lang="en-GB" dirty="0" err="1">
                <a:latin typeface="Trebuchet MS" panose="020B0603020202020204" pitchFamily="34" charset="0"/>
              </a:rPr>
              <a:t>db</a:t>
            </a:r>
            <a:r>
              <a:rPr lang="en-GB" dirty="0">
                <a:latin typeface="Trebuchet MS" panose="020B0603020202020204" pitchFamily="34" charset="0"/>
              </a:rPr>
              <a:t> </a:t>
            </a:r>
            <a:r>
              <a:rPr lang="en-GB" dirty="0" err="1">
                <a:latin typeface="Trebuchet MS" panose="020B0603020202020204" pitchFamily="34" charset="0"/>
              </a:rPr>
              <a:t>mydatabase</a:t>
            </a:r>
            <a:r>
              <a:rPr lang="en-GB" dirty="0">
                <a:latin typeface="Trebuchet MS" panose="020B0603020202020204" pitchFamily="34" charset="0"/>
              </a:rPr>
              <a:t> --bucket </a:t>
            </a:r>
            <a:r>
              <a:rPr lang="en-GB" dirty="0" err="1">
                <a:latin typeface="Trebuchet MS" panose="020B0603020202020204" pitchFamily="34" charset="0"/>
              </a:rPr>
              <a:t>mybucket</a:t>
            </a:r>
            <a:r>
              <a:rPr lang="en-GB" dirty="0">
                <a:latin typeface="Trebuchet MS" panose="020B0603020202020204" pitchFamily="34" charset="0"/>
              </a:rPr>
              <a:t> delete myfile.jpg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E95411-94F5-A26F-F359-5224BA1B3866}"/>
              </a:ext>
            </a:extLst>
          </p:cNvPr>
          <p:cNvSpPr txBox="1"/>
          <p:nvPr/>
        </p:nvSpPr>
        <p:spPr>
          <a:xfrm>
            <a:off x="388268" y="5648925"/>
            <a:ext cx="7001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Deletes myfile.jpg from the specified 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GridFS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bucket.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FC5A20-AC50-FB4C-A00C-0110F087E6C7}"/>
              </a:ext>
            </a:extLst>
          </p:cNvPr>
          <p:cNvSpPr txBox="1"/>
          <p:nvPr/>
        </p:nvSpPr>
        <p:spPr>
          <a:xfrm>
            <a:off x="377825" y="3077851"/>
            <a:ext cx="6984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This downloads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myfile.jpg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from the 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GridFS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collection in </a:t>
            </a:r>
            <a:r>
              <a:rPr lang="en-GB" dirty="0" err="1">
                <a:latin typeface="Helvetica" panose="020B0604020202020204" pitchFamily="34" charset="0"/>
                <a:cs typeface="Helvetica" panose="020B0604020202020204" pitchFamily="34" charset="0"/>
              </a:rPr>
              <a:t>mybucket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487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 animBg="1"/>
      <p:bldP spid="18" grpId="0"/>
      <p:bldP spid="20" grpId="0" animBg="1"/>
      <p:bldP spid="22" grpId="0"/>
      <p:bldP spid="24" grpId="0"/>
      <p:bldP spid="26" grpId="0" animBg="1"/>
      <p:bldP spid="28" grpId="0"/>
      <p:bldP spid="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87217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MongoDB Storage Engine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8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24</a:t>
            </a:fld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06577F-D20E-DA03-F0A6-85BB03296A00}"/>
              </a:ext>
            </a:extLst>
          </p:cNvPr>
          <p:cNvSpPr txBox="1"/>
          <p:nvPr/>
        </p:nvSpPr>
        <p:spPr>
          <a:xfrm>
            <a:off x="488503" y="879090"/>
            <a:ext cx="836310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In-Memory Storage Engine</a:t>
            </a:r>
          </a:p>
          <a:p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This engine keeps all data in memory, with no persistent storage on disk.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All data operations occur in memory, making read and write operations significantly faster.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Since data isn’t stored on disk, there’s no need for journaling, but this means data is lost if the server restarts or crashes.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Best for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caching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scenarios or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data analysis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tasks where data persistence isn’t critical.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Suitable for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real-time analytics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or </a:t>
            </a: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temporary data processing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where data can be regenerated if lost.</a:t>
            </a:r>
          </a:p>
        </p:txBody>
      </p:sp>
    </p:spTree>
    <p:extLst>
      <p:ext uri="{BB962C8B-B14F-4D97-AF65-F5344CB8AC3E}">
        <p14:creationId xmlns:p14="http://schemas.microsoft.com/office/powerpoint/2010/main" val="3910056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87217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MongoDB Storage Engine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10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25</a:t>
            </a:fld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06577F-D20E-DA03-F0A6-85BB03296A00}"/>
              </a:ext>
            </a:extLst>
          </p:cNvPr>
          <p:cNvSpPr txBox="1"/>
          <p:nvPr/>
        </p:nvSpPr>
        <p:spPr>
          <a:xfrm>
            <a:off x="488504" y="879090"/>
            <a:ext cx="878497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MMAPv1 Storage Engine (Legacy)</a:t>
            </a:r>
          </a:p>
          <a:p>
            <a:endParaRPr lang="en-GB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MMAPv1 was MongoDB’s original storage engine but has been deprecated in </a:t>
            </a: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favor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of </a:t>
            </a: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Data was stored using memory-mapped files, which had limitations in concurrency and scalability.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Limited concurrent writes due to collection-level locking, making it less efficient for high-concurrency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Historically used in early MongoDB versions but has largely been phased out due to performance limitations.</a:t>
            </a:r>
          </a:p>
        </p:txBody>
      </p:sp>
    </p:spTree>
    <p:extLst>
      <p:ext uri="{BB962C8B-B14F-4D97-AF65-F5344CB8AC3E}">
        <p14:creationId xmlns:p14="http://schemas.microsoft.com/office/powerpoint/2010/main" val="1648810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87217"/>
            <a:ext cx="8473787" cy="767465"/>
          </a:xfrm>
        </p:spPr>
        <p:txBody>
          <a:bodyPr wrap="square" anchor="ctr">
            <a:normAutofit fontScale="90000"/>
          </a:bodyPr>
          <a:lstStyle/>
          <a:p>
            <a:r>
              <a:rPr lang="en-GB" dirty="0"/>
              <a:t>Choosing a MongoDB Storage Engine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10 November, 2024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26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E62C77-2D7B-7EAF-07F1-8942D6CBD74C}"/>
              </a:ext>
            </a:extLst>
          </p:cNvPr>
          <p:cNvSpPr txBox="1"/>
          <p:nvPr/>
        </p:nvSpPr>
        <p:spPr>
          <a:xfrm>
            <a:off x="6249144" y="1742821"/>
            <a:ext cx="60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EB0AC-D0D9-58AA-9DCD-B9E0162D14BC}"/>
              </a:ext>
            </a:extLst>
          </p:cNvPr>
          <p:cNvSpPr txBox="1"/>
          <p:nvPr/>
        </p:nvSpPr>
        <p:spPr>
          <a:xfrm>
            <a:off x="6249144" y="2235706"/>
            <a:ext cx="60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BCC445-D2E1-D415-7141-90E59D99BDC6}"/>
              </a:ext>
            </a:extLst>
          </p:cNvPr>
          <p:cNvSpPr txBox="1"/>
          <p:nvPr/>
        </p:nvSpPr>
        <p:spPr>
          <a:xfrm>
            <a:off x="6249144" y="2731621"/>
            <a:ext cx="60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8ECF2E-9806-3B72-C3ED-DB11DAD4A434}"/>
              </a:ext>
            </a:extLst>
          </p:cNvPr>
          <p:cNvSpPr txBox="1"/>
          <p:nvPr/>
        </p:nvSpPr>
        <p:spPr>
          <a:xfrm>
            <a:off x="377824" y="883528"/>
            <a:ext cx="918368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Decision Factors:</a:t>
            </a:r>
          </a:p>
          <a:p>
            <a:endParaRPr lang="en-GB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Data Durability Requirements: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If durability is essential, </a:t>
            </a: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is generally preferable due to its journaling feature.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Performance Needs: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For ultra-fast data processing (e.g., caching), the In-Memory engine may be a better choice.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Storage Efficiency: </a:t>
            </a: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WiredTiger’s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data compression can save on storage costs compared to alternatives.</a:t>
            </a:r>
          </a:p>
          <a:p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Real-World Scenarios: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WiredTiger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for high-availability applications (e.g., e-commerce, social media).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In-Memory engine for temporary, high-speed analytics in data science projects.</a:t>
            </a:r>
          </a:p>
        </p:txBody>
      </p:sp>
    </p:spTree>
    <p:extLst>
      <p:ext uri="{BB962C8B-B14F-4D97-AF65-F5344CB8AC3E}">
        <p14:creationId xmlns:p14="http://schemas.microsoft.com/office/powerpoint/2010/main" val="3280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74A10-DE2D-4116-A2DE-523D729B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CAEA833-7FC5-4738-B55E-A41BE3BB8F6F}"/>
              </a:ext>
            </a:extLst>
          </p:cNvPr>
          <p:cNvSpPr txBox="1">
            <a:spLocks/>
          </p:cNvSpPr>
          <p:nvPr/>
        </p:nvSpPr>
        <p:spPr bwMode="auto">
          <a:xfrm>
            <a:off x="3800872" y="2996952"/>
            <a:ext cx="2160239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C00000"/>
              </a:buClr>
              <a:buNone/>
            </a:pPr>
            <a:r>
              <a:rPr lang="en-GB" sz="3600" dirty="0">
                <a:latin typeface="Comic Sans MS" panose="030F0702030302020204" pitchFamily="66" charset="0"/>
              </a:rPr>
              <a:t>Questions?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05BF201-15EA-4712-87E8-E69CA936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066440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4tdmoahdib7mdmitiproiyp2m6ucjj"/>
</p:tagLst>
</file>

<file path=ppt/theme/theme1.xml><?xml version="1.0" encoding="utf-8"?>
<a:theme xmlns:a="http://schemas.openxmlformats.org/drawingml/2006/main" name="UOB3687_Bradford PPT_Green_External_TEMPLATE">
  <a:themeElements>
    <a:clrScheme name="UOB Green">
      <a:dk1>
        <a:sysClr val="windowText" lastClr="000000"/>
      </a:dk1>
      <a:lt1>
        <a:sysClr val="window" lastClr="FFFFFF"/>
      </a:lt1>
      <a:dk2>
        <a:srgbClr val="005359"/>
      </a:dk2>
      <a:lt2>
        <a:srgbClr val="FFFFFF"/>
      </a:lt2>
      <a:accent1>
        <a:srgbClr val="87A529"/>
      </a:accent1>
      <a:accent2>
        <a:srgbClr val="009EB2"/>
      </a:accent2>
      <a:accent3>
        <a:srgbClr val="395E14"/>
      </a:accent3>
      <a:accent4>
        <a:srgbClr val="E6E7E8"/>
      </a:accent4>
      <a:accent5>
        <a:srgbClr val="C0E064"/>
      </a:accent5>
      <a:accent6>
        <a:srgbClr val="005359"/>
      </a:accent6>
      <a:hlink>
        <a:srgbClr val="009EB2"/>
      </a:hlink>
      <a:folHlink>
        <a:srgbClr val="87A52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81BE"/>
          </a:solidFill>
        </a:ln>
        <a:effectLst/>
      </a:spPr>
      <a:bodyPr anchor="ctr"/>
      <a:lstStyle>
        <a:defPPr algn="ctr">
          <a:defRPr dirty="0">
            <a:latin typeface="Lucida Sans"/>
            <a:cs typeface="Lucida San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87A529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Lucida Sans Unicode" panose="020B0602030504020204" pitchFamily="34" charset="0"/>
            <a:cs typeface="Lucida Sans Unicode" panose="020B0602030504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62028F1181324286088878907BF764" ma:contentTypeVersion="14" ma:contentTypeDescription="Create a new document." ma:contentTypeScope="" ma:versionID="90976bd7b8c99da3d8fa7de315a6c862">
  <xsd:schema xmlns:xsd="http://www.w3.org/2001/XMLSchema" xmlns:xs="http://www.w3.org/2001/XMLSchema" xmlns:p="http://schemas.microsoft.com/office/2006/metadata/properties" xmlns:ns3="8112531f-664b-410e-b854-b0b109d7936d" xmlns:ns4="b544e34c-2ecd-4376-93c2-9ba4477ab504" targetNamespace="http://schemas.microsoft.com/office/2006/metadata/properties" ma:root="true" ma:fieldsID="40b278b0f625431f435dc1ad5c24d1a0" ns3:_="" ns4:_="">
    <xsd:import namespace="8112531f-664b-410e-b854-b0b109d7936d"/>
    <xsd:import namespace="b544e34c-2ecd-4376-93c2-9ba4477ab5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12531f-664b-410e-b854-b0b109d79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44e34c-2ecd-4376-93c2-9ba4477ab50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CE5C33-72EA-487D-B241-32E996B7F0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9E357C-CCDC-4DFE-B552-9384A2F6389B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8112531f-664b-410e-b854-b0b109d7936d"/>
    <ds:schemaRef ds:uri="b544e34c-2ecd-4376-93c2-9ba4477ab504"/>
    <ds:schemaRef ds:uri="http://purl.org/dc/terms/"/>
    <ds:schemaRef ds:uri="http://schemas.openxmlformats.org/package/2006/metadata/core-properties"/>
    <ds:schemaRef ds:uri="http://purl.org/dc/dcmitype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E933D7E-1225-4F91-9BD7-501C0957F9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12531f-664b-410e-b854-b0b109d7936d"/>
    <ds:schemaRef ds:uri="b544e34c-2ecd-4376-93c2-9ba4477ab5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16189</TotalTime>
  <Words>3174</Words>
  <Application>Microsoft Office PowerPoint</Application>
  <PresentationFormat>A4 Paper (210x297 mm)</PresentationFormat>
  <Paragraphs>391</Paragraphs>
  <Slides>27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Arial</vt:lpstr>
      <vt:lpstr>Calibri</vt:lpstr>
      <vt:lpstr>Comic Sans MS</vt:lpstr>
      <vt:lpstr>Courier 10 Pitch</vt:lpstr>
      <vt:lpstr>Courier New</vt:lpstr>
      <vt:lpstr>Georgia</vt:lpstr>
      <vt:lpstr>Helvetica</vt:lpstr>
      <vt:lpstr>Lucida Sans</vt:lpstr>
      <vt:lpstr>Lucida Sans Unicode</vt:lpstr>
      <vt:lpstr>proxima-nova</vt:lpstr>
      <vt:lpstr>Trebuchet MS</vt:lpstr>
      <vt:lpstr>UOB3687_Bradford PPT_Green_External_TEMPLATE</vt:lpstr>
      <vt:lpstr>Large Scale Data Driven Applications</vt:lpstr>
      <vt:lpstr>Outlines</vt:lpstr>
      <vt:lpstr>Big Data Challenges</vt:lpstr>
      <vt:lpstr>Big Data Challenges: Solution</vt:lpstr>
      <vt:lpstr>Introduction to MapReduce Framework</vt:lpstr>
      <vt:lpstr>Key Components of MapReduce</vt:lpstr>
      <vt:lpstr>Map Function – How It Works</vt:lpstr>
      <vt:lpstr>Shuffle &amp; Sort – Preparing for Reduction</vt:lpstr>
      <vt:lpstr>Reduce Function – Final Aggregation</vt:lpstr>
      <vt:lpstr>MapReduce Example: MongoDB</vt:lpstr>
      <vt:lpstr>MapReduce Example: MongoDB</vt:lpstr>
      <vt:lpstr>MapReduce: Advantages  and Limitations</vt:lpstr>
      <vt:lpstr>Transition to MongoDB</vt:lpstr>
      <vt:lpstr>MongoDB Storage Engines</vt:lpstr>
      <vt:lpstr>Importance of Storage Engines</vt:lpstr>
      <vt:lpstr>MongoDB Storage Engines</vt:lpstr>
      <vt:lpstr>MongoDB Storage Engines</vt:lpstr>
      <vt:lpstr>MongoDB Storage Engines</vt:lpstr>
      <vt:lpstr>MongoDB Storage Engines</vt:lpstr>
      <vt:lpstr>MongoDB Storage Engines</vt:lpstr>
      <vt:lpstr>MongoDB - GridFS</vt:lpstr>
      <vt:lpstr>MongoDB - GridFS</vt:lpstr>
      <vt:lpstr>MongoDB - GridFS</vt:lpstr>
      <vt:lpstr>MongoDB Storage Engine</vt:lpstr>
      <vt:lpstr>MongoDB Storage Engine</vt:lpstr>
      <vt:lpstr>Choosing a MongoDB Storage Engine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Technologies</dc:title>
  <dc:creator>SK</dc:creator>
  <cp:lastModifiedBy>Sohag Kabir</cp:lastModifiedBy>
  <cp:revision>72</cp:revision>
  <dcterms:created xsi:type="dcterms:W3CDTF">2020-01-19T15:58:01Z</dcterms:created>
  <dcterms:modified xsi:type="dcterms:W3CDTF">2024-11-10T14:16:15Z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0x0101004462028F1181324286088878907BF764</vt:lpwstr>
  </property>
</Properties>
</file>