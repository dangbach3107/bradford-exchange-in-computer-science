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256" r:id="rId5"/>
    <p:sldId id="258" r:id="rId6"/>
    <p:sldId id="279" r:id="rId7"/>
    <p:sldId id="328" r:id="rId8"/>
    <p:sldId id="359" r:id="rId9"/>
    <p:sldId id="331" r:id="rId10"/>
    <p:sldId id="332" r:id="rId11"/>
    <p:sldId id="333" r:id="rId12"/>
    <p:sldId id="334" r:id="rId13"/>
    <p:sldId id="335" r:id="rId14"/>
    <p:sldId id="390" r:id="rId15"/>
    <p:sldId id="388" r:id="rId16"/>
    <p:sldId id="391" r:id="rId17"/>
    <p:sldId id="389" r:id="rId18"/>
    <p:sldId id="392" r:id="rId19"/>
    <p:sldId id="360" r:id="rId20"/>
    <p:sldId id="393" r:id="rId21"/>
    <p:sldId id="394" r:id="rId22"/>
    <p:sldId id="395" r:id="rId23"/>
    <p:sldId id="379" r:id="rId24"/>
    <p:sldId id="380" r:id="rId25"/>
    <p:sldId id="361" r:id="rId26"/>
    <p:sldId id="396" r:id="rId27"/>
    <p:sldId id="362" r:id="rId28"/>
    <p:sldId id="381" r:id="rId29"/>
    <p:sldId id="397" r:id="rId30"/>
    <p:sldId id="398" r:id="rId31"/>
    <p:sldId id="399" r:id="rId32"/>
    <p:sldId id="354" r:id="rId33"/>
  </p:sldIdLst>
  <p:sldSz cx="9906000" cy="6858000" type="A4"/>
  <p:notesSz cx="6858000" cy="9144000"/>
  <p:custDataLst>
    <p:tags r:id="rId3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33CC"/>
    <a:srgbClr val="0000FF"/>
    <a:srgbClr val="D5C3D7"/>
    <a:srgbClr val="FFE79B"/>
    <a:srgbClr val="FFE181"/>
    <a:srgbClr val="FFD03B"/>
    <a:srgbClr val="FFDA65"/>
    <a:srgbClr val="96C5CD"/>
    <a:srgbClr val="9FAC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744593-6C56-47B8-8E2D-8F322745BDAD}" v="518" dt="2024-11-03T12:45:31.1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7" autoAdjust="0"/>
    <p:restoredTop sz="87309" autoAdjust="0"/>
  </p:normalViewPr>
  <p:slideViewPr>
    <p:cSldViewPr showGuides="1">
      <p:cViewPr varScale="1">
        <p:scale>
          <a:sx n="75" d="100"/>
          <a:sy n="75" d="100"/>
        </p:scale>
        <p:origin x="936" y="48"/>
      </p:cViewPr>
      <p:guideLst>
        <p:guide orient="horz"/>
        <p:guide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55" d="100"/>
          <a:sy n="55" d="100"/>
        </p:scale>
        <p:origin x="-250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hag Kabir" userId="e9b0da40-aef8-480a-bb63-d1daacecf555" providerId="ADAL" clId="{B93E19F7-CF17-4898-9657-10FD6636A87B}"/>
    <pc:docChg chg="undo custSel addSld delSld modSld sldOrd">
      <pc:chgData name="Sohag Kabir" userId="e9b0da40-aef8-480a-bb63-d1daacecf555" providerId="ADAL" clId="{B93E19F7-CF17-4898-9657-10FD6636A87B}" dt="2024-10-05T17:07:53.200" v="3293" actId="1076"/>
      <pc:docMkLst>
        <pc:docMk/>
      </pc:docMkLst>
      <pc:sldChg chg="modSp mod">
        <pc:chgData name="Sohag Kabir" userId="e9b0da40-aef8-480a-bb63-d1daacecf555" providerId="ADAL" clId="{B93E19F7-CF17-4898-9657-10FD6636A87B}" dt="2024-10-05T10:17:01.352" v="1" actId="27636"/>
        <pc:sldMkLst>
          <pc:docMk/>
          <pc:sldMk cId="2795566495" sldId="256"/>
        </pc:sldMkLst>
        <pc:spChg chg="mod">
          <ac:chgData name="Sohag Kabir" userId="e9b0da40-aef8-480a-bb63-d1daacecf555" providerId="ADAL" clId="{B93E19F7-CF17-4898-9657-10FD6636A87B}" dt="2024-10-05T10:17:01.352" v="1" actId="27636"/>
          <ac:spMkLst>
            <pc:docMk/>
            <pc:sldMk cId="2795566495" sldId="256"/>
            <ac:spMk id="7" creationId="{2A7F24C1-BF6E-43D8-A57F-60FFBF172E51}"/>
          </ac:spMkLst>
        </pc:spChg>
      </pc:sldChg>
      <pc:sldChg chg="addSp delSp modSp mod delAnim modAnim">
        <pc:chgData name="Sohag Kabir" userId="e9b0da40-aef8-480a-bb63-d1daacecf555" providerId="ADAL" clId="{B93E19F7-CF17-4898-9657-10FD6636A87B}" dt="2024-10-05T16:03:26.564" v="2920" actId="6549"/>
        <pc:sldMkLst>
          <pc:docMk/>
          <pc:sldMk cId="1234101355" sldId="258"/>
        </pc:sldMkLst>
        <pc:spChg chg="mod">
          <ac:chgData name="Sohag Kabir" userId="e9b0da40-aef8-480a-bb63-d1daacecf555" providerId="ADAL" clId="{B93E19F7-CF17-4898-9657-10FD6636A87B}" dt="2024-10-05T10:18:58.769" v="26" actId="255"/>
          <ac:spMkLst>
            <pc:docMk/>
            <pc:sldMk cId="1234101355" sldId="258"/>
            <ac:spMk id="2" creationId="{DE13D453-4D7B-47BF-AED4-27D56C3644AA}"/>
          </ac:spMkLst>
        </pc:spChg>
        <pc:spChg chg="add mod">
          <ac:chgData name="Sohag Kabir" userId="e9b0da40-aef8-480a-bb63-d1daacecf555" providerId="ADAL" clId="{B93E19F7-CF17-4898-9657-10FD6636A87B}" dt="2024-10-05T16:03:26.564" v="2920" actId="6549"/>
          <ac:spMkLst>
            <pc:docMk/>
            <pc:sldMk cId="1234101355" sldId="258"/>
            <ac:spMk id="3" creationId="{2FEE6F10-BAF0-90B1-17AF-10D6EFC928B2}"/>
          </ac:spMkLst>
        </pc:spChg>
        <pc:spChg chg="del">
          <ac:chgData name="Sohag Kabir" userId="e9b0da40-aef8-480a-bb63-d1daacecf555" providerId="ADAL" clId="{B93E19F7-CF17-4898-9657-10FD6636A87B}" dt="2024-10-05T10:19:56.771" v="30" actId="478"/>
          <ac:spMkLst>
            <pc:docMk/>
            <pc:sldMk cId="1234101355" sldId="258"/>
            <ac:spMk id="13" creationId="{51E7DD38-3A4E-E236-8DA6-E2E51A13D62A}"/>
          </ac:spMkLst>
        </pc:spChg>
        <pc:spChg chg="del">
          <ac:chgData name="Sohag Kabir" userId="e9b0da40-aef8-480a-bb63-d1daacecf555" providerId="ADAL" clId="{B93E19F7-CF17-4898-9657-10FD6636A87B}" dt="2024-10-05T10:20:05.483" v="34" actId="478"/>
          <ac:spMkLst>
            <pc:docMk/>
            <pc:sldMk cId="1234101355" sldId="258"/>
            <ac:spMk id="15" creationId="{515006A4-5FEA-C619-68BB-7F6D6368B102}"/>
          </ac:spMkLst>
        </pc:spChg>
        <pc:spChg chg="del mod">
          <ac:chgData name="Sohag Kabir" userId="e9b0da40-aef8-480a-bb63-d1daacecf555" providerId="ADAL" clId="{B93E19F7-CF17-4898-9657-10FD6636A87B}" dt="2024-10-05T10:20:01.873" v="33" actId="478"/>
          <ac:spMkLst>
            <pc:docMk/>
            <pc:sldMk cId="1234101355" sldId="258"/>
            <ac:spMk id="16" creationId="{FD0D1805-9FC8-5CA2-20E3-B6DD0E688E0D}"/>
          </ac:spMkLst>
        </pc:spChg>
        <pc:picChg chg="del mod">
          <ac:chgData name="Sohag Kabir" userId="e9b0da40-aef8-480a-bb63-d1daacecf555" providerId="ADAL" clId="{B93E19F7-CF17-4898-9657-10FD6636A87B}" dt="2024-10-05T10:19:00.901" v="28" actId="478"/>
          <ac:picMkLst>
            <pc:docMk/>
            <pc:sldMk cId="1234101355" sldId="258"/>
            <ac:picMk id="12" creationId="{C8B76F36-681D-536B-E450-91882A118005}"/>
          </ac:picMkLst>
        </pc:picChg>
        <pc:picChg chg="del">
          <ac:chgData name="Sohag Kabir" userId="e9b0da40-aef8-480a-bb63-d1daacecf555" providerId="ADAL" clId="{B93E19F7-CF17-4898-9657-10FD6636A87B}" dt="2024-10-05T10:19:58.595" v="31" actId="478"/>
          <ac:picMkLst>
            <pc:docMk/>
            <pc:sldMk cId="1234101355" sldId="258"/>
            <ac:picMk id="17" creationId="{3A5C98C1-69C8-50CA-86DE-E22EA0C90F03}"/>
          </ac:picMkLst>
        </pc:picChg>
        <pc:picChg chg="del">
          <ac:chgData name="Sohag Kabir" userId="e9b0da40-aef8-480a-bb63-d1daacecf555" providerId="ADAL" clId="{B93E19F7-CF17-4898-9657-10FD6636A87B}" dt="2024-10-05T10:20:07.704" v="35" actId="478"/>
          <ac:picMkLst>
            <pc:docMk/>
            <pc:sldMk cId="1234101355" sldId="258"/>
            <ac:picMk id="18" creationId="{C6ED1E53-424E-0203-4AE3-CAB061ED8CAF}"/>
          </ac:picMkLst>
        </pc:picChg>
        <pc:picChg chg="del">
          <ac:chgData name="Sohag Kabir" userId="e9b0da40-aef8-480a-bb63-d1daacecf555" providerId="ADAL" clId="{B93E19F7-CF17-4898-9657-10FD6636A87B}" dt="2024-10-05T10:19:03.577" v="29" actId="478"/>
          <ac:picMkLst>
            <pc:docMk/>
            <pc:sldMk cId="1234101355" sldId="258"/>
            <ac:picMk id="1026" creationId="{0CA2D96E-5837-5AB6-3300-9A61DF99D7A8}"/>
          </ac:picMkLst>
        </pc:picChg>
      </pc:sldChg>
      <pc:sldChg chg="addSp delSp modSp mod">
        <pc:chgData name="Sohag Kabir" userId="e9b0da40-aef8-480a-bb63-d1daacecf555" providerId="ADAL" clId="{B93E19F7-CF17-4898-9657-10FD6636A87B}" dt="2024-10-05T11:59:21.075" v="2287" actId="2711"/>
        <pc:sldMkLst>
          <pc:docMk/>
          <pc:sldMk cId="2490493203" sldId="259"/>
        </pc:sldMkLst>
        <pc:spChg chg="mod">
          <ac:chgData name="Sohag Kabir" userId="e9b0da40-aef8-480a-bb63-d1daacecf555" providerId="ADAL" clId="{B93E19F7-CF17-4898-9657-10FD6636A87B}" dt="2024-10-05T11:56:42.914" v="2271"/>
          <ac:spMkLst>
            <pc:docMk/>
            <pc:sldMk cId="2490493203" sldId="259"/>
            <ac:spMk id="2" creationId="{3530B774-9001-449E-924A-4229028B4A25}"/>
          </ac:spMkLst>
        </pc:spChg>
        <pc:spChg chg="add mod">
          <ac:chgData name="Sohag Kabir" userId="e9b0da40-aef8-480a-bb63-d1daacecf555" providerId="ADAL" clId="{B93E19F7-CF17-4898-9657-10FD6636A87B}" dt="2024-10-05T11:57:55.344" v="2277" actId="255"/>
          <ac:spMkLst>
            <pc:docMk/>
            <pc:sldMk cId="2490493203" sldId="259"/>
            <ac:spMk id="3" creationId="{5DCBADA2-21C0-2FB7-7BEF-BAA931BE9BEF}"/>
          </ac:spMkLst>
        </pc:spChg>
        <pc:spChg chg="add mod">
          <ac:chgData name="Sohag Kabir" userId="e9b0da40-aef8-480a-bb63-d1daacecf555" providerId="ADAL" clId="{B93E19F7-CF17-4898-9657-10FD6636A87B}" dt="2024-10-05T11:58:04.679" v="2278" actId="1076"/>
          <ac:spMkLst>
            <pc:docMk/>
            <pc:sldMk cId="2490493203" sldId="259"/>
            <ac:spMk id="4" creationId="{B3213A80-DE3C-A647-3F8D-60F2C40F201E}"/>
          </ac:spMkLst>
        </pc:spChg>
        <pc:spChg chg="add mod">
          <ac:chgData name="Sohag Kabir" userId="e9b0da40-aef8-480a-bb63-d1daacecf555" providerId="ADAL" clId="{B93E19F7-CF17-4898-9657-10FD6636A87B}" dt="2024-10-05T11:58:58.073" v="2286" actId="2711"/>
          <ac:spMkLst>
            <pc:docMk/>
            <pc:sldMk cId="2490493203" sldId="259"/>
            <ac:spMk id="5" creationId="{9D77F72E-E895-6A2B-15B0-F5FE24931878}"/>
          </ac:spMkLst>
        </pc:spChg>
        <pc:spChg chg="add mod">
          <ac:chgData name="Sohag Kabir" userId="e9b0da40-aef8-480a-bb63-d1daacecf555" providerId="ADAL" clId="{B93E19F7-CF17-4898-9657-10FD6636A87B}" dt="2024-10-05T11:59:21.075" v="2287" actId="2711"/>
          <ac:spMkLst>
            <pc:docMk/>
            <pc:sldMk cId="2490493203" sldId="259"/>
            <ac:spMk id="7" creationId="{AA52F217-716B-6404-DDE5-B070F55EDC85}"/>
          </ac:spMkLst>
        </pc:spChg>
        <pc:spChg chg="add mod">
          <ac:chgData name="Sohag Kabir" userId="e9b0da40-aef8-480a-bb63-d1daacecf555" providerId="ADAL" clId="{B93E19F7-CF17-4898-9657-10FD6636A87B}" dt="2024-10-05T11:58:42.924" v="2285" actId="2711"/>
          <ac:spMkLst>
            <pc:docMk/>
            <pc:sldMk cId="2490493203" sldId="259"/>
            <ac:spMk id="11" creationId="{1D2939FD-9105-8DD1-DFC7-A1DD15ABF9C3}"/>
          </ac:spMkLst>
        </pc:spChg>
        <pc:picChg chg="del">
          <ac:chgData name="Sohag Kabir" userId="e9b0da40-aef8-480a-bb63-d1daacecf555" providerId="ADAL" clId="{B93E19F7-CF17-4898-9657-10FD6636A87B}" dt="2024-10-05T11:56:31.668" v="2270" actId="478"/>
          <ac:picMkLst>
            <pc:docMk/>
            <pc:sldMk cId="2490493203" sldId="259"/>
            <ac:picMk id="8" creationId="{9EEC136A-2A0B-36E6-F70E-7045D9828D75}"/>
          </ac:picMkLst>
        </pc:picChg>
        <pc:picChg chg="del">
          <ac:chgData name="Sohag Kabir" userId="e9b0da40-aef8-480a-bb63-d1daacecf555" providerId="ADAL" clId="{B93E19F7-CF17-4898-9657-10FD6636A87B}" dt="2024-10-05T11:56:29.816" v="2269" actId="478"/>
          <ac:picMkLst>
            <pc:docMk/>
            <pc:sldMk cId="2490493203" sldId="259"/>
            <ac:picMk id="10" creationId="{CCF6FCBE-5BEB-47F3-0D9E-3634B0A5CAF6}"/>
          </ac:picMkLst>
        </pc:picChg>
      </pc:sldChg>
      <pc:sldChg chg="del">
        <pc:chgData name="Sohag Kabir" userId="e9b0da40-aef8-480a-bb63-d1daacecf555" providerId="ADAL" clId="{B93E19F7-CF17-4898-9657-10FD6636A87B}" dt="2024-10-05T13:26:17.661" v="2425" actId="47"/>
        <pc:sldMkLst>
          <pc:docMk/>
          <pc:sldMk cId="1583876998" sldId="261"/>
        </pc:sldMkLst>
      </pc:sldChg>
      <pc:sldChg chg="del">
        <pc:chgData name="Sohag Kabir" userId="e9b0da40-aef8-480a-bb63-d1daacecf555" providerId="ADAL" clId="{B93E19F7-CF17-4898-9657-10FD6636A87B}" dt="2024-10-05T13:26:20.417" v="2426" actId="47"/>
        <pc:sldMkLst>
          <pc:docMk/>
          <pc:sldMk cId="4146333179" sldId="264"/>
        </pc:sldMkLst>
      </pc:sldChg>
      <pc:sldChg chg="addSp delSp modSp mod modAnim">
        <pc:chgData name="Sohag Kabir" userId="e9b0da40-aef8-480a-bb63-d1daacecf555" providerId="ADAL" clId="{B93E19F7-CF17-4898-9657-10FD6636A87B}" dt="2024-10-05T12:49:17.027" v="2376"/>
        <pc:sldMkLst>
          <pc:docMk/>
          <pc:sldMk cId="1671400381" sldId="265"/>
        </pc:sldMkLst>
        <pc:spChg chg="mod">
          <ac:chgData name="Sohag Kabir" userId="e9b0da40-aef8-480a-bb63-d1daacecf555" providerId="ADAL" clId="{B93E19F7-CF17-4898-9657-10FD6636A87B}" dt="2024-10-05T12:29:45.172" v="2357" actId="255"/>
          <ac:spMkLst>
            <pc:docMk/>
            <pc:sldMk cId="1671400381" sldId="265"/>
            <ac:spMk id="2" creationId="{F2A4DAD3-1E36-4CAD-94D1-E06B348A4ADD}"/>
          </ac:spMkLst>
        </pc:spChg>
        <pc:spChg chg="add mod">
          <ac:chgData name="Sohag Kabir" userId="e9b0da40-aef8-480a-bb63-d1daacecf555" providerId="ADAL" clId="{B93E19F7-CF17-4898-9657-10FD6636A87B}" dt="2024-10-05T12:31:05.055" v="2359" actId="1076"/>
          <ac:spMkLst>
            <pc:docMk/>
            <pc:sldMk cId="1671400381" sldId="265"/>
            <ac:spMk id="3" creationId="{FF1D6A8F-9F8F-D533-C2C2-463FB2DA3631}"/>
          </ac:spMkLst>
        </pc:spChg>
        <pc:spChg chg="add mod">
          <ac:chgData name="Sohag Kabir" userId="e9b0da40-aef8-480a-bb63-d1daacecf555" providerId="ADAL" clId="{B93E19F7-CF17-4898-9657-10FD6636A87B}" dt="2024-10-05T12:34:49.581" v="2370" actId="20577"/>
          <ac:spMkLst>
            <pc:docMk/>
            <pc:sldMk cId="1671400381" sldId="265"/>
            <ac:spMk id="4" creationId="{76C20FB3-59A9-10DA-33FD-4C721EB51BEB}"/>
          </ac:spMkLst>
        </pc:spChg>
        <pc:spChg chg="add mod">
          <ac:chgData name="Sohag Kabir" userId="e9b0da40-aef8-480a-bb63-d1daacecf555" providerId="ADAL" clId="{B93E19F7-CF17-4898-9657-10FD6636A87B}" dt="2024-10-05T12:46:09.056" v="2372" actId="115"/>
          <ac:spMkLst>
            <pc:docMk/>
            <pc:sldMk cId="1671400381" sldId="265"/>
            <ac:spMk id="5" creationId="{B1044B2D-80D3-8F50-4839-2137DB75AC2B}"/>
          </ac:spMkLst>
        </pc:spChg>
        <pc:spChg chg="del">
          <ac:chgData name="Sohag Kabir" userId="e9b0da40-aef8-480a-bb63-d1daacecf555" providerId="ADAL" clId="{B93E19F7-CF17-4898-9657-10FD6636A87B}" dt="2024-10-05T12:29:10.899" v="2352" actId="478"/>
          <ac:spMkLst>
            <pc:docMk/>
            <pc:sldMk cId="1671400381" sldId="265"/>
            <ac:spMk id="9" creationId="{D2DB1874-C0DE-779E-4007-ECE4F0580246}"/>
          </ac:spMkLst>
        </pc:spChg>
        <pc:spChg chg="del">
          <ac:chgData name="Sohag Kabir" userId="e9b0da40-aef8-480a-bb63-d1daacecf555" providerId="ADAL" clId="{B93E19F7-CF17-4898-9657-10FD6636A87B}" dt="2024-10-05T12:29:19.212" v="2355" actId="478"/>
          <ac:spMkLst>
            <pc:docMk/>
            <pc:sldMk cId="1671400381" sldId="265"/>
            <ac:spMk id="10" creationId="{C72B4FCD-4F84-43FF-E373-0E7E8665FC65}"/>
          </ac:spMkLst>
        </pc:spChg>
        <pc:spChg chg="add mod">
          <ac:chgData name="Sohag Kabir" userId="e9b0da40-aef8-480a-bb63-d1daacecf555" providerId="ADAL" clId="{B93E19F7-CF17-4898-9657-10FD6636A87B}" dt="2024-10-05T12:31:05.055" v="2359" actId="1076"/>
          <ac:spMkLst>
            <pc:docMk/>
            <pc:sldMk cId="1671400381" sldId="265"/>
            <ac:spMk id="11" creationId="{0FC84BF6-83B4-537B-B197-5298C529F397}"/>
          </ac:spMkLst>
        </pc:spChg>
        <pc:spChg chg="del">
          <ac:chgData name="Sohag Kabir" userId="e9b0da40-aef8-480a-bb63-d1daacecf555" providerId="ADAL" clId="{B93E19F7-CF17-4898-9657-10FD6636A87B}" dt="2024-10-05T12:29:16.589" v="2354" actId="478"/>
          <ac:spMkLst>
            <pc:docMk/>
            <pc:sldMk cId="1671400381" sldId="265"/>
            <ac:spMk id="12" creationId="{C344E8A4-372A-23BF-49B1-8767B696DC13}"/>
          </ac:spMkLst>
        </pc:spChg>
        <pc:spChg chg="add mod">
          <ac:chgData name="Sohag Kabir" userId="e9b0da40-aef8-480a-bb63-d1daacecf555" providerId="ADAL" clId="{B93E19F7-CF17-4898-9657-10FD6636A87B}" dt="2024-10-05T12:31:05.055" v="2359" actId="1076"/>
          <ac:spMkLst>
            <pc:docMk/>
            <pc:sldMk cId="1671400381" sldId="265"/>
            <ac:spMk id="13" creationId="{0FD02050-7BB1-1966-28CD-206C3D47ED21}"/>
          </ac:spMkLst>
        </pc:spChg>
        <pc:spChg chg="del">
          <ac:chgData name="Sohag Kabir" userId="e9b0da40-aef8-480a-bb63-d1daacecf555" providerId="ADAL" clId="{B93E19F7-CF17-4898-9657-10FD6636A87B}" dt="2024-10-05T12:29:13.553" v="2353" actId="478"/>
          <ac:spMkLst>
            <pc:docMk/>
            <pc:sldMk cId="1671400381" sldId="265"/>
            <ac:spMk id="14" creationId="{238C606A-9D8F-4C6C-B481-062B5EB30391}"/>
          </ac:spMkLst>
        </pc:spChg>
        <pc:spChg chg="add mod">
          <ac:chgData name="Sohag Kabir" userId="e9b0da40-aef8-480a-bb63-d1daacecf555" providerId="ADAL" clId="{B93E19F7-CF17-4898-9657-10FD6636A87B}" dt="2024-10-05T12:31:05.055" v="2359" actId="1076"/>
          <ac:spMkLst>
            <pc:docMk/>
            <pc:sldMk cId="1671400381" sldId="265"/>
            <ac:spMk id="15" creationId="{3A306778-1C21-80A2-3057-B10769E8A080}"/>
          </ac:spMkLst>
        </pc:spChg>
        <pc:spChg chg="add mod">
          <ac:chgData name="Sohag Kabir" userId="e9b0da40-aef8-480a-bb63-d1daacecf555" providerId="ADAL" clId="{B93E19F7-CF17-4898-9657-10FD6636A87B}" dt="2024-10-05T12:32:38.381" v="2365" actId="1076"/>
          <ac:spMkLst>
            <pc:docMk/>
            <pc:sldMk cId="1671400381" sldId="265"/>
            <ac:spMk id="16" creationId="{B1733F3C-DA91-EB34-E403-6F10E8E9683F}"/>
          </ac:spMkLst>
        </pc:spChg>
        <pc:spChg chg="add mod">
          <ac:chgData name="Sohag Kabir" userId="e9b0da40-aef8-480a-bb63-d1daacecf555" providerId="ADAL" clId="{B93E19F7-CF17-4898-9657-10FD6636A87B}" dt="2024-10-05T12:32:26.195" v="2363" actId="1076"/>
          <ac:spMkLst>
            <pc:docMk/>
            <pc:sldMk cId="1671400381" sldId="265"/>
            <ac:spMk id="17" creationId="{16E68E23-0C9A-B343-9113-506616B65C02}"/>
          </ac:spMkLst>
        </pc:spChg>
        <pc:picChg chg="del">
          <ac:chgData name="Sohag Kabir" userId="e9b0da40-aef8-480a-bb63-d1daacecf555" providerId="ADAL" clId="{B93E19F7-CF17-4898-9657-10FD6636A87B}" dt="2024-10-05T12:29:08.657" v="2351" actId="478"/>
          <ac:picMkLst>
            <pc:docMk/>
            <pc:sldMk cId="1671400381" sldId="265"/>
            <ac:picMk id="7" creationId="{AADCAB66-92D2-95F8-4276-DF3BE39A4E8E}"/>
          </ac:picMkLst>
        </pc:picChg>
      </pc:sldChg>
      <pc:sldChg chg="addSp delSp modSp mod delAnim">
        <pc:chgData name="Sohag Kabir" userId="e9b0da40-aef8-480a-bb63-d1daacecf555" providerId="ADAL" clId="{B93E19F7-CF17-4898-9657-10FD6636A87B}" dt="2024-10-05T13:07:51.210" v="2401" actId="113"/>
        <pc:sldMkLst>
          <pc:docMk/>
          <pc:sldMk cId="1480265116" sldId="266"/>
        </pc:sldMkLst>
        <pc:spChg chg="add mod">
          <ac:chgData name="Sohag Kabir" userId="e9b0da40-aef8-480a-bb63-d1daacecf555" providerId="ADAL" clId="{B93E19F7-CF17-4898-9657-10FD6636A87B}" dt="2024-10-05T13:03:26.546" v="2392" actId="207"/>
          <ac:spMkLst>
            <pc:docMk/>
            <pc:sldMk cId="1480265116" sldId="266"/>
            <ac:spMk id="2" creationId="{C41871F3-B595-E36C-AF47-CCEBC8A95B2E}"/>
          </ac:spMkLst>
        </pc:spChg>
        <pc:spChg chg="add mod">
          <ac:chgData name="Sohag Kabir" userId="e9b0da40-aef8-480a-bb63-d1daacecf555" providerId="ADAL" clId="{B93E19F7-CF17-4898-9657-10FD6636A87B}" dt="2024-10-05T13:04:08.936" v="2397" actId="14100"/>
          <ac:spMkLst>
            <pc:docMk/>
            <pc:sldMk cId="1480265116" sldId="266"/>
            <ac:spMk id="3" creationId="{677288F0-F0F5-CD03-B0DC-F0852D06708C}"/>
          </ac:spMkLst>
        </pc:spChg>
        <pc:spChg chg="mod">
          <ac:chgData name="Sohag Kabir" userId="e9b0da40-aef8-480a-bb63-d1daacecf555" providerId="ADAL" clId="{B93E19F7-CF17-4898-9657-10FD6636A87B}" dt="2024-10-05T13:01:02.224" v="2384" actId="1076"/>
          <ac:spMkLst>
            <pc:docMk/>
            <pc:sldMk cId="1480265116" sldId="266"/>
            <ac:spMk id="4" creationId="{8B3BBD20-CA54-1CCC-FDC5-4B2C938D023F}"/>
          </ac:spMkLst>
        </pc:spChg>
        <pc:spChg chg="add mod">
          <ac:chgData name="Sohag Kabir" userId="e9b0da40-aef8-480a-bb63-d1daacecf555" providerId="ADAL" clId="{B93E19F7-CF17-4898-9657-10FD6636A87B}" dt="2024-10-05T13:07:51.210" v="2401" actId="113"/>
          <ac:spMkLst>
            <pc:docMk/>
            <pc:sldMk cId="1480265116" sldId="266"/>
            <ac:spMk id="7" creationId="{BC63AF23-A25D-5605-6DA9-36B36320F996}"/>
          </ac:spMkLst>
        </pc:spChg>
        <pc:spChg chg="add del mod">
          <ac:chgData name="Sohag Kabir" userId="e9b0da40-aef8-480a-bb63-d1daacecf555" providerId="ADAL" clId="{B93E19F7-CF17-4898-9657-10FD6636A87B}" dt="2024-10-05T13:02:33.353" v="2386" actId="478"/>
          <ac:spMkLst>
            <pc:docMk/>
            <pc:sldMk cId="1480265116" sldId="266"/>
            <ac:spMk id="9" creationId="{954EA3AE-56F8-BAF9-DDBD-CCA7704776EE}"/>
          </ac:spMkLst>
        </pc:spChg>
        <pc:grpChg chg="del">
          <ac:chgData name="Sohag Kabir" userId="e9b0da40-aef8-480a-bb63-d1daacecf555" providerId="ADAL" clId="{B93E19F7-CF17-4898-9657-10FD6636A87B}" dt="2024-10-05T12:53:23.481" v="2378" actId="478"/>
          <ac:grpSpMkLst>
            <pc:docMk/>
            <pc:sldMk cId="1480265116" sldId="266"/>
            <ac:grpSpMk id="22" creationId="{83734901-8D72-C4F9-8A2C-2F0FA82EE86F}"/>
          </ac:grpSpMkLst>
        </pc:grpChg>
        <pc:picChg chg="del">
          <ac:chgData name="Sohag Kabir" userId="e9b0da40-aef8-480a-bb63-d1daacecf555" providerId="ADAL" clId="{B93E19F7-CF17-4898-9657-10FD6636A87B}" dt="2024-10-05T12:53:21.585" v="2377" actId="478"/>
          <ac:picMkLst>
            <pc:docMk/>
            <pc:sldMk cId="1480265116" sldId="266"/>
            <ac:picMk id="5" creationId="{73C3FC7A-B18C-801D-A078-C8C8D407B711}"/>
          </ac:picMkLst>
        </pc:picChg>
      </pc:sldChg>
      <pc:sldChg chg="del">
        <pc:chgData name="Sohag Kabir" userId="e9b0da40-aef8-480a-bb63-d1daacecf555" providerId="ADAL" clId="{B93E19F7-CF17-4898-9657-10FD6636A87B}" dt="2024-10-05T13:26:20.417" v="2426" actId="47"/>
        <pc:sldMkLst>
          <pc:docMk/>
          <pc:sldMk cId="4000026248" sldId="270"/>
        </pc:sldMkLst>
      </pc:sldChg>
      <pc:sldChg chg="del">
        <pc:chgData name="Sohag Kabir" userId="e9b0da40-aef8-480a-bb63-d1daacecf555" providerId="ADAL" clId="{B93E19F7-CF17-4898-9657-10FD6636A87B}" dt="2024-10-05T13:26:12.295" v="2423" actId="47"/>
        <pc:sldMkLst>
          <pc:docMk/>
          <pc:sldMk cId="4132999612" sldId="271"/>
        </pc:sldMkLst>
      </pc:sldChg>
      <pc:sldChg chg="addSp delSp modSp mod modAnim">
        <pc:chgData name="Sohag Kabir" userId="e9b0da40-aef8-480a-bb63-d1daacecf555" providerId="ADAL" clId="{B93E19F7-CF17-4898-9657-10FD6636A87B}" dt="2024-10-05T12:08:24.078" v="2332" actId="20577"/>
        <pc:sldMkLst>
          <pc:docMk/>
          <pc:sldMk cId="249088773" sldId="274"/>
        </pc:sldMkLst>
        <pc:spChg chg="mod">
          <ac:chgData name="Sohag Kabir" userId="e9b0da40-aef8-480a-bb63-d1daacecf555" providerId="ADAL" clId="{B93E19F7-CF17-4898-9657-10FD6636A87B}" dt="2024-10-05T12:01:28.763" v="2290" actId="255"/>
          <ac:spMkLst>
            <pc:docMk/>
            <pc:sldMk cId="249088773" sldId="274"/>
            <ac:spMk id="2" creationId="{3530B774-9001-449E-924A-4229028B4A25}"/>
          </ac:spMkLst>
        </pc:spChg>
        <pc:spChg chg="add mod">
          <ac:chgData name="Sohag Kabir" userId="e9b0da40-aef8-480a-bb63-d1daacecf555" providerId="ADAL" clId="{B93E19F7-CF17-4898-9657-10FD6636A87B}" dt="2024-10-05T12:02:48.565" v="2298" actId="1076"/>
          <ac:spMkLst>
            <pc:docMk/>
            <pc:sldMk cId="249088773" sldId="274"/>
            <ac:spMk id="3" creationId="{4A53CAC7-C63D-FD07-64B6-21A515D61196}"/>
          </ac:spMkLst>
        </pc:spChg>
        <pc:spChg chg="add mod">
          <ac:chgData name="Sohag Kabir" userId="e9b0da40-aef8-480a-bb63-d1daacecf555" providerId="ADAL" clId="{B93E19F7-CF17-4898-9657-10FD6636A87B}" dt="2024-10-05T12:03:44.769" v="2303" actId="1076"/>
          <ac:spMkLst>
            <pc:docMk/>
            <pc:sldMk cId="249088773" sldId="274"/>
            <ac:spMk id="7" creationId="{002BECB4-813A-AB3D-E83A-8F72DA4CB88A}"/>
          </ac:spMkLst>
        </pc:spChg>
        <pc:spChg chg="add mod">
          <ac:chgData name="Sohag Kabir" userId="e9b0da40-aef8-480a-bb63-d1daacecf555" providerId="ADAL" clId="{B93E19F7-CF17-4898-9657-10FD6636A87B}" dt="2024-10-05T12:08:24.078" v="2332" actId="20577"/>
          <ac:spMkLst>
            <pc:docMk/>
            <pc:sldMk cId="249088773" sldId="274"/>
            <ac:spMk id="18" creationId="{C8396839-4867-B84D-99D5-F365B7222258}"/>
          </ac:spMkLst>
        </pc:spChg>
        <pc:spChg chg="add mod">
          <ac:chgData name="Sohag Kabir" userId="e9b0da40-aef8-480a-bb63-d1daacecf555" providerId="ADAL" clId="{B93E19F7-CF17-4898-9657-10FD6636A87B}" dt="2024-10-05T12:06:24.041" v="2321" actId="1076"/>
          <ac:spMkLst>
            <pc:docMk/>
            <pc:sldMk cId="249088773" sldId="274"/>
            <ac:spMk id="19" creationId="{6F470AD4-F11C-D6F9-6B93-4615BA0031CD}"/>
          </ac:spMkLst>
        </pc:spChg>
        <pc:grpChg chg="del">
          <ac:chgData name="Sohag Kabir" userId="e9b0da40-aef8-480a-bb63-d1daacecf555" providerId="ADAL" clId="{B93E19F7-CF17-4898-9657-10FD6636A87B}" dt="2024-10-05T12:01:31.453" v="2291" actId="478"/>
          <ac:grpSpMkLst>
            <pc:docMk/>
            <pc:sldMk cId="249088773" sldId="274"/>
            <ac:grpSpMk id="36" creationId="{BEBC9702-2A01-C721-E8B5-B7EECD7F03AE}"/>
          </ac:grpSpMkLst>
        </pc:grpChg>
        <pc:graphicFrameChg chg="add mod modGraphic">
          <ac:chgData name="Sohag Kabir" userId="e9b0da40-aef8-480a-bb63-d1daacecf555" providerId="ADAL" clId="{B93E19F7-CF17-4898-9657-10FD6636A87B}" dt="2024-10-05T12:03:07.454" v="2301" actId="14100"/>
          <ac:graphicFrameMkLst>
            <pc:docMk/>
            <pc:sldMk cId="249088773" sldId="274"/>
            <ac:graphicFrameMk id="4" creationId="{9D9EBFBC-0A97-636A-E0DE-6CEFDA69CF87}"/>
          </ac:graphicFrameMkLst>
        </pc:graphicFrameChg>
        <pc:graphicFrameChg chg="add mod modGraphic">
          <ac:chgData name="Sohag Kabir" userId="e9b0da40-aef8-480a-bb63-d1daacecf555" providerId="ADAL" clId="{B93E19F7-CF17-4898-9657-10FD6636A87B}" dt="2024-10-05T12:04:15.632" v="2307" actId="14100"/>
          <ac:graphicFrameMkLst>
            <pc:docMk/>
            <pc:sldMk cId="249088773" sldId="274"/>
            <ac:graphicFrameMk id="8" creationId="{1365D5D7-FA64-0D30-6987-DF1DE3E8BD76}"/>
          </ac:graphicFrameMkLst>
        </pc:graphicFrameChg>
        <pc:cxnChg chg="mod">
          <ac:chgData name="Sohag Kabir" userId="e9b0da40-aef8-480a-bb63-d1daacecf555" providerId="ADAL" clId="{B93E19F7-CF17-4898-9657-10FD6636A87B}" dt="2024-10-05T12:01:31.453" v="2291" actId="478"/>
          <ac:cxnSpMkLst>
            <pc:docMk/>
            <pc:sldMk cId="249088773" sldId="274"/>
            <ac:cxnSpMk id="23" creationId="{BAB9D8A7-BAE2-14D2-26AA-5D60C2C583F1}"/>
          </ac:cxnSpMkLst>
        </pc:cxnChg>
        <pc:cxnChg chg="mod">
          <ac:chgData name="Sohag Kabir" userId="e9b0da40-aef8-480a-bb63-d1daacecf555" providerId="ADAL" clId="{B93E19F7-CF17-4898-9657-10FD6636A87B}" dt="2024-10-05T12:01:31.453" v="2291" actId="478"/>
          <ac:cxnSpMkLst>
            <pc:docMk/>
            <pc:sldMk cId="249088773" sldId="274"/>
            <ac:cxnSpMk id="25" creationId="{555FD488-9101-BF30-73C5-DC2346552816}"/>
          </ac:cxnSpMkLst>
        </pc:cxnChg>
        <pc:cxnChg chg="mod">
          <ac:chgData name="Sohag Kabir" userId="e9b0da40-aef8-480a-bb63-d1daacecf555" providerId="ADAL" clId="{B93E19F7-CF17-4898-9657-10FD6636A87B}" dt="2024-10-05T12:01:31.453" v="2291" actId="478"/>
          <ac:cxnSpMkLst>
            <pc:docMk/>
            <pc:sldMk cId="249088773" sldId="274"/>
            <ac:cxnSpMk id="29" creationId="{F0DD0348-E42C-2026-F990-022B9E2F6279}"/>
          </ac:cxnSpMkLst>
        </pc:cxnChg>
        <pc:cxnChg chg="mod">
          <ac:chgData name="Sohag Kabir" userId="e9b0da40-aef8-480a-bb63-d1daacecf555" providerId="ADAL" clId="{B93E19F7-CF17-4898-9657-10FD6636A87B}" dt="2024-10-05T12:01:31.453" v="2291" actId="478"/>
          <ac:cxnSpMkLst>
            <pc:docMk/>
            <pc:sldMk cId="249088773" sldId="274"/>
            <ac:cxnSpMk id="31" creationId="{7C077BDD-FCEA-AF2F-E984-BA3444044752}"/>
          </ac:cxnSpMkLst>
        </pc:cxnChg>
        <pc:cxnChg chg="mod">
          <ac:chgData name="Sohag Kabir" userId="e9b0da40-aef8-480a-bb63-d1daacecf555" providerId="ADAL" clId="{B93E19F7-CF17-4898-9657-10FD6636A87B}" dt="2024-10-05T12:01:31.453" v="2291" actId="478"/>
          <ac:cxnSpMkLst>
            <pc:docMk/>
            <pc:sldMk cId="249088773" sldId="274"/>
            <ac:cxnSpMk id="33" creationId="{F253A55A-A466-85FA-4075-4B574D3D9DDE}"/>
          </ac:cxnSpMkLst>
        </pc:cxnChg>
        <pc:cxnChg chg="mod">
          <ac:chgData name="Sohag Kabir" userId="e9b0da40-aef8-480a-bb63-d1daacecf555" providerId="ADAL" clId="{B93E19F7-CF17-4898-9657-10FD6636A87B}" dt="2024-10-05T12:01:31.453" v="2291" actId="478"/>
          <ac:cxnSpMkLst>
            <pc:docMk/>
            <pc:sldMk cId="249088773" sldId="274"/>
            <ac:cxnSpMk id="35" creationId="{94C74513-F00D-15A8-6843-5A9C444FDB64}"/>
          </ac:cxnSpMkLst>
        </pc:cxnChg>
      </pc:sldChg>
      <pc:sldChg chg="del">
        <pc:chgData name="Sohag Kabir" userId="e9b0da40-aef8-480a-bb63-d1daacecf555" providerId="ADAL" clId="{B93E19F7-CF17-4898-9657-10FD6636A87B}" dt="2024-10-05T13:26:00.550" v="2420" actId="47"/>
        <pc:sldMkLst>
          <pc:docMk/>
          <pc:sldMk cId="161335234" sldId="275"/>
        </pc:sldMkLst>
      </pc:sldChg>
      <pc:sldChg chg="del">
        <pc:chgData name="Sohag Kabir" userId="e9b0da40-aef8-480a-bb63-d1daacecf555" providerId="ADAL" clId="{B93E19F7-CF17-4898-9657-10FD6636A87B}" dt="2024-10-05T13:26:20.417" v="2426" actId="47"/>
        <pc:sldMkLst>
          <pc:docMk/>
          <pc:sldMk cId="2518863157" sldId="276"/>
        </pc:sldMkLst>
      </pc:sldChg>
      <pc:sldChg chg="del">
        <pc:chgData name="Sohag Kabir" userId="e9b0da40-aef8-480a-bb63-d1daacecf555" providerId="ADAL" clId="{B93E19F7-CF17-4898-9657-10FD6636A87B}" dt="2024-10-05T13:26:00.550" v="2420" actId="47"/>
        <pc:sldMkLst>
          <pc:docMk/>
          <pc:sldMk cId="3470196385" sldId="277"/>
        </pc:sldMkLst>
      </pc:sldChg>
      <pc:sldChg chg="del">
        <pc:chgData name="Sohag Kabir" userId="e9b0da40-aef8-480a-bb63-d1daacecf555" providerId="ADAL" clId="{B93E19F7-CF17-4898-9657-10FD6636A87B}" dt="2024-10-05T13:26:04.740" v="2421" actId="47"/>
        <pc:sldMkLst>
          <pc:docMk/>
          <pc:sldMk cId="4215629215" sldId="278"/>
        </pc:sldMkLst>
      </pc:sldChg>
      <pc:sldChg chg="addSp delSp modSp mod delAnim modAnim">
        <pc:chgData name="Sohag Kabir" userId="e9b0da40-aef8-480a-bb63-d1daacecf555" providerId="ADAL" clId="{B93E19F7-CF17-4898-9657-10FD6636A87B}" dt="2024-10-05T10:37:48.361" v="132"/>
        <pc:sldMkLst>
          <pc:docMk/>
          <pc:sldMk cId="616367942" sldId="279"/>
        </pc:sldMkLst>
        <pc:spChg chg="mod">
          <ac:chgData name="Sohag Kabir" userId="e9b0da40-aef8-480a-bb63-d1daacecf555" providerId="ADAL" clId="{B93E19F7-CF17-4898-9657-10FD6636A87B}" dt="2024-10-05T10:29:07.892" v="88" actId="6549"/>
          <ac:spMkLst>
            <pc:docMk/>
            <pc:sldMk cId="616367942" sldId="279"/>
            <ac:spMk id="2" creationId="{DE13D453-4D7B-47BF-AED4-27D56C3644AA}"/>
          </ac:spMkLst>
        </pc:spChg>
        <pc:spChg chg="add mod">
          <ac:chgData name="Sohag Kabir" userId="e9b0da40-aef8-480a-bb63-d1daacecf555" providerId="ADAL" clId="{B93E19F7-CF17-4898-9657-10FD6636A87B}" dt="2024-10-05T10:35:28.672" v="112" actId="1076"/>
          <ac:spMkLst>
            <pc:docMk/>
            <pc:sldMk cId="616367942" sldId="279"/>
            <ac:spMk id="5" creationId="{8143AF44-8037-97CC-53ED-2FE1F44FC034}"/>
          </ac:spMkLst>
        </pc:spChg>
        <pc:spChg chg="add mod">
          <ac:chgData name="Sohag Kabir" userId="e9b0da40-aef8-480a-bb63-d1daacecf555" providerId="ADAL" clId="{B93E19F7-CF17-4898-9657-10FD6636A87B}" dt="2024-10-05T10:37:39.784" v="131" actId="1076"/>
          <ac:spMkLst>
            <pc:docMk/>
            <pc:sldMk cId="616367942" sldId="279"/>
            <ac:spMk id="9" creationId="{B06106E6-D5F4-FBA7-3A0D-73F4DF202DD3}"/>
          </ac:spMkLst>
        </pc:spChg>
        <pc:spChg chg="del mod">
          <ac:chgData name="Sohag Kabir" userId="e9b0da40-aef8-480a-bb63-d1daacecf555" providerId="ADAL" clId="{B93E19F7-CF17-4898-9657-10FD6636A87B}" dt="2024-10-05T10:22:07.361" v="57" actId="478"/>
          <ac:spMkLst>
            <pc:docMk/>
            <pc:sldMk cId="616367942" sldId="279"/>
            <ac:spMk id="17" creationId="{AE07A529-53E8-8DF5-1062-AD0057D37E2E}"/>
          </ac:spMkLst>
        </pc:spChg>
        <pc:spChg chg="del mod">
          <ac:chgData name="Sohag Kabir" userId="e9b0da40-aef8-480a-bb63-d1daacecf555" providerId="ADAL" clId="{B93E19F7-CF17-4898-9657-10FD6636A87B}" dt="2024-10-05T10:22:16.473" v="61" actId="478"/>
          <ac:spMkLst>
            <pc:docMk/>
            <pc:sldMk cId="616367942" sldId="279"/>
            <ac:spMk id="22" creationId="{99AB6468-528C-A815-2057-77E3B2587DAB}"/>
          </ac:spMkLst>
        </pc:spChg>
        <pc:spChg chg="del">
          <ac:chgData name="Sohag Kabir" userId="e9b0da40-aef8-480a-bb63-d1daacecf555" providerId="ADAL" clId="{B93E19F7-CF17-4898-9657-10FD6636A87B}" dt="2024-10-05T10:22:20.060" v="63" actId="478"/>
          <ac:spMkLst>
            <pc:docMk/>
            <pc:sldMk cId="616367942" sldId="279"/>
            <ac:spMk id="31" creationId="{83B548FD-DDFE-7A74-AB64-22EAD0B1ADC5}"/>
          </ac:spMkLst>
        </pc:spChg>
        <pc:grpChg chg="del">
          <ac:chgData name="Sohag Kabir" userId="e9b0da40-aef8-480a-bb63-d1daacecf555" providerId="ADAL" clId="{B93E19F7-CF17-4898-9657-10FD6636A87B}" dt="2024-10-05T10:22:09.432" v="58" actId="478"/>
          <ac:grpSpMkLst>
            <pc:docMk/>
            <pc:sldMk cId="616367942" sldId="279"/>
            <ac:grpSpMk id="16" creationId="{DB6FE659-BA02-BE9A-F5AA-73DE71D41BE5}"/>
          </ac:grpSpMkLst>
        </pc:grpChg>
        <pc:grpChg chg="del">
          <ac:chgData name="Sohag Kabir" userId="e9b0da40-aef8-480a-bb63-d1daacecf555" providerId="ADAL" clId="{B93E19F7-CF17-4898-9657-10FD6636A87B}" dt="2024-10-05T10:22:18.103" v="62" actId="478"/>
          <ac:grpSpMkLst>
            <pc:docMk/>
            <pc:sldMk cId="616367942" sldId="279"/>
            <ac:grpSpMk id="20" creationId="{5D781849-0FED-DD65-FB9E-2D69A7200C70}"/>
          </ac:grpSpMkLst>
        </pc:grpChg>
        <pc:grpChg chg="del">
          <ac:chgData name="Sohag Kabir" userId="e9b0da40-aef8-480a-bb63-d1daacecf555" providerId="ADAL" clId="{B93E19F7-CF17-4898-9657-10FD6636A87B}" dt="2024-10-05T10:22:11.124" v="59" actId="478"/>
          <ac:grpSpMkLst>
            <pc:docMk/>
            <pc:sldMk cId="616367942" sldId="279"/>
            <ac:grpSpMk id="30" creationId="{D9EC2A41-88AF-B394-C3A2-D134ECCB53CC}"/>
          </ac:grpSpMkLst>
        </pc:grpChg>
      </pc:sldChg>
      <pc:sldChg chg="addSp delSp modSp mod delAnim">
        <pc:chgData name="Sohag Kabir" userId="e9b0da40-aef8-480a-bb63-d1daacecf555" providerId="ADAL" clId="{B93E19F7-CF17-4898-9657-10FD6636A87B}" dt="2024-10-05T11:25:29.334" v="1237" actId="113"/>
        <pc:sldMkLst>
          <pc:docMk/>
          <pc:sldMk cId="641033179" sldId="280"/>
        </pc:sldMkLst>
        <pc:spChg chg="mod">
          <ac:chgData name="Sohag Kabir" userId="e9b0da40-aef8-480a-bb63-d1daacecf555" providerId="ADAL" clId="{B93E19F7-CF17-4898-9657-10FD6636A87B}" dt="2024-10-05T10:52:16.557" v="220" actId="255"/>
          <ac:spMkLst>
            <pc:docMk/>
            <pc:sldMk cId="641033179" sldId="280"/>
            <ac:spMk id="2" creationId="{DE13D453-4D7B-47BF-AED4-27D56C3644AA}"/>
          </ac:spMkLst>
        </pc:spChg>
        <pc:spChg chg="del">
          <ac:chgData name="Sohag Kabir" userId="e9b0da40-aef8-480a-bb63-d1daacecf555" providerId="ADAL" clId="{B93E19F7-CF17-4898-9657-10FD6636A87B}" dt="2024-10-05T10:49:01.498" v="157" actId="478"/>
          <ac:spMkLst>
            <pc:docMk/>
            <pc:sldMk cId="641033179" sldId="280"/>
            <ac:spMk id="8" creationId="{A0985119-32A5-C2F9-D3E3-A5C753C11C2B}"/>
          </ac:spMkLst>
        </pc:spChg>
        <pc:spChg chg="del">
          <ac:chgData name="Sohag Kabir" userId="e9b0da40-aef8-480a-bb63-d1daacecf555" providerId="ADAL" clId="{B93E19F7-CF17-4898-9657-10FD6636A87B}" dt="2024-10-05T10:48:58.112" v="156" actId="478"/>
          <ac:spMkLst>
            <pc:docMk/>
            <pc:sldMk cId="641033179" sldId="280"/>
            <ac:spMk id="9" creationId="{83DBB9E9-BFA8-182A-7B39-9D86B867C339}"/>
          </ac:spMkLst>
        </pc:spChg>
        <pc:graphicFrameChg chg="add mod modGraphic">
          <ac:chgData name="Sohag Kabir" userId="e9b0da40-aef8-480a-bb63-d1daacecf555" providerId="ADAL" clId="{B93E19F7-CF17-4898-9657-10FD6636A87B}" dt="2024-10-05T11:25:29.334" v="1237" actId="113"/>
          <ac:graphicFrameMkLst>
            <pc:docMk/>
            <pc:sldMk cId="641033179" sldId="280"/>
            <ac:graphicFrameMk id="3" creationId="{5E0E26A6-CCC8-2BBF-4CE9-1FE499F39FFC}"/>
          </ac:graphicFrameMkLst>
        </pc:graphicFrameChg>
        <pc:picChg chg="del">
          <ac:chgData name="Sohag Kabir" userId="e9b0da40-aef8-480a-bb63-d1daacecf555" providerId="ADAL" clId="{B93E19F7-CF17-4898-9657-10FD6636A87B}" dt="2024-10-05T10:48:53.071" v="155" actId="478"/>
          <ac:picMkLst>
            <pc:docMk/>
            <pc:sldMk cId="641033179" sldId="280"/>
            <ac:picMk id="4" creationId="{36020D2A-540F-A16C-2A73-0DED848EEB84}"/>
          </ac:picMkLst>
        </pc:picChg>
      </pc:sldChg>
      <pc:sldChg chg="addSp delSp modSp mod delAnim">
        <pc:chgData name="Sohag Kabir" userId="e9b0da40-aef8-480a-bb63-d1daacecf555" providerId="ADAL" clId="{B93E19F7-CF17-4898-9657-10FD6636A87B}" dt="2024-10-05T11:55:12.779" v="2268" actId="1076"/>
        <pc:sldMkLst>
          <pc:docMk/>
          <pc:sldMk cId="1477951119" sldId="281"/>
        </pc:sldMkLst>
        <pc:spChg chg="mod">
          <ac:chgData name="Sohag Kabir" userId="e9b0da40-aef8-480a-bb63-d1daacecf555" providerId="ADAL" clId="{B93E19F7-CF17-4898-9657-10FD6636A87B}" dt="2024-10-05T11:54:20.699" v="2260"/>
          <ac:spMkLst>
            <pc:docMk/>
            <pc:sldMk cId="1477951119" sldId="281"/>
            <ac:spMk id="2" creationId="{DE13D453-4D7B-47BF-AED4-27D56C3644AA}"/>
          </ac:spMkLst>
        </pc:spChg>
        <pc:spChg chg="del mod">
          <ac:chgData name="Sohag Kabir" userId="e9b0da40-aef8-480a-bb63-d1daacecf555" providerId="ADAL" clId="{B93E19F7-CF17-4898-9657-10FD6636A87B}" dt="2024-10-05T11:52:24.155" v="2255" actId="478"/>
          <ac:spMkLst>
            <pc:docMk/>
            <pc:sldMk cId="1477951119" sldId="281"/>
            <ac:spMk id="9" creationId="{83DBB9E9-BFA8-182A-7B39-9D86B867C339}"/>
          </ac:spMkLst>
        </pc:spChg>
        <pc:spChg chg="del">
          <ac:chgData name="Sohag Kabir" userId="e9b0da40-aef8-480a-bb63-d1daacecf555" providerId="ADAL" clId="{B93E19F7-CF17-4898-9657-10FD6636A87B}" dt="2024-10-05T11:52:32.676" v="2256" actId="478"/>
          <ac:spMkLst>
            <pc:docMk/>
            <pc:sldMk cId="1477951119" sldId="281"/>
            <ac:spMk id="11" creationId="{688F0361-647D-318E-0CBC-1A54F270F376}"/>
          </ac:spMkLst>
        </pc:spChg>
        <pc:spChg chg="del">
          <ac:chgData name="Sohag Kabir" userId="e9b0da40-aef8-480a-bb63-d1daacecf555" providerId="ADAL" clId="{B93E19F7-CF17-4898-9657-10FD6636A87B}" dt="2024-10-05T11:52:39.555" v="2259" actId="478"/>
          <ac:spMkLst>
            <pc:docMk/>
            <pc:sldMk cId="1477951119" sldId="281"/>
            <ac:spMk id="12" creationId="{10F1B2D9-9696-056B-9B1C-F7645B049421}"/>
          </ac:spMkLst>
        </pc:spChg>
        <pc:picChg chg="del">
          <ac:chgData name="Sohag Kabir" userId="e9b0da40-aef8-480a-bb63-d1daacecf555" providerId="ADAL" clId="{B93E19F7-CF17-4898-9657-10FD6636A87B}" dt="2024-10-05T11:52:19.639" v="2253" actId="478"/>
          <ac:picMkLst>
            <pc:docMk/>
            <pc:sldMk cId="1477951119" sldId="281"/>
            <ac:picMk id="3" creationId="{24EEC880-794D-40E7-B5E5-8A0EDAC074A1}"/>
          </ac:picMkLst>
        </pc:picChg>
        <pc:picChg chg="add mod modCrop">
          <ac:chgData name="Sohag Kabir" userId="e9b0da40-aef8-480a-bb63-d1daacecf555" providerId="ADAL" clId="{B93E19F7-CF17-4898-9657-10FD6636A87B}" dt="2024-10-05T11:55:12.779" v="2268" actId="1076"/>
          <ac:picMkLst>
            <pc:docMk/>
            <pc:sldMk cId="1477951119" sldId="281"/>
            <ac:picMk id="4" creationId="{46AA2E3E-7D4A-164A-083A-E82118BA255B}"/>
          </ac:picMkLst>
        </pc:picChg>
        <pc:picChg chg="del">
          <ac:chgData name="Sohag Kabir" userId="e9b0da40-aef8-480a-bb63-d1daacecf555" providerId="ADAL" clId="{B93E19F7-CF17-4898-9657-10FD6636A87B}" dt="2024-10-05T11:52:35.131" v="2257" actId="478"/>
          <ac:picMkLst>
            <pc:docMk/>
            <pc:sldMk cId="1477951119" sldId="281"/>
            <ac:picMk id="5" creationId="{5B003D8C-8732-218C-B62B-44FC9E55136B}"/>
          </ac:picMkLst>
        </pc:picChg>
        <pc:picChg chg="del">
          <ac:chgData name="Sohag Kabir" userId="e9b0da40-aef8-480a-bb63-d1daacecf555" providerId="ADAL" clId="{B93E19F7-CF17-4898-9657-10FD6636A87B}" dt="2024-10-05T11:52:37.133" v="2258" actId="478"/>
          <ac:picMkLst>
            <pc:docMk/>
            <pc:sldMk cId="1477951119" sldId="281"/>
            <ac:picMk id="10" creationId="{D2549343-6F27-7B0D-4142-BDF2D1B7359E}"/>
          </ac:picMkLst>
        </pc:picChg>
      </pc:sldChg>
      <pc:sldChg chg="del">
        <pc:chgData name="Sohag Kabir" userId="e9b0da40-aef8-480a-bb63-d1daacecf555" providerId="ADAL" clId="{B93E19F7-CF17-4898-9657-10FD6636A87B}" dt="2024-10-05T13:26:00.550" v="2420" actId="47"/>
        <pc:sldMkLst>
          <pc:docMk/>
          <pc:sldMk cId="3529504122" sldId="282"/>
        </pc:sldMkLst>
      </pc:sldChg>
      <pc:sldChg chg="del">
        <pc:chgData name="Sohag Kabir" userId="e9b0da40-aef8-480a-bb63-d1daacecf555" providerId="ADAL" clId="{B93E19F7-CF17-4898-9657-10FD6636A87B}" dt="2024-10-05T13:26:00.550" v="2420" actId="47"/>
        <pc:sldMkLst>
          <pc:docMk/>
          <pc:sldMk cId="3093025796" sldId="283"/>
        </pc:sldMkLst>
      </pc:sldChg>
      <pc:sldChg chg="del">
        <pc:chgData name="Sohag Kabir" userId="e9b0da40-aef8-480a-bb63-d1daacecf555" providerId="ADAL" clId="{B93E19F7-CF17-4898-9657-10FD6636A87B}" dt="2024-10-05T13:26:04.740" v="2421" actId="47"/>
        <pc:sldMkLst>
          <pc:docMk/>
          <pc:sldMk cId="3299150616" sldId="284"/>
        </pc:sldMkLst>
      </pc:sldChg>
      <pc:sldChg chg="del">
        <pc:chgData name="Sohag Kabir" userId="e9b0da40-aef8-480a-bb63-d1daacecf555" providerId="ADAL" clId="{B93E19F7-CF17-4898-9657-10FD6636A87B}" dt="2024-10-05T13:26:04.740" v="2421" actId="47"/>
        <pc:sldMkLst>
          <pc:docMk/>
          <pc:sldMk cId="1975243977" sldId="285"/>
        </pc:sldMkLst>
      </pc:sldChg>
      <pc:sldChg chg="del">
        <pc:chgData name="Sohag Kabir" userId="e9b0da40-aef8-480a-bb63-d1daacecf555" providerId="ADAL" clId="{B93E19F7-CF17-4898-9657-10FD6636A87B}" dt="2024-10-05T13:26:09.729" v="2422" actId="47"/>
        <pc:sldMkLst>
          <pc:docMk/>
          <pc:sldMk cId="3773334495" sldId="286"/>
        </pc:sldMkLst>
      </pc:sldChg>
      <pc:sldChg chg="del">
        <pc:chgData name="Sohag Kabir" userId="e9b0da40-aef8-480a-bb63-d1daacecf555" providerId="ADAL" clId="{B93E19F7-CF17-4898-9657-10FD6636A87B}" dt="2024-10-05T13:26:09.729" v="2422" actId="47"/>
        <pc:sldMkLst>
          <pc:docMk/>
          <pc:sldMk cId="743092061" sldId="287"/>
        </pc:sldMkLst>
      </pc:sldChg>
      <pc:sldChg chg="del">
        <pc:chgData name="Sohag Kabir" userId="e9b0da40-aef8-480a-bb63-d1daacecf555" providerId="ADAL" clId="{B93E19F7-CF17-4898-9657-10FD6636A87B}" dt="2024-10-05T13:26:09.729" v="2422" actId="47"/>
        <pc:sldMkLst>
          <pc:docMk/>
          <pc:sldMk cId="2923510616" sldId="288"/>
        </pc:sldMkLst>
      </pc:sldChg>
      <pc:sldChg chg="del">
        <pc:chgData name="Sohag Kabir" userId="e9b0da40-aef8-480a-bb63-d1daacecf555" providerId="ADAL" clId="{B93E19F7-CF17-4898-9657-10FD6636A87B}" dt="2024-10-05T13:26:12.295" v="2423" actId="47"/>
        <pc:sldMkLst>
          <pc:docMk/>
          <pc:sldMk cId="2324322734" sldId="289"/>
        </pc:sldMkLst>
      </pc:sldChg>
      <pc:sldChg chg="del">
        <pc:chgData name="Sohag Kabir" userId="e9b0da40-aef8-480a-bb63-d1daacecf555" providerId="ADAL" clId="{B93E19F7-CF17-4898-9657-10FD6636A87B}" dt="2024-10-05T13:26:12.295" v="2423" actId="47"/>
        <pc:sldMkLst>
          <pc:docMk/>
          <pc:sldMk cId="2997775987" sldId="290"/>
        </pc:sldMkLst>
      </pc:sldChg>
      <pc:sldChg chg="del">
        <pc:chgData name="Sohag Kabir" userId="e9b0da40-aef8-480a-bb63-d1daacecf555" providerId="ADAL" clId="{B93E19F7-CF17-4898-9657-10FD6636A87B}" dt="2024-10-05T13:26:14.963" v="2424" actId="47"/>
        <pc:sldMkLst>
          <pc:docMk/>
          <pc:sldMk cId="522993105" sldId="291"/>
        </pc:sldMkLst>
      </pc:sldChg>
      <pc:sldChg chg="del">
        <pc:chgData name="Sohag Kabir" userId="e9b0da40-aef8-480a-bb63-d1daacecf555" providerId="ADAL" clId="{B93E19F7-CF17-4898-9657-10FD6636A87B}" dt="2024-10-05T13:26:14.963" v="2424" actId="47"/>
        <pc:sldMkLst>
          <pc:docMk/>
          <pc:sldMk cId="1047879687" sldId="292"/>
        </pc:sldMkLst>
      </pc:sldChg>
      <pc:sldChg chg="del">
        <pc:chgData name="Sohag Kabir" userId="e9b0da40-aef8-480a-bb63-d1daacecf555" providerId="ADAL" clId="{B93E19F7-CF17-4898-9657-10FD6636A87B}" dt="2024-10-05T13:26:17.661" v="2425" actId="47"/>
        <pc:sldMkLst>
          <pc:docMk/>
          <pc:sldMk cId="84711293" sldId="293"/>
        </pc:sldMkLst>
      </pc:sldChg>
      <pc:sldChg chg="del">
        <pc:chgData name="Sohag Kabir" userId="e9b0da40-aef8-480a-bb63-d1daacecf555" providerId="ADAL" clId="{B93E19F7-CF17-4898-9657-10FD6636A87B}" dt="2024-10-05T13:26:14.963" v="2424" actId="47"/>
        <pc:sldMkLst>
          <pc:docMk/>
          <pc:sldMk cId="1163318038" sldId="294"/>
        </pc:sldMkLst>
      </pc:sldChg>
      <pc:sldChg chg="del">
        <pc:chgData name="Sohag Kabir" userId="e9b0da40-aef8-480a-bb63-d1daacecf555" providerId="ADAL" clId="{B93E19F7-CF17-4898-9657-10FD6636A87B}" dt="2024-10-05T13:26:17.661" v="2425" actId="47"/>
        <pc:sldMkLst>
          <pc:docMk/>
          <pc:sldMk cId="1736692387" sldId="295"/>
        </pc:sldMkLst>
      </pc:sldChg>
      <pc:sldChg chg="del">
        <pc:chgData name="Sohag Kabir" userId="e9b0da40-aef8-480a-bb63-d1daacecf555" providerId="ADAL" clId="{B93E19F7-CF17-4898-9657-10FD6636A87B}" dt="2024-10-05T13:28:11.196" v="2427" actId="2696"/>
        <pc:sldMkLst>
          <pc:docMk/>
          <pc:sldMk cId="1404130163" sldId="296"/>
        </pc:sldMkLst>
      </pc:sldChg>
      <pc:sldChg chg="del">
        <pc:chgData name="Sohag Kabir" userId="e9b0da40-aef8-480a-bb63-d1daacecf555" providerId="ADAL" clId="{B93E19F7-CF17-4898-9657-10FD6636A87B}" dt="2024-10-05T13:28:11.196" v="2427" actId="2696"/>
        <pc:sldMkLst>
          <pc:docMk/>
          <pc:sldMk cId="3364632169" sldId="297"/>
        </pc:sldMkLst>
      </pc:sldChg>
      <pc:sldChg chg="del">
        <pc:chgData name="Sohag Kabir" userId="e9b0da40-aef8-480a-bb63-d1daacecf555" providerId="ADAL" clId="{B93E19F7-CF17-4898-9657-10FD6636A87B}" dt="2024-10-05T16:53:08.551" v="3143" actId="2696"/>
        <pc:sldMkLst>
          <pc:docMk/>
          <pc:sldMk cId="683997717" sldId="298"/>
        </pc:sldMkLst>
      </pc:sldChg>
      <pc:sldChg chg="addSp delSp modSp add mod delAnim">
        <pc:chgData name="Sohag Kabir" userId="e9b0da40-aef8-480a-bb63-d1daacecf555" providerId="ADAL" clId="{B93E19F7-CF17-4898-9657-10FD6636A87B}" dt="2024-10-05T10:43:25.794" v="154" actId="14100"/>
        <pc:sldMkLst>
          <pc:docMk/>
          <pc:sldMk cId="2123858380" sldId="299"/>
        </pc:sldMkLst>
        <pc:spChg chg="del">
          <ac:chgData name="Sohag Kabir" userId="e9b0da40-aef8-480a-bb63-d1daacecf555" providerId="ADAL" clId="{B93E19F7-CF17-4898-9657-10FD6636A87B}" dt="2024-10-05T10:41:18.271" v="135" actId="478"/>
          <ac:spMkLst>
            <pc:docMk/>
            <pc:sldMk cId="2123858380" sldId="299"/>
            <ac:spMk id="5" creationId="{8143AF44-8037-97CC-53ED-2FE1F44FC034}"/>
          </ac:spMkLst>
        </pc:spChg>
        <pc:spChg chg="add mod">
          <ac:chgData name="Sohag Kabir" userId="e9b0da40-aef8-480a-bb63-d1daacecf555" providerId="ADAL" clId="{B93E19F7-CF17-4898-9657-10FD6636A87B}" dt="2024-10-05T10:43:25.794" v="154" actId="14100"/>
          <ac:spMkLst>
            <pc:docMk/>
            <pc:sldMk cId="2123858380" sldId="299"/>
            <ac:spMk id="8" creationId="{25475156-E9E2-8B99-9CBE-9207C1E8E81F}"/>
          </ac:spMkLst>
        </pc:spChg>
        <pc:spChg chg="del">
          <ac:chgData name="Sohag Kabir" userId="e9b0da40-aef8-480a-bb63-d1daacecf555" providerId="ADAL" clId="{B93E19F7-CF17-4898-9657-10FD6636A87B}" dt="2024-10-05T10:38:39.118" v="134" actId="478"/>
          <ac:spMkLst>
            <pc:docMk/>
            <pc:sldMk cId="2123858380" sldId="299"/>
            <ac:spMk id="9" creationId="{B06106E6-D5F4-FBA7-3A0D-73F4DF202DD3}"/>
          </ac:spMkLst>
        </pc:spChg>
        <pc:picChg chg="add mod">
          <ac:chgData name="Sohag Kabir" userId="e9b0da40-aef8-480a-bb63-d1daacecf555" providerId="ADAL" clId="{B93E19F7-CF17-4898-9657-10FD6636A87B}" dt="2024-10-05T10:41:36.583" v="139" actId="14100"/>
          <ac:picMkLst>
            <pc:docMk/>
            <pc:sldMk cId="2123858380" sldId="299"/>
            <ac:picMk id="3" creationId="{776E4644-0C9D-8AD1-0535-525E6C1A383A}"/>
          </ac:picMkLst>
        </pc:picChg>
      </pc:sldChg>
      <pc:sldChg chg="modSp add mod">
        <pc:chgData name="Sohag Kabir" userId="e9b0da40-aef8-480a-bb63-d1daacecf555" providerId="ADAL" clId="{B93E19F7-CF17-4898-9657-10FD6636A87B}" dt="2024-10-05T11:25:22.271" v="1236" actId="113"/>
        <pc:sldMkLst>
          <pc:docMk/>
          <pc:sldMk cId="1426418876" sldId="300"/>
        </pc:sldMkLst>
        <pc:spChg chg="mod">
          <ac:chgData name="Sohag Kabir" userId="e9b0da40-aef8-480a-bb63-d1daacecf555" providerId="ADAL" clId="{B93E19F7-CF17-4898-9657-10FD6636A87B}" dt="2024-10-05T11:08:04.628" v="612" actId="14100"/>
          <ac:spMkLst>
            <pc:docMk/>
            <pc:sldMk cId="1426418876" sldId="300"/>
            <ac:spMk id="2" creationId="{DE13D453-4D7B-47BF-AED4-27D56C3644AA}"/>
          </ac:spMkLst>
        </pc:spChg>
        <pc:graphicFrameChg chg="mod modGraphic">
          <ac:chgData name="Sohag Kabir" userId="e9b0da40-aef8-480a-bb63-d1daacecf555" providerId="ADAL" clId="{B93E19F7-CF17-4898-9657-10FD6636A87B}" dt="2024-10-05T11:25:22.271" v="1236" actId="113"/>
          <ac:graphicFrameMkLst>
            <pc:docMk/>
            <pc:sldMk cId="1426418876" sldId="300"/>
            <ac:graphicFrameMk id="3" creationId="{5E0E26A6-CCC8-2BBF-4CE9-1FE499F39FFC}"/>
          </ac:graphicFrameMkLst>
        </pc:graphicFrameChg>
      </pc:sldChg>
      <pc:sldChg chg="modSp add mod">
        <pc:chgData name="Sohag Kabir" userId="e9b0da40-aef8-480a-bb63-d1daacecf555" providerId="ADAL" clId="{B93E19F7-CF17-4898-9657-10FD6636A87B}" dt="2024-10-05T11:51:39.950" v="2252" actId="113"/>
        <pc:sldMkLst>
          <pc:docMk/>
          <pc:sldMk cId="4245518297" sldId="301"/>
        </pc:sldMkLst>
        <pc:spChg chg="mod">
          <ac:chgData name="Sohag Kabir" userId="e9b0da40-aef8-480a-bb63-d1daacecf555" providerId="ADAL" clId="{B93E19F7-CF17-4898-9657-10FD6636A87B}" dt="2024-10-05T11:26:32.301" v="1263" actId="20577"/>
          <ac:spMkLst>
            <pc:docMk/>
            <pc:sldMk cId="4245518297" sldId="301"/>
            <ac:spMk id="2" creationId="{DE13D453-4D7B-47BF-AED4-27D56C3644AA}"/>
          </ac:spMkLst>
        </pc:spChg>
        <pc:graphicFrameChg chg="mod modGraphic">
          <ac:chgData name="Sohag Kabir" userId="e9b0da40-aef8-480a-bb63-d1daacecf555" providerId="ADAL" clId="{B93E19F7-CF17-4898-9657-10FD6636A87B}" dt="2024-10-05T11:51:39.950" v="2252" actId="113"/>
          <ac:graphicFrameMkLst>
            <pc:docMk/>
            <pc:sldMk cId="4245518297" sldId="301"/>
            <ac:graphicFrameMk id="3" creationId="{5E0E26A6-CCC8-2BBF-4CE9-1FE499F39FFC}"/>
          </ac:graphicFrameMkLst>
        </pc:graphicFrameChg>
      </pc:sldChg>
      <pc:sldChg chg="modSp add mod">
        <pc:chgData name="Sohag Kabir" userId="e9b0da40-aef8-480a-bb63-d1daacecf555" providerId="ADAL" clId="{B93E19F7-CF17-4898-9657-10FD6636A87B}" dt="2024-10-05T11:48:50.124" v="2245" actId="207"/>
        <pc:sldMkLst>
          <pc:docMk/>
          <pc:sldMk cId="846972630" sldId="302"/>
        </pc:sldMkLst>
        <pc:graphicFrameChg chg="mod modGraphic">
          <ac:chgData name="Sohag Kabir" userId="e9b0da40-aef8-480a-bb63-d1daacecf555" providerId="ADAL" clId="{B93E19F7-CF17-4898-9657-10FD6636A87B}" dt="2024-10-05T11:48:50.124" v="2245" actId="207"/>
          <ac:graphicFrameMkLst>
            <pc:docMk/>
            <pc:sldMk cId="846972630" sldId="302"/>
            <ac:graphicFrameMk id="3" creationId="{5E0E26A6-CCC8-2BBF-4CE9-1FE499F39FFC}"/>
          </ac:graphicFrameMkLst>
        </pc:graphicFrameChg>
      </pc:sldChg>
      <pc:sldChg chg="addSp delSp modSp add mod addAnim delAnim">
        <pc:chgData name="Sohag Kabir" userId="e9b0da40-aef8-480a-bb63-d1daacecf555" providerId="ADAL" clId="{B93E19F7-CF17-4898-9657-10FD6636A87B}" dt="2024-10-05T12:12:26.606" v="2350" actId="20577"/>
        <pc:sldMkLst>
          <pc:docMk/>
          <pc:sldMk cId="3111864872" sldId="303"/>
        </pc:sldMkLst>
        <pc:spChg chg="del">
          <ac:chgData name="Sohag Kabir" userId="e9b0da40-aef8-480a-bb63-d1daacecf555" providerId="ADAL" clId="{B93E19F7-CF17-4898-9657-10FD6636A87B}" dt="2024-10-05T12:09:50.079" v="2334" actId="478"/>
          <ac:spMkLst>
            <pc:docMk/>
            <pc:sldMk cId="3111864872" sldId="303"/>
            <ac:spMk id="3" creationId="{4A53CAC7-C63D-FD07-64B6-21A515D61196}"/>
          </ac:spMkLst>
        </pc:spChg>
        <pc:spChg chg="add mod">
          <ac:chgData name="Sohag Kabir" userId="e9b0da40-aef8-480a-bb63-d1daacecf555" providerId="ADAL" clId="{B93E19F7-CF17-4898-9657-10FD6636A87B}" dt="2024-10-05T12:10:05.734" v="2338" actId="1076"/>
          <ac:spMkLst>
            <pc:docMk/>
            <pc:sldMk cId="3111864872" sldId="303"/>
            <ac:spMk id="5" creationId="{015E5EFF-5540-010A-D066-2C5D27390FB0}"/>
          </ac:spMkLst>
        </pc:spChg>
        <pc:spChg chg="mod">
          <ac:chgData name="Sohag Kabir" userId="e9b0da40-aef8-480a-bb63-d1daacecf555" providerId="ADAL" clId="{B93E19F7-CF17-4898-9657-10FD6636A87B}" dt="2024-10-05T12:12:26.606" v="2350" actId="20577"/>
          <ac:spMkLst>
            <pc:docMk/>
            <pc:sldMk cId="3111864872" sldId="303"/>
            <ac:spMk id="18" creationId="{C8396839-4867-B84D-99D5-F365B7222258}"/>
          </ac:spMkLst>
        </pc:spChg>
        <pc:graphicFrameChg chg="add del mod modGraphic">
          <ac:chgData name="Sohag Kabir" userId="e9b0da40-aef8-480a-bb63-d1daacecf555" providerId="ADAL" clId="{B93E19F7-CF17-4898-9657-10FD6636A87B}" dt="2024-10-05T12:11:54.650" v="2349" actId="1076"/>
          <ac:graphicFrameMkLst>
            <pc:docMk/>
            <pc:sldMk cId="3111864872" sldId="303"/>
            <ac:graphicFrameMk id="8" creationId="{1365D5D7-FA64-0D30-6987-DF1DE3E8BD76}"/>
          </ac:graphicFrameMkLst>
        </pc:graphicFrameChg>
      </pc:sldChg>
      <pc:sldChg chg="addSp delSp modSp add mod">
        <pc:chgData name="Sohag Kabir" userId="e9b0da40-aef8-480a-bb63-d1daacecf555" providerId="ADAL" clId="{B93E19F7-CF17-4898-9657-10FD6636A87B}" dt="2024-10-05T13:25:10.268" v="2419" actId="255"/>
        <pc:sldMkLst>
          <pc:docMk/>
          <pc:sldMk cId="3848471798" sldId="304"/>
        </pc:sldMkLst>
        <pc:spChg chg="mod">
          <ac:chgData name="Sohag Kabir" userId="e9b0da40-aef8-480a-bb63-d1daacecf555" providerId="ADAL" clId="{B93E19F7-CF17-4898-9657-10FD6636A87B}" dt="2024-10-05T13:22:52.316" v="2403"/>
          <ac:spMkLst>
            <pc:docMk/>
            <pc:sldMk cId="3848471798" sldId="304"/>
            <ac:spMk id="2" creationId="{C41871F3-B595-E36C-AF47-CCEBC8A95B2E}"/>
          </ac:spMkLst>
        </pc:spChg>
        <pc:spChg chg="del">
          <ac:chgData name="Sohag Kabir" userId="e9b0da40-aef8-480a-bb63-d1daacecf555" providerId="ADAL" clId="{B93E19F7-CF17-4898-9657-10FD6636A87B}" dt="2024-10-05T13:22:59.495" v="2405" actId="478"/>
          <ac:spMkLst>
            <pc:docMk/>
            <pc:sldMk cId="3848471798" sldId="304"/>
            <ac:spMk id="3" creationId="{677288F0-F0F5-CD03-B0DC-F0852D06708C}"/>
          </ac:spMkLst>
        </pc:spChg>
        <pc:spChg chg="add del mod">
          <ac:chgData name="Sohag Kabir" userId="e9b0da40-aef8-480a-bb63-d1daacecf555" providerId="ADAL" clId="{B93E19F7-CF17-4898-9657-10FD6636A87B}" dt="2024-10-05T13:23:11.591" v="2406" actId="478"/>
          <ac:spMkLst>
            <pc:docMk/>
            <pc:sldMk cId="3848471798" sldId="304"/>
            <ac:spMk id="5" creationId="{9898B6D7-18BE-0544-81A8-D82BE7070F8A}"/>
          </ac:spMkLst>
        </pc:spChg>
        <pc:spChg chg="del">
          <ac:chgData name="Sohag Kabir" userId="e9b0da40-aef8-480a-bb63-d1daacecf555" providerId="ADAL" clId="{B93E19F7-CF17-4898-9657-10FD6636A87B}" dt="2024-10-05T13:22:58.079" v="2404" actId="478"/>
          <ac:spMkLst>
            <pc:docMk/>
            <pc:sldMk cId="3848471798" sldId="304"/>
            <ac:spMk id="7" creationId="{BC63AF23-A25D-5605-6DA9-36B36320F996}"/>
          </ac:spMkLst>
        </pc:spChg>
        <pc:spChg chg="add mod">
          <ac:chgData name="Sohag Kabir" userId="e9b0da40-aef8-480a-bb63-d1daacecf555" providerId="ADAL" clId="{B93E19F7-CF17-4898-9657-10FD6636A87B}" dt="2024-10-05T13:24:21.403" v="2414" actId="113"/>
          <ac:spMkLst>
            <pc:docMk/>
            <pc:sldMk cId="3848471798" sldId="304"/>
            <ac:spMk id="9" creationId="{CD50F2F8-1B2B-49A9-19F1-DB709D949017}"/>
          </ac:spMkLst>
        </pc:spChg>
        <pc:spChg chg="add mod">
          <ac:chgData name="Sohag Kabir" userId="e9b0da40-aef8-480a-bb63-d1daacecf555" providerId="ADAL" clId="{B93E19F7-CF17-4898-9657-10FD6636A87B}" dt="2024-10-05T13:25:10.268" v="2419" actId="255"/>
          <ac:spMkLst>
            <pc:docMk/>
            <pc:sldMk cId="3848471798" sldId="304"/>
            <ac:spMk id="10" creationId="{00E9F602-A3E5-2A9F-2415-D3BCE043D970}"/>
          </ac:spMkLst>
        </pc:spChg>
        <pc:spChg chg="add mod">
          <ac:chgData name="Sohag Kabir" userId="e9b0da40-aef8-480a-bb63-d1daacecf555" providerId="ADAL" clId="{B93E19F7-CF17-4898-9657-10FD6636A87B}" dt="2024-10-05T13:24:55.804" v="2417" actId="113"/>
          <ac:spMkLst>
            <pc:docMk/>
            <pc:sldMk cId="3848471798" sldId="304"/>
            <ac:spMk id="11" creationId="{AF86D1AE-A74F-85E0-A187-4D1857150FEF}"/>
          </ac:spMkLst>
        </pc:spChg>
        <pc:spChg chg="add mod">
          <ac:chgData name="Sohag Kabir" userId="e9b0da40-aef8-480a-bb63-d1daacecf555" providerId="ADAL" clId="{B93E19F7-CF17-4898-9657-10FD6636A87B}" dt="2024-10-05T13:23:21.823" v="2408" actId="1076"/>
          <ac:spMkLst>
            <pc:docMk/>
            <pc:sldMk cId="3848471798" sldId="304"/>
            <ac:spMk id="14" creationId="{A2F61D9D-25BA-DC84-A2E1-582A0F34418B}"/>
          </ac:spMkLst>
        </pc:spChg>
        <pc:spChg chg="add mod">
          <ac:chgData name="Sohag Kabir" userId="e9b0da40-aef8-480a-bb63-d1daacecf555" providerId="ADAL" clId="{B93E19F7-CF17-4898-9657-10FD6636A87B}" dt="2024-10-05T13:23:21.823" v="2408" actId="1076"/>
          <ac:spMkLst>
            <pc:docMk/>
            <pc:sldMk cId="3848471798" sldId="304"/>
            <ac:spMk id="15" creationId="{0998D7DF-3631-0AFC-4F75-315D4EC54AB5}"/>
          </ac:spMkLst>
        </pc:spChg>
        <pc:graphicFrameChg chg="add mod">
          <ac:chgData name="Sohag Kabir" userId="e9b0da40-aef8-480a-bb63-d1daacecf555" providerId="ADAL" clId="{B93E19F7-CF17-4898-9657-10FD6636A87B}" dt="2024-10-05T13:23:21.823" v="2408" actId="1076"/>
          <ac:graphicFrameMkLst>
            <pc:docMk/>
            <pc:sldMk cId="3848471798" sldId="304"/>
            <ac:graphicFrameMk id="12" creationId="{1DAFEA42-501C-66BE-C6CF-46F60F090DB5}"/>
          </ac:graphicFrameMkLst>
        </pc:graphicFrameChg>
        <pc:graphicFrameChg chg="add mod">
          <ac:chgData name="Sohag Kabir" userId="e9b0da40-aef8-480a-bb63-d1daacecf555" providerId="ADAL" clId="{B93E19F7-CF17-4898-9657-10FD6636A87B}" dt="2024-10-05T13:23:21.823" v="2408" actId="1076"/>
          <ac:graphicFrameMkLst>
            <pc:docMk/>
            <pc:sldMk cId="3848471798" sldId="304"/>
            <ac:graphicFrameMk id="13" creationId="{081B124B-A8AF-B868-834D-AE0938E734CE}"/>
          </ac:graphicFrameMkLst>
        </pc:graphicFrameChg>
      </pc:sldChg>
      <pc:sldChg chg="addSp delSp modSp add mod modAnim">
        <pc:chgData name="Sohag Kabir" userId="e9b0da40-aef8-480a-bb63-d1daacecf555" providerId="ADAL" clId="{B93E19F7-CF17-4898-9657-10FD6636A87B}" dt="2024-10-05T13:32:33.670" v="2448" actId="1076"/>
        <pc:sldMkLst>
          <pc:docMk/>
          <pc:sldMk cId="1153240218" sldId="305"/>
        </pc:sldMkLst>
        <pc:spChg chg="mod">
          <ac:chgData name="Sohag Kabir" userId="e9b0da40-aef8-480a-bb63-d1daacecf555" providerId="ADAL" clId="{B93E19F7-CF17-4898-9657-10FD6636A87B}" dt="2024-10-05T13:28:52.372" v="2430" actId="1076"/>
          <ac:spMkLst>
            <pc:docMk/>
            <pc:sldMk cId="1153240218" sldId="305"/>
            <ac:spMk id="2" creationId="{C41871F3-B595-E36C-AF47-CCEBC8A95B2E}"/>
          </ac:spMkLst>
        </pc:spChg>
        <pc:spChg chg="add mod">
          <ac:chgData name="Sohag Kabir" userId="e9b0da40-aef8-480a-bb63-d1daacecf555" providerId="ADAL" clId="{B93E19F7-CF17-4898-9657-10FD6636A87B}" dt="2024-10-05T13:30:49.911" v="2439" actId="1076"/>
          <ac:spMkLst>
            <pc:docMk/>
            <pc:sldMk cId="1153240218" sldId="305"/>
            <ac:spMk id="3" creationId="{B5B3383F-3495-18F9-D8E4-55694B3E22AC}"/>
          </ac:spMkLst>
        </pc:spChg>
        <pc:spChg chg="add mod">
          <ac:chgData name="Sohag Kabir" userId="e9b0da40-aef8-480a-bb63-d1daacecf555" providerId="ADAL" clId="{B93E19F7-CF17-4898-9657-10FD6636A87B}" dt="2024-10-05T13:32:31.967" v="2447" actId="1076"/>
          <ac:spMkLst>
            <pc:docMk/>
            <pc:sldMk cId="1153240218" sldId="305"/>
            <ac:spMk id="5" creationId="{D3C9AED7-9BE9-ABF0-7BAD-38B772E3CA82}"/>
          </ac:spMkLst>
        </pc:spChg>
        <pc:spChg chg="add mod">
          <ac:chgData name="Sohag Kabir" userId="e9b0da40-aef8-480a-bb63-d1daacecf555" providerId="ADAL" clId="{B93E19F7-CF17-4898-9657-10FD6636A87B}" dt="2024-10-05T13:32:33.670" v="2448" actId="1076"/>
          <ac:spMkLst>
            <pc:docMk/>
            <pc:sldMk cId="1153240218" sldId="305"/>
            <ac:spMk id="7" creationId="{DF1CD9A0-79D2-1AE1-FB7A-FC44A5225AE3}"/>
          </ac:spMkLst>
        </pc:spChg>
        <pc:spChg chg="del">
          <ac:chgData name="Sohag Kabir" userId="e9b0da40-aef8-480a-bb63-d1daacecf555" providerId="ADAL" clId="{B93E19F7-CF17-4898-9657-10FD6636A87B}" dt="2024-10-05T13:28:56.523" v="2431" actId="478"/>
          <ac:spMkLst>
            <pc:docMk/>
            <pc:sldMk cId="1153240218" sldId="305"/>
            <ac:spMk id="9" creationId="{CD50F2F8-1B2B-49A9-19F1-DB709D949017}"/>
          </ac:spMkLst>
        </pc:spChg>
        <pc:spChg chg="del">
          <ac:chgData name="Sohag Kabir" userId="e9b0da40-aef8-480a-bb63-d1daacecf555" providerId="ADAL" clId="{B93E19F7-CF17-4898-9657-10FD6636A87B}" dt="2024-10-05T13:28:56.523" v="2431" actId="478"/>
          <ac:spMkLst>
            <pc:docMk/>
            <pc:sldMk cId="1153240218" sldId="305"/>
            <ac:spMk id="10" creationId="{00E9F602-A3E5-2A9F-2415-D3BCE043D970}"/>
          </ac:spMkLst>
        </pc:spChg>
        <pc:spChg chg="del">
          <ac:chgData name="Sohag Kabir" userId="e9b0da40-aef8-480a-bb63-d1daacecf555" providerId="ADAL" clId="{B93E19F7-CF17-4898-9657-10FD6636A87B}" dt="2024-10-05T13:28:56.523" v="2431" actId="478"/>
          <ac:spMkLst>
            <pc:docMk/>
            <pc:sldMk cId="1153240218" sldId="305"/>
            <ac:spMk id="11" creationId="{AF86D1AE-A74F-85E0-A187-4D1857150FEF}"/>
          </ac:spMkLst>
        </pc:spChg>
        <pc:spChg chg="del">
          <ac:chgData name="Sohag Kabir" userId="e9b0da40-aef8-480a-bb63-d1daacecf555" providerId="ADAL" clId="{B93E19F7-CF17-4898-9657-10FD6636A87B}" dt="2024-10-05T13:28:56.523" v="2431" actId="478"/>
          <ac:spMkLst>
            <pc:docMk/>
            <pc:sldMk cId="1153240218" sldId="305"/>
            <ac:spMk id="14" creationId="{A2F61D9D-25BA-DC84-A2E1-582A0F34418B}"/>
          </ac:spMkLst>
        </pc:spChg>
        <pc:spChg chg="del">
          <ac:chgData name="Sohag Kabir" userId="e9b0da40-aef8-480a-bb63-d1daacecf555" providerId="ADAL" clId="{B93E19F7-CF17-4898-9657-10FD6636A87B}" dt="2024-10-05T13:28:56.523" v="2431" actId="478"/>
          <ac:spMkLst>
            <pc:docMk/>
            <pc:sldMk cId="1153240218" sldId="305"/>
            <ac:spMk id="15" creationId="{0998D7DF-3631-0AFC-4F75-315D4EC54AB5}"/>
          </ac:spMkLst>
        </pc:spChg>
        <pc:graphicFrameChg chg="del">
          <ac:chgData name="Sohag Kabir" userId="e9b0da40-aef8-480a-bb63-d1daacecf555" providerId="ADAL" clId="{B93E19F7-CF17-4898-9657-10FD6636A87B}" dt="2024-10-05T13:28:56.523" v="2431" actId="478"/>
          <ac:graphicFrameMkLst>
            <pc:docMk/>
            <pc:sldMk cId="1153240218" sldId="305"/>
            <ac:graphicFrameMk id="12" creationId="{1DAFEA42-501C-66BE-C6CF-46F60F090DB5}"/>
          </ac:graphicFrameMkLst>
        </pc:graphicFrameChg>
        <pc:graphicFrameChg chg="del">
          <ac:chgData name="Sohag Kabir" userId="e9b0da40-aef8-480a-bb63-d1daacecf555" providerId="ADAL" clId="{B93E19F7-CF17-4898-9657-10FD6636A87B}" dt="2024-10-05T13:28:56.523" v="2431" actId="478"/>
          <ac:graphicFrameMkLst>
            <pc:docMk/>
            <pc:sldMk cId="1153240218" sldId="305"/>
            <ac:graphicFrameMk id="13" creationId="{081B124B-A8AF-B868-834D-AE0938E734CE}"/>
          </ac:graphicFrameMkLst>
        </pc:graphicFrameChg>
      </pc:sldChg>
      <pc:sldChg chg="addSp delSp modSp add mod delAnim modAnim">
        <pc:chgData name="Sohag Kabir" userId="e9b0da40-aef8-480a-bb63-d1daacecf555" providerId="ADAL" clId="{B93E19F7-CF17-4898-9657-10FD6636A87B}" dt="2024-10-05T13:50:05.637" v="2496" actId="14100"/>
        <pc:sldMkLst>
          <pc:docMk/>
          <pc:sldMk cId="2096964769" sldId="306"/>
        </pc:sldMkLst>
        <pc:spChg chg="del">
          <ac:chgData name="Sohag Kabir" userId="e9b0da40-aef8-480a-bb63-d1daacecf555" providerId="ADAL" clId="{B93E19F7-CF17-4898-9657-10FD6636A87B}" dt="2024-10-05T13:34:49.323" v="2454" actId="478"/>
          <ac:spMkLst>
            <pc:docMk/>
            <pc:sldMk cId="2096964769" sldId="306"/>
            <ac:spMk id="2" creationId="{C41871F3-B595-E36C-AF47-CCEBC8A95B2E}"/>
          </ac:spMkLst>
        </pc:spChg>
        <pc:spChg chg="del">
          <ac:chgData name="Sohag Kabir" userId="e9b0da40-aef8-480a-bb63-d1daacecf555" providerId="ADAL" clId="{B93E19F7-CF17-4898-9657-10FD6636A87B}" dt="2024-10-05T13:34:52.987" v="2456" actId="478"/>
          <ac:spMkLst>
            <pc:docMk/>
            <pc:sldMk cId="2096964769" sldId="306"/>
            <ac:spMk id="3" creationId="{B5B3383F-3495-18F9-D8E4-55694B3E22AC}"/>
          </ac:spMkLst>
        </pc:spChg>
        <pc:spChg chg="mod">
          <ac:chgData name="Sohag Kabir" userId="e9b0da40-aef8-480a-bb63-d1daacecf555" providerId="ADAL" clId="{B93E19F7-CF17-4898-9657-10FD6636A87B}" dt="2024-10-05T13:34:44.243" v="2453" actId="255"/>
          <ac:spMkLst>
            <pc:docMk/>
            <pc:sldMk cId="2096964769" sldId="306"/>
            <ac:spMk id="4" creationId="{8B3BBD20-CA54-1CCC-FDC5-4B2C938D023F}"/>
          </ac:spMkLst>
        </pc:spChg>
        <pc:spChg chg="del">
          <ac:chgData name="Sohag Kabir" userId="e9b0da40-aef8-480a-bb63-d1daacecf555" providerId="ADAL" clId="{B93E19F7-CF17-4898-9657-10FD6636A87B}" dt="2024-10-05T13:34:54.180" v="2457" actId="478"/>
          <ac:spMkLst>
            <pc:docMk/>
            <pc:sldMk cId="2096964769" sldId="306"/>
            <ac:spMk id="5" creationId="{D3C9AED7-9BE9-ABF0-7BAD-38B772E3CA82}"/>
          </ac:spMkLst>
        </pc:spChg>
        <pc:spChg chg="del">
          <ac:chgData name="Sohag Kabir" userId="e9b0da40-aef8-480a-bb63-d1daacecf555" providerId="ADAL" clId="{B93E19F7-CF17-4898-9657-10FD6636A87B}" dt="2024-10-05T13:34:55.896" v="2458" actId="478"/>
          <ac:spMkLst>
            <pc:docMk/>
            <pc:sldMk cId="2096964769" sldId="306"/>
            <ac:spMk id="7" creationId="{DF1CD9A0-79D2-1AE1-FB7A-FC44A5225AE3}"/>
          </ac:spMkLst>
        </pc:spChg>
        <pc:spChg chg="add del mod">
          <ac:chgData name="Sohag Kabir" userId="e9b0da40-aef8-480a-bb63-d1daacecf555" providerId="ADAL" clId="{B93E19F7-CF17-4898-9657-10FD6636A87B}" dt="2024-10-05T13:34:52.080" v="2455" actId="478"/>
          <ac:spMkLst>
            <pc:docMk/>
            <pc:sldMk cId="2096964769" sldId="306"/>
            <ac:spMk id="9" creationId="{C23F14D2-B20E-F552-92DE-EDEE1B4B42EB}"/>
          </ac:spMkLst>
        </pc:spChg>
        <pc:spChg chg="add mod">
          <ac:chgData name="Sohag Kabir" userId="e9b0da40-aef8-480a-bb63-d1daacecf555" providerId="ADAL" clId="{B93E19F7-CF17-4898-9657-10FD6636A87B}" dt="2024-10-05T13:48:32.150" v="2492" actId="20577"/>
          <ac:spMkLst>
            <pc:docMk/>
            <pc:sldMk cId="2096964769" sldId="306"/>
            <ac:spMk id="10" creationId="{B2167580-6AE3-B019-0A0B-25B81FEC490F}"/>
          </ac:spMkLst>
        </pc:spChg>
        <pc:spChg chg="add mod">
          <ac:chgData name="Sohag Kabir" userId="e9b0da40-aef8-480a-bb63-d1daacecf555" providerId="ADAL" clId="{B93E19F7-CF17-4898-9657-10FD6636A87B}" dt="2024-10-05T13:50:05.637" v="2496" actId="14100"/>
          <ac:spMkLst>
            <pc:docMk/>
            <pc:sldMk cId="2096964769" sldId="306"/>
            <ac:spMk id="11" creationId="{16C08D9D-8210-7594-DCB1-8636CADD417A}"/>
          </ac:spMkLst>
        </pc:spChg>
        <pc:spChg chg="add mod">
          <ac:chgData name="Sohag Kabir" userId="e9b0da40-aef8-480a-bb63-d1daacecf555" providerId="ADAL" clId="{B93E19F7-CF17-4898-9657-10FD6636A87B}" dt="2024-10-05T13:35:30.987" v="2462" actId="1076"/>
          <ac:spMkLst>
            <pc:docMk/>
            <pc:sldMk cId="2096964769" sldId="306"/>
            <ac:spMk id="14" creationId="{134DAA3B-FD39-1994-7742-282CD08FDB49}"/>
          </ac:spMkLst>
        </pc:spChg>
        <pc:spChg chg="add mod">
          <ac:chgData name="Sohag Kabir" userId="e9b0da40-aef8-480a-bb63-d1daacecf555" providerId="ADAL" clId="{B93E19F7-CF17-4898-9657-10FD6636A87B}" dt="2024-10-05T13:35:30.987" v="2462" actId="1076"/>
          <ac:spMkLst>
            <pc:docMk/>
            <pc:sldMk cId="2096964769" sldId="306"/>
            <ac:spMk id="15" creationId="{48718829-4A29-D25E-0D6E-B11E0C2F51C8}"/>
          </ac:spMkLst>
        </pc:spChg>
        <pc:spChg chg="add mod">
          <ac:chgData name="Sohag Kabir" userId="e9b0da40-aef8-480a-bb63-d1daacecf555" providerId="ADAL" clId="{B93E19F7-CF17-4898-9657-10FD6636A87B}" dt="2024-10-05T13:47:33.958" v="2490" actId="1076"/>
          <ac:spMkLst>
            <pc:docMk/>
            <pc:sldMk cId="2096964769" sldId="306"/>
            <ac:spMk id="16" creationId="{CEA3C46F-B05F-05C3-021B-D8713F34F20E}"/>
          </ac:spMkLst>
        </pc:spChg>
        <pc:spChg chg="add mod">
          <ac:chgData name="Sohag Kabir" userId="e9b0da40-aef8-480a-bb63-d1daacecf555" providerId="ADAL" clId="{B93E19F7-CF17-4898-9657-10FD6636A87B}" dt="2024-10-05T13:35:30.987" v="2462" actId="1076"/>
          <ac:spMkLst>
            <pc:docMk/>
            <pc:sldMk cId="2096964769" sldId="306"/>
            <ac:spMk id="19" creationId="{4C8E8417-F9EF-BCBA-63EF-6F9F1E77FB3B}"/>
          </ac:spMkLst>
        </pc:spChg>
        <pc:graphicFrameChg chg="add mod modGraphic">
          <ac:chgData name="Sohag Kabir" userId="e9b0da40-aef8-480a-bb63-d1daacecf555" providerId="ADAL" clId="{B93E19F7-CF17-4898-9657-10FD6636A87B}" dt="2024-10-05T13:45:27.118" v="2469" actId="207"/>
          <ac:graphicFrameMkLst>
            <pc:docMk/>
            <pc:sldMk cId="2096964769" sldId="306"/>
            <ac:graphicFrameMk id="12" creationId="{04AF308F-67D8-575D-87D6-1C89DA2E768E}"/>
          </ac:graphicFrameMkLst>
        </pc:graphicFrameChg>
        <pc:graphicFrameChg chg="add mod modGraphic">
          <ac:chgData name="Sohag Kabir" userId="e9b0da40-aef8-480a-bb63-d1daacecf555" providerId="ADAL" clId="{B93E19F7-CF17-4898-9657-10FD6636A87B}" dt="2024-10-05T13:45:37.466" v="2470" actId="207"/>
          <ac:graphicFrameMkLst>
            <pc:docMk/>
            <pc:sldMk cId="2096964769" sldId="306"/>
            <ac:graphicFrameMk id="13" creationId="{04E29480-DA40-6D18-BE63-B63F72CFC601}"/>
          </ac:graphicFrameMkLst>
        </pc:graphicFrameChg>
        <pc:cxnChg chg="add mod">
          <ac:chgData name="Sohag Kabir" userId="e9b0da40-aef8-480a-bb63-d1daacecf555" providerId="ADAL" clId="{B93E19F7-CF17-4898-9657-10FD6636A87B}" dt="2024-10-05T13:35:30.987" v="2462" actId="1076"/>
          <ac:cxnSpMkLst>
            <pc:docMk/>
            <pc:sldMk cId="2096964769" sldId="306"/>
            <ac:cxnSpMk id="17" creationId="{E4F47166-E16A-2E97-B890-D0C584FACE0F}"/>
          </ac:cxnSpMkLst>
        </pc:cxnChg>
        <pc:cxnChg chg="add mod">
          <ac:chgData name="Sohag Kabir" userId="e9b0da40-aef8-480a-bb63-d1daacecf555" providerId="ADAL" clId="{B93E19F7-CF17-4898-9657-10FD6636A87B}" dt="2024-10-05T13:35:30.987" v="2462" actId="1076"/>
          <ac:cxnSpMkLst>
            <pc:docMk/>
            <pc:sldMk cId="2096964769" sldId="306"/>
            <ac:cxnSpMk id="18" creationId="{FEE7526F-4867-7105-D47F-EFCFFC45A8E4}"/>
          </ac:cxnSpMkLst>
        </pc:cxnChg>
      </pc:sldChg>
      <pc:sldChg chg="addSp delSp modSp add mod delAnim modAnim">
        <pc:chgData name="Sohag Kabir" userId="e9b0da40-aef8-480a-bb63-d1daacecf555" providerId="ADAL" clId="{B93E19F7-CF17-4898-9657-10FD6636A87B}" dt="2024-10-05T13:53:51.490" v="2521" actId="1076"/>
        <pc:sldMkLst>
          <pc:docMk/>
          <pc:sldMk cId="3822761777" sldId="307"/>
        </pc:sldMkLst>
        <pc:spChg chg="add del mod">
          <ac:chgData name="Sohag Kabir" userId="e9b0da40-aef8-480a-bb63-d1daacecf555" providerId="ADAL" clId="{B93E19F7-CF17-4898-9657-10FD6636A87B}" dt="2024-10-05T13:50:55.459" v="2501" actId="478"/>
          <ac:spMkLst>
            <pc:docMk/>
            <pc:sldMk cId="3822761777" sldId="307"/>
            <ac:spMk id="2" creationId="{F3BAF6B0-BEC8-7477-E801-C7EBE00A934E}"/>
          </ac:spMkLst>
        </pc:spChg>
        <pc:spChg chg="add mod">
          <ac:chgData name="Sohag Kabir" userId="e9b0da40-aef8-480a-bb63-d1daacecf555" providerId="ADAL" clId="{B93E19F7-CF17-4898-9657-10FD6636A87B}" dt="2024-10-05T13:53:48.598" v="2520" actId="1076"/>
          <ac:spMkLst>
            <pc:docMk/>
            <pc:sldMk cId="3822761777" sldId="307"/>
            <ac:spMk id="3" creationId="{0C4F1D13-7504-0E39-3F4E-FB3DFAEE379A}"/>
          </ac:spMkLst>
        </pc:spChg>
        <pc:spChg chg="mod">
          <ac:chgData name="Sohag Kabir" userId="e9b0da40-aef8-480a-bb63-d1daacecf555" providerId="ADAL" clId="{B93E19F7-CF17-4898-9657-10FD6636A87B}" dt="2024-10-05T13:50:49.110" v="2498"/>
          <ac:spMkLst>
            <pc:docMk/>
            <pc:sldMk cId="3822761777" sldId="307"/>
            <ac:spMk id="4" creationId="{8B3BBD20-CA54-1CCC-FDC5-4B2C938D023F}"/>
          </ac:spMkLst>
        </pc:spChg>
        <pc:spChg chg="add mod">
          <ac:chgData name="Sohag Kabir" userId="e9b0da40-aef8-480a-bb63-d1daacecf555" providerId="ADAL" clId="{B93E19F7-CF17-4898-9657-10FD6636A87B}" dt="2024-10-05T13:53:51.490" v="2521" actId="1076"/>
          <ac:spMkLst>
            <pc:docMk/>
            <pc:sldMk cId="3822761777" sldId="307"/>
            <ac:spMk id="5" creationId="{8FBE6B5F-C7ED-EFF3-C325-5DCB0BCE061B}"/>
          </ac:spMkLst>
        </pc:spChg>
        <pc:spChg chg="add mod">
          <ac:chgData name="Sohag Kabir" userId="e9b0da40-aef8-480a-bb63-d1daacecf555" providerId="ADAL" clId="{B93E19F7-CF17-4898-9657-10FD6636A87B}" dt="2024-10-05T13:53:12.622" v="2513" actId="27636"/>
          <ac:spMkLst>
            <pc:docMk/>
            <pc:sldMk cId="3822761777" sldId="307"/>
            <ac:spMk id="7" creationId="{E5397D9E-053A-D30F-5EC0-13FF2FA32234}"/>
          </ac:spMkLst>
        </pc:spChg>
        <pc:spChg chg="add mod">
          <ac:chgData name="Sohag Kabir" userId="e9b0da40-aef8-480a-bb63-d1daacecf555" providerId="ADAL" clId="{B93E19F7-CF17-4898-9657-10FD6636A87B}" dt="2024-10-05T13:53:17.045" v="2514" actId="1076"/>
          <ac:spMkLst>
            <pc:docMk/>
            <pc:sldMk cId="3822761777" sldId="307"/>
            <ac:spMk id="9" creationId="{63329360-C29D-60BE-A3DB-B1E388AC1C06}"/>
          </ac:spMkLst>
        </pc:spChg>
        <pc:spChg chg="del">
          <ac:chgData name="Sohag Kabir" userId="e9b0da40-aef8-480a-bb63-d1daacecf555" providerId="ADAL" clId="{B93E19F7-CF17-4898-9657-10FD6636A87B}" dt="2024-10-05T13:50:52.715" v="2499" actId="478"/>
          <ac:spMkLst>
            <pc:docMk/>
            <pc:sldMk cId="3822761777" sldId="307"/>
            <ac:spMk id="10" creationId="{B2167580-6AE3-B019-0A0B-25B81FEC490F}"/>
          </ac:spMkLst>
        </pc:spChg>
        <pc:spChg chg="del">
          <ac:chgData name="Sohag Kabir" userId="e9b0da40-aef8-480a-bb63-d1daacecf555" providerId="ADAL" clId="{B93E19F7-CF17-4898-9657-10FD6636A87B}" dt="2024-10-05T13:50:58.875" v="2502" actId="478"/>
          <ac:spMkLst>
            <pc:docMk/>
            <pc:sldMk cId="3822761777" sldId="307"/>
            <ac:spMk id="11" creationId="{16C08D9D-8210-7594-DCB1-8636CADD417A}"/>
          </ac:spMkLst>
        </pc:spChg>
        <pc:spChg chg="del">
          <ac:chgData name="Sohag Kabir" userId="e9b0da40-aef8-480a-bb63-d1daacecf555" providerId="ADAL" clId="{B93E19F7-CF17-4898-9657-10FD6636A87B}" dt="2024-10-05T13:50:58.875" v="2502" actId="478"/>
          <ac:spMkLst>
            <pc:docMk/>
            <pc:sldMk cId="3822761777" sldId="307"/>
            <ac:spMk id="14" creationId="{134DAA3B-FD39-1994-7742-282CD08FDB49}"/>
          </ac:spMkLst>
        </pc:spChg>
        <pc:spChg chg="del">
          <ac:chgData name="Sohag Kabir" userId="e9b0da40-aef8-480a-bb63-d1daacecf555" providerId="ADAL" clId="{B93E19F7-CF17-4898-9657-10FD6636A87B}" dt="2024-10-05T13:50:58.875" v="2502" actId="478"/>
          <ac:spMkLst>
            <pc:docMk/>
            <pc:sldMk cId="3822761777" sldId="307"/>
            <ac:spMk id="15" creationId="{48718829-4A29-D25E-0D6E-B11E0C2F51C8}"/>
          </ac:spMkLst>
        </pc:spChg>
        <pc:spChg chg="del">
          <ac:chgData name="Sohag Kabir" userId="e9b0da40-aef8-480a-bb63-d1daacecf555" providerId="ADAL" clId="{B93E19F7-CF17-4898-9657-10FD6636A87B}" dt="2024-10-05T13:50:59.911" v="2503" actId="478"/>
          <ac:spMkLst>
            <pc:docMk/>
            <pc:sldMk cId="3822761777" sldId="307"/>
            <ac:spMk id="16" creationId="{CEA3C46F-B05F-05C3-021B-D8713F34F20E}"/>
          </ac:spMkLst>
        </pc:spChg>
        <pc:spChg chg="del">
          <ac:chgData name="Sohag Kabir" userId="e9b0da40-aef8-480a-bb63-d1daacecf555" providerId="ADAL" clId="{B93E19F7-CF17-4898-9657-10FD6636A87B}" dt="2024-10-05T13:50:54.431" v="2500" actId="478"/>
          <ac:spMkLst>
            <pc:docMk/>
            <pc:sldMk cId="3822761777" sldId="307"/>
            <ac:spMk id="19" creationId="{4C8E8417-F9EF-BCBA-63EF-6F9F1E77FB3B}"/>
          </ac:spMkLst>
        </pc:spChg>
        <pc:graphicFrameChg chg="del">
          <ac:chgData name="Sohag Kabir" userId="e9b0da40-aef8-480a-bb63-d1daacecf555" providerId="ADAL" clId="{B93E19F7-CF17-4898-9657-10FD6636A87B}" dt="2024-10-05T13:50:58.875" v="2502" actId="478"/>
          <ac:graphicFrameMkLst>
            <pc:docMk/>
            <pc:sldMk cId="3822761777" sldId="307"/>
            <ac:graphicFrameMk id="12" creationId="{04AF308F-67D8-575D-87D6-1C89DA2E768E}"/>
          </ac:graphicFrameMkLst>
        </pc:graphicFrameChg>
        <pc:graphicFrameChg chg="del">
          <ac:chgData name="Sohag Kabir" userId="e9b0da40-aef8-480a-bb63-d1daacecf555" providerId="ADAL" clId="{B93E19F7-CF17-4898-9657-10FD6636A87B}" dt="2024-10-05T13:50:58.875" v="2502" actId="478"/>
          <ac:graphicFrameMkLst>
            <pc:docMk/>
            <pc:sldMk cId="3822761777" sldId="307"/>
            <ac:graphicFrameMk id="13" creationId="{04E29480-DA40-6D18-BE63-B63F72CFC601}"/>
          </ac:graphicFrameMkLst>
        </pc:graphicFrameChg>
        <pc:cxnChg chg="del">
          <ac:chgData name="Sohag Kabir" userId="e9b0da40-aef8-480a-bb63-d1daacecf555" providerId="ADAL" clId="{B93E19F7-CF17-4898-9657-10FD6636A87B}" dt="2024-10-05T13:50:58.875" v="2502" actId="478"/>
          <ac:cxnSpMkLst>
            <pc:docMk/>
            <pc:sldMk cId="3822761777" sldId="307"/>
            <ac:cxnSpMk id="17" creationId="{E4F47166-E16A-2E97-B890-D0C584FACE0F}"/>
          </ac:cxnSpMkLst>
        </pc:cxnChg>
        <pc:cxnChg chg="del">
          <ac:chgData name="Sohag Kabir" userId="e9b0da40-aef8-480a-bb63-d1daacecf555" providerId="ADAL" clId="{B93E19F7-CF17-4898-9657-10FD6636A87B}" dt="2024-10-05T13:50:58.875" v="2502" actId="478"/>
          <ac:cxnSpMkLst>
            <pc:docMk/>
            <pc:sldMk cId="3822761777" sldId="307"/>
            <ac:cxnSpMk id="18" creationId="{FEE7526F-4867-7105-D47F-EFCFFC45A8E4}"/>
          </ac:cxnSpMkLst>
        </pc:cxnChg>
      </pc:sldChg>
      <pc:sldChg chg="addSp delSp modSp add mod delAnim modAnim">
        <pc:chgData name="Sohag Kabir" userId="e9b0da40-aef8-480a-bb63-d1daacecf555" providerId="ADAL" clId="{B93E19F7-CF17-4898-9657-10FD6636A87B}" dt="2024-10-05T15:15:11.112" v="2654" actId="1076"/>
        <pc:sldMkLst>
          <pc:docMk/>
          <pc:sldMk cId="486127999" sldId="308"/>
        </pc:sldMkLst>
        <pc:spChg chg="add del mod">
          <ac:chgData name="Sohag Kabir" userId="e9b0da40-aef8-480a-bb63-d1daacecf555" providerId="ADAL" clId="{B93E19F7-CF17-4898-9657-10FD6636A87B}" dt="2024-10-05T14:57:16.552" v="2527" actId="478"/>
          <ac:spMkLst>
            <pc:docMk/>
            <pc:sldMk cId="486127999" sldId="308"/>
            <ac:spMk id="2" creationId="{F9D377D4-B6AC-C662-F5AE-C07F1945B342}"/>
          </ac:spMkLst>
        </pc:spChg>
        <pc:spChg chg="del">
          <ac:chgData name="Sohag Kabir" userId="e9b0da40-aef8-480a-bb63-d1daacecf555" providerId="ADAL" clId="{B93E19F7-CF17-4898-9657-10FD6636A87B}" dt="2024-10-05T14:57:14.262" v="2526" actId="478"/>
          <ac:spMkLst>
            <pc:docMk/>
            <pc:sldMk cId="486127999" sldId="308"/>
            <ac:spMk id="3" creationId="{0C4F1D13-7504-0E39-3F4E-FB3DFAEE379A}"/>
          </ac:spMkLst>
        </pc:spChg>
        <pc:spChg chg="mod">
          <ac:chgData name="Sohag Kabir" userId="e9b0da40-aef8-480a-bb63-d1daacecf555" providerId="ADAL" clId="{B93E19F7-CF17-4898-9657-10FD6636A87B}" dt="2024-10-05T15:00:41.948" v="2610" actId="20577"/>
          <ac:spMkLst>
            <pc:docMk/>
            <pc:sldMk cId="486127999" sldId="308"/>
            <ac:spMk id="4" creationId="{8B3BBD20-CA54-1CCC-FDC5-4B2C938D023F}"/>
          </ac:spMkLst>
        </pc:spChg>
        <pc:spChg chg="del">
          <ac:chgData name="Sohag Kabir" userId="e9b0da40-aef8-480a-bb63-d1daacecf555" providerId="ADAL" clId="{B93E19F7-CF17-4898-9657-10FD6636A87B}" dt="2024-10-05T14:57:04.841" v="2523" actId="478"/>
          <ac:spMkLst>
            <pc:docMk/>
            <pc:sldMk cId="486127999" sldId="308"/>
            <ac:spMk id="5" creationId="{8FBE6B5F-C7ED-EFF3-C325-5DCB0BCE061B}"/>
          </ac:spMkLst>
        </pc:spChg>
        <pc:spChg chg="del">
          <ac:chgData name="Sohag Kabir" userId="e9b0da40-aef8-480a-bb63-d1daacecf555" providerId="ADAL" clId="{B93E19F7-CF17-4898-9657-10FD6636A87B}" dt="2024-10-05T14:57:09.421" v="2524" actId="478"/>
          <ac:spMkLst>
            <pc:docMk/>
            <pc:sldMk cId="486127999" sldId="308"/>
            <ac:spMk id="7" creationId="{E5397D9E-053A-D30F-5EC0-13FF2FA32234}"/>
          </ac:spMkLst>
        </pc:spChg>
        <pc:spChg chg="del">
          <ac:chgData name="Sohag Kabir" userId="e9b0da40-aef8-480a-bb63-d1daacecf555" providerId="ADAL" clId="{B93E19F7-CF17-4898-9657-10FD6636A87B}" dt="2024-10-05T14:57:11.555" v="2525" actId="478"/>
          <ac:spMkLst>
            <pc:docMk/>
            <pc:sldMk cId="486127999" sldId="308"/>
            <ac:spMk id="9" creationId="{63329360-C29D-60BE-A3DB-B1E388AC1C06}"/>
          </ac:spMkLst>
        </pc:spChg>
        <pc:spChg chg="add mod">
          <ac:chgData name="Sohag Kabir" userId="e9b0da40-aef8-480a-bb63-d1daacecf555" providerId="ADAL" clId="{B93E19F7-CF17-4898-9657-10FD6636A87B}" dt="2024-10-05T15:15:11.112" v="2654" actId="1076"/>
          <ac:spMkLst>
            <pc:docMk/>
            <pc:sldMk cId="486127999" sldId="308"/>
            <ac:spMk id="11" creationId="{7CB2361F-A402-B8C2-A81A-41FE849B4D99}"/>
          </ac:spMkLst>
        </pc:spChg>
        <pc:spChg chg="add mod">
          <ac:chgData name="Sohag Kabir" userId="e9b0da40-aef8-480a-bb63-d1daacecf555" providerId="ADAL" clId="{B93E19F7-CF17-4898-9657-10FD6636A87B}" dt="2024-10-05T15:14:45.217" v="2649" actId="2711"/>
          <ac:spMkLst>
            <pc:docMk/>
            <pc:sldMk cId="486127999" sldId="308"/>
            <ac:spMk id="12" creationId="{BB4F1B59-0E32-B224-0487-3A6469ADCC4D}"/>
          </ac:spMkLst>
        </pc:spChg>
        <pc:spChg chg="add mod">
          <ac:chgData name="Sohag Kabir" userId="e9b0da40-aef8-480a-bb63-d1daacecf555" providerId="ADAL" clId="{B93E19F7-CF17-4898-9657-10FD6636A87B}" dt="2024-10-05T15:00:16.125" v="2609"/>
          <ac:spMkLst>
            <pc:docMk/>
            <pc:sldMk cId="486127999" sldId="308"/>
            <ac:spMk id="14" creationId="{107CEA64-5A89-E765-8B27-27EA17D7B0C6}"/>
          </ac:spMkLst>
        </pc:spChg>
        <pc:graphicFrameChg chg="add mod modGraphic">
          <ac:chgData name="Sohag Kabir" userId="e9b0da40-aef8-480a-bb63-d1daacecf555" providerId="ADAL" clId="{B93E19F7-CF17-4898-9657-10FD6636A87B}" dt="2024-10-05T15:01:00.868" v="2612" actId="115"/>
          <ac:graphicFrameMkLst>
            <pc:docMk/>
            <pc:sldMk cId="486127999" sldId="308"/>
            <ac:graphicFrameMk id="10" creationId="{BB843080-E7CA-A2DB-47E0-214B70A2E3CD}"/>
          </ac:graphicFrameMkLst>
        </pc:graphicFrameChg>
        <pc:graphicFrameChg chg="add mod modGraphic">
          <ac:chgData name="Sohag Kabir" userId="e9b0da40-aef8-480a-bb63-d1daacecf555" providerId="ADAL" clId="{B93E19F7-CF17-4898-9657-10FD6636A87B}" dt="2024-10-05T15:00:57.957" v="2611" actId="115"/>
          <ac:graphicFrameMkLst>
            <pc:docMk/>
            <pc:sldMk cId="486127999" sldId="308"/>
            <ac:graphicFrameMk id="13" creationId="{43F94652-1285-A2F1-70C5-B60602CCFA52}"/>
          </ac:graphicFrameMkLst>
        </pc:graphicFrameChg>
      </pc:sldChg>
      <pc:sldChg chg="addSp delSp modSp add mod">
        <pc:chgData name="Sohag Kabir" userId="e9b0da40-aef8-480a-bb63-d1daacecf555" providerId="ADAL" clId="{B93E19F7-CF17-4898-9657-10FD6636A87B}" dt="2024-10-05T15:15:19.436" v="2656" actId="1076"/>
        <pc:sldMkLst>
          <pc:docMk/>
          <pc:sldMk cId="722230659" sldId="309"/>
        </pc:sldMkLst>
        <pc:spChg chg="add mod">
          <ac:chgData name="Sohag Kabir" userId="e9b0da40-aef8-480a-bb63-d1daacecf555" providerId="ADAL" clId="{B93E19F7-CF17-4898-9657-10FD6636A87B}" dt="2024-10-05T15:01:36.848" v="2615"/>
          <ac:spMkLst>
            <pc:docMk/>
            <pc:sldMk cId="722230659" sldId="309"/>
            <ac:spMk id="2" creationId="{B0AEA295-1E93-12D0-4884-24057EE77261}"/>
          </ac:spMkLst>
        </pc:spChg>
        <pc:spChg chg="add mod">
          <ac:chgData name="Sohag Kabir" userId="e9b0da40-aef8-480a-bb63-d1daacecf555" providerId="ADAL" clId="{B93E19F7-CF17-4898-9657-10FD6636A87B}" dt="2024-10-05T15:02:29.843" v="2622" actId="2711"/>
          <ac:spMkLst>
            <pc:docMk/>
            <pc:sldMk cId="722230659" sldId="309"/>
            <ac:spMk id="3" creationId="{C1DB10CC-F017-9600-CA24-6FED2CBC1749}"/>
          </ac:spMkLst>
        </pc:spChg>
        <pc:spChg chg="del">
          <ac:chgData name="Sohag Kabir" userId="e9b0da40-aef8-480a-bb63-d1daacecf555" providerId="ADAL" clId="{B93E19F7-CF17-4898-9657-10FD6636A87B}" dt="2024-10-05T15:01:26.775" v="2614" actId="478"/>
          <ac:spMkLst>
            <pc:docMk/>
            <pc:sldMk cId="722230659" sldId="309"/>
            <ac:spMk id="4" creationId="{8B3BBD20-CA54-1CCC-FDC5-4B2C938D023F}"/>
          </ac:spMkLst>
        </pc:spChg>
        <pc:spChg chg="add mod">
          <ac:chgData name="Sohag Kabir" userId="e9b0da40-aef8-480a-bb63-d1daacecf555" providerId="ADAL" clId="{B93E19F7-CF17-4898-9657-10FD6636A87B}" dt="2024-10-05T15:02:20.200" v="2619" actId="1076"/>
          <ac:spMkLst>
            <pc:docMk/>
            <pc:sldMk cId="722230659" sldId="309"/>
            <ac:spMk id="5" creationId="{6B6AB2DA-B46F-0A99-1390-A523FD766EDF}"/>
          </ac:spMkLst>
        </pc:spChg>
        <pc:spChg chg="add mod">
          <ac:chgData name="Sohag Kabir" userId="e9b0da40-aef8-480a-bb63-d1daacecf555" providerId="ADAL" clId="{B93E19F7-CF17-4898-9657-10FD6636A87B}" dt="2024-10-05T15:13:16.474" v="2643" actId="207"/>
          <ac:spMkLst>
            <pc:docMk/>
            <pc:sldMk cId="722230659" sldId="309"/>
            <ac:spMk id="7" creationId="{7DA11DF3-B7D7-733B-93C7-B5A7D1A3F4EB}"/>
          </ac:spMkLst>
        </pc:spChg>
        <pc:spChg chg="add mod">
          <ac:chgData name="Sohag Kabir" userId="e9b0da40-aef8-480a-bb63-d1daacecf555" providerId="ADAL" clId="{B93E19F7-CF17-4898-9657-10FD6636A87B}" dt="2024-10-05T15:14:16.231" v="2646" actId="1076"/>
          <ac:spMkLst>
            <pc:docMk/>
            <pc:sldMk cId="722230659" sldId="309"/>
            <ac:spMk id="9" creationId="{881550EA-DF4B-8AC4-086B-BE54A0A6B11A}"/>
          </ac:spMkLst>
        </pc:spChg>
        <pc:spChg chg="del">
          <ac:chgData name="Sohag Kabir" userId="e9b0da40-aef8-480a-bb63-d1daacecf555" providerId="ADAL" clId="{B93E19F7-CF17-4898-9657-10FD6636A87B}" dt="2024-10-05T15:01:58.232" v="2617" actId="478"/>
          <ac:spMkLst>
            <pc:docMk/>
            <pc:sldMk cId="722230659" sldId="309"/>
            <ac:spMk id="11" creationId="{7CB2361F-A402-B8C2-A81A-41FE849B4D99}"/>
          </ac:spMkLst>
        </pc:spChg>
        <pc:spChg chg="del">
          <ac:chgData name="Sohag Kabir" userId="e9b0da40-aef8-480a-bb63-d1daacecf555" providerId="ADAL" clId="{B93E19F7-CF17-4898-9657-10FD6636A87B}" dt="2024-10-05T15:01:58.232" v="2617" actId="478"/>
          <ac:spMkLst>
            <pc:docMk/>
            <pc:sldMk cId="722230659" sldId="309"/>
            <ac:spMk id="12" creationId="{BB4F1B59-0E32-B224-0487-3A6469ADCC4D}"/>
          </ac:spMkLst>
        </pc:spChg>
        <pc:spChg chg="del">
          <ac:chgData name="Sohag Kabir" userId="e9b0da40-aef8-480a-bb63-d1daacecf555" providerId="ADAL" clId="{B93E19F7-CF17-4898-9657-10FD6636A87B}" dt="2024-10-05T15:01:54.601" v="2616" actId="478"/>
          <ac:spMkLst>
            <pc:docMk/>
            <pc:sldMk cId="722230659" sldId="309"/>
            <ac:spMk id="14" creationId="{107CEA64-5A89-E765-8B27-27EA17D7B0C6}"/>
          </ac:spMkLst>
        </pc:spChg>
        <pc:spChg chg="add mod">
          <ac:chgData name="Sohag Kabir" userId="e9b0da40-aef8-480a-bb63-d1daacecf555" providerId="ADAL" clId="{B93E19F7-CF17-4898-9657-10FD6636A87B}" dt="2024-10-05T15:04:07.486" v="2625" actId="2711"/>
          <ac:spMkLst>
            <pc:docMk/>
            <pc:sldMk cId="722230659" sldId="309"/>
            <ac:spMk id="15" creationId="{DD3EA391-0508-749A-168B-D11E3A06FA28}"/>
          </ac:spMkLst>
        </pc:spChg>
        <pc:spChg chg="add mod">
          <ac:chgData name="Sohag Kabir" userId="e9b0da40-aef8-480a-bb63-d1daacecf555" providerId="ADAL" clId="{B93E19F7-CF17-4898-9657-10FD6636A87B}" dt="2024-10-05T15:15:06.574" v="2652" actId="1076"/>
          <ac:spMkLst>
            <pc:docMk/>
            <pc:sldMk cId="722230659" sldId="309"/>
            <ac:spMk id="18" creationId="{EE77ACBE-343D-3E6C-7148-863131103E27}"/>
          </ac:spMkLst>
        </pc:spChg>
        <pc:spChg chg="add mod">
          <ac:chgData name="Sohag Kabir" userId="e9b0da40-aef8-480a-bb63-d1daacecf555" providerId="ADAL" clId="{B93E19F7-CF17-4898-9657-10FD6636A87B}" dt="2024-10-05T15:15:19.436" v="2656" actId="1076"/>
          <ac:spMkLst>
            <pc:docMk/>
            <pc:sldMk cId="722230659" sldId="309"/>
            <ac:spMk id="19" creationId="{56C6B8A7-F978-3EC6-ADD2-63CE5BCB6F0B}"/>
          </ac:spMkLst>
        </pc:spChg>
        <pc:graphicFrameChg chg="del">
          <ac:chgData name="Sohag Kabir" userId="e9b0da40-aef8-480a-bb63-d1daacecf555" providerId="ADAL" clId="{B93E19F7-CF17-4898-9657-10FD6636A87B}" dt="2024-10-05T15:01:58.232" v="2617" actId="478"/>
          <ac:graphicFrameMkLst>
            <pc:docMk/>
            <pc:sldMk cId="722230659" sldId="309"/>
            <ac:graphicFrameMk id="10" creationId="{BB843080-E7CA-A2DB-47E0-214B70A2E3CD}"/>
          </ac:graphicFrameMkLst>
        </pc:graphicFrameChg>
        <pc:graphicFrameChg chg="del">
          <ac:chgData name="Sohag Kabir" userId="e9b0da40-aef8-480a-bb63-d1daacecf555" providerId="ADAL" clId="{B93E19F7-CF17-4898-9657-10FD6636A87B}" dt="2024-10-05T15:01:58.232" v="2617" actId="478"/>
          <ac:graphicFrameMkLst>
            <pc:docMk/>
            <pc:sldMk cId="722230659" sldId="309"/>
            <ac:graphicFrameMk id="13" creationId="{43F94652-1285-A2F1-70C5-B60602CCFA52}"/>
          </ac:graphicFrameMkLst>
        </pc:graphicFrameChg>
        <pc:graphicFrameChg chg="add mod">
          <ac:chgData name="Sohag Kabir" userId="e9b0da40-aef8-480a-bb63-d1daacecf555" providerId="ADAL" clId="{B93E19F7-CF17-4898-9657-10FD6636A87B}" dt="2024-10-05T15:14:34.432" v="2648" actId="1076"/>
          <ac:graphicFrameMkLst>
            <pc:docMk/>
            <pc:sldMk cId="722230659" sldId="309"/>
            <ac:graphicFrameMk id="16" creationId="{2BB2A1A4-EE9D-F4E6-7DAC-33229BC4DBDD}"/>
          </ac:graphicFrameMkLst>
        </pc:graphicFrameChg>
        <pc:graphicFrameChg chg="add mod">
          <ac:chgData name="Sohag Kabir" userId="e9b0da40-aef8-480a-bb63-d1daacecf555" providerId="ADAL" clId="{B93E19F7-CF17-4898-9657-10FD6636A87B}" dt="2024-10-05T15:14:25.584" v="2647" actId="1076"/>
          <ac:graphicFrameMkLst>
            <pc:docMk/>
            <pc:sldMk cId="722230659" sldId="309"/>
            <ac:graphicFrameMk id="17" creationId="{E3B78874-221C-FB54-3813-8798D74E1FDC}"/>
          </ac:graphicFrameMkLst>
        </pc:graphicFrameChg>
      </pc:sldChg>
      <pc:sldChg chg="addSp delSp modSp add mod">
        <pc:chgData name="Sohag Kabir" userId="e9b0da40-aef8-480a-bb63-d1daacecf555" providerId="ADAL" clId="{B93E19F7-CF17-4898-9657-10FD6636A87B}" dt="2024-10-05T15:19:46.038" v="2678" actId="1076"/>
        <pc:sldMkLst>
          <pc:docMk/>
          <pc:sldMk cId="3109045321" sldId="310"/>
        </pc:sldMkLst>
        <pc:spChg chg="add mod">
          <ac:chgData name="Sohag Kabir" userId="e9b0da40-aef8-480a-bb63-d1daacecf555" providerId="ADAL" clId="{B93E19F7-CF17-4898-9657-10FD6636A87B}" dt="2024-10-05T15:18:15.860" v="2670" actId="207"/>
          <ac:spMkLst>
            <pc:docMk/>
            <pc:sldMk cId="3109045321" sldId="310"/>
            <ac:spMk id="4" creationId="{3BF102D5-A236-8EB4-C7B8-8336DAF9F3EF}"/>
          </ac:spMkLst>
        </pc:spChg>
        <pc:spChg chg="mod">
          <ac:chgData name="Sohag Kabir" userId="e9b0da40-aef8-480a-bb63-d1daacecf555" providerId="ADAL" clId="{B93E19F7-CF17-4898-9657-10FD6636A87B}" dt="2024-10-05T15:19:46.038" v="2678" actId="1076"/>
          <ac:spMkLst>
            <pc:docMk/>
            <pc:sldMk cId="3109045321" sldId="310"/>
            <ac:spMk id="7" creationId="{7DA11DF3-B7D7-733B-93C7-B5A7D1A3F4EB}"/>
          </ac:spMkLst>
        </pc:spChg>
        <pc:spChg chg="mod">
          <ac:chgData name="Sohag Kabir" userId="e9b0da40-aef8-480a-bb63-d1daacecf555" providerId="ADAL" clId="{B93E19F7-CF17-4898-9657-10FD6636A87B}" dt="2024-10-05T15:17:11.743" v="2662" actId="1076"/>
          <ac:spMkLst>
            <pc:docMk/>
            <pc:sldMk cId="3109045321" sldId="310"/>
            <ac:spMk id="9" creationId="{881550EA-DF4B-8AC4-086B-BE54A0A6B11A}"/>
          </ac:spMkLst>
        </pc:spChg>
        <pc:spChg chg="add mod">
          <ac:chgData name="Sohag Kabir" userId="e9b0da40-aef8-480a-bb63-d1daacecf555" providerId="ADAL" clId="{B93E19F7-CF17-4898-9657-10FD6636A87B}" dt="2024-10-05T15:19:11.781" v="2677" actId="2711"/>
          <ac:spMkLst>
            <pc:docMk/>
            <pc:sldMk cId="3109045321" sldId="310"/>
            <ac:spMk id="10" creationId="{509BB4DF-9803-44D7-DF03-DEDA0F0AB91B}"/>
          </ac:spMkLst>
        </pc:spChg>
        <pc:spChg chg="mod">
          <ac:chgData name="Sohag Kabir" userId="e9b0da40-aef8-480a-bb63-d1daacecf555" providerId="ADAL" clId="{B93E19F7-CF17-4898-9657-10FD6636A87B}" dt="2024-10-05T15:18:49.578" v="2674" actId="113"/>
          <ac:spMkLst>
            <pc:docMk/>
            <pc:sldMk cId="3109045321" sldId="310"/>
            <ac:spMk id="15" creationId="{DD3EA391-0508-749A-168B-D11E3A06FA28}"/>
          </ac:spMkLst>
        </pc:spChg>
        <pc:spChg chg="del">
          <ac:chgData name="Sohag Kabir" userId="e9b0da40-aef8-480a-bb63-d1daacecf555" providerId="ADAL" clId="{B93E19F7-CF17-4898-9657-10FD6636A87B}" dt="2024-10-05T15:16:55.864" v="2658" actId="478"/>
          <ac:spMkLst>
            <pc:docMk/>
            <pc:sldMk cId="3109045321" sldId="310"/>
            <ac:spMk id="18" creationId="{EE77ACBE-343D-3E6C-7148-863131103E27}"/>
          </ac:spMkLst>
        </pc:spChg>
        <pc:spChg chg="del">
          <ac:chgData name="Sohag Kabir" userId="e9b0da40-aef8-480a-bb63-d1daacecf555" providerId="ADAL" clId="{B93E19F7-CF17-4898-9657-10FD6636A87B}" dt="2024-10-05T15:17:05.969" v="2661" actId="478"/>
          <ac:spMkLst>
            <pc:docMk/>
            <pc:sldMk cId="3109045321" sldId="310"/>
            <ac:spMk id="19" creationId="{56C6B8A7-F978-3EC6-ADD2-63CE5BCB6F0B}"/>
          </ac:spMkLst>
        </pc:spChg>
        <pc:graphicFrameChg chg="del">
          <ac:chgData name="Sohag Kabir" userId="e9b0da40-aef8-480a-bb63-d1daacecf555" providerId="ADAL" clId="{B93E19F7-CF17-4898-9657-10FD6636A87B}" dt="2024-10-05T15:16:59.604" v="2659" actId="478"/>
          <ac:graphicFrameMkLst>
            <pc:docMk/>
            <pc:sldMk cId="3109045321" sldId="310"/>
            <ac:graphicFrameMk id="16" creationId="{2BB2A1A4-EE9D-F4E6-7DAC-33229BC4DBDD}"/>
          </ac:graphicFrameMkLst>
        </pc:graphicFrameChg>
        <pc:graphicFrameChg chg="del">
          <ac:chgData name="Sohag Kabir" userId="e9b0da40-aef8-480a-bb63-d1daacecf555" providerId="ADAL" clId="{B93E19F7-CF17-4898-9657-10FD6636A87B}" dt="2024-10-05T15:17:03.196" v="2660" actId="478"/>
          <ac:graphicFrameMkLst>
            <pc:docMk/>
            <pc:sldMk cId="3109045321" sldId="310"/>
            <ac:graphicFrameMk id="17" creationId="{E3B78874-221C-FB54-3813-8798D74E1FDC}"/>
          </ac:graphicFrameMkLst>
        </pc:graphicFrameChg>
      </pc:sldChg>
      <pc:sldChg chg="addSp delSp modSp add mod">
        <pc:chgData name="Sohag Kabir" userId="e9b0da40-aef8-480a-bb63-d1daacecf555" providerId="ADAL" clId="{B93E19F7-CF17-4898-9657-10FD6636A87B}" dt="2024-10-05T15:28:03.126" v="2708" actId="20577"/>
        <pc:sldMkLst>
          <pc:docMk/>
          <pc:sldMk cId="46135408" sldId="311"/>
        </pc:sldMkLst>
        <pc:spChg chg="del">
          <ac:chgData name="Sohag Kabir" userId="e9b0da40-aef8-480a-bb63-d1daacecf555" providerId="ADAL" clId="{B93E19F7-CF17-4898-9657-10FD6636A87B}" dt="2024-10-05T15:24:30.839" v="2682" actId="478"/>
          <ac:spMkLst>
            <pc:docMk/>
            <pc:sldMk cId="46135408" sldId="311"/>
            <ac:spMk id="4" creationId="{3BF102D5-A236-8EB4-C7B8-8336DAF9F3EF}"/>
          </ac:spMkLst>
        </pc:spChg>
        <pc:spChg chg="del">
          <ac:chgData name="Sohag Kabir" userId="e9b0da40-aef8-480a-bb63-d1daacecf555" providerId="ADAL" clId="{B93E19F7-CF17-4898-9657-10FD6636A87B}" dt="2024-10-05T15:24:26.919" v="2680" actId="478"/>
          <ac:spMkLst>
            <pc:docMk/>
            <pc:sldMk cId="46135408" sldId="311"/>
            <ac:spMk id="9" creationId="{881550EA-DF4B-8AC4-086B-BE54A0A6B11A}"/>
          </ac:spMkLst>
        </pc:spChg>
        <pc:spChg chg="del">
          <ac:chgData name="Sohag Kabir" userId="e9b0da40-aef8-480a-bb63-d1daacecf555" providerId="ADAL" clId="{B93E19F7-CF17-4898-9657-10FD6636A87B}" dt="2024-10-05T15:24:30.153" v="2681" actId="478"/>
          <ac:spMkLst>
            <pc:docMk/>
            <pc:sldMk cId="46135408" sldId="311"/>
            <ac:spMk id="10" creationId="{509BB4DF-9803-44D7-DF03-DEDA0F0AB91B}"/>
          </ac:spMkLst>
        </pc:spChg>
        <pc:spChg chg="add mod">
          <ac:chgData name="Sohag Kabir" userId="e9b0da40-aef8-480a-bb63-d1daacecf555" providerId="ADAL" clId="{B93E19F7-CF17-4898-9657-10FD6636A87B}" dt="2024-10-05T15:25:20.675" v="2690" actId="2711"/>
          <ac:spMkLst>
            <pc:docMk/>
            <pc:sldMk cId="46135408" sldId="311"/>
            <ac:spMk id="11" creationId="{17989832-1184-F644-DCE2-34925193156B}"/>
          </ac:spMkLst>
        </pc:spChg>
        <pc:spChg chg="add mod">
          <ac:chgData name="Sohag Kabir" userId="e9b0da40-aef8-480a-bb63-d1daacecf555" providerId="ADAL" clId="{B93E19F7-CF17-4898-9657-10FD6636A87B}" dt="2024-10-05T15:27:17.102" v="2706" actId="1076"/>
          <ac:spMkLst>
            <pc:docMk/>
            <pc:sldMk cId="46135408" sldId="311"/>
            <ac:spMk id="12" creationId="{5F8FC942-7736-D4B5-34B0-2E20AF79CC16}"/>
          </ac:spMkLst>
        </pc:spChg>
        <pc:spChg chg="add mod">
          <ac:chgData name="Sohag Kabir" userId="e9b0da40-aef8-480a-bb63-d1daacecf555" providerId="ADAL" clId="{B93E19F7-CF17-4898-9657-10FD6636A87B}" dt="2024-10-05T15:28:03.126" v="2708" actId="20577"/>
          <ac:spMkLst>
            <pc:docMk/>
            <pc:sldMk cId="46135408" sldId="311"/>
            <ac:spMk id="13" creationId="{B8CD22EC-97F5-0C68-1EBF-8E3CD278B841}"/>
          </ac:spMkLst>
        </pc:spChg>
        <pc:spChg chg="mod">
          <ac:chgData name="Sohag Kabir" userId="e9b0da40-aef8-480a-bb63-d1daacecf555" providerId="ADAL" clId="{B93E19F7-CF17-4898-9657-10FD6636A87B}" dt="2024-10-05T15:25:05.284" v="2688" actId="207"/>
          <ac:spMkLst>
            <pc:docMk/>
            <pc:sldMk cId="46135408" sldId="311"/>
            <ac:spMk id="15" creationId="{DD3EA391-0508-749A-168B-D11E3A06FA28}"/>
          </ac:spMkLst>
        </pc:spChg>
      </pc:sldChg>
      <pc:sldChg chg="addSp delSp modSp add mod delAnim modAnim">
        <pc:chgData name="Sohag Kabir" userId="e9b0da40-aef8-480a-bb63-d1daacecf555" providerId="ADAL" clId="{B93E19F7-CF17-4898-9657-10FD6636A87B}" dt="2024-10-05T15:51:59.215" v="2861" actId="20577"/>
        <pc:sldMkLst>
          <pc:docMk/>
          <pc:sldMk cId="972723603" sldId="312"/>
        </pc:sldMkLst>
        <pc:spChg chg="del">
          <ac:chgData name="Sohag Kabir" userId="e9b0da40-aef8-480a-bb63-d1daacecf555" providerId="ADAL" clId="{B93E19F7-CF17-4898-9657-10FD6636A87B}" dt="2024-10-05T15:28:50.640" v="2710" actId="478"/>
          <ac:spMkLst>
            <pc:docMk/>
            <pc:sldMk cId="972723603" sldId="312"/>
            <ac:spMk id="7" creationId="{7DA11DF3-B7D7-733B-93C7-B5A7D1A3F4EB}"/>
          </ac:spMkLst>
        </pc:spChg>
        <pc:spChg chg="add mod">
          <ac:chgData name="Sohag Kabir" userId="e9b0da40-aef8-480a-bb63-d1daacecf555" providerId="ADAL" clId="{B93E19F7-CF17-4898-9657-10FD6636A87B}" dt="2024-10-05T15:30:16.070" v="2721" actId="207"/>
          <ac:spMkLst>
            <pc:docMk/>
            <pc:sldMk cId="972723603" sldId="312"/>
            <ac:spMk id="9" creationId="{0EA4A4FE-63CC-D5E7-8C2A-19A94B023FB4}"/>
          </ac:spMkLst>
        </pc:spChg>
        <pc:spChg chg="add mod">
          <ac:chgData name="Sohag Kabir" userId="e9b0da40-aef8-480a-bb63-d1daacecf555" providerId="ADAL" clId="{B93E19F7-CF17-4898-9657-10FD6636A87B}" dt="2024-10-05T15:30:07.354" v="2717" actId="1076"/>
          <ac:spMkLst>
            <pc:docMk/>
            <pc:sldMk cId="972723603" sldId="312"/>
            <ac:spMk id="10" creationId="{2126FFE9-47E3-ED1C-C903-FC22E4F7EC9F}"/>
          </ac:spMkLst>
        </pc:spChg>
        <pc:spChg chg="del">
          <ac:chgData name="Sohag Kabir" userId="e9b0da40-aef8-480a-bb63-d1daacecf555" providerId="ADAL" clId="{B93E19F7-CF17-4898-9657-10FD6636A87B}" dt="2024-10-05T15:28:53.893" v="2711" actId="478"/>
          <ac:spMkLst>
            <pc:docMk/>
            <pc:sldMk cId="972723603" sldId="312"/>
            <ac:spMk id="11" creationId="{17989832-1184-F644-DCE2-34925193156B}"/>
          </ac:spMkLst>
        </pc:spChg>
        <pc:spChg chg="del">
          <ac:chgData name="Sohag Kabir" userId="e9b0da40-aef8-480a-bb63-d1daacecf555" providerId="ADAL" clId="{B93E19F7-CF17-4898-9657-10FD6636A87B}" dt="2024-10-05T15:28:59.114" v="2713" actId="478"/>
          <ac:spMkLst>
            <pc:docMk/>
            <pc:sldMk cId="972723603" sldId="312"/>
            <ac:spMk id="12" creationId="{5F8FC942-7736-D4B5-34B0-2E20AF79CC16}"/>
          </ac:spMkLst>
        </pc:spChg>
        <pc:spChg chg="del">
          <ac:chgData name="Sohag Kabir" userId="e9b0da40-aef8-480a-bb63-d1daacecf555" providerId="ADAL" clId="{B93E19F7-CF17-4898-9657-10FD6636A87B}" dt="2024-10-05T15:29:01.131" v="2714" actId="478"/>
          <ac:spMkLst>
            <pc:docMk/>
            <pc:sldMk cId="972723603" sldId="312"/>
            <ac:spMk id="13" creationId="{B8CD22EC-97F5-0C68-1EBF-8E3CD278B841}"/>
          </ac:spMkLst>
        </pc:spChg>
        <pc:spChg chg="del">
          <ac:chgData name="Sohag Kabir" userId="e9b0da40-aef8-480a-bb63-d1daacecf555" providerId="ADAL" clId="{B93E19F7-CF17-4898-9657-10FD6636A87B}" dt="2024-10-05T15:28:55.839" v="2712" actId="478"/>
          <ac:spMkLst>
            <pc:docMk/>
            <pc:sldMk cId="972723603" sldId="312"/>
            <ac:spMk id="15" creationId="{DD3EA391-0508-749A-168B-D11E3A06FA28}"/>
          </ac:spMkLst>
        </pc:spChg>
        <pc:spChg chg="add mod">
          <ac:chgData name="Sohag Kabir" userId="e9b0da40-aef8-480a-bb63-d1daacecf555" providerId="ADAL" clId="{B93E19F7-CF17-4898-9657-10FD6636A87B}" dt="2024-10-05T15:30:02.670" v="2716" actId="1076"/>
          <ac:spMkLst>
            <pc:docMk/>
            <pc:sldMk cId="972723603" sldId="312"/>
            <ac:spMk id="17" creationId="{DE2ED53C-3535-F084-BD5C-E695F42B4FCA}"/>
          </ac:spMkLst>
        </pc:spChg>
        <pc:spChg chg="add mod">
          <ac:chgData name="Sohag Kabir" userId="e9b0da40-aef8-480a-bb63-d1daacecf555" providerId="ADAL" clId="{B93E19F7-CF17-4898-9657-10FD6636A87B}" dt="2024-10-05T15:32:09.180" v="2739" actId="1076"/>
          <ac:spMkLst>
            <pc:docMk/>
            <pc:sldMk cId="972723603" sldId="312"/>
            <ac:spMk id="22" creationId="{581AE0CF-00EC-0E1B-3B2C-76C48A3A3F05}"/>
          </ac:spMkLst>
        </pc:spChg>
        <pc:spChg chg="add mod">
          <ac:chgData name="Sohag Kabir" userId="e9b0da40-aef8-480a-bb63-d1daacecf555" providerId="ADAL" clId="{B93E19F7-CF17-4898-9657-10FD6636A87B}" dt="2024-10-05T15:30:02.670" v="2716" actId="1076"/>
          <ac:spMkLst>
            <pc:docMk/>
            <pc:sldMk cId="972723603" sldId="312"/>
            <ac:spMk id="23" creationId="{62111ABD-7285-E6BA-4100-F87BC7056B9F}"/>
          </ac:spMkLst>
        </pc:spChg>
        <pc:spChg chg="add del mod">
          <ac:chgData name="Sohag Kabir" userId="e9b0da40-aef8-480a-bb63-d1daacecf555" providerId="ADAL" clId="{B93E19F7-CF17-4898-9657-10FD6636A87B}" dt="2024-10-05T15:51:40.099" v="2859" actId="478"/>
          <ac:spMkLst>
            <pc:docMk/>
            <pc:sldMk cId="972723603" sldId="312"/>
            <ac:spMk id="24" creationId="{1094F5EB-934A-07DC-3F01-F9949AC33D05}"/>
          </ac:spMkLst>
        </pc:spChg>
        <pc:spChg chg="add mod">
          <ac:chgData name="Sohag Kabir" userId="e9b0da40-aef8-480a-bb63-d1daacecf555" providerId="ADAL" clId="{B93E19F7-CF17-4898-9657-10FD6636A87B}" dt="2024-10-05T15:51:43.682" v="2860" actId="1076"/>
          <ac:spMkLst>
            <pc:docMk/>
            <pc:sldMk cId="972723603" sldId="312"/>
            <ac:spMk id="55" creationId="{7068D5B7-D851-F8B2-7625-7F5D4D14B364}"/>
          </ac:spMkLst>
        </pc:spChg>
        <pc:grpChg chg="add del mod">
          <ac:chgData name="Sohag Kabir" userId="e9b0da40-aef8-480a-bb63-d1daacecf555" providerId="ADAL" clId="{B93E19F7-CF17-4898-9657-10FD6636A87B}" dt="2024-10-05T15:39:46.662" v="2787" actId="478"/>
          <ac:grpSpMkLst>
            <pc:docMk/>
            <pc:sldMk cId="972723603" sldId="312"/>
            <ac:grpSpMk id="38" creationId="{2AD589E0-B4FC-8FAD-9D9B-35EB3B9CE2AF}"/>
          </ac:grpSpMkLst>
        </pc:grpChg>
        <pc:grpChg chg="add mod">
          <ac:chgData name="Sohag Kabir" userId="e9b0da40-aef8-480a-bb63-d1daacecf555" providerId="ADAL" clId="{B93E19F7-CF17-4898-9657-10FD6636A87B}" dt="2024-10-05T15:40:59.389" v="2794" actId="164"/>
          <ac:grpSpMkLst>
            <pc:docMk/>
            <pc:sldMk cId="972723603" sldId="312"/>
            <ac:grpSpMk id="54" creationId="{9064D32D-AD04-B93E-1561-14A134CDA535}"/>
          </ac:grpSpMkLst>
        </pc:grpChg>
        <pc:graphicFrameChg chg="add mod modGraphic">
          <ac:chgData name="Sohag Kabir" userId="e9b0da40-aef8-480a-bb63-d1daacecf555" providerId="ADAL" clId="{B93E19F7-CF17-4898-9657-10FD6636A87B}" dt="2024-10-05T15:32:02.701" v="2738" actId="14734"/>
          <ac:graphicFrameMkLst>
            <pc:docMk/>
            <pc:sldMk cId="972723603" sldId="312"/>
            <ac:graphicFrameMk id="4" creationId="{44634729-9557-1BA6-2CF4-CC65C815DD6A}"/>
          </ac:graphicFrameMkLst>
        </pc:graphicFrameChg>
        <pc:graphicFrameChg chg="add mod modGraphic">
          <ac:chgData name="Sohag Kabir" userId="e9b0da40-aef8-480a-bb63-d1daacecf555" providerId="ADAL" clId="{B93E19F7-CF17-4898-9657-10FD6636A87B}" dt="2024-10-05T15:51:59.215" v="2861" actId="20577"/>
          <ac:graphicFrameMkLst>
            <pc:docMk/>
            <pc:sldMk cId="972723603" sldId="312"/>
            <ac:graphicFrameMk id="14" creationId="{96CDC2C2-7C96-68B4-B82D-0DE9E7F87226}"/>
          </ac:graphicFrameMkLst>
        </pc:graphicFrameChg>
        <pc:graphicFrameChg chg="add mod">
          <ac:chgData name="Sohag Kabir" userId="e9b0da40-aef8-480a-bb63-d1daacecf555" providerId="ADAL" clId="{B93E19F7-CF17-4898-9657-10FD6636A87B}" dt="2024-10-05T15:51:24.579" v="2857" actId="1076"/>
          <ac:graphicFrameMkLst>
            <pc:docMk/>
            <pc:sldMk cId="972723603" sldId="312"/>
            <ac:graphicFrameMk id="16" creationId="{AFC31546-187B-07C2-6B9E-A53771919621}"/>
          </ac:graphicFrameMkLst>
        </pc:graphicFrameChg>
        <pc:cxnChg chg="add del mod">
          <ac:chgData name="Sohag Kabir" userId="e9b0da40-aef8-480a-bb63-d1daacecf555" providerId="ADAL" clId="{B93E19F7-CF17-4898-9657-10FD6636A87B}" dt="2024-10-05T15:35:34.790" v="2755" actId="478"/>
          <ac:cxnSpMkLst>
            <pc:docMk/>
            <pc:sldMk cId="972723603" sldId="312"/>
            <ac:cxnSpMk id="18" creationId="{D6654F0A-1601-A036-A7E7-7FAB3ECA8C52}"/>
          </ac:cxnSpMkLst>
        </pc:cxnChg>
        <pc:cxnChg chg="add del mod">
          <ac:chgData name="Sohag Kabir" userId="e9b0da40-aef8-480a-bb63-d1daacecf555" providerId="ADAL" clId="{B93E19F7-CF17-4898-9657-10FD6636A87B}" dt="2024-10-05T15:35:36.871" v="2756" actId="478"/>
          <ac:cxnSpMkLst>
            <pc:docMk/>
            <pc:sldMk cId="972723603" sldId="312"/>
            <ac:cxnSpMk id="19" creationId="{582D0E42-4611-709A-DE64-1A3B627F664F}"/>
          </ac:cxnSpMkLst>
        </pc:cxnChg>
        <pc:cxnChg chg="add del mod">
          <ac:chgData name="Sohag Kabir" userId="e9b0da40-aef8-480a-bb63-d1daacecf555" providerId="ADAL" clId="{B93E19F7-CF17-4898-9657-10FD6636A87B}" dt="2024-10-05T15:35:32.397" v="2754" actId="478"/>
          <ac:cxnSpMkLst>
            <pc:docMk/>
            <pc:sldMk cId="972723603" sldId="312"/>
            <ac:cxnSpMk id="20" creationId="{B53E1844-10D9-E14D-0D37-A46413ADBE94}"/>
          </ac:cxnSpMkLst>
        </pc:cxnChg>
        <pc:cxnChg chg="add del mod">
          <ac:chgData name="Sohag Kabir" userId="e9b0da40-aef8-480a-bb63-d1daacecf555" providerId="ADAL" clId="{B93E19F7-CF17-4898-9657-10FD6636A87B}" dt="2024-10-05T15:35:30.193" v="2753" actId="478"/>
          <ac:cxnSpMkLst>
            <pc:docMk/>
            <pc:sldMk cId="972723603" sldId="312"/>
            <ac:cxnSpMk id="21" creationId="{244A0ABB-A1EF-8C21-53BA-FEBC7E0C7C57}"/>
          </ac:cxnSpMkLst>
        </pc:cxnChg>
        <pc:cxnChg chg="add mod topLvl">
          <ac:chgData name="Sohag Kabir" userId="e9b0da40-aef8-480a-bb63-d1daacecf555" providerId="ADAL" clId="{B93E19F7-CF17-4898-9657-10FD6636A87B}" dt="2024-10-05T15:40:59.389" v="2794" actId="164"/>
          <ac:cxnSpMkLst>
            <pc:docMk/>
            <pc:sldMk cId="972723603" sldId="312"/>
            <ac:cxnSpMk id="33" creationId="{8A699203-ACCF-536D-88D6-6624089E732F}"/>
          </ac:cxnSpMkLst>
        </pc:cxnChg>
        <pc:cxnChg chg="add del mod topLvl">
          <ac:chgData name="Sohag Kabir" userId="e9b0da40-aef8-480a-bb63-d1daacecf555" providerId="ADAL" clId="{B93E19F7-CF17-4898-9657-10FD6636A87B}" dt="2024-10-05T15:39:46.662" v="2787" actId="478"/>
          <ac:cxnSpMkLst>
            <pc:docMk/>
            <pc:sldMk cId="972723603" sldId="312"/>
            <ac:cxnSpMk id="37" creationId="{190533B9-8302-717D-5D58-9EEA203F7459}"/>
          </ac:cxnSpMkLst>
        </pc:cxnChg>
        <pc:cxnChg chg="add mod">
          <ac:chgData name="Sohag Kabir" userId="e9b0da40-aef8-480a-bb63-d1daacecf555" providerId="ADAL" clId="{B93E19F7-CF17-4898-9657-10FD6636A87B}" dt="2024-10-05T15:37:43.437" v="2770" actId="208"/>
          <ac:cxnSpMkLst>
            <pc:docMk/>
            <pc:sldMk cId="972723603" sldId="312"/>
            <ac:cxnSpMk id="40" creationId="{6A4E58DC-EA93-2705-EDF8-615CA99F36D7}"/>
          </ac:cxnSpMkLst>
        </pc:cxnChg>
        <pc:cxnChg chg="add del mod">
          <ac:chgData name="Sohag Kabir" userId="e9b0da40-aef8-480a-bb63-d1daacecf555" providerId="ADAL" clId="{B93E19F7-CF17-4898-9657-10FD6636A87B}" dt="2024-10-05T15:38:13.033" v="2773" actId="478"/>
          <ac:cxnSpMkLst>
            <pc:docMk/>
            <pc:sldMk cId="972723603" sldId="312"/>
            <ac:cxnSpMk id="43" creationId="{FC410A21-93E7-D5B0-851E-0050310CFA42}"/>
          </ac:cxnSpMkLst>
        </pc:cxnChg>
        <pc:cxnChg chg="add mod">
          <ac:chgData name="Sohag Kabir" userId="e9b0da40-aef8-480a-bb63-d1daacecf555" providerId="ADAL" clId="{B93E19F7-CF17-4898-9657-10FD6636A87B}" dt="2024-10-05T15:39:15.588" v="2782" actId="208"/>
          <ac:cxnSpMkLst>
            <pc:docMk/>
            <pc:sldMk cId="972723603" sldId="312"/>
            <ac:cxnSpMk id="46" creationId="{991FF77C-173B-5DE6-6001-3B69845B4F88}"/>
          </ac:cxnSpMkLst>
        </pc:cxnChg>
        <pc:cxnChg chg="add del">
          <ac:chgData name="Sohag Kabir" userId="e9b0da40-aef8-480a-bb63-d1daacecf555" providerId="ADAL" clId="{B93E19F7-CF17-4898-9657-10FD6636A87B}" dt="2024-10-05T15:39:54.254" v="2789" actId="11529"/>
          <ac:cxnSpMkLst>
            <pc:docMk/>
            <pc:sldMk cId="972723603" sldId="312"/>
            <ac:cxnSpMk id="50" creationId="{5499B533-85BC-282E-B10C-7F6FC26D0411}"/>
          </ac:cxnSpMkLst>
        </pc:cxnChg>
        <pc:cxnChg chg="add mod">
          <ac:chgData name="Sohag Kabir" userId="e9b0da40-aef8-480a-bb63-d1daacecf555" providerId="ADAL" clId="{B93E19F7-CF17-4898-9657-10FD6636A87B}" dt="2024-10-05T15:40:59.389" v="2794" actId="164"/>
          <ac:cxnSpMkLst>
            <pc:docMk/>
            <pc:sldMk cId="972723603" sldId="312"/>
            <ac:cxnSpMk id="52" creationId="{9CA0DC7D-C14F-AACB-FAAF-9FF1ECE9412F}"/>
          </ac:cxnSpMkLst>
        </pc:cxnChg>
      </pc:sldChg>
      <pc:sldChg chg="addSp delSp modSp add mod delAnim">
        <pc:chgData name="Sohag Kabir" userId="e9b0da40-aef8-480a-bb63-d1daacecf555" providerId="ADAL" clId="{B93E19F7-CF17-4898-9657-10FD6636A87B}" dt="2024-10-05T15:55:31.184" v="2895" actId="1076"/>
        <pc:sldMkLst>
          <pc:docMk/>
          <pc:sldMk cId="239066561" sldId="313"/>
        </pc:sldMkLst>
        <pc:spChg chg="mod">
          <ac:chgData name="Sohag Kabir" userId="e9b0da40-aef8-480a-bb63-d1daacecf555" providerId="ADAL" clId="{B93E19F7-CF17-4898-9657-10FD6636A87B}" dt="2024-10-05T15:43:27.383" v="2811" actId="20577"/>
          <ac:spMkLst>
            <pc:docMk/>
            <pc:sldMk cId="239066561" sldId="313"/>
            <ac:spMk id="3" creationId="{C1DB10CC-F017-9600-CA24-6FED2CBC1749}"/>
          </ac:spMkLst>
        </pc:spChg>
        <pc:spChg chg="del">
          <ac:chgData name="Sohag Kabir" userId="e9b0da40-aef8-480a-bb63-d1daacecf555" providerId="ADAL" clId="{B93E19F7-CF17-4898-9657-10FD6636A87B}" dt="2024-10-05T15:43:39.667" v="2814" actId="478"/>
          <ac:spMkLst>
            <pc:docMk/>
            <pc:sldMk cId="239066561" sldId="313"/>
            <ac:spMk id="5" creationId="{6B6AB2DA-B46F-0A99-1390-A523FD766EDF}"/>
          </ac:spMkLst>
        </pc:spChg>
        <pc:spChg chg="del">
          <ac:chgData name="Sohag Kabir" userId="e9b0da40-aef8-480a-bb63-d1daacecf555" providerId="ADAL" clId="{B93E19F7-CF17-4898-9657-10FD6636A87B}" dt="2024-10-05T15:43:31.153" v="2812" actId="478"/>
          <ac:spMkLst>
            <pc:docMk/>
            <pc:sldMk cId="239066561" sldId="313"/>
            <ac:spMk id="9" creationId="{0EA4A4FE-63CC-D5E7-8C2A-19A94B023FB4}"/>
          </ac:spMkLst>
        </pc:spChg>
        <pc:spChg chg="del">
          <ac:chgData name="Sohag Kabir" userId="e9b0da40-aef8-480a-bb63-d1daacecf555" providerId="ADAL" clId="{B93E19F7-CF17-4898-9657-10FD6636A87B}" dt="2024-10-05T15:43:43.049" v="2815" actId="478"/>
          <ac:spMkLst>
            <pc:docMk/>
            <pc:sldMk cId="239066561" sldId="313"/>
            <ac:spMk id="10" creationId="{2126FFE9-47E3-ED1C-C903-FC22E4F7EC9F}"/>
          </ac:spMkLst>
        </pc:spChg>
        <pc:spChg chg="add del">
          <ac:chgData name="Sohag Kabir" userId="e9b0da40-aef8-480a-bb63-d1daacecf555" providerId="ADAL" clId="{B93E19F7-CF17-4898-9657-10FD6636A87B}" dt="2024-10-05T15:49:04.298" v="2840"/>
          <ac:spMkLst>
            <pc:docMk/>
            <pc:sldMk cId="239066561" sldId="313"/>
            <ac:spMk id="15" creationId="{7AA1B1C3-E9F1-2C53-1685-10C14B98BE85}"/>
          </ac:spMkLst>
        </pc:spChg>
        <pc:spChg chg="del">
          <ac:chgData name="Sohag Kabir" userId="e9b0da40-aef8-480a-bb63-d1daacecf555" providerId="ADAL" clId="{B93E19F7-CF17-4898-9657-10FD6636A87B}" dt="2024-10-05T15:43:39.667" v="2814" actId="478"/>
          <ac:spMkLst>
            <pc:docMk/>
            <pc:sldMk cId="239066561" sldId="313"/>
            <ac:spMk id="17" creationId="{DE2ED53C-3535-F084-BD5C-E695F42B4FCA}"/>
          </ac:spMkLst>
        </pc:spChg>
        <pc:spChg chg="add mod">
          <ac:chgData name="Sohag Kabir" userId="e9b0da40-aef8-480a-bb63-d1daacecf555" providerId="ADAL" clId="{B93E19F7-CF17-4898-9657-10FD6636A87B}" dt="2024-10-05T15:54:42.808" v="2874" actId="1076"/>
          <ac:spMkLst>
            <pc:docMk/>
            <pc:sldMk cId="239066561" sldId="313"/>
            <ac:spMk id="19" creationId="{A3C1245C-164A-6101-796E-3D6F84914C99}"/>
          </ac:spMkLst>
        </pc:spChg>
        <pc:spChg chg="add del">
          <ac:chgData name="Sohag Kabir" userId="e9b0da40-aef8-480a-bb63-d1daacecf555" providerId="ADAL" clId="{B93E19F7-CF17-4898-9657-10FD6636A87B}" dt="2024-10-05T15:53:34.172" v="2863"/>
          <ac:spMkLst>
            <pc:docMk/>
            <pc:sldMk cId="239066561" sldId="313"/>
            <ac:spMk id="20" creationId="{01ED2127-0381-FEF4-C91A-5FA0C7741738}"/>
          </ac:spMkLst>
        </pc:spChg>
        <pc:spChg chg="del">
          <ac:chgData name="Sohag Kabir" userId="e9b0da40-aef8-480a-bb63-d1daacecf555" providerId="ADAL" clId="{B93E19F7-CF17-4898-9657-10FD6636A87B}" dt="2024-10-05T15:43:39.667" v="2814" actId="478"/>
          <ac:spMkLst>
            <pc:docMk/>
            <pc:sldMk cId="239066561" sldId="313"/>
            <ac:spMk id="22" creationId="{581AE0CF-00EC-0E1B-3B2C-76C48A3A3F05}"/>
          </ac:spMkLst>
        </pc:spChg>
        <pc:spChg chg="del">
          <ac:chgData name="Sohag Kabir" userId="e9b0da40-aef8-480a-bb63-d1daacecf555" providerId="ADAL" clId="{B93E19F7-CF17-4898-9657-10FD6636A87B}" dt="2024-10-05T15:43:39.667" v="2814" actId="478"/>
          <ac:spMkLst>
            <pc:docMk/>
            <pc:sldMk cId="239066561" sldId="313"/>
            <ac:spMk id="23" creationId="{62111ABD-7285-E6BA-4100-F87BC7056B9F}"/>
          </ac:spMkLst>
        </pc:spChg>
        <pc:spChg chg="del">
          <ac:chgData name="Sohag Kabir" userId="e9b0da40-aef8-480a-bb63-d1daacecf555" providerId="ADAL" clId="{B93E19F7-CF17-4898-9657-10FD6636A87B}" dt="2024-10-05T15:43:39.667" v="2814" actId="478"/>
          <ac:spMkLst>
            <pc:docMk/>
            <pc:sldMk cId="239066561" sldId="313"/>
            <ac:spMk id="24" creationId="{1094F5EB-934A-07DC-3F01-F9949AC33D05}"/>
          </ac:spMkLst>
        </pc:spChg>
        <pc:spChg chg="add mod">
          <ac:chgData name="Sohag Kabir" userId="e9b0da40-aef8-480a-bb63-d1daacecf555" providerId="ADAL" clId="{B93E19F7-CF17-4898-9657-10FD6636A87B}" dt="2024-10-05T15:54:45.120" v="2875" actId="1076"/>
          <ac:spMkLst>
            <pc:docMk/>
            <pc:sldMk cId="239066561" sldId="313"/>
            <ac:spMk id="25" creationId="{B6B95082-828B-BBD2-37A6-3628E02ABC6F}"/>
          </ac:spMkLst>
        </pc:spChg>
        <pc:spChg chg="add mod">
          <ac:chgData name="Sohag Kabir" userId="e9b0da40-aef8-480a-bb63-d1daacecf555" providerId="ADAL" clId="{B93E19F7-CF17-4898-9657-10FD6636A87B}" dt="2024-10-05T15:55:31.184" v="2895" actId="1076"/>
          <ac:spMkLst>
            <pc:docMk/>
            <pc:sldMk cId="239066561" sldId="313"/>
            <ac:spMk id="27" creationId="{79ABA30F-70D3-DCDE-8FCA-7716564D6032}"/>
          </ac:spMkLst>
        </pc:spChg>
        <pc:grpChg chg="del">
          <ac:chgData name="Sohag Kabir" userId="e9b0da40-aef8-480a-bb63-d1daacecf555" providerId="ADAL" clId="{B93E19F7-CF17-4898-9657-10FD6636A87B}" dt="2024-10-05T15:43:39.667" v="2814" actId="478"/>
          <ac:grpSpMkLst>
            <pc:docMk/>
            <pc:sldMk cId="239066561" sldId="313"/>
            <ac:grpSpMk id="54" creationId="{9064D32D-AD04-B93E-1561-14A134CDA535}"/>
          </ac:grpSpMkLst>
        </pc:grpChg>
        <pc:graphicFrameChg chg="del">
          <ac:chgData name="Sohag Kabir" userId="e9b0da40-aef8-480a-bb63-d1daacecf555" providerId="ADAL" clId="{B93E19F7-CF17-4898-9657-10FD6636A87B}" dt="2024-10-05T15:43:34.016" v="2813" actId="478"/>
          <ac:graphicFrameMkLst>
            <pc:docMk/>
            <pc:sldMk cId="239066561" sldId="313"/>
            <ac:graphicFrameMk id="4" creationId="{44634729-9557-1BA6-2CF4-CC65C815DD6A}"/>
          </ac:graphicFrameMkLst>
        </pc:graphicFrameChg>
        <pc:graphicFrameChg chg="del">
          <ac:chgData name="Sohag Kabir" userId="e9b0da40-aef8-480a-bb63-d1daacecf555" providerId="ADAL" clId="{B93E19F7-CF17-4898-9657-10FD6636A87B}" dt="2024-10-05T15:43:39.667" v="2814" actId="478"/>
          <ac:graphicFrameMkLst>
            <pc:docMk/>
            <pc:sldMk cId="239066561" sldId="313"/>
            <ac:graphicFrameMk id="14" creationId="{96CDC2C2-7C96-68B4-B82D-0DE9E7F87226}"/>
          </ac:graphicFrameMkLst>
        </pc:graphicFrameChg>
        <pc:graphicFrameChg chg="del">
          <ac:chgData name="Sohag Kabir" userId="e9b0da40-aef8-480a-bb63-d1daacecf555" providerId="ADAL" clId="{B93E19F7-CF17-4898-9657-10FD6636A87B}" dt="2024-10-05T15:43:39.667" v="2814" actId="478"/>
          <ac:graphicFrameMkLst>
            <pc:docMk/>
            <pc:sldMk cId="239066561" sldId="313"/>
            <ac:graphicFrameMk id="16" creationId="{AFC31546-187B-07C2-6B9E-A53771919621}"/>
          </ac:graphicFrameMkLst>
        </pc:graphicFrameChg>
        <pc:picChg chg="add mod">
          <ac:chgData name="Sohag Kabir" userId="e9b0da40-aef8-480a-bb63-d1daacecf555" providerId="ADAL" clId="{B93E19F7-CF17-4898-9657-10FD6636A87B}" dt="2024-10-05T15:54:34.653" v="2872" actId="1076"/>
          <ac:picMkLst>
            <pc:docMk/>
            <pc:sldMk cId="239066561" sldId="313"/>
            <ac:picMk id="11" creationId="{A6E068B8-16EE-02B0-706F-0DB68AD39AD7}"/>
          </ac:picMkLst>
        </pc:picChg>
        <pc:picChg chg="add mod">
          <ac:chgData name="Sohag Kabir" userId="e9b0da40-aef8-480a-bb63-d1daacecf555" providerId="ADAL" clId="{B93E19F7-CF17-4898-9657-10FD6636A87B}" dt="2024-10-05T15:54:39.849" v="2873" actId="1076"/>
          <ac:picMkLst>
            <pc:docMk/>
            <pc:sldMk cId="239066561" sldId="313"/>
            <ac:picMk id="13" creationId="{4652618A-FDAB-80CE-D762-F2AD80DABF7C}"/>
          </ac:picMkLst>
        </pc:picChg>
        <pc:cxnChg chg="del">
          <ac:chgData name="Sohag Kabir" userId="e9b0da40-aef8-480a-bb63-d1daacecf555" providerId="ADAL" clId="{B93E19F7-CF17-4898-9657-10FD6636A87B}" dt="2024-10-05T15:43:39.667" v="2814" actId="478"/>
          <ac:cxnSpMkLst>
            <pc:docMk/>
            <pc:sldMk cId="239066561" sldId="313"/>
            <ac:cxnSpMk id="40" creationId="{6A4E58DC-EA93-2705-EDF8-615CA99F36D7}"/>
          </ac:cxnSpMkLst>
        </pc:cxnChg>
        <pc:cxnChg chg="del">
          <ac:chgData name="Sohag Kabir" userId="e9b0da40-aef8-480a-bb63-d1daacecf555" providerId="ADAL" clId="{B93E19F7-CF17-4898-9657-10FD6636A87B}" dt="2024-10-05T15:43:39.667" v="2814" actId="478"/>
          <ac:cxnSpMkLst>
            <pc:docMk/>
            <pc:sldMk cId="239066561" sldId="313"/>
            <ac:cxnSpMk id="46" creationId="{991FF77C-173B-5DE6-6001-3B69845B4F88}"/>
          </ac:cxnSpMkLst>
        </pc:cxnChg>
      </pc:sldChg>
      <pc:sldChg chg="addSp delSp modSp add mod">
        <pc:chgData name="Sohag Kabir" userId="e9b0da40-aef8-480a-bb63-d1daacecf555" providerId="ADAL" clId="{B93E19F7-CF17-4898-9657-10FD6636A87B}" dt="2024-10-05T15:58:36.317" v="2918" actId="1076"/>
        <pc:sldMkLst>
          <pc:docMk/>
          <pc:sldMk cId="915143749" sldId="314"/>
        </pc:sldMkLst>
        <pc:spChg chg="add mod">
          <ac:chgData name="Sohag Kabir" userId="e9b0da40-aef8-480a-bb63-d1daacecf555" providerId="ADAL" clId="{B93E19F7-CF17-4898-9657-10FD6636A87B}" dt="2024-10-05T15:55:46.243" v="2896"/>
          <ac:spMkLst>
            <pc:docMk/>
            <pc:sldMk cId="915143749" sldId="314"/>
            <ac:spMk id="10" creationId="{E5A1BAB9-0466-62F2-AA34-F2DD4296C5C7}"/>
          </ac:spMkLst>
        </pc:spChg>
        <pc:spChg chg="add mod">
          <ac:chgData name="Sohag Kabir" userId="e9b0da40-aef8-480a-bb63-d1daacecf555" providerId="ADAL" clId="{B93E19F7-CF17-4898-9657-10FD6636A87B}" dt="2024-10-05T15:58:26.832" v="2917" actId="1076"/>
          <ac:spMkLst>
            <pc:docMk/>
            <pc:sldMk cId="915143749" sldId="314"/>
            <ac:spMk id="14" creationId="{350D9874-D847-E2BC-23A3-E0A589852829}"/>
          </ac:spMkLst>
        </pc:spChg>
        <pc:spChg chg="add mod">
          <ac:chgData name="Sohag Kabir" userId="e9b0da40-aef8-480a-bb63-d1daacecf555" providerId="ADAL" clId="{B93E19F7-CF17-4898-9657-10FD6636A87B}" dt="2024-10-05T15:58:36.317" v="2918" actId="1076"/>
          <ac:spMkLst>
            <pc:docMk/>
            <pc:sldMk cId="915143749" sldId="314"/>
            <ac:spMk id="16" creationId="{DA31708D-2D74-648E-DDB0-543361F89EB9}"/>
          </ac:spMkLst>
        </pc:spChg>
        <pc:picChg chg="add mod">
          <ac:chgData name="Sohag Kabir" userId="e9b0da40-aef8-480a-bb63-d1daacecf555" providerId="ADAL" clId="{B93E19F7-CF17-4898-9657-10FD6636A87B}" dt="2024-10-05T15:55:50.456" v="2897" actId="1076"/>
          <ac:picMkLst>
            <pc:docMk/>
            <pc:sldMk cId="915143749" sldId="314"/>
            <ac:picMk id="5" creationId="{40F02713-0B73-5098-A717-9CFD4847E26F}"/>
          </ac:picMkLst>
        </pc:picChg>
        <pc:picChg chg="add mod">
          <ac:chgData name="Sohag Kabir" userId="e9b0da40-aef8-480a-bb63-d1daacecf555" providerId="ADAL" clId="{B93E19F7-CF17-4898-9657-10FD6636A87B}" dt="2024-10-05T15:56:47.335" v="2907" actId="1076"/>
          <ac:picMkLst>
            <pc:docMk/>
            <pc:sldMk cId="915143749" sldId="314"/>
            <ac:picMk id="9" creationId="{F93520AA-17ED-387F-CC8D-CFB664469D07}"/>
          </ac:picMkLst>
        </pc:picChg>
        <pc:picChg chg="del">
          <ac:chgData name="Sohag Kabir" userId="e9b0da40-aef8-480a-bb63-d1daacecf555" providerId="ADAL" clId="{B93E19F7-CF17-4898-9657-10FD6636A87B}" dt="2024-10-05T15:47:39.905" v="2827" actId="478"/>
          <ac:picMkLst>
            <pc:docMk/>
            <pc:sldMk cId="915143749" sldId="314"/>
            <ac:picMk id="11" creationId="{A6E068B8-16EE-02B0-706F-0DB68AD39AD7}"/>
          </ac:picMkLst>
        </pc:picChg>
        <pc:picChg chg="del">
          <ac:chgData name="Sohag Kabir" userId="e9b0da40-aef8-480a-bb63-d1daacecf555" providerId="ADAL" clId="{B93E19F7-CF17-4898-9657-10FD6636A87B}" dt="2024-10-05T15:47:49.399" v="2832" actId="478"/>
          <ac:picMkLst>
            <pc:docMk/>
            <pc:sldMk cId="915143749" sldId="314"/>
            <ac:picMk id="13" creationId="{4652618A-FDAB-80CE-D762-F2AD80DABF7C}"/>
          </ac:picMkLst>
        </pc:picChg>
      </pc:sldChg>
      <pc:sldChg chg="add del">
        <pc:chgData name="Sohag Kabir" userId="e9b0da40-aef8-480a-bb63-d1daacecf555" providerId="ADAL" clId="{B93E19F7-CF17-4898-9657-10FD6636A87B}" dt="2024-10-05T16:12:30.397" v="2963" actId="2696"/>
        <pc:sldMkLst>
          <pc:docMk/>
          <pc:sldMk cId="1173708504" sldId="315"/>
        </pc:sldMkLst>
      </pc:sldChg>
      <pc:sldChg chg="addSp modSp add mod ord">
        <pc:chgData name="Sohag Kabir" userId="e9b0da40-aef8-480a-bb63-d1daacecf555" providerId="ADAL" clId="{B93E19F7-CF17-4898-9657-10FD6636A87B}" dt="2024-10-05T17:07:53.200" v="3293" actId="1076"/>
        <pc:sldMkLst>
          <pc:docMk/>
          <pc:sldMk cId="176035261" sldId="316"/>
        </pc:sldMkLst>
        <pc:spChg chg="mod">
          <ac:chgData name="Sohag Kabir" userId="e9b0da40-aef8-480a-bb63-d1daacecf555" providerId="ADAL" clId="{B93E19F7-CF17-4898-9657-10FD6636A87B}" dt="2024-10-05T17:07:45.836" v="3291" actId="255"/>
          <ac:spMkLst>
            <pc:docMk/>
            <pc:sldMk cId="176035261" sldId="316"/>
            <ac:spMk id="2" creationId="{DE13D453-4D7B-47BF-AED4-27D56C3644AA}"/>
          </ac:spMkLst>
        </pc:spChg>
        <pc:spChg chg="add mod">
          <ac:chgData name="Sohag Kabir" userId="e9b0da40-aef8-480a-bb63-d1daacecf555" providerId="ADAL" clId="{B93E19F7-CF17-4898-9657-10FD6636A87B}" dt="2024-10-05T17:07:33.578" v="3287"/>
          <ac:spMkLst>
            <pc:docMk/>
            <pc:sldMk cId="176035261" sldId="316"/>
            <ac:spMk id="4" creationId="{D903712E-E8C2-4330-A532-DC1100294489}"/>
          </ac:spMkLst>
        </pc:spChg>
        <pc:graphicFrameChg chg="mod">
          <ac:chgData name="Sohag Kabir" userId="e9b0da40-aef8-480a-bb63-d1daacecf555" providerId="ADAL" clId="{B93E19F7-CF17-4898-9657-10FD6636A87B}" dt="2024-10-05T17:07:53.200" v="3293" actId="1076"/>
          <ac:graphicFrameMkLst>
            <pc:docMk/>
            <pc:sldMk cId="176035261" sldId="316"/>
            <ac:graphicFrameMk id="3" creationId="{5E0E26A6-CCC8-2BBF-4CE9-1FE499F39FFC}"/>
          </ac:graphicFrameMkLst>
        </pc:graphicFrameChg>
      </pc:sldChg>
      <pc:sldChg chg="addSp delSp modSp add mod modAnim">
        <pc:chgData name="Sohag Kabir" userId="e9b0da40-aef8-480a-bb63-d1daacecf555" providerId="ADAL" clId="{B93E19F7-CF17-4898-9657-10FD6636A87B}" dt="2024-10-05T17:07:07.761" v="3284" actId="20577"/>
        <pc:sldMkLst>
          <pc:docMk/>
          <pc:sldMk cId="3739762811" sldId="317"/>
        </pc:sldMkLst>
        <pc:spChg chg="mod">
          <ac:chgData name="Sohag Kabir" userId="e9b0da40-aef8-480a-bb63-d1daacecf555" providerId="ADAL" clId="{B93E19F7-CF17-4898-9657-10FD6636A87B}" dt="2024-10-05T17:07:07.761" v="3284" actId="20577"/>
          <ac:spMkLst>
            <pc:docMk/>
            <pc:sldMk cId="3739762811" sldId="317"/>
            <ac:spMk id="2" creationId="{DE13D453-4D7B-47BF-AED4-27D56C3644AA}"/>
          </ac:spMkLst>
        </pc:spChg>
        <pc:spChg chg="add mod">
          <ac:chgData name="Sohag Kabir" userId="e9b0da40-aef8-480a-bb63-d1daacecf555" providerId="ADAL" clId="{B93E19F7-CF17-4898-9657-10FD6636A87B}" dt="2024-10-05T17:06:37.547" v="3277" actId="1035"/>
          <ac:spMkLst>
            <pc:docMk/>
            <pc:sldMk cId="3739762811" sldId="317"/>
            <ac:spMk id="4" creationId="{11A42578-1366-59FF-5040-068538845988}"/>
          </ac:spMkLst>
        </pc:spChg>
        <pc:spChg chg="add mod">
          <ac:chgData name="Sohag Kabir" userId="e9b0da40-aef8-480a-bb63-d1daacecf555" providerId="ADAL" clId="{B93E19F7-CF17-4898-9657-10FD6636A87B}" dt="2024-10-05T17:06:37.547" v="3277" actId="1035"/>
          <ac:spMkLst>
            <pc:docMk/>
            <pc:sldMk cId="3739762811" sldId="317"/>
            <ac:spMk id="5" creationId="{2D09689E-32EF-6145-87DE-4DC952C2F508}"/>
          </ac:spMkLst>
        </pc:spChg>
        <pc:spChg chg="add mod">
          <ac:chgData name="Sohag Kabir" userId="e9b0da40-aef8-480a-bb63-d1daacecf555" providerId="ADAL" clId="{B93E19F7-CF17-4898-9657-10FD6636A87B}" dt="2024-10-05T17:06:37.547" v="3277" actId="1035"/>
          <ac:spMkLst>
            <pc:docMk/>
            <pc:sldMk cId="3739762811" sldId="317"/>
            <ac:spMk id="8" creationId="{C74724B6-B40A-B9AF-81B8-A57F2A790D6C}"/>
          </ac:spMkLst>
        </pc:spChg>
        <pc:spChg chg="add mod">
          <ac:chgData name="Sohag Kabir" userId="e9b0da40-aef8-480a-bb63-d1daacecf555" providerId="ADAL" clId="{B93E19F7-CF17-4898-9657-10FD6636A87B}" dt="2024-10-05T17:06:37.547" v="3277" actId="1035"/>
          <ac:spMkLst>
            <pc:docMk/>
            <pc:sldMk cId="3739762811" sldId="317"/>
            <ac:spMk id="9" creationId="{31FD7733-BABC-9499-FCE9-2DE3A06EFC31}"/>
          </ac:spMkLst>
        </pc:spChg>
        <pc:spChg chg="add mod">
          <ac:chgData name="Sohag Kabir" userId="e9b0da40-aef8-480a-bb63-d1daacecf555" providerId="ADAL" clId="{B93E19F7-CF17-4898-9657-10FD6636A87B}" dt="2024-10-05T17:06:24.056" v="3260"/>
          <ac:spMkLst>
            <pc:docMk/>
            <pc:sldMk cId="3739762811" sldId="317"/>
            <ac:spMk id="10" creationId="{B109C00D-AE93-76A8-40BD-C5967F97982B}"/>
          </ac:spMkLst>
        </pc:spChg>
        <pc:graphicFrameChg chg="del">
          <ac:chgData name="Sohag Kabir" userId="e9b0da40-aef8-480a-bb63-d1daacecf555" providerId="ADAL" clId="{B93E19F7-CF17-4898-9657-10FD6636A87B}" dt="2024-10-05T16:08:36.063" v="2945" actId="478"/>
          <ac:graphicFrameMkLst>
            <pc:docMk/>
            <pc:sldMk cId="3739762811" sldId="317"/>
            <ac:graphicFrameMk id="3" creationId="{5E0E26A6-CCC8-2BBF-4CE9-1FE499F39FFC}"/>
          </ac:graphicFrameMkLst>
        </pc:graphicFrameChg>
      </pc:sldChg>
      <pc:sldChg chg="addSp delSp modSp add mod delAnim modAnim">
        <pc:chgData name="Sohag Kabir" userId="e9b0da40-aef8-480a-bb63-d1daacecf555" providerId="ADAL" clId="{B93E19F7-CF17-4898-9657-10FD6636A87B}" dt="2024-10-05T17:06:09.728" v="3259" actId="1035"/>
        <pc:sldMkLst>
          <pc:docMk/>
          <pc:sldMk cId="2072777590" sldId="318"/>
        </pc:sldMkLst>
        <pc:spChg chg="mod">
          <ac:chgData name="Sohag Kabir" userId="e9b0da40-aef8-480a-bb63-d1daacecf555" providerId="ADAL" clId="{B93E19F7-CF17-4898-9657-10FD6636A87B}" dt="2024-10-05T17:06:00.464" v="3255" actId="255"/>
          <ac:spMkLst>
            <pc:docMk/>
            <pc:sldMk cId="2072777590" sldId="318"/>
            <ac:spMk id="2" creationId="{DE13D453-4D7B-47BF-AED4-27D56C3644AA}"/>
          </ac:spMkLst>
        </pc:spChg>
        <pc:spChg chg="add mod">
          <ac:chgData name="Sohag Kabir" userId="e9b0da40-aef8-480a-bb63-d1daacecf555" providerId="ADAL" clId="{B93E19F7-CF17-4898-9657-10FD6636A87B}" dt="2024-10-05T17:06:09.728" v="3259" actId="1035"/>
          <ac:spMkLst>
            <pc:docMk/>
            <pc:sldMk cId="2072777590" sldId="318"/>
            <ac:spMk id="3" creationId="{2E646940-8E91-E289-6411-2AB0E0BD6F00}"/>
          </ac:spMkLst>
        </pc:spChg>
        <pc:spChg chg="del">
          <ac:chgData name="Sohag Kabir" userId="e9b0da40-aef8-480a-bb63-d1daacecf555" providerId="ADAL" clId="{B93E19F7-CF17-4898-9657-10FD6636A87B}" dt="2024-10-05T16:13:51.165" v="2982" actId="478"/>
          <ac:spMkLst>
            <pc:docMk/>
            <pc:sldMk cId="2072777590" sldId="318"/>
            <ac:spMk id="4" creationId="{11A42578-1366-59FF-5040-068538845988}"/>
          </ac:spMkLst>
        </pc:spChg>
        <pc:spChg chg="del">
          <ac:chgData name="Sohag Kabir" userId="e9b0da40-aef8-480a-bb63-d1daacecf555" providerId="ADAL" clId="{B93E19F7-CF17-4898-9657-10FD6636A87B}" dt="2024-10-05T16:13:51.165" v="2982" actId="478"/>
          <ac:spMkLst>
            <pc:docMk/>
            <pc:sldMk cId="2072777590" sldId="318"/>
            <ac:spMk id="5" creationId="{2D09689E-32EF-6145-87DE-4DC952C2F508}"/>
          </ac:spMkLst>
        </pc:spChg>
        <pc:spChg chg="del">
          <ac:chgData name="Sohag Kabir" userId="e9b0da40-aef8-480a-bb63-d1daacecf555" providerId="ADAL" clId="{B93E19F7-CF17-4898-9657-10FD6636A87B}" dt="2024-10-05T16:13:51.165" v="2982" actId="478"/>
          <ac:spMkLst>
            <pc:docMk/>
            <pc:sldMk cId="2072777590" sldId="318"/>
            <ac:spMk id="8" creationId="{C74724B6-B40A-B9AF-81B8-A57F2A790D6C}"/>
          </ac:spMkLst>
        </pc:spChg>
        <pc:spChg chg="del">
          <ac:chgData name="Sohag Kabir" userId="e9b0da40-aef8-480a-bb63-d1daacecf555" providerId="ADAL" clId="{B93E19F7-CF17-4898-9657-10FD6636A87B}" dt="2024-10-05T16:13:51.165" v="2982" actId="478"/>
          <ac:spMkLst>
            <pc:docMk/>
            <pc:sldMk cId="2072777590" sldId="318"/>
            <ac:spMk id="9" creationId="{31FD7733-BABC-9499-FCE9-2DE3A06EFC31}"/>
          </ac:spMkLst>
        </pc:spChg>
        <pc:spChg chg="add mod">
          <ac:chgData name="Sohag Kabir" userId="e9b0da40-aef8-480a-bb63-d1daacecf555" providerId="ADAL" clId="{B93E19F7-CF17-4898-9657-10FD6636A87B}" dt="2024-10-05T17:06:09.728" v="3259" actId="1035"/>
          <ac:spMkLst>
            <pc:docMk/>
            <pc:sldMk cId="2072777590" sldId="318"/>
            <ac:spMk id="10" creationId="{0429D3D5-D9A3-818D-B93F-21A0D862B685}"/>
          </ac:spMkLst>
        </pc:spChg>
        <pc:spChg chg="add mod">
          <ac:chgData name="Sohag Kabir" userId="e9b0da40-aef8-480a-bb63-d1daacecf555" providerId="ADAL" clId="{B93E19F7-CF17-4898-9657-10FD6636A87B}" dt="2024-10-05T17:06:09.728" v="3259" actId="1035"/>
          <ac:spMkLst>
            <pc:docMk/>
            <pc:sldMk cId="2072777590" sldId="318"/>
            <ac:spMk id="11" creationId="{6103E712-A448-54AC-CAC9-88744E4CA541}"/>
          </ac:spMkLst>
        </pc:spChg>
        <pc:spChg chg="add mod">
          <ac:chgData name="Sohag Kabir" userId="e9b0da40-aef8-480a-bb63-d1daacecf555" providerId="ADAL" clId="{B93E19F7-CF17-4898-9657-10FD6636A87B}" dt="2024-10-05T17:06:09.728" v="3259" actId="1035"/>
          <ac:spMkLst>
            <pc:docMk/>
            <pc:sldMk cId="2072777590" sldId="318"/>
            <ac:spMk id="12" creationId="{36638D1E-B0FF-D190-AB31-FCAD697FD0F6}"/>
          </ac:spMkLst>
        </pc:spChg>
        <pc:spChg chg="add mod">
          <ac:chgData name="Sohag Kabir" userId="e9b0da40-aef8-480a-bb63-d1daacecf555" providerId="ADAL" clId="{B93E19F7-CF17-4898-9657-10FD6636A87B}" dt="2024-10-05T17:06:09.728" v="3259" actId="1035"/>
          <ac:spMkLst>
            <pc:docMk/>
            <pc:sldMk cId="2072777590" sldId="318"/>
            <ac:spMk id="13" creationId="{35E9A9CD-EF94-D4ED-0921-6F9B1F3C639B}"/>
          </ac:spMkLst>
        </pc:spChg>
        <pc:spChg chg="add del mod">
          <ac:chgData name="Sohag Kabir" userId="e9b0da40-aef8-480a-bb63-d1daacecf555" providerId="ADAL" clId="{B93E19F7-CF17-4898-9657-10FD6636A87B}" dt="2024-10-05T17:05:18.985" v="3237" actId="478"/>
          <ac:spMkLst>
            <pc:docMk/>
            <pc:sldMk cId="2072777590" sldId="318"/>
            <ac:spMk id="14" creationId="{D7B0022B-1E65-E9E9-A73B-ABFBE37BC115}"/>
          </ac:spMkLst>
        </pc:spChg>
        <pc:spChg chg="add mod">
          <ac:chgData name="Sohag Kabir" userId="e9b0da40-aef8-480a-bb63-d1daacecf555" providerId="ADAL" clId="{B93E19F7-CF17-4898-9657-10FD6636A87B}" dt="2024-10-05T17:05:26.063" v="3238"/>
          <ac:spMkLst>
            <pc:docMk/>
            <pc:sldMk cId="2072777590" sldId="318"/>
            <ac:spMk id="15" creationId="{95724DBC-B706-D172-8C7C-4B463F8721DF}"/>
          </ac:spMkLst>
        </pc:spChg>
      </pc:sldChg>
      <pc:sldChg chg="addSp delSp modSp add mod delAnim modAnim">
        <pc:chgData name="Sohag Kabir" userId="e9b0da40-aef8-480a-bb63-d1daacecf555" providerId="ADAL" clId="{B93E19F7-CF17-4898-9657-10FD6636A87B}" dt="2024-10-05T17:05:04.625" v="3235" actId="1076"/>
        <pc:sldMkLst>
          <pc:docMk/>
          <pc:sldMk cId="2430164481" sldId="319"/>
        </pc:sldMkLst>
        <pc:spChg chg="del mod">
          <ac:chgData name="Sohag Kabir" userId="e9b0da40-aef8-480a-bb63-d1daacecf555" providerId="ADAL" clId="{B93E19F7-CF17-4898-9657-10FD6636A87B}" dt="2024-10-05T17:04:46.432" v="3231" actId="478"/>
          <ac:spMkLst>
            <pc:docMk/>
            <pc:sldMk cId="2430164481" sldId="319"/>
            <ac:spMk id="2" creationId="{DE13D453-4D7B-47BF-AED4-27D56C3644AA}"/>
          </ac:spMkLst>
        </pc:spChg>
        <pc:spChg chg="del">
          <ac:chgData name="Sohag Kabir" userId="e9b0da40-aef8-480a-bb63-d1daacecf555" providerId="ADAL" clId="{B93E19F7-CF17-4898-9657-10FD6636A87B}" dt="2024-10-05T16:16:39.308" v="3004" actId="478"/>
          <ac:spMkLst>
            <pc:docMk/>
            <pc:sldMk cId="2430164481" sldId="319"/>
            <ac:spMk id="3" creationId="{2E646940-8E91-E289-6411-2AB0E0BD6F00}"/>
          </ac:spMkLst>
        </pc:spChg>
        <pc:spChg chg="add mod">
          <ac:chgData name="Sohag Kabir" userId="e9b0da40-aef8-480a-bb63-d1daacecf555" providerId="ADAL" clId="{B93E19F7-CF17-4898-9657-10FD6636A87B}" dt="2024-10-05T16:18:22.084" v="3017" actId="113"/>
          <ac:spMkLst>
            <pc:docMk/>
            <pc:sldMk cId="2430164481" sldId="319"/>
            <ac:spMk id="4" creationId="{8B0E281B-5484-F2B1-B4DC-0AD7FF8E271C}"/>
          </ac:spMkLst>
        </pc:spChg>
        <pc:spChg chg="add mod">
          <ac:chgData name="Sohag Kabir" userId="e9b0da40-aef8-480a-bb63-d1daacecf555" providerId="ADAL" clId="{B93E19F7-CF17-4898-9657-10FD6636A87B}" dt="2024-10-05T16:18:47.753" v="3020" actId="2711"/>
          <ac:spMkLst>
            <pc:docMk/>
            <pc:sldMk cId="2430164481" sldId="319"/>
            <ac:spMk id="5" creationId="{F3699E71-0DF6-B597-50AF-32F6C8068B76}"/>
          </ac:spMkLst>
        </pc:spChg>
        <pc:spChg chg="add mod">
          <ac:chgData name="Sohag Kabir" userId="e9b0da40-aef8-480a-bb63-d1daacecf555" providerId="ADAL" clId="{B93E19F7-CF17-4898-9657-10FD6636A87B}" dt="2024-10-05T16:18:39.087" v="3019" actId="2711"/>
          <ac:spMkLst>
            <pc:docMk/>
            <pc:sldMk cId="2430164481" sldId="319"/>
            <ac:spMk id="8" creationId="{AB6C0F93-687B-1B4E-939D-99FC6BB9941A}"/>
          </ac:spMkLst>
        </pc:spChg>
        <pc:spChg chg="add mod">
          <ac:chgData name="Sohag Kabir" userId="e9b0da40-aef8-480a-bb63-d1daacecf555" providerId="ADAL" clId="{B93E19F7-CF17-4898-9657-10FD6636A87B}" dt="2024-10-05T17:05:04.625" v="3235" actId="1076"/>
          <ac:spMkLst>
            <pc:docMk/>
            <pc:sldMk cId="2430164481" sldId="319"/>
            <ac:spMk id="9" creationId="{824DC434-999D-92C1-E690-1EE740446A41}"/>
          </ac:spMkLst>
        </pc:spChg>
        <pc:spChg chg="del">
          <ac:chgData name="Sohag Kabir" userId="e9b0da40-aef8-480a-bb63-d1daacecf555" providerId="ADAL" clId="{B93E19F7-CF17-4898-9657-10FD6636A87B}" dt="2024-10-05T16:16:42.937" v="3005" actId="478"/>
          <ac:spMkLst>
            <pc:docMk/>
            <pc:sldMk cId="2430164481" sldId="319"/>
            <ac:spMk id="10" creationId="{0429D3D5-D9A3-818D-B93F-21A0D862B685}"/>
          </ac:spMkLst>
        </pc:spChg>
        <pc:spChg chg="del">
          <ac:chgData name="Sohag Kabir" userId="e9b0da40-aef8-480a-bb63-d1daacecf555" providerId="ADAL" clId="{B93E19F7-CF17-4898-9657-10FD6636A87B}" dt="2024-10-05T16:16:42.937" v="3005" actId="478"/>
          <ac:spMkLst>
            <pc:docMk/>
            <pc:sldMk cId="2430164481" sldId="319"/>
            <ac:spMk id="11" creationId="{6103E712-A448-54AC-CAC9-88744E4CA541}"/>
          </ac:spMkLst>
        </pc:spChg>
        <pc:spChg chg="del">
          <ac:chgData name="Sohag Kabir" userId="e9b0da40-aef8-480a-bb63-d1daacecf555" providerId="ADAL" clId="{B93E19F7-CF17-4898-9657-10FD6636A87B}" dt="2024-10-05T16:16:42.937" v="3005" actId="478"/>
          <ac:spMkLst>
            <pc:docMk/>
            <pc:sldMk cId="2430164481" sldId="319"/>
            <ac:spMk id="12" creationId="{36638D1E-B0FF-D190-AB31-FCAD697FD0F6}"/>
          </ac:spMkLst>
        </pc:spChg>
        <pc:spChg chg="del">
          <ac:chgData name="Sohag Kabir" userId="e9b0da40-aef8-480a-bb63-d1daacecf555" providerId="ADAL" clId="{B93E19F7-CF17-4898-9657-10FD6636A87B}" dt="2024-10-05T16:16:42.937" v="3005" actId="478"/>
          <ac:spMkLst>
            <pc:docMk/>
            <pc:sldMk cId="2430164481" sldId="319"/>
            <ac:spMk id="13" creationId="{35E9A9CD-EF94-D4ED-0921-6F9B1F3C639B}"/>
          </ac:spMkLst>
        </pc:spChg>
        <pc:spChg chg="add del mod">
          <ac:chgData name="Sohag Kabir" userId="e9b0da40-aef8-480a-bb63-d1daacecf555" providerId="ADAL" clId="{B93E19F7-CF17-4898-9657-10FD6636A87B}" dt="2024-10-05T17:04:48.644" v="3232" actId="478"/>
          <ac:spMkLst>
            <pc:docMk/>
            <pc:sldMk cId="2430164481" sldId="319"/>
            <ac:spMk id="14" creationId="{22C02A7D-D6D4-6E51-B7C3-B0080AB1D9AF}"/>
          </ac:spMkLst>
        </pc:spChg>
        <pc:spChg chg="add mod">
          <ac:chgData name="Sohag Kabir" userId="e9b0da40-aef8-480a-bb63-d1daacecf555" providerId="ADAL" clId="{B93E19F7-CF17-4898-9657-10FD6636A87B}" dt="2024-10-05T17:04:50.249" v="3233"/>
          <ac:spMkLst>
            <pc:docMk/>
            <pc:sldMk cId="2430164481" sldId="319"/>
            <ac:spMk id="15" creationId="{28BD77BA-9D2A-8B60-549B-1830762F98C7}"/>
          </ac:spMkLst>
        </pc:spChg>
        <pc:spChg chg="add mod">
          <ac:chgData name="Sohag Kabir" userId="e9b0da40-aef8-480a-bb63-d1daacecf555" providerId="ADAL" clId="{B93E19F7-CF17-4898-9657-10FD6636A87B}" dt="2024-10-05T17:04:59.182" v="3234"/>
          <ac:spMkLst>
            <pc:docMk/>
            <pc:sldMk cId="2430164481" sldId="319"/>
            <ac:spMk id="16" creationId="{4CFA05D3-D385-9A82-EF70-DEDAC7F49EA1}"/>
          </ac:spMkLst>
        </pc:spChg>
      </pc:sldChg>
      <pc:sldChg chg="addSp delSp modSp add mod delAnim modAnim">
        <pc:chgData name="Sohag Kabir" userId="e9b0da40-aef8-480a-bb63-d1daacecf555" providerId="ADAL" clId="{B93E19F7-CF17-4898-9657-10FD6636A87B}" dt="2024-10-05T17:04:32.992" v="3230" actId="1076"/>
        <pc:sldMkLst>
          <pc:docMk/>
          <pc:sldMk cId="1104326229" sldId="320"/>
        </pc:sldMkLst>
        <pc:spChg chg="mod">
          <ac:chgData name="Sohag Kabir" userId="e9b0da40-aef8-480a-bb63-d1daacecf555" providerId="ADAL" clId="{B93E19F7-CF17-4898-9657-10FD6636A87B}" dt="2024-10-05T17:04:23.072" v="3226" actId="1076"/>
          <ac:spMkLst>
            <pc:docMk/>
            <pc:sldMk cId="1104326229" sldId="320"/>
            <ac:spMk id="2" creationId="{DE13D453-4D7B-47BF-AED4-27D56C3644AA}"/>
          </ac:spMkLst>
        </pc:spChg>
        <pc:spChg chg="add mod">
          <ac:chgData name="Sohag Kabir" userId="e9b0da40-aef8-480a-bb63-d1daacecf555" providerId="ADAL" clId="{B93E19F7-CF17-4898-9657-10FD6636A87B}" dt="2024-10-05T17:04:32.992" v="3230" actId="1076"/>
          <ac:spMkLst>
            <pc:docMk/>
            <pc:sldMk cId="1104326229" sldId="320"/>
            <ac:spMk id="3" creationId="{B87B28DA-EDB4-E5DD-0006-1D2602CF1383}"/>
          </ac:spMkLst>
        </pc:spChg>
        <pc:spChg chg="del">
          <ac:chgData name="Sohag Kabir" userId="e9b0da40-aef8-480a-bb63-d1daacecf555" providerId="ADAL" clId="{B93E19F7-CF17-4898-9657-10FD6636A87B}" dt="2024-10-05T16:21:22.648" v="3022" actId="478"/>
          <ac:spMkLst>
            <pc:docMk/>
            <pc:sldMk cId="1104326229" sldId="320"/>
            <ac:spMk id="4" creationId="{8B0E281B-5484-F2B1-B4DC-0AD7FF8E271C}"/>
          </ac:spMkLst>
        </pc:spChg>
        <pc:spChg chg="del">
          <ac:chgData name="Sohag Kabir" userId="e9b0da40-aef8-480a-bb63-d1daacecf555" providerId="ADAL" clId="{B93E19F7-CF17-4898-9657-10FD6636A87B}" dt="2024-10-05T16:21:30.157" v="3025" actId="478"/>
          <ac:spMkLst>
            <pc:docMk/>
            <pc:sldMk cId="1104326229" sldId="320"/>
            <ac:spMk id="5" creationId="{F3699E71-0DF6-B597-50AF-32F6C8068B76}"/>
          </ac:spMkLst>
        </pc:spChg>
        <pc:spChg chg="del">
          <ac:chgData name="Sohag Kabir" userId="e9b0da40-aef8-480a-bb63-d1daacecf555" providerId="ADAL" clId="{B93E19F7-CF17-4898-9657-10FD6636A87B}" dt="2024-10-05T16:21:26.790" v="3024" actId="478"/>
          <ac:spMkLst>
            <pc:docMk/>
            <pc:sldMk cId="1104326229" sldId="320"/>
            <ac:spMk id="8" creationId="{AB6C0F93-687B-1B4E-939D-99FC6BB9941A}"/>
          </ac:spMkLst>
        </pc:spChg>
        <pc:spChg chg="del">
          <ac:chgData name="Sohag Kabir" userId="e9b0da40-aef8-480a-bb63-d1daacecf555" providerId="ADAL" clId="{B93E19F7-CF17-4898-9657-10FD6636A87B}" dt="2024-10-05T16:21:24.285" v="3023" actId="478"/>
          <ac:spMkLst>
            <pc:docMk/>
            <pc:sldMk cId="1104326229" sldId="320"/>
            <ac:spMk id="9" creationId="{824DC434-999D-92C1-E690-1EE740446A41}"/>
          </ac:spMkLst>
        </pc:spChg>
        <pc:spChg chg="add mod">
          <ac:chgData name="Sohag Kabir" userId="e9b0da40-aef8-480a-bb63-d1daacecf555" providerId="ADAL" clId="{B93E19F7-CF17-4898-9657-10FD6636A87B}" dt="2024-10-05T17:04:30.328" v="3229" actId="1076"/>
          <ac:spMkLst>
            <pc:docMk/>
            <pc:sldMk cId="1104326229" sldId="320"/>
            <ac:spMk id="10" creationId="{4B40CAE1-3F2E-6AB5-4585-569DB760C13E}"/>
          </ac:spMkLst>
        </pc:spChg>
        <pc:spChg chg="add mod">
          <ac:chgData name="Sohag Kabir" userId="e9b0da40-aef8-480a-bb63-d1daacecf555" providerId="ADAL" clId="{B93E19F7-CF17-4898-9657-10FD6636A87B}" dt="2024-10-05T17:04:28.392" v="3228" actId="1076"/>
          <ac:spMkLst>
            <pc:docMk/>
            <pc:sldMk cId="1104326229" sldId="320"/>
            <ac:spMk id="11" creationId="{576FE5C2-F1AD-860F-56A1-069F3427ED16}"/>
          </ac:spMkLst>
        </pc:spChg>
        <pc:spChg chg="add mod">
          <ac:chgData name="Sohag Kabir" userId="e9b0da40-aef8-480a-bb63-d1daacecf555" providerId="ADAL" clId="{B93E19F7-CF17-4898-9657-10FD6636A87B}" dt="2024-10-05T17:04:05.828" v="3222"/>
          <ac:spMkLst>
            <pc:docMk/>
            <pc:sldMk cId="1104326229" sldId="320"/>
            <ac:spMk id="12" creationId="{E3D2B5C3-728C-9804-6298-00C2294EC97A}"/>
          </ac:spMkLst>
        </pc:spChg>
      </pc:sldChg>
      <pc:sldChg chg="addSp delSp modSp add mod delAnim modAnim">
        <pc:chgData name="Sohag Kabir" userId="e9b0da40-aef8-480a-bb63-d1daacecf555" providerId="ADAL" clId="{B93E19F7-CF17-4898-9657-10FD6636A87B}" dt="2024-10-05T17:03:36.306" v="3217" actId="478"/>
        <pc:sldMkLst>
          <pc:docMk/>
          <pc:sldMk cId="3732061710" sldId="321"/>
        </pc:sldMkLst>
        <pc:spChg chg="del mod">
          <ac:chgData name="Sohag Kabir" userId="e9b0da40-aef8-480a-bb63-d1daacecf555" providerId="ADAL" clId="{B93E19F7-CF17-4898-9657-10FD6636A87B}" dt="2024-10-05T17:03:34.580" v="3216" actId="478"/>
          <ac:spMkLst>
            <pc:docMk/>
            <pc:sldMk cId="3732061710" sldId="321"/>
            <ac:spMk id="2" creationId="{DE13D453-4D7B-47BF-AED4-27D56C3644AA}"/>
          </ac:spMkLst>
        </pc:spChg>
        <pc:spChg chg="del mod">
          <ac:chgData name="Sohag Kabir" userId="e9b0da40-aef8-480a-bb63-d1daacecf555" providerId="ADAL" clId="{B93E19F7-CF17-4898-9657-10FD6636A87B}" dt="2024-10-05T16:29:52.214" v="3063" actId="478"/>
          <ac:spMkLst>
            <pc:docMk/>
            <pc:sldMk cId="3732061710" sldId="321"/>
            <ac:spMk id="3" creationId="{B87B28DA-EDB4-E5DD-0006-1D2602CF1383}"/>
          </ac:spMkLst>
        </pc:spChg>
        <pc:spChg chg="add mod">
          <ac:chgData name="Sohag Kabir" userId="e9b0da40-aef8-480a-bb63-d1daacecf555" providerId="ADAL" clId="{B93E19F7-CF17-4898-9657-10FD6636A87B}" dt="2024-10-05T16:30:08.181" v="3064"/>
          <ac:spMkLst>
            <pc:docMk/>
            <pc:sldMk cId="3732061710" sldId="321"/>
            <ac:spMk id="5" creationId="{D7FAA704-9AE9-4A7A-998B-10A6ECE5217F}"/>
          </ac:spMkLst>
        </pc:spChg>
        <pc:spChg chg="add mod">
          <ac:chgData name="Sohag Kabir" userId="e9b0da40-aef8-480a-bb63-d1daacecf555" providerId="ADAL" clId="{B93E19F7-CF17-4898-9657-10FD6636A87B}" dt="2024-10-05T16:30:08.181" v="3064"/>
          <ac:spMkLst>
            <pc:docMk/>
            <pc:sldMk cId="3732061710" sldId="321"/>
            <ac:spMk id="8" creationId="{099C9850-D96F-112A-BB7F-4FE1B24E6395}"/>
          </ac:spMkLst>
        </pc:spChg>
        <pc:spChg chg="add mod">
          <ac:chgData name="Sohag Kabir" userId="e9b0da40-aef8-480a-bb63-d1daacecf555" providerId="ADAL" clId="{B93E19F7-CF17-4898-9657-10FD6636A87B}" dt="2024-10-05T17:03:28.971" v="3214"/>
          <ac:spMkLst>
            <pc:docMk/>
            <pc:sldMk cId="3732061710" sldId="321"/>
            <ac:spMk id="9" creationId="{49ECE5C9-1635-C03A-E38F-39D8026FE5AE}"/>
          </ac:spMkLst>
        </pc:spChg>
        <pc:spChg chg="mod">
          <ac:chgData name="Sohag Kabir" userId="e9b0da40-aef8-480a-bb63-d1daacecf555" providerId="ADAL" clId="{B93E19F7-CF17-4898-9657-10FD6636A87B}" dt="2024-10-05T16:29:41.168" v="3061" actId="113"/>
          <ac:spMkLst>
            <pc:docMk/>
            <pc:sldMk cId="3732061710" sldId="321"/>
            <ac:spMk id="10" creationId="{4B40CAE1-3F2E-6AB5-4585-569DB760C13E}"/>
          </ac:spMkLst>
        </pc:spChg>
        <pc:spChg chg="mod">
          <ac:chgData name="Sohag Kabir" userId="e9b0da40-aef8-480a-bb63-d1daacecf555" providerId="ADAL" clId="{B93E19F7-CF17-4898-9657-10FD6636A87B}" dt="2024-10-05T16:40:51.545" v="3071" actId="207"/>
          <ac:spMkLst>
            <pc:docMk/>
            <pc:sldMk cId="3732061710" sldId="321"/>
            <ac:spMk id="11" creationId="{576FE5C2-F1AD-860F-56A1-069F3427ED16}"/>
          </ac:spMkLst>
        </pc:spChg>
        <pc:spChg chg="add del mod">
          <ac:chgData name="Sohag Kabir" userId="e9b0da40-aef8-480a-bb63-d1daacecf555" providerId="ADAL" clId="{B93E19F7-CF17-4898-9657-10FD6636A87B}" dt="2024-10-05T17:03:36.306" v="3217" actId="478"/>
          <ac:spMkLst>
            <pc:docMk/>
            <pc:sldMk cId="3732061710" sldId="321"/>
            <ac:spMk id="12" creationId="{18185E06-9C16-6B2E-48C0-3BE4F4785A6D}"/>
          </ac:spMkLst>
        </pc:spChg>
        <pc:graphicFrameChg chg="add mod">
          <ac:chgData name="Sohag Kabir" userId="e9b0da40-aef8-480a-bb63-d1daacecf555" providerId="ADAL" clId="{B93E19F7-CF17-4898-9657-10FD6636A87B}" dt="2024-10-05T16:30:08.181" v="3064"/>
          <ac:graphicFrameMkLst>
            <pc:docMk/>
            <pc:sldMk cId="3732061710" sldId="321"/>
            <ac:graphicFrameMk id="4" creationId="{061A5A06-4460-3A4F-0AA7-AB06974AF33A}"/>
          </ac:graphicFrameMkLst>
        </pc:graphicFrameChg>
      </pc:sldChg>
      <pc:sldChg chg="addSp delSp modSp add mod delAnim modAnim">
        <pc:chgData name="Sohag Kabir" userId="e9b0da40-aef8-480a-bb63-d1daacecf555" providerId="ADAL" clId="{B93E19F7-CF17-4898-9657-10FD6636A87B}" dt="2024-10-05T17:03:18.565" v="3213" actId="1076"/>
        <pc:sldMkLst>
          <pc:docMk/>
          <pc:sldMk cId="4110926446" sldId="322"/>
        </pc:sldMkLst>
        <pc:spChg chg="del">
          <ac:chgData name="Sohag Kabir" userId="e9b0da40-aef8-480a-bb63-d1daacecf555" providerId="ADAL" clId="{B93E19F7-CF17-4898-9657-10FD6636A87B}" dt="2024-10-05T17:03:08.514" v="3210" actId="478"/>
          <ac:spMkLst>
            <pc:docMk/>
            <pc:sldMk cId="4110926446" sldId="322"/>
            <ac:spMk id="2" creationId="{DE13D453-4D7B-47BF-AED4-27D56C3644AA}"/>
          </ac:spMkLst>
        </pc:spChg>
        <pc:spChg chg="del">
          <ac:chgData name="Sohag Kabir" userId="e9b0da40-aef8-480a-bb63-d1daacecf555" providerId="ADAL" clId="{B93E19F7-CF17-4898-9657-10FD6636A87B}" dt="2024-10-05T16:41:42.514" v="3076" actId="478"/>
          <ac:spMkLst>
            <pc:docMk/>
            <pc:sldMk cId="4110926446" sldId="322"/>
            <ac:spMk id="5" creationId="{D7FAA704-9AE9-4A7A-998B-10A6ECE5217F}"/>
          </ac:spMkLst>
        </pc:spChg>
        <pc:spChg chg="del">
          <ac:chgData name="Sohag Kabir" userId="e9b0da40-aef8-480a-bb63-d1daacecf555" providerId="ADAL" clId="{B93E19F7-CF17-4898-9657-10FD6636A87B}" dt="2024-10-05T16:41:42.514" v="3076" actId="478"/>
          <ac:spMkLst>
            <pc:docMk/>
            <pc:sldMk cId="4110926446" sldId="322"/>
            <ac:spMk id="8" creationId="{099C9850-D96F-112A-BB7F-4FE1B24E6395}"/>
          </ac:spMkLst>
        </pc:spChg>
        <pc:spChg chg="add mod">
          <ac:chgData name="Sohag Kabir" userId="e9b0da40-aef8-480a-bb63-d1daacecf555" providerId="ADAL" clId="{B93E19F7-CF17-4898-9657-10FD6636A87B}" dt="2024-10-05T16:42:01.177" v="3078" actId="1076"/>
          <ac:spMkLst>
            <pc:docMk/>
            <pc:sldMk cId="4110926446" sldId="322"/>
            <ac:spMk id="9" creationId="{40492858-A6B1-7E06-1EF5-4C368BFA2987}"/>
          </ac:spMkLst>
        </pc:spChg>
        <pc:spChg chg="mod">
          <ac:chgData name="Sohag Kabir" userId="e9b0da40-aef8-480a-bb63-d1daacecf555" providerId="ADAL" clId="{B93E19F7-CF17-4898-9657-10FD6636A87B}" dt="2024-10-05T16:40:08.879" v="3069" actId="113"/>
          <ac:spMkLst>
            <pc:docMk/>
            <pc:sldMk cId="4110926446" sldId="322"/>
            <ac:spMk id="10" creationId="{4B40CAE1-3F2E-6AB5-4585-569DB760C13E}"/>
          </ac:spMkLst>
        </pc:spChg>
        <pc:spChg chg="mod">
          <ac:chgData name="Sohag Kabir" userId="e9b0da40-aef8-480a-bb63-d1daacecf555" providerId="ADAL" clId="{B93E19F7-CF17-4898-9657-10FD6636A87B}" dt="2024-10-05T16:41:37.826" v="3075" actId="207"/>
          <ac:spMkLst>
            <pc:docMk/>
            <pc:sldMk cId="4110926446" sldId="322"/>
            <ac:spMk id="11" creationId="{576FE5C2-F1AD-860F-56A1-069F3427ED16}"/>
          </ac:spMkLst>
        </pc:spChg>
        <pc:spChg chg="add mod">
          <ac:chgData name="Sohag Kabir" userId="e9b0da40-aef8-480a-bb63-d1daacecf555" providerId="ADAL" clId="{B93E19F7-CF17-4898-9657-10FD6636A87B}" dt="2024-10-05T16:42:01.177" v="3078" actId="1076"/>
          <ac:spMkLst>
            <pc:docMk/>
            <pc:sldMk cId="4110926446" sldId="322"/>
            <ac:spMk id="12" creationId="{AA30936E-25A0-5268-B383-D7C7E1F3D62E}"/>
          </ac:spMkLst>
        </pc:spChg>
        <pc:spChg chg="add mod">
          <ac:chgData name="Sohag Kabir" userId="e9b0da40-aef8-480a-bb63-d1daacecf555" providerId="ADAL" clId="{B93E19F7-CF17-4898-9657-10FD6636A87B}" dt="2024-10-05T17:03:18.565" v="3213" actId="1076"/>
          <ac:spMkLst>
            <pc:docMk/>
            <pc:sldMk cId="4110926446" sldId="322"/>
            <ac:spMk id="14" creationId="{5723A14A-6F0D-8BF7-E38E-3463AF855B12}"/>
          </ac:spMkLst>
        </pc:spChg>
        <pc:spChg chg="add del mod">
          <ac:chgData name="Sohag Kabir" userId="e9b0da40-aef8-480a-bb63-d1daacecf555" providerId="ADAL" clId="{B93E19F7-CF17-4898-9657-10FD6636A87B}" dt="2024-10-05T17:03:15.614" v="3212" actId="478"/>
          <ac:spMkLst>
            <pc:docMk/>
            <pc:sldMk cId="4110926446" sldId="322"/>
            <ac:spMk id="15" creationId="{21E5315C-80BF-AE49-4A2A-B91CC4A57E91}"/>
          </ac:spMkLst>
        </pc:spChg>
        <pc:graphicFrameChg chg="add mod">
          <ac:chgData name="Sohag Kabir" userId="e9b0da40-aef8-480a-bb63-d1daacecf555" providerId="ADAL" clId="{B93E19F7-CF17-4898-9657-10FD6636A87B}" dt="2024-10-05T16:42:01.177" v="3078" actId="1076"/>
          <ac:graphicFrameMkLst>
            <pc:docMk/>
            <pc:sldMk cId="4110926446" sldId="322"/>
            <ac:graphicFrameMk id="3" creationId="{2B64EBE4-5D83-A79F-07D5-7B15AA7D0455}"/>
          </ac:graphicFrameMkLst>
        </pc:graphicFrameChg>
        <pc:graphicFrameChg chg="del">
          <ac:chgData name="Sohag Kabir" userId="e9b0da40-aef8-480a-bb63-d1daacecf555" providerId="ADAL" clId="{B93E19F7-CF17-4898-9657-10FD6636A87B}" dt="2024-10-05T16:41:42.514" v="3076" actId="478"/>
          <ac:graphicFrameMkLst>
            <pc:docMk/>
            <pc:sldMk cId="4110926446" sldId="322"/>
            <ac:graphicFrameMk id="4" creationId="{061A5A06-4460-3A4F-0AA7-AB06974AF33A}"/>
          </ac:graphicFrameMkLst>
        </pc:graphicFrameChg>
        <pc:graphicFrameChg chg="add mod">
          <ac:chgData name="Sohag Kabir" userId="e9b0da40-aef8-480a-bb63-d1daacecf555" providerId="ADAL" clId="{B93E19F7-CF17-4898-9657-10FD6636A87B}" dt="2024-10-05T16:42:01.177" v="3078" actId="1076"/>
          <ac:graphicFrameMkLst>
            <pc:docMk/>
            <pc:sldMk cId="4110926446" sldId="322"/>
            <ac:graphicFrameMk id="13" creationId="{5708C091-ABA6-8745-D960-C1E9668F8D6F}"/>
          </ac:graphicFrameMkLst>
        </pc:graphicFrameChg>
      </pc:sldChg>
      <pc:sldChg chg="addSp delSp modSp add mod delAnim modAnim">
        <pc:chgData name="Sohag Kabir" userId="e9b0da40-aef8-480a-bb63-d1daacecf555" providerId="ADAL" clId="{B93E19F7-CF17-4898-9657-10FD6636A87B}" dt="2024-10-05T17:02:49.710" v="3207" actId="478"/>
        <pc:sldMkLst>
          <pc:docMk/>
          <pc:sldMk cId="1701472916" sldId="323"/>
        </pc:sldMkLst>
        <pc:spChg chg="del mod">
          <ac:chgData name="Sohag Kabir" userId="e9b0da40-aef8-480a-bb63-d1daacecf555" providerId="ADAL" clId="{B93E19F7-CF17-4898-9657-10FD6636A87B}" dt="2024-10-05T17:02:47.783" v="3206" actId="478"/>
          <ac:spMkLst>
            <pc:docMk/>
            <pc:sldMk cId="1701472916" sldId="323"/>
            <ac:spMk id="2" creationId="{DE13D453-4D7B-47BF-AED4-27D56C3644AA}"/>
          </ac:spMkLst>
        </pc:spChg>
        <pc:spChg chg="add mod">
          <ac:chgData name="Sohag Kabir" userId="e9b0da40-aef8-480a-bb63-d1daacecf555" providerId="ADAL" clId="{B93E19F7-CF17-4898-9657-10FD6636A87B}" dt="2024-10-05T16:44:39.098" v="3088"/>
          <ac:spMkLst>
            <pc:docMk/>
            <pc:sldMk cId="1701472916" sldId="323"/>
            <ac:spMk id="4" creationId="{CA6E6E9B-DB6F-CB67-67C1-7C0A8AB512A8}"/>
          </ac:spMkLst>
        </pc:spChg>
        <pc:spChg chg="add mod">
          <ac:chgData name="Sohag Kabir" userId="e9b0da40-aef8-480a-bb63-d1daacecf555" providerId="ADAL" clId="{B93E19F7-CF17-4898-9657-10FD6636A87B}" dt="2024-10-05T16:44:39.098" v="3088"/>
          <ac:spMkLst>
            <pc:docMk/>
            <pc:sldMk cId="1701472916" sldId="323"/>
            <ac:spMk id="8" creationId="{6F6FECEE-603A-2ECF-A1F1-EF06A61CE69A}"/>
          </ac:spMkLst>
        </pc:spChg>
        <pc:spChg chg="del">
          <ac:chgData name="Sohag Kabir" userId="e9b0da40-aef8-480a-bb63-d1daacecf555" providerId="ADAL" clId="{B93E19F7-CF17-4898-9657-10FD6636A87B}" dt="2024-10-05T16:44:24.004" v="3087" actId="478"/>
          <ac:spMkLst>
            <pc:docMk/>
            <pc:sldMk cId="1701472916" sldId="323"/>
            <ac:spMk id="9" creationId="{40492858-A6B1-7E06-1EF5-4C368BFA2987}"/>
          </ac:spMkLst>
        </pc:spChg>
        <pc:spChg chg="mod">
          <ac:chgData name="Sohag Kabir" userId="e9b0da40-aef8-480a-bb63-d1daacecf555" providerId="ADAL" clId="{B93E19F7-CF17-4898-9657-10FD6636A87B}" dt="2024-10-05T16:44:12.261" v="3086" actId="207"/>
          <ac:spMkLst>
            <pc:docMk/>
            <pc:sldMk cId="1701472916" sldId="323"/>
            <ac:spMk id="10" creationId="{4B40CAE1-3F2E-6AB5-4585-569DB760C13E}"/>
          </ac:spMkLst>
        </pc:spChg>
        <pc:spChg chg="mod">
          <ac:chgData name="Sohag Kabir" userId="e9b0da40-aef8-480a-bb63-d1daacecf555" providerId="ADAL" clId="{B93E19F7-CF17-4898-9657-10FD6636A87B}" dt="2024-10-05T16:43:51.867" v="3082" actId="207"/>
          <ac:spMkLst>
            <pc:docMk/>
            <pc:sldMk cId="1701472916" sldId="323"/>
            <ac:spMk id="11" creationId="{576FE5C2-F1AD-860F-56A1-069F3427ED16}"/>
          </ac:spMkLst>
        </pc:spChg>
        <pc:spChg chg="del">
          <ac:chgData name="Sohag Kabir" userId="e9b0da40-aef8-480a-bb63-d1daacecf555" providerId="ADAL" clId="{B93E19F7-CF17-4898-9657-10FD6636A87B}" dt="2024-10-05T16:44:24.004" v="3087" actId="478"/>
          <ac:spMkLst>
            <pc:docMk/>
            <pc:sldMk cId="1701472916" sldId="323"/>
            <ac:spMk id="12" creationId="{AA30936E-25A0-5268-B383-D7C7E1F3D62E}"/>
          </ac:spMkLst>
        </pc:spChg>
        <pc:spChg chg="add mod">
          <ac:chgData name="Sohag Kabir" userId="e9b0da40-aef8-480a-bb63-d1daacecf555" providerId="ADAL" clId="{B93E19F7-CF17-4898-9657-10FD6636A87B}" dt="2024-10-05T17:02:44.674" v="3205" actId="1076"/>
          <ac:spMkLst>
            <pc:docMk/>
            <pc:sldMk cId="1701472916" sldId="323"/>
            <ac:spMk id="15" creationId="{8E18BE2F-D5C9-3D15-9F73-5E8E37344BC0}"/>
          </ac:spMkLst>
        </pc:spChg>
        <pc:spChg chg="add del mod">
          <ac:chgData name="Sohag Kabir" userId="e9b0da40-aef8-480a-bb63-d1daacecf555" providerId="ADAL" clId="{B93E19F7-CF17-4898-9657-10FD6636A87B}" dt="2024-10-05T17:02:49.710" v="3207" actId="478"/>
          <ac:spMkLst>
            <pc:docMk/>
            <pc:sldMk cId="1701472916" sldId="323"/>
            <ac:spMk id="16" creationId="{7DC2835B-4734-BF0D-EE17-9E1EBC2AD353}"/>
          </ac:spMkLst>
        </pc:spChg>
        <pc:graphicFrameChg chg="del">
          <ac:chgData name="Sohag Kabir" userId="e9b0da40-aef8-480a-bb63-d1daacecf555" providerId="ADAL" clId="{B93E19F7-CF17-4898-9657-10FD6636A87B}" dt="2024-10-05T16:44:24.004" v="3087" actId="478"/>
          <ac:graphicFrameMkLst>
            <pc:docMk/>
            <pc:sldMk cId="1701472916" sldId="323"/>
            <ac:graphicFrameMk id="3" creationId="{2B64EBE4-5D83-A79F-07D5-7B15AA7D0455}"/>
          </ac:graphicFrameMkLst>
        </pc:graphicFrameChg>
        <pc:graphicFrameChg chg="add mod">
          <ac:chgData name="Sohag Kabir" userId="e9b0da40-aef8-480a-bb63-d1daacecf555" providerId="ADAL" clId="{B93E19F7-CF17-4898-9657-10FD6636A87B}" dt="2024-10-05T16:44:39.098" v="3088"/>
          <ac:graphicFrameMkLst>
            <pc:docMk/>
            <pc:sldMk cId="1701472916" sldId="323"/>
            <ac:graphicFrameMk id="5" creationId="{30949C66-603C-628C-C329-33F5B42F60CA}"/>
          </ac:graphicFrameMkLst>
        </pc:graphicFrameChg>
        <pc:graphicFrameChg chg="del">
          <ac:chgData name="Sohag Kabir" userId="e9b0da40-aef8-480a-bb63-d1daacecf555" providerId="ADAL" clId="{B93E19F7-CF17-4898-9657-10FD6636A87B}" dt="2024-10-05T16:44:24.004" v="3087" actId="478"/>
          <ac:graphicFrameMkLst>
            <pc:docMk/>
            <pc:sldMk cId="1701472916" sldId="323"/>
            <ac:graphicFrameMk id="13" creationId="{5708C091-ABA6-8745-D960-C1E9668F8D6F}"/>
          </ac:graphicFrameMkLst>
        </pc:graphicFrameChg>
        <pc:graphicFrameChg chg="add mod">
          <ac:chgData name="Sohag Kabir" userId="e9b0da40-aef8-480a-bb63-d1daacecf555" providerId="ADAL" clId="{B93E19F7-CF17-4898-9657-10FD6636A87B}" dt="2024-10-05T16:44:39.098" v="3088"/>
          <ac:graphicFrameMkLst>
            <pc:docMk/>
            <pc:sldMk cId="1701472916" sldId="323"/>
            <ac:graphicFrameMk id="14" creationId="{78CF29FF-CF86-38C5-8F88-881DD08629E0}"/>
          </ac:graphicFrameMkLst>
        </pc:graphicFrameChg>
      </pc:sldChg>
      <pc:sldChg chg="addSp delSp modSp add mod delAnim modAnim">
        <pc:chgData name="Sohag Kabir" userId="e9b0da40-aef8-480a-bb63-d1daacecf555" providerId="ADAL" clId="{B93E19F7-CF17-4898-9657-10FD6636A87B}" dt="2024-10-05T17:02:19.974" v="3201" actId="113"/>
        <pc:sldMkLst>
          <pc:docMk/>
          <pc:sldMk cId="3154535261" sldId="324"/>
        </pc:sldMkLst>
        <pc:spChg chg="del mod">
          <ac:chgData name="Sohag Kabir" userId="e9b0da40-aef8-480a-bb63-d1daacecf555" providerId="ADAL" clId="{B93E19F7-CF17-4898-9657-10FD6636A87B}" dt="2024-10-05T17:02:06.647" v="3199" actId="478"/>
          <ac:spMkLst>
            <pc:docMk/>
            <pc:sldMk cId="3154535261" sldId="324"/>
            <ac:spMk id="2" creationId="{DE13D453-4D7B-47BF-AED4-27D56C3644AA}"/>
          </ac:spMkLst>
        </pc:spChg>
        <pc:spChg chg="add mod">
          <ac:chgData name="Sohag Kabir" userId="e9b0da40-aef8-480a-bb63-d1daacecf555" providerId="ADAL" clId="{B93E19F7-CF17-4898-9657-10FD6636A87B}" dt="2024-10-05T16:46:15.937" v="3109" actId="2711"/>
          <ac:spMkLst>
            <pc:docMk/>
            <pc:sldMk cId="3154535261" sldId="324"/>
            <ac:spMk id="3" creationId="{97B05D5E-AF09-9EF8-8C4B-5942E8D8A9C2}"/>
          </ac:spMkLst>
        </pc:spChg>
        <pc:spChg chg="del">
          <ac:chgData name="Sohag Kabir" userId="e9b0da40-aef8-480a-bb63-d1daacecf555" providerId="ADAL" clId="{B93E19F7-CF17-4898-9657-10FD6636A87B}" dt="2024-10-05T16:45:50.992" v="3104" actId="478"/>
          <ac:spMkLst>
            <pc:docMk/>
            <pc:sldMk cId="3154535261" sldId="324"/>
            <ac:spMk id="4" creationId="{CA6E6E9B-DB6F-CB67-67C1-7C0A8AB512A8}"/>
          </ac:spMkLst>
        </pc:spChg>
        <pc:spChg chg="del">
          <ac:chgData name="Sohag Kabir" userId="e9b0da40-aef8-480a-bb63-d1daacecf555" providerId="ADAL" clId="{B93E19F7-CF17-4898-9657-10FD6636A87B}" dt="2024-10-05T16:45:50.992" v="3104" actId="478"/>
          <ac:spMkLst>
            <pc:docMk/>
            <pc:sldMk cId="3154535261" sldId="324"/>
            <ac:spMk id="8" creationId="{6F6FECEE-603A-2ECF-A1F1-EF06A61CE69A}"/>
          </ac:spMkLst>
        </pc:spChg>
        <pc:spChg chg="add mod">
          <ac:chgData name="Sohag Kabir" userId="e9b0da40-aef8-480a-bb63-d1daacecf555" providerId="ADAL" clId="{B93E19F7-CF17-4898-9657-10FD6636A87B}" dt="2024-10-05T16:46:40.451" v="3115" actId="2711"/>
          <ac:spMkLst>
            <pc:docMk/>
            <pc:sldMk cId="3154535261" sldId="324"/>
            <ac:spMk id="9" creationId="{02832820-69D1-A2D1-28E9-C756101A04D4}"/>
          </ac:spMkLst>
        </pc:spChg>
        <pc:spChg chg="mod">
          <ac:chgData name="Sohag Kabir" userId="e9b0da40-aef8-480a-bb63-d1daacecf555" providerId="ADAL" clId="{B93E19F7-CF17-4898-9657-10FD6636A87B}" dt="2024-10-05T17:02:19.974" v="3201" actId="113"/>
          <ac:spMkLst>
            <pc:docMk/>
            <pc:sldMk cId="3154535261" sldId="324"/>
            <ac:spMk id="10" creationId="{4B40CAE1-3F2E-6AB5-4585-569DB760C13E}"/>
          </ac:spMkLst>
        </pc:spChg>
        <pc:spChg chg="del">
          <ac:chgData name="Sohag Kabir" userId="e9b0da40-aef8-480a-bb63-d1daacecf555" providerId="ADAL" clId="{B93E19F7-CF17-4898-9657-10FD6636A87B}" dt="2024-10-05T16:45:47.864" v="3103" actId="478"/>
          <ac:spMkLst>
            <pc:docMk/>
            <pc:sldMk cId="3154535261" sldId="324"/>
            <ac:spMk id="11" creationId="{576FE5C2-F1AD-860F-56A1-069F3427ED16}"/>
          </ac:spMkLst>
        </pc:spChg>
        <pc:spChg chg="add mod">
          <ac:chgData name="Sohag Kabir" userId="e9b0da40-aef8-480a-bb63-d1daacecf555" providerId="ADAL" clId="{B93E19F7-CF17-4898-9657-10FD6636A87B}" dt="2024-10-05T16:46:32.342" v="3114" actId="113"/>
          <ac:spMkLst>
            <pc:docMk/>
            <pc:sldMk cId="3154535261" sldId="324"/>
            <ac:spMk id="12" creationId="{80053CB0-8FFF-2D55-8786-A7B6B44E26CF}"/>
          </ac:spMkLst>
        </pc:spChg>
        <pc:spChg chg="add mod">
          <ac:chgData name="Sohag Kabir" userId="e9b0da40-aef8-480a-bb63-d1daacecf555" providerId="ADAL" clId="{B93E19F7-CF17-4898-9657-10FD6636A87B}" dt="2024-10-05T16:46:45.563" v="3116" actId="2711"/>
          <ac:spMkLst>
            <pc:docMk/>
            <pc:sldMk cId="3154535261" sldId="324"/>
            <ac:spMk id="13" creationId="{A7186E1A-F5ED-B1E6-DEEB-9CE5BEA62981}"/>
          </ac:spMkLst>
        </pc:spChg>
        <pc:spChg chg="add mod">
          <ac:chgData name="Sohag Kabir" userId="e9b0da40-aef8-480a-bb63-d1daacecf555" providerId="ADAL" clId="{B93E19F7-CF17-4898-9657-10FD6636A87B}" dt="2024-10-05T17:02:04.151" v="3198" actId="1076"/>
          <ac:spMkLst>
            <pc:docMk/>
            <pc:sldMk cId="3154535261" sldId="324"/>
            <ac:spMk id="15" creationId="{20F5FDE2-87A7-DB58-3DD0-075EF2E338D0}"/>
          </ac:spMkLst>
        </pc:spChg>
        <pc:spChg chg="add del mod">
          <ac:chgData name="Sohag Kabir" userId="e9b0da40-aef8-480a-bb63-d1daacecf555" providerId="ADAL" clId="{B93E19F7-CF17-4898-9657-10FD6636A87B}" dt="2024-10-05T17:02:08.916" v="3200" actId="478"/>
          <ac:spMkLst>
            <pc:docMk/>
            <pc:sldMk cId="3154535261" sldId="324"/>
            <ac:spMk id="16" creationId="{1DF46F48-6883-C127-F813-9F0285125283}"/>
          </ac:spMkLst>
        </pc:spChg>
        <pc:graphicFrameChg chg="del">
          <ac:chgData name="Sohag Kabir" userId="e9b0da40-aef8-480a-bb63-d1daacecf555" providerId="ADAL" clId="{B93E19F7-CF17-4898-9657-10FD6636A87B}" dt="2024-10-05T16:45:50.992" v="3104" actId="478"/>
          <ac:graphicFrameMkLst>
            <pc:docMk/>
            <pc:sldMk cId="3154535261" sldId="324"/>
            <ac:graphicFrameMk id="5" creationId="{30949C66-603C-628C-C329-33F5B42F60CA}"/>
          </ac:graphicFrameMkLst>
        </pc:graphicFrameChg>
        <pc:graphicFrameChg chg="del">
          <ac:chgData name="Sohag Kabir" userId="e9b0da40-aef8-480a-bb63-d1daacecf555" providerId="ADAL" clId="{B93E19F7-CF17-4898-9657-10FD6636A87B}" dt="2024-10-05T16:45:50.992" v="3104" actId="478"/>
          <ac:graphicFrameMkLst>
            <pc:docMk/>
            <pc:sldMk cId="3154535261" sldId="324"/>
            <ac:graphicFrameMk id="14" creationId="{78CF29FF-CF86-38C5-8F88-881DD08629E0}"/>
          </ac:graphicFrameMkLst>
        </pc:graphicFrameChg>
      </pc:sldChg>
      <pc:sldChg chg="addSp delSp modSp add mod delAnim modAnim">
        <pc:chgData name="Sohag Kabir" userId="e9b0da40-aef8-480a-bb63-d1daacecf555" providerId="ADAL" clId="{B93E19F7-CF17-4898-9657-10FD6636A87B}" dt="2024-10-05T16:59:33.534" v="3194" actId="20577"/>
        <pc:sldMkLst>
          <pc:docMk/>
          <pc:sldMk cId="3053571331" sldId="325"/>
        </pc:sldMkLst>
        <pc:spChg chg="del">
          <ac:chgData name="Sohag Kabir" userId="e9b0da40-aef8-480a-bb63-d1daacecf555" providerId="ADAL" clId="{B93E19F7-CF17-4898-9657-10FD6636A87B}" dt="2024-10-05T16:59:20.382" v="3190" actId="478"/>
          <ac:spMkLst>
            <pc:docMk/>
            <pc:sldMk cId="3053571331" sldId="325"/>
            <ac:spMk id="2" creationId="{DE13D453-4D7B-47BF-AED4-27D56C3644AA}"/>
          </ac:spMkLst>
        </pc:spChg>
        <pc:spChg chg="del">
          <ac:chgData name="Sohag Kabir" userId="e9b0da40-aef8-480a-bb63-d1daacecf555" providerId="ADAL" clId="{B93E19F7-CF17-4898-9657-10FD6636A87B}" dt="2024-10-05T16:47:48.891" v="3120" actId="478"/>
          <ac:spMkLst>
            <pc:docMk/>
            <pc:sldMk cId="3053571331" sldId="325"/>
            <ac:spMk id="3" creationId="{97B05D5E-AF09-9EF8-8C4B-5942E8D8A9C2}"/>
          </ac:spMkLst>
        </pc:spChg>
        <pc:spChg chg="add mod">
          <ac:chgData name="Sohag Kabir" userId="e9b0da40-aef8-480a-bb63-d1daacecf555" providerId="ADAL" clId="{B93E19F7-CF17-4898-9657-10FD6636A87B}" dt="2024-10-05T16:49:35.721" v="3132" actId="14100"/>
          <ac:spMkLst>
            <pc:docMk/>
            <pc:sldMk cId="3053571331" sldId="325"/>
            <ac:spMk id="4" creationId="{8D92EEB7-90F5-47FC-12BB-704773C36992}"/>
          </ac:spMkLst>
        </pc:spChg>
        <pc:spChg chg="add mod">
          <ac:chgData name="Sohag Kabir" userId="e9b0da40-aef8-480a-bb63-d1daacecf555" providerId="ADAL" clId="{B93E19F7-CF17-4898-9657-10FD6636A87B}" dt="2024-10-05T16:50:02.049" v="3139" actId="113"/>
          <ac:spMkLst>
            <pc:docMk/>
            <pc:sldMk cId="3053571331" sldId="325"/>
            <ac:spMk id="5" creationId="{53821C7E-571F-400D-BE92-0414D24490C0}"/>
          </ac:spMkLst>
        </pc:spChg>
        <pc:spChg chg="add mod">
          <ac:chgData name="Sohag Kabir" userId="e9b0da40-aef8-480a-bb63-d1daacecf555" providerId="ADAL" clId="{B93E19F7-CF17-4898-9657-10FD6636A87B}" dt="2024-10-05T16:54:14.560" v="3153" actId="255"/>
          <ac:spMkLst>
            <pc:docMk/>
            <pc:sldMk cId="3053571331" sldId="325"/>
            <ac:spMk id="8" creationId="{9FA0EB76-0391-AE87-EEF9-EEA7D3184701}"/>
          </ac:spMkLst>
        </pc:spChg>
        <pc:spChg chg="del">
          <ac:chgData name="Sohag Kabir" userId="e9b0da40-aef8-480a-bb63-d1daacecf555" providerId="ADAL" clId="{B93E19F7-CF17-4898-9657-10FD6636A87B}" dt="2024-10-05T16:47:50.703" v="3121" actId="478"/>
          <ac:spMkLst>
            <pc:docMk/>
            <pc:sldMk cId="3053571331" sldId="325"/>
            <ac:spMk id="9" creationId="{02832820-69D1-A2D1-28E9-C756101A04D4}"/>
          </ac:spMkLst>
        </pc:spChg>
        <pc:spChg chg="mod">
          <ac:chgData name="Sohag Kabir" userId="e9b0da40-aef8-480a-bb63-d1daacecf555" providerId="ADAL" clId="{B93E19F7-CF17-4898-9657-10FD6636A87B}" dt="2024-10-05T16:59:33.534" v="3194" actId="20577"/>
          <ac:spMkLst>
            <pc:docMk/>
            <pc:sldMk cId="3053571331" sldId="325"/>
            <ac:spMk id="10" creationId="{4B40CAE1-3F2E-6AB5-4585-569DB760C13E}"/>
          </ac:spMkLst>
        </pc:spChg>
        <pc:spChg chg="add mod">
          <ac:chgData name="Sohag Kabir" userId="e9b0da40-aef8-480a-bb63-d1daacecf555" providerId="ADAL" clId="{B93E19F7-CF17-4898-9657-10FD6636A87B}" dt="2024-10-05T16:52:56.819" v="3142" actId="207"/>
          <ac:spMkLst>
            <pc:docMk/>
            <pc:sldMk cId="3053571331" sldId="325"/>
            <ac:spMk id="11" creationId="{FBE0F8E4-EB70-0EEE-1162-80DDC3E99884}"/>
          </ac:spMkLst>
        </pc:spChg>
        <pc:spChg chg="del">
          <ac:chgData name="Sohag Kabir" userId="e9b0da40-aef8-480a-bb63-d1daacecf555" providerId="ADAL" clId="{B93E19F7-CF17-4898-9657-10FD6636A87B}" dt="2024-10-05T16:47:46.987" v="3119" actId="478"/>
          <ac:spMkLst>
            <pc:docMk/>
            <pc:sldMk cId="3053571331" sldId="325"/>
            <ac:spMk id="12" creationId="{80053CB0-8FFF-2D55-8786-A7B6B44E26CF}"/>
          </ac:spMkLst>
        </pc:spChg>
        <pc:spChg chg="del">
          <ac:chgData name="Sohag Kabir" userId="e9b0da40-aef8-480a-bb63-d1daacecf555" providerId="ADAL" clId="{B93E19F7-CF17-4898-9657-10FD6636A87B}" dt="2024-10-05T16:47:51.667" v="3122" actId="478"/>
          <ac:spMkLst>
            <pc:docMk/>
            <pc:sldMk cId="3053571331" sldId="325"/>
            <ac:spMk id="13" creationId="{A7186E1A-F5ED-B1E6-DEEB-9CE5BEA62981}"/>
          </ac:spMkLst>
        </pc:spChg>
        <pc:spChg chg="add mod">
          <ac:chgData name="Sohag Kabir" userId="e9b0da40-aef8-480a-bb63-d1daacecf555" providerId="ADAL" clId="{B93E19F7-CF17-4898-9657-10FD6636A87B}" dt="2024-10-05T16:59:28.644" v="3192" actId="1076"/>
          <ac:spMkLst>
            <pc:docMk/>
            <pc:sldMk cId="3053571331" sldId="325"/>
            <ac:spMk id="14" creationId="{83527BF9-4E9D-39E0-B781-85440CD1D3F0}"/>
          </ac:spMkLst>
        </pc:spChg>
        <pc:spChg chg="add del mod">
          <ac:chgData name="Sohag Kabir" userId="e9b0da40-aef8-480a-bb63-d1daacecf555" providerId="ADAL" clId="{B93E19F7-CF17-4898-9657-10FD6636A87B}" dt="2024-10-05T16:59:23.959" v="3191" actId="478"/>
          <ac:spMkLst>
            <pc:docMk/>
            <pc:sldMk cId="3053571331" sldId="325"/>
            <ac:spMk id="15" creationId="{71F1E55C-2FD4-6D54-273E-BC436C57D349}"/>
          </ac:spMkLst>
        </pc:spChg>
      </pc:sldChg>
      <pc:sldChg chg="addSp delSp modSp add mod delAnim modAnim">
        <pc:chgData name="Sohag Kabir" userId="e9b0da40-aef8-480a-bb63-d1daacecf555" providerId="ADAL" clId="{B93E19F7-CF17-4898-9657-10FD6636A87B}" dt="2024-10-05T16:58:52.896" v="3187" actId="6549"/>
        <pc:sldMkLst>
          <pc:docMk/>
          <pc:sldMk cId="421772403" sldId="326"/>
        </pc:sldMkLst>
        <pc:spChg chg="mod">
          <ac:chgData name="Sohag Kabir" userId="e9b0da40-aef8-480a-bb63-d1daacecf555" providerId="ADAL" clId="{B93E19F7-CF17-4898-9657-10FD6636A87B}" dt="2024-10-05T16:58:46.544" v="3185" actId="1076"/>
          <ac:spMkLst>
            <pc:docMk/>
            <pc:sldMk cId="421772403" sldId="326"/>
            <ac:spMk id="2" creationId="{DE13D453-4D7B-47BF-AED4-27D56C3644AA}"/>
          </ac:spMkLst>
        </pc:spChg>
        <pc:spChg chg="add del mod">
          <ac:chgData name="Sohag Kabir" userId="e9b0da40-aef8-480a-bb63-d1daacecf555" providerId="ADAL" clId="{B93E19F7-CF17-4898-9657-10FD6636A87B}" dt="2024-10-05T16:53:24.720" v="3149" actId="478"/>
          <ac:spMkLst>
            <pc:docMk/>
            <pc:sldMk cId="421772403" sldId="326"/>
            <ac:spMk id="3" creationId="{3814EFDB-7B05-54A5-76CD-547B1DD9440A}"/>
          </ac:spMkLst>
        </pc:spChg>
        <pc:spChg chg="del">
          <ac:chgData name="Sohag Kabir" userId="e9b0da40-aef8-480a-bb63-d1daacecf555" providerId="ADAL" clId="{B93E19F7-CF17-4898-9657-10FD6636A87B}" dt="2024-10-05T16:53:19.962" v="3147" actId="478"/>
          <ac:spMkLst>
            <pc:docMk/>
            <pc:sldMk cId="421772403" sldId="326"/>
            <ac:spMk id="4" creationId="{8D92EEB7-90F5-47FC-12BB-704773C36992}"/>
          </ac:spMkLst>
        </pc:spChg>
        <pc:spChg chg="del">
          <ac:chgData name="Sohag Kabir" userId="e9b0da40-aef8-480a-bb63-d1daacecf555" providerId="ADAL" clId="{B93E19F7-CF17-4898-9657-10FD6636A87B}" dt="2024-10-05T16:53:16.480" v="3145" actId="478"/>
          <ac:spMkLst>
            <pc:docMk/>
            <pc:sldMk cId="421772403" sldId="326"/>
            <ac:spMk id="5" creationId="{53821C7E-571F-400D-BE92-0414D24490C0}"/>
          </ac:spMkLst>
        </pc:spChg>
        <pc:spChg chg="del">
          <ac:chgData name="Sohag Kabir" userId="e9b0da40-aef8-480a-bb63-d1daacecf555" providerId="ADAL" clId="{B93E19F7-CF17-4898-9657-10FD6636A87B}" dt="2024-10-05T16:53:22.817" v="3148" actId="478"/>
          <ac:spMkLst>
            <pc:docMk/>
            <pc:sldMk cId="421772403" sldId="326"/>
            <ac:spMk id="8" creationId="{9FA0EB76-0391-AE87-EEF9-EEA7D3184701}"/>
          </ac:spMkLst>
        </pc:spChg>
        <pc:spChg chg="add mod">
          <ac:chgData name="Sohag Kabir" userId="e9b0da40-aef8-480a-bb63-d1daacecf555" providerId="ADAL" clId="{B93E19F7-CF17-4898-9657-10FD6636A87B}" dt="2024-10-05T16:54:46.513" v="3161" actId="14100"/>
          <ac:spMkLst>
            <pc:docMk/>
            <pc:sldMk cId="421772403" sldId="326"/>
            <ac:spMk id="9" creationId="{5F90E2BD-79F3-0DF1-146A-F5D6220A08DD}"/>
          </ac:spMkLst>
        </pc:spChg>
        <pc:spChg chg="mod">
          <ac:chgData name="Sohag Kabir" userId="e9b0da40-aef8-480a-bb63-d1daacecf555" providerId="ADAL" clId="{B93E19F7-CF17-4898-9657-10FD6636A87B}" dt="2024-10-05T16:58:52.896" v="3187" actId="6549"/>
          <ac:spMkLst>
            <pc:docMk/>
            <pc:sldMk cId="421772403" sldId="326"/>
            <ac:spMk id="10" creationId="{4B40CAE1-3F2E-6AB5-4585-569DB760C13E}"/>
          </ac:spMkLst>
        </pc:spChg>
        <pc:spChg chg="del">
          <ac:chgData name="Sohag Kabir" userId="e9b0da40-aef8-480a-bb63-d1daacecf555" providerId="ADAL" clId="{B93E19F7-CF17-4898-9657-10FD6636A87B}" dt="2024-10-05T16:53:17.539" v="3146" actId="478"/>
          <ac:spMkLst>
            <pc:docMk/>
            <pc:sldMk cId="421772403" sldId="326"/>
            <ac:spMk id="11" creationId="{FBE0F8E4-EB70-0EEE-1162-80DDC3E99884}"/>
          </ac:spMkLst>
        </pc:spChg>
        <pc:spChg chg="add mod">
          <ac:chgData name="Sohag Kabir" userId="e9b0da40-aef8-480a-bb63-d1daacecf555" providerId="ADAL" clId="{B93E19F7-CF17-4898-9657-10FD6636A87B}" dt="2024-10-05T16:55:39.051" v="3168" actId="113"/>
          <ac:spMkLst>
            <pc:docMk/>
            <pc:sldMk cId="421772403" sldId="326"/>
            <ac:spMk id="12" creationId="{85AC87BF-5433-AEF2-9186-1B035A976D89}"/>
          </ac:spMkLst>
        </pc:spChg>
        <pc:spChg chg="add mod">
          <ac:chgData name="Sohag Kabir" userId="e9b0da40-aef8-480a-bb63-d1daacecf555" providerId="ADAL" clId="{B93E19F7-CF17-4898-9657-10FD6636A87B}" dt="2024-10-05T16:57:20.303" v="3177" actId="113"/>
          <ac:spMkLst>
            <pc:docMk/>
            <pc:sldMk cId="421772403" sldId="326"/>
            <ac:spMk id="13" creationId="{925CCD30-D361-1AA8-DABA-B28462F393A7}"/>
          </ac:spMkLst>
        </pc:spChg>
        <pc:spChg chg="add mod">
          <ac:chgData name="Sohag Kabir" userId="e9b0da40-aef8-480a-bb63-d1daacecf555" providerId="ADAL" clId="{B93E19F7-CF17-4898-9657-10FD6636A87B}" dt="2024-10-05T16:56:40.897" v="3171" actId="207"/>
          <ac:spMkLst>
            <pc:docMk/>
            <pc:sldMk cId="421772403" sldId="326"/>
            <ac:spMk id="14" creationId="{9DFC92A5-EC52-A47A-40AE-BAEC2096EEAF}"/>
          </ac:spMkLst>
        </pc:spChg>
        <pc:spChg chg="add mod">
          <ac:chgData name="Sohag Kabir" userId="e9b0da40-aef8-480a-bb63-d1daacecf555" providerId="ADAL" clId="{B93E19F7-CF17-4898-9657-10FD6636A87B}" dt="2024-10-05T16:58:02.778" v="3179" actId="1076"/>
          <ac:spMkLst>
            <pc:docMk/>
            <pc:sldMk cId="421772403" sldId="326"/>
            <ac:spMk id="15" creationId="{928FCAA6-7383-E923-CC72-71833AAC85DD}"/>
          </ac:spMkLst>
        </pc:spChg>
        <pc:spChg chg="add mod">
          <ac:chgData name="Sohag Kabir" userId="e9b0da40-aef8-480a-bb63-d1daacecf555" providerId="ADAL" clId="{B93E19F7-CF17-4898-9657-10FD6636A87B}" dt="2024-10-05T16:54:26.565" v="3157" actId="1076"/>
          <ac:spMkLst>
            <pc:docMk/>
            <pc:sldMk cId="421772403" sldId="326"/>
            <ac:spMk id="16" creationId="{6A654C86-EE57-ABAE-B1AF-18FB5BB37447}"/>
          </ac:spMkLst>
        </pc:spChg>
      </pc:sldChg>
    </pc:docChg>
  </pc:docChgLst>
  <pc:docChgLst>
    <pc:chgData name="Amanda Hurford" userId="98930892-8a15-421c-920a-5ad07b8152e5" providerId="ADAL" clId="{B7381A77-56A2-4C4C-BE6A-076B8D709D33}"/>
    <pc:docChg chg="custSel addSld modSld">
      <pc:chgData name="Amanda Hurford" userId="98930892-8a15-421c-920a-5ad07b8152e5" providerId="ADAL" clId="{B7381A77-56A2-4C4C-BE6A-076B8D709D33}" dt="2019-09-18T11:25:11.948" v="584" actId="20577"/>
      <pc:docMkLst>
        <pc:docMk/>
      </pc:docMkLst>
      <pc:sldChg chg="modSp">
        <pc:chgData name="Amanda Hurford" userId="98930892-8a15-421c-920a-5ad07b8152e5" providerId="ADAL" clId="{B7381A77-56A2-4C4C-BE6A-076B8D709D33}" dt="2019-09-18T11:25:11.948" v="584" actId="20577"/>
        <pc:sldMkLst>
          <pc:docMk/>
          <pc:sldMk cId="2795566495" sldId="256"/>
        </pc:sldMkLst>
        <pc:spChg chg="mod">
          <ac:chgData name="Amanda Hurford" userId="98930892-8a15-421c-920a-5ad07b8152e5" providerId="ADAL" clId="{B7381A77-56A2-4C4C-BE6A-076B8D709D33}" dt="2019-09-18T11:24:39.244" v="580" actId="403"/>
          <ac:spMkLst>
            <pc:docMk/>
            <pc:sldMk cId="2795566495" sldId="256"/>
            <ac:spMk id="2" creationId="{00000000-0000-0000-0000-000000000000}"/>
          </ac:spMkLst>
        </pc:spChg>
        <pc:spChg chg="mod">
          <ac:chgData name="Amanda Hurford" userId="98930892-8a15-421c-920a-5ad07b8152e5" providerId="ADAL" clId="{B7381A77-56A2-4C4C-BE6A-076B8D709D33}" dt="2019-09-18T11:25:11.948" v="584" actId="20577"/>
          <ac:spMkLst>
            <pc:docMk/>
            <pc:sldMk cId="2795566495" sldId="256"/>
            <ac:spMk id="3" creationId="{00000000-0000-0000-0000-000000000000}"/>
          </ac:spMkLst>
        </pc:spChg>
        <pc:spChg chg="mod">
          <ac:chgData name="Amanda Hurford" userId="98930892-8a15-421c-920a-5ad07b8152e5" providerId="ADAL" clId="{B7381A77-56A2-4C4C-BE6A-076B8D709D33}" dt="2019-09-18T11:16:33.173" v="91" actId="20577"/>
          <ac:spMkLst>
            <pc:docMk/>
            <pc:sldMk cId="2795566495" sldId="256"/>
            <ac:spMk id="5" creationId="{00000000-0000-0000-0000-000000000000}"/>
          </ac:spMkLst>
        </pc:spChg>
      </pc:sldChg>
      <pc:sldChg chg="modSp">
        <pc:chgData name="Amanda Hurford" userId="98930892-8a15-421c-920a-5ad07b8152e5" providerId="ADAL" clId="{B7381A77-56A2-4C4C-BE6A-076B8D709D33}" dt="2019-09-18T11:16:45.883" v="92"/>
        <pc:sldMkLst>
          <pc:docMk/>
          <pc:sldMk cId="1986263407" sldId="257"/>
        </pc:sldMkLst>
        <pc:spChg chg="mod">
          <ac:chgData name="Amanda Hurford" userId="98930892-8a15-421c-920a-5ad07b8152e5" providerId="ADAL" clId="{B7381A77-56A2-4C4C-BE6A-076B8D709D33}" dt="2019-09-18T11:16:45.883" v="92"/>
          <ac:spMkLst>
            <pc:docMk/>
            <pc:sldMk cId="1986263407" sldId="257"/>
            <ac:spMk id="5" creationId="{00000000-0000-0000-0000-000000000000}"/>
          </ac:spMkLst>
        </pc:spChg>
      </pc:sldChg>
      <pc:sldChg chg="modSp">
        <pc:chgData name="Amanda Hurford" userId="98930892-8a15-421c-920a-5ad07b8152e5" providerId="ADAL" clId="{B7381A77-56A2-4C4C-BE6A-076B8D709D33}" dt="2019-09-18T11:16:52.459" v="93"/>
        <pc:sldMkLst>
          <pc:docMk/>
          <pc:sldMk cId="1234101355" sldId="258"/>
        </pc:sldMkLst>
        <pc:spChg chg="mod">
          <ac:chgData name="Amanda Hurford" userId="98930892-8a15-421c-920a-5ad07b8152e5" providerId="ADAL" clId="{B7381A77-56A2-4C4C-BE6A-076B8D709D33}" dt="2019-09-18T11:16:52.459" v="93"/>
          <ac:spMkLst>
            <pc:docMk/>
            <pc:sldMk cId="1234101355" sldId="258"/>
            <ac:spMk id="5" creationId="{AB568B8D-5DEC-4622-8655-9E7A8EFC5867}"/>
          </ac:spMkLst>
        </pc:spChg>
      </pc:sldChg>
      <pc:sldChg chg="modSp">
        <pc:chgData name="Amanda Hurford" userId="98930892-8a15-421c-920a-5ad07b8152e5" providerId="ADAL" clId="{B7381A77-56A2-4C4C-BE6A-076B8D709D33}" dt="2019-09-18T11:16:57.654" v="94"/>
        <pc:sldMkLst>
          <pc:docMk/>
          <pc:sldMk cId="2490493203" sldId="259"/>
        </pc:sldMkLst>
        <pc:spChg chg="mod">
          <ac:chgData name="Amanda Hurford" userId="98930892-8a15-421c-920a-5ad07b8152e5" providerId="ADAL" clId="{B7381A77-56A2-4C4C-BE6A-076B8D709D33}" dt="2019-09-18T11:16:57.654" v="94"/>
          <ac:spMkLst>
            <pc:docMk/>
            <pc:sldMk cId="2490493203" sldId="259"/>
            <ac:spMk id="5" creationId="{56ED9CFA-7891-4219-8507-55A9B2B0A487}"/>
          </ac:spMkLst>
        </pc:spChg>
      </pc:sldChg>
      <pc:sldChg chg="modSp">
        <pc:chgData name="Amanda Hurford" userId="98930892-8a15-421c-920a-5ad07b8152e5" providerId="ADAL" clId="{B7381A77-56A2-4C4C-BE6A-076B8D709D33}" dt="2019-09-18T11:17:03.833" v="95"/>
        <pc:sldMkLst>
          <pc:docMk/>
          <pc:sldMk cId="4036761262" sldId="260"/>
        </pc:sldMkLst>
        <pc:spChg chg="mod">
          <ac:chgData name="Amanda Hurford" userId="98930892-8a15-421c-920a-5ad07b8152e5" providerId="ADAL" clId="{B7381A77-56A2-4C4C-BE6A-076B8D709D33}" dt="2019-09-18T11:14:28.023" v="38" actId="20577"/>
          <ac:spMkLst>
            <pc:docMk/>
            <pc:sldMk cId="4036761262" sldId="260"/>
            <ac:spMk id="3" creationId="{69629499-4F36-4E83-817C-E10C4F24E0FA}"/>
          </ac:spMkLst>
        </pc:spChg>
        <pc:spChg chg="mod">
          <ac:chgData name="Amanda Hurford" userId="98930892-8a15-421c-920a-5ad07b8152e5" providerId="ADAL" clId="{B7381A77-56A2-4C4C-BE6A-076B8D709D33}" dt="2019-09-18T11:17:03.833" v="95"/>
          <ac:spMkLst>
            <pc:docMk/>
            <pc:sldMk cId="4036761262" sldId="260"/>
            <ac:spMk id="5" creationId="{AA9C24D0-E70A-4C62-A662-6E5ED0F91303}"/>
          </ac:spMkLst>
        </pc:spChg>
      </pc:sldChg>
      <pc:sldChg chg="modSp">
        <pc:chgData name="Amanda Hurford" userId="98930892-8a15-421c-920a-5ad07b8152e5" providerId="ADAL" clId="{B7381A77-56A2-4C4C-BE6A-076B8D709D33}" dt="2019-09-18T11:17:09.650" v="96"/>
        <pc:sldMkLst>
          <pc:docMk/>
          <pc:sldMk cId="1583876998" sldId="261"/>
        </pc:sldMkLst>
        <pc:spChg chg="mod">
          <ac:chgData name="Amanda Hurford" userId="98930892-8a15-421c-920a-5ad07b8152e5" providerId="ADAL" clId="{B7381A77-56A2-4C4C-BE6A-076B8D709D33}" dt="2019-09-18T11:15:23.389" v="55" actId="20577"/>
          <ac:spMkLst>
            <pc:docMk/>
            <pc:sldMk cId="1583876998" sldId="261"/>
            <ac:spMk id="3" creationId="{EED54D9B-AF01-422B-9E17-D88AC1FF4E57}"/>
          </ac:spMkLst>
        </pc:spChg>
        <pc:spChg chg="mod">
          <ac:chgData name="Amanda Hurford" userId="98930892-8a15-421c-920a-5ad07b8152e5" providerId="ADAL" clId="{B7381A77-56A2-4C4C-BE6A-076B8D709D33}" dt="2019-09-18T11:17:09.650" v="96"/>
          <ac:spMkLst>
            <pc:docMk/>
            <pc:sldMk cId="1583876998" sldId="261"/>
            <ac:spMk id="5" creationId="{200F95E4-5BD9-4085-BAD0-D3E5D1C44D77}"/>
          </ac:spMkLst>
        </pc:spChg>
      </pc:sldChg>
      <pc:sldChg chg="modSp">
        <pc:chgData name="Amanda Hurford" userId="98930892-8a15-421c-920a-5ad07b8152e5" providerId="ADAL" clId="{B7381A77-56A2-4C4C-BE6A-076B8D709D33}" dt="2019-09-18T11:17:15.322" v="97"/>
        <pc:sldMkLst>
          <pc:docMk/>
          <pc:sldMk cId="3003749866" sldId="262"/>
        </pc:sldMkLst>
        <pc:spChg chg="mod">
          <ac:chgData name="Amanda Hurford" userId="98930892-8a15-421c-920a-5ad07b8152e5" providerId="ADAL" clId="{B7381A77-56A2-4C4C-BE6A-076B8D709D33}" dt="2019-09-18T11:17:15.322" v="97"/>
          <ac:spMkLst>
            <pc:docMk/>
            <pc:sldMk cId="3003749866" sldId="262"/>
            <ac:spMk id="5" creationId="{22558A92-9278-406E-B669-A405AD4FE70D}"/>
          </ac:spMkLst>
        </pc:spChg>
      </pc:sldChg>
      <pc:sldChg chg="modSp">
        <pc:chgData name="Amanda Hurford" userId="98930892-8a15-421c-920a-5ad07b8152e5" providerId="ADAL" clId="{B7381A77-56A2-4C4C-BE6A-076B8D709D33}" dt="2019-09-18T11:17:20.563" v="98"/>
        <pc:sldMkLst>
          <pc:docMk/>
          <pc:sldMk cId="1736237551" sldId="263"/>
        </pc:sldMkLst>
        <pc:spChg chg="mod">
          <ac:chgData name="Amanda Hurford" userId="98930892-8a15-421c-920a-5ad07b8152e5" providerId="ADAL" clId="{B7381A77-56A2-4C4C-BE6A-076B8D709D33}" dt="2019-09-18T11:17:20.563" v="98"/>
          <ac:spMkLst>
            <pc:docMk/>
            <pc:sldMk cId="1736237551" sldId="263"/>
            <ac:spMk id="5" creationId="{22558A92-9278-406E-B669-A405AD4FE70D}"/>
          </ac:spMkLst>
        </pc:spChg>
      </pc:sldChg>
      <pc:sldChg chg="modSp add">
        <pc:chgData name="Amanda Hurford" userId="98930892-8a15-421c-920a-5ad07b8152e5" providerId="ADAL" clId="{B7381A77-56A2-4C4C-BE6A-076B8D709D33}" dt="2019-09-18T11:24:01.468" v="576" actId="207"/>
        <pc:sldMkLst>
          <pc:docMk/>
          <pc:sldMk cId="4146333179" sldId="264"/>
        </pc:sldMkLst>
        <pc:spChg chg="mod">
          <ac:chgData name="Amanda Hurford" userId="98930892-8a15-421c-920a-5ad07b8152e5" providerId="ADAL" clId="{B7381A77-56A2-4C4C-BE6A-076B8D709D33}" dt="2019-09-18T11:22:25.830" v="525" actId="14100"/>
          <ac:spMkLst>
            <pc:docMk/>
            <pc:sldMk cId="4146333179" sldId="264"/>
            <ac:spMk id="2" creationId="{81C438A6-3010-496D-B29E-036E43E273F3}"/>
          </ac:spMkLst>
        </pc:spChg>
        <pc:spChg chg="mod">
          <ac:chgData name="Amanda Hurford" userId="98930892-8a15-421c-920a-5ad07b8152e5" providerId="ADAL" clId="{B7381A77-56A2-4C4C-BE6A-076B8D709D33}" dt="2019-09-18T11:24:01.468" v="576" actId="207"/>
          <ac:spMkLst>
            <pc:docMk/>
            <pc:sldMk cId="4146333179" sldId="264"/>
            <ac:spMk id="3" creationId="{137897C8-6888-440A-86A8-79A78F9FA733}"/>
          </ac:spMkLst>
        </pc:spChg>
        <pc:spChg chg="mod">
          <ac:chgData name="Amanda Hurford" userId="98930892-8a15-421c-920a-5ad07b8152e5" providerId="ADAL" clId="{B7381A77-56A2-4C4C-BE6A-076B8D709D33}" dt="2019-09-18T11:18:49.731" v="311"/>
          <ac:spMkLst>
            <pc:docMk/>
            <pc:sldMk cId="4146333179" sldId="264"/>
            <ac:spMk id="5" creationId="{7D1D752A-DA38-4D95-A111-CCDE204D5FB2}"/>
          </ac:spMkLst>
        </pc:spChg>
      </pc:sldChg>
    </pc:docChg>
  </pc:docChgLst>
  <pc:docChgLst>
    <pc:chgData name="Sohag Kabir" userId="e9b0da40-aef8-480a-bb63-d1daacecf555" providerId="ADAL" clId="{59E50A16-9BA8-49D3-AC37-5E7298F40FAE}"/>
    <pc:docChg chg="custSel addSld modSld">
      <pc:chgData name="Sohag Kabir" userId="e9b0da40-aef8-480a-bb63-d1daacecf555" providerId="ADAL" clId="{59E50A16-9BA8-49D3-AC37-5E7298F40FAE}" dt="2020-01-20T20:37:55.826" v="150"/>
      <pc:docMkLst>
        <pc:docMk/>
      </pc:docMkLst>
      <pc:sldChg chg="addSp delSp modSp">
        <pc:chgData name="Sohag Kabir" userId="e9b0da40-aef8-480a-bb63-d1daacecf555" providerId="ADAL" clId="{59E50A16-9BA8-49D3-AC37-5E7298F40FAE}" dt="2020-01-19T16:11:03.471" v="0" actId="931"/>
        <pc:sldMkLst>
          <pc:docMk/>
          <pc:sldMk cId="2795566495" sldId="256"/>
        </pc:sldMkLst>
        <pc:spChg chg="del">
          <ac:chgData name="Sohag Kabir" userId="e9b0da40-aef8-480a-bb63-d1daacecf555" providerId="ADAL" clId="{59E50A16-9BA8-49D3-AC37-5E7298F40FAE}" dt="2020-01-19T16:11:03.471" v="0" actId="931"/>
          <ac:spMkLst>
            <pc:docMk/>
            <pc:sldMk cId="2795566495" sldId="256"/>
            <ac:spMk id="12" creationId="{C6D9A962-5194-4168-828C-6A9FAA810FBB}"/>
          </ac:spMkLst>
        </pc:spChg>
        <pc:picChg chg="add mod">
          <ac:chgData name="Sohag Kabir" userId="e9b0da40-aef8-480a-bb63-d1daacecf555" providerId="ADAL" clId="{59E50A16-9BA8-49D3-AC37-5E7298F40FAE}" dt="2020-01-19T16:11:03.471" v="0" actId="931"/>
          <ac:picMkLst>
            <pc:docMk/>
            <pc:sldMk cId="2795566495" sldId="256"/>
            <ac:picMk id="8" creationId="{87EED139-1016-44E1-8501-F6FBB1F75440}"/>
          </ac:picMkLst>
        </pc:picChg>
      </pc:sldChg>
      <pc:sldChg chg="modSp modAnim">
        <pc:chgData name="Sohag Kabir" userId="e9b0da40-aef8-480a-bb63-d1daacecf555" providerId="ADAL" clId="{59E50A16-9BA8-49D3-AC37-5E7298F40FAE}" dt="2020-01-20T20:30:46.866" v="133"/>
        <pc:sldMkLst>
          <pc:docMk/>
          <pc:sldMk cId="1986263407" sldId="257"/>
        </pc:sldMkLst>
        <pc:spChg chg="mod">
          <ac:chgData name="Sohag Kabir" userId="e9b0da40-aef8-480a-bb63-d1daacecf555" providerId="ADAL" clId="{59E50A16-9BA8-49D3-AC37-5E7298F40FAE}" dt="2020-01-20T20:30:06.337" v="132" actId="2711"/>
          <ac:spMkLst>
            <pc:docMk/>
            <pc:sldMk cId="1986263407" sldId="257"/>
            <ac:spMk id="8" creationId="{00000000-0000-0000-0000-000000000000}"/>
          </ac:spMkLst>
        </pc:spChg>
      </pc:sldChg>
      <pc:sldChg chg="modSp">
        <pc:chgData name="Sohag Kabir" userId="e9b0da40-aef8-480a-bb63-d1daacecf555" providerId="ADAL" clId="{59E50A16-9BA8-49D3-AC37-5E7298F40FAE}" dt="2020-01-20T20:26:52.680" v="110" actId="2"/>
        <pc:sldMkLst>
          <pc:docMk/>
          <pc:sldMk cId="1234101355" sldId="258"/>
        </pc:sldMkLst>
        <pc:spChg chg="mod">
          <ac:chgData name="Sohag Kabir" userId="e9b0da40-aef8-480a-bb63-d1daacecf555" providerId="ADAL" clId="{59E50A16-9BA8-49D3-AC37-5E7298F40FAE}" dt="2020-01-20T20:26:52.680" v="110" actId="2"/>
          <ac:spMkLst>
            <pc:docMk/>
            <pc:sldMk cId="1234101355" sldId="258"/>
            <ac:spMk id="11" creationId="{00000000-0000-0000-0000-000000000000}"/>
          </ac:spMkLst>
        </pc:spChg>
      </pc:sldChg>
      <pc:sldChg chg="modSp">
        <pc:chgData name="Sohag Kabir" userId="e9b0da40-aef8-480a-bb63-d1daacecf555" providerId="ADAL" clId="{59E50A16-9BA8-49D3-AC37-5E7298F40FAE}" dt="2020-01-19T16:31:30.529" v="32" actId="14100"/>
        <pc:sldMkLst>
          <pc:docMk/>
          <pc:sldMk cId="2490493203" sldId="259"/>
        </pc:sldMkLst>
        <pc:spChg chg="mod">
          <ac:chgData name="Sohag Kabir" userId="e9b0da40-aef8-480a-bb63-d1daacecf555" providerId="ADAL" clId="{59E50A16-9BA8-49D3-AC37-5E7298F40FAE}" dt="2020-01-19T16:31:30.529" v="32" actId="14100"/>
          <ac:spMkLst>
            <pc:docMk/>
            <pc:sldMk cId="2490493203" sldId="259"/>
            <ac:spMk id="3" creationId="{107ACF01-04B5-406F-ADB3-2AFFF21F732C}"/>
          </ac:spMkLst>
        </pc:spChg>
      </pc:sldChg>
      <pc:sldChg chg="modSp">
        <pc:chgData name="Sohag Kabir" userId="e9b0da40-aef8-480a-bb63-d1daacecf555" providerId="ADAL" clId="{59E50A16-9BA8-49D3-AC37-5E7298F40FAE}" dt="2020-01-20T20:26:59.677" v="112" actId="2"/>
        <pc:sldMkLst>
          <pc:docMk/>
          <pc:sldMk cId="4036761262" sldId="260"/>
        </pc:sldMkLst>
        <pc:spChg chg="mod">
          <ac:chgData name="Sohag Kabir" userId="e9b0da40-aef8-480a-bb63-d1daacecf555" providerId="ADAL" clId="{59E50A16-9BA8-49D3-AC37-5E7298F40FAE}" dt="2020-01-20T20:26:59.677" v="112" actId="2"/>
          <ac:spMkLst>
            <pc:docMk/>
            <pc:sldMk cId="4036761262" sldId="260"/>
            <ac:spMk id="7" creationId="{00000000-0000-0000-0000-000000000000}"/>
          </ac:spMkLst>
        </pc:spChg>
      </pc:sldChg>
      <pc:sldChg chg="addSp">
        <pc:chgData name="Sohag Kabir" userId="e9b0da40-aef8-480a-bb63-d1daacecf555" providerId="ADAL" clId="{59E50A16-9BA8-49D3-AC37-5E7298F40FAE}" dt="2020-01-19T17:34:50.740" v="67"/>
        <pc:sldMkLst>
          <pc:docMk/>
          <pc:sldMk cId="1583876998" sldId="261"/>
        </pc:sldMkLst>
        <pc:spChg chg="add">
          <ac:chgData name="Sohag Kabir" userId="e9b0da40-aef8-480a-bb63-d1daacecf555" providerId="ADAL" clId="{59E50A16-9BA8-49D3-AC37-5E7298F40FAE}" dt="2020-01-19T17:34:50.740" v="67"/>
          <ac:spMkLst>
            <pc:docMk/>
            <pc:sldMk cId="1583876998" sldId="261"/>
            <ac:spMk id="7" creationId="{2FDE415C-F3CC-4D2E-B0F5-4EADDCEE714F}"/>
          </ac:spMkLst>
        </pc:spChg>
      </pc:sldChg>
      <pc:sldChg chg="addSp delSp modSp modAnim">
        <pc:chgData name="Sohag Kabir" userId="e9b0da40-aef8-480a-bb63-d1daacecf555" providerId="ADAL" clId="{59E50A16-9BA8-49D3-AC37-5E7298F40FAE}" dt="2020-01-19T17:35:02.328" v="68"/>
        <pc:sldMkLst>
          <pc:docMk/>
          <pc:sldMk cId="3003749866" sldId="262"/>
        </pc:sldMkLst>
        <pc:spChg chg="mod">
          <ac:chgData name="Sohag Kabir" userId="e9b0da40-aef8-480a-bb63-d1daacecf555" providerId="ADAL" clId="{59E50A16-9BA8-49D3-AC37-5E7298F40FAE}" dt="2020-01-19T16:49:26.172" v="37" actId="1076"/>
          <ac:spMkLst>
            <pc:docMk/>
            <pc:sldMk cId="3003749866" sldId="262"/>
            <ac:spMk id="2" creationId="{34E1E058-61F9-4514-99F0-93DE3829F95E}"/>
          </ac:spMkLst>
        </pc:spChg>
        <pc:spChg chg="del">
          <ac:chgData name="Sohag Kabir" userId="e9b0da40-aef8-480a-bb63-d1daacecf555" providerId="ADAL" clId="{59E50A16-9BA8-49D3-AC37-5E7298F40FAE}" dt="2020-01-19T16:49:09.263" v="35" actId="478"/>
          <ac:spMkLst>
            <pc:docMk/>
            <pc:sldMk cId="3003749866" sldId="262"/>
            <ac:spMk id="3" creationId="{4FECE58C-1470-4554-BDBF-7AF02ACC5DA9}"/>
          </ac:spMkLst>
        </pc:spChg>
        <pc:spChg chg="add del mod">
          <ac:chgData name="Sohag Kabir" userId="e9b0da40-aef8-480a-bb63-d1daacecf555" providerId="ADAL" clId="{59E50A16-9BA8-49D3-AC37-5E7298F40FAE}" dt="2020-01-19T16:49:13.573" v="36" actId="478"/>
          <ac:spMkLst>
            <pc:docMk/>
            <pc:sldMk cId="3003749866" sldId="262"/>
            <ac:spMk id="8" creationId="{01C05073-0598-45FD-9B16-1DADB41DB973}"/>
          </ac:spMkLst>
        </pc:spChg>
        <pc:spChg chg="add mod">
          <ac:chgData name="Sohag Kabir" userId="e9b0da40-aef8-480a-bb63-d1daacecf555" providerId="ADAL" clId="{59E50A16-9BA8-49D3-AC37-5E7298F40FAE}" dt="2020-01-19T16:59:34.496" v="66" actId="207"/>
          <ac:spMkLst>
            <pc:docMk/>
            <pc:sldMk cId="3003749866" sldId="262"/>
            <ac:spMk id="9" creationId="{47EDDBB4-03E5-49E4-A152-D1BD4CD5B6B3}"/>
          </ac:spMkLst>
        </pc:spChg>
        <pc:spChg chg="add">
          <ac:chgData name="Sohag Kabir" userId="e9b0da40-aef8-480a-bb63-d1daacecf555" providerId="ADAL" clId="{59E50A16-9BA8-49D3-AC37-5E7298F40FAE}" dt="2020-01-19T16:50:20.031" v="39"/>
          <ac:spMkLst>
            <pc:docMk/>
            <pc:sldMk cId="3003749866" sldId="262"/>
            <ac:spMk id="10" creationId="{B0FD6F9F-A13C-426F-B0EC-76F2D771CE4D}"/>
          </ac:spMkLst>
        </pc:spChg>
        <pc:spChg chg="add">
          <ac:chgData name="Sohag Kabir" userId="e9b0da40-aef8-480a-bb63-d1daacecf555" providerId="ADAL" clId="{59E50A16-9BA8-49D3-AC37-5E7298F40FAE}" dt="2020-01-19T17:35:02.328" v="68"/>
          <ac:spMkLst>
            <pc:docMk/>
            <pc:sldMk cId="3003749866" sldId="262"/>
            <ac:spMk id="11" creationId="{5758E4BD-E4C6-438F-AC96-10BC886775E6}"/>
          </ac:spMkLst>
        </pc:spChg>
      </pc:sldChg>
      <pc:sldChg chg="addSp delSp modSp">
        <pc:chgData name="Sohag Kabir" userId="e9b0da40-aef8-480a-bb63-d1daacecf555" providerId="ADAL" clId="{59E50A16-9BA8-49D3-AC37-5E7298F40FAE}" dt="2020-01-20T20:27:14.902" v="115" actId="2"/>
        <pc:sldMkLst>
          <pc:docMk/>
          <pc:sldMk cId="1736237551" sldId="263"/>
        </pc:sldMkLst>
        <pc:spChg chg="mod">
          <ac:chgData name="Sohag Kabir" userId="e9b0da40-aef8-480a-bb63-d1daacecf555" providerId="ADAL" clId="{59E50A16-9BA8-49D3-AC37-5E7298F40FAE}" dt="2020-01-19T17:35:26.145" v="69" actId="1076"/>
          <ac:spMkLst>
            <pc:docMk/>
            <pc:sldMk cId="1736237551" sldId="263"/>
            <ac:spMk id="2" creationId="{34E1E058-61F9-4514-99F0-93DE3829F95E}"/>
          </ac:spMkLst>
        </pc:spChg>
        <pc:spChg chg="add del mod">
          <ac:chgData name="Sohag Kabir" userId="e9b0da40-aef8-480a-bb63-d1daacecf555" providerId="ADAL" clId="{59E50A16-9BA8-49D3-AC37-5E7298F40FAE}" dt="2020-01-19T17:35:39.529" v="71" actId="478"/>
          <ac:spMkLst>
            <pc:docMk/>
            <pc:sldMk cId="1736237551" sldId="263"/>
            <ac:spMk id="3" creationId="{B68EC9E4-BB2E-4B3A-9B4C-48A48F08F2C1}"/>
          </ac:spMkLst>
        </pc:spChg>
        <pc:spChg chg="del">
          <ac:chgData name="Sohag Kabir" userId="e9b0da40-aef8-480a-bb63-d1daacecf555" providerId="ADAL" clId="{59E50A16-9BA8-49D3-AC37-5E7298F40FAE}" dt="2020-01-19T17:35:36.824" v="70" actId="478"/>
          <ac:spMkLst>
            <pc:docMk/>
            <pc:sldMk cId="1736237551" sldId="263"/>
            <ac:spMk id="9" creationId="{09EEC3A2-4007-4053-819F-505214486A4B}"/>
          </ac:spMkLst>
        </pc:spChg>
        <pc:spChg chg="add">
          <ac:chgData name="Sohag Kabir" userId="e9b0da40-aef8-480a-bb63-d1daacecf555" providerId="ADAL" clId="{59E50A16-9BA8-49D3-AC37-5E7298F40FAE}" dt="2020-01-19T17:35:45.589" v="73"/>
          <ac:spMkLst>
            <pc:docMk/>
            <pc:sldMk cId="1736237551" sldId="263"/>
            <ac:spMk id="11" creationId="{81EC2EC8-08AF-4F2E-9595-B1D7A68CEB49}"/>
          </ac:spMkLst>
        </pc:spChg>
        <pc:spChg chg="add mod">
          <ac:chgData name="Sohag Kabir" userId="e9b0da40-aef8-480a-bb63-d1daacecf555" providerId="ADAL" clId="{59E50A16-9BA8-49D3-AC37-5E7298F40FAE}" dt="2020-01-20T20:27:14.902" v="115" actId="2"/>
          <ac:spMkLst>
            <pc:docMk/>
            <pc:sldMk cId="1736237551" sldId="263"/>
            <ac:spMk id="12" creationId="{AE427AB6-2C9B-44F8-B549-F145AA134E2A}"/>
          </ac:spMkLst>
        </pc:spChg>
        <pc:spChg chg="add del mod">
          <ac:chgData name="Sohag Kabir" userId="e9b0da40-aef8-480a-bb63-d1daacecf555" providerId="ADAL" clId="{59E50A16-9BA8-49D3-AC37-5E7298F40FAE}" dt="2020-01-19T17:37:23.708" v="79"/>
          <ac:spMkLst>
            <pc:docMk/>
            <pc:sldMk cId="1736237551" sldId="263"/>
            <ac:spMk id="13" creationId="{00735706-B3A0-4CD3-8E6A-56B12E38BE45}"/>
          </ac:spMkLst>
        </pc:spChg>
        <pc:graphicFrameChg chg="add del">
          <ac:chgData name="Sohag Kabir" userId="e9b0da40-aef8-480a-bb63-d1daacecf555" providerId="ADAL" clId="{59E50A16-9BA8-49D3-AC37-5E7298F40FAE}" dt="2020-01-19T17:43:40.828" v="83"/>
          <ac:graphicFrameMkLst>
            <pc:docMk/>
            <pc:sldMk cId="1736237551" sldId="263"/>
            <ac:graphicFrameMk id="7" creationId="{DD039B24-6416-40E1-9876-BF284A8F299E}"/>
          </ac:graphicFrameMkLst>
        </pc:graphicFrameChg>
        <pc:picChg chg="del">
          <ac:chgData name="Sohag Kabir" userId="e9b0da40-aef8-480a-bb63-d1daacecf555" providerId="ADAL" clId="{59E50A16-9BA8-49D3-AC37-5E7298F40FAE}" dt="2020-01-19T17:35:41.308" v="72" actId="478"/>
          <ac:picMkLst>
            <pc:docMk/>
            <pc:sldMk cId="1736237551" sldId="263"/>
            <ac:picMk id="10" creationId="{A45DFAB6-72A7-40A0-AB66-35882A504896}"/>
          </ac:picMkLst>
        </pc:picChg>
      </pc:sldChg>
      <pc:sldChg chg="addSp delSp modSp">
        <pc:chgData name="Sohag Kabir" userId="e9b0da40-aef8-480a-bb63-d1daacecf555" providerId="ADAL" clId="{59E50A16-9BA8-49D3-AC37-5E7298F40FAE}" dt="2020-01-20T20:37:55.826" v="150"/>
        <pc:sldMkLst>
          <pc:docMk/>
          <pc:sldMk cId="4146333179" sldId="264"/>
        </pc:sldMkLst>
        <pc:spChg chg="mod">
          <ac:chgData name="Sohag Kabir" userId="e9b0da40-aef8-480a-bb63-d1daacecf555" providerId="ADAL" clId="{59E50A16-9BA8-49D3-AC37-5E7298F40FAE}" dt="2020-01-19T17:53:13.991" v="88" actId="1076"/>
          <ac:spMkLst>
            <pc:docMk/>
            <pc:sldMk cId="4146333179" sldId="264"/>
            <ac:spMk id="2" creationId="{81C438A6-3010-496D-B29E-036E43E273F3}"/>
          </ac:spMkLst>
        </pc:spChg>
        <pc:spChg chg="del mod">
          <ac:chgData name="Sohag Kabir" userId="e9b0da40-aef8-480a-bb63-d1daacecf555" providerId="ADAL" clId="{59E50A16-9BA8-49D3-AC37-5E7298F40FAE}" dt="2020-01-19T17:53:23.356" v="90" actId="478"/>
          <ac:spMkLst>
            <pc:docMk/>
            <pc:sldMk cId="4146333179" sldId="264"/>
            <ac:spMk id="3" creationId="{137897C8-6888-440A-86A8-79A78F9FA733}"/>
          </ac:spMkLst>
        </pc:spChg>
        <pc:spChg chg="del">
          <ac:chgData name="Sohag Kabir" userId="e9b0da40-aef8-480a-bb63-d1daacecf555" providerId="ADAL" clId="{59E50A16-9BA8-49D3-AC37-5E7298F40FAE}" dt="2020-01-20T20:37:44.028" v="149" actId="478"/>
          <ac:spMkLst>
            <pc:docMk/>
            <pc:sldMk cId="4146333179" sldId="264"/>
            <ac:spMk id="5" creationId="{7D1D752A-DA38-4D95-A111-CCDE204D5FB2}"/>
          </ac:spMkLst>
        </pc:spChg>
        <pc:spChg chg="add del mod">
          <ac:chgData name="Sohag Kabir" userId="e9b0da40-aef8-480a-bb63-d1daacecf555" providerId="ADAL" clId="{59E50A16-9BA8-49D3-AC37-5E7298F40FAE}" dt="2020-01-19T17:53:25.581" v="91" actId="478"/>
          <ac:spMkLst>
            <pc:docMk/>
            <pc:sldMk cId="4146333179" sldId="264"/>
            <ac:spMk id="7" creationId="{F3EBDE52-C61F-44C2-8D42-1F0303DCC111}"/>
          </ac:spMkLst>
        </pc:spChg>
        <pc:spChg chg="add mod">
          <ac:chgData name="Sohag Kabir" userId="e9b0da40-aef8-480a-bb63-d1daacecf555" providerId="ADAL" clId="{59E50A16-9BA8-49D3-AC37-5E7298F40FAE}" dt="2020-01-19T18:07:19.320" v="105" actId="14100"/>
          <ac:spMkLst>
            <pc:docMk/>
            <pc:sldMk cId="4146333179" sldId="264"/>
            <ac:spMk id="8" creationId="{0CAEA833-7FC5-4738-B55E-A41BE3BB8F6F}"/>
          </ac:spMkLst>
        </pc:spChg>
        <pc:spChg chg="add mod">
          <ac:chgData name="Sohag Kabir" userId="e9b0da40-aef8-480a-bb63-d1daacecf555" providerId="ADAL" clId="{59E50A16-9BA8-49D3-AC37-5E7298F40FAE}" dt="2020-01-19T17:59:56.025" v="99" actId="164"/>
          <ac:spMkLst>
            <pc:docMk/>
            <pc:sldMk cId="4146333179" sldId="264"/>
            <ac:spMk id="10" creationId="{D7E8282F-1762-4AA3-BFF3-C2A59A6BE4D5}"/>
          </ac:spMkLst>
        </pc:spChg>
        <pc:spChg chg="add mod">
          <ac:chgData name="Sohag Kabir" userId="e9b0da40-aef8-480a-bb63-d1daacecf555" providerId="ADAL" clId="{59E50A16-9BA8-49D3-AC37-5E7298F40FAE}" dt="2020-01-19T18:08:17.615" v="109" actId="207"/>
          <ac:spMkLst>
            <pc:docMk/>
            <pc:sldMk cId="4146333179" sldId="264"/>
            <ac:spMk id="12" creationId="{F5C0CF33-7E78-446B-B43D-A97F12571726}"/>
          </ac:spMkLst>
        </pc:spChg>
        <pc:spChg chg="add">
          <ac:chgData name="Sohag Kabir" userId="e9b0da40-aef8-480a-bb63-d1daacecf555" providerId="ADAL" clId="{59E50A16-9BA8-49D3-AC37-5E7298F40FAE}" dt="2020-01-20T20:37:55.826" v="150"/>
          <ac:spMkLst>
            <pc:docMk/>
            <pc:sldMk cId="4146333179" sldId="264"/>
            <ac:spMk id="13" creationId="{B05BF201-15EA-4712-87E8-E69CA936FC58}"/>
          </ac:spMkLst>
        </pc:spChg>
        <pc:grpChg chg="add mod">
          <ac:chgData name="Sohag Kabir" userId="e9b0da40-aef8-480a-bb63-d1daacecf555" providerId="ADAL" clId="{59E50A16-9BA8-49D3-AC37-5E7298F40FAE}" dt="2020-01-19T17:59:56.025" v="99" actId="164"/>
          <ac:grpSpMkLst>
            <pc:docMk/>
            <pc:sldMk cId="4146333179" sldId="264"/>
            <ac:grpSpMk id="11" creationId="{A6630F8C-E1A3-43A8-A982-9F125FD94C83}"/>
          </ac:grpSpMkLst>
        </pc:grpChg>
        <pc:picChg chg="add mod">
          <ac:chgData name="Sohag Kabir" userId="e9b0da40-aef8-480a-bb63-d1daacecf555" providerId="ADAL" clId="{59E50A16-9BA8-49D3-AC37-5E7298F40FAE}" dt="2020-01-19T17:59:56.025" v="99" actId="164"/>
          <ac:picMkLst>
            <pc:docMk/>
            <pc:sldMk cId="4146333179" sldId="264"/>
            <ac:picMk id="9" creationId="{CFD1A598-37EB-4561-ACE1-7AC5EF6EFEEE}"/>
          </ac:picMkLst>
        </pc:picChg>
      </pc:sldChg>
      <pc:sldChg chg="modAnim">
        <pc:chgData name="Sohag Kabir" userId="e9b0da40-aef8-480a-bb63-d1daacecf555" providerId="ADAL" clId="{59E50A16-9BA8-49D3-AC37-5E7298F40FAE}" dt="2020-01-20T20:34:30.621" v="148"/>
        <pc:sldMkLst>
          <pc:docMk/>
          <pc:sldMk cId="1671400381" sldId="265"/>
        </pc:sldMkLst>
      </pc:sldChg>
      <pc:sldChg chg="modSp">
        <pc:chgData name="Sohag Kabir" userId="e9b0da40-aef8-480a-bb63-d1daacecf555" providerId="ADAL" clId="{59E50A16-9BA8-49D3-AC37-5E7298F40FAE}" dt="2020-01-19T16:47:26.198" v="34" actId="1076"/>
        <pc:sldMkLst>
          <pc:docMk/>
          <pc:sldMk cId="1480265116" sldId="266"/>
        </pc:sldMkLst>
        <pc:spChg chg="mod">
          <ac:chgData name="Sohag Kabir" userId="e9b0da40-aef8-480a-bb63-d1daacecf555" providerId="ADAL" clId="{59E50A16-9BA8-49D3-AC37-5E7298F40FAE}" dt="2020-01-19T16:47:26.198" v="34" actId="1076"/>
          <ac:spMkLst>
            <pc:docMk/>
            <pc:sldMk cId="1480265116" sldId="266"/>
            <ac:spMk id="7" creationId="{00000000-0000-0000-0000-000000000000}"/>
          </ac:spMkLst>
        </pc:spChg>
      </pc:sldChg>
      <pc:sldChg chg="addSp delSp modSp add modAnim">
        <pc:chgData name="Sohag Kabir" userId="e9b0da40-aef8-480a-bb63-d1daacecf555" providerId="ADAL" clId="{59E50A16-9BA8-49D3-AC37-5E7298F40FAE}" dt="2020-01-19T16:26:10.250" v="25"/>
        <pc:sldMkLst>
          <pc:docMk/>
          <pc:sldMk cId="763715465" sldId="267"/>
        </pc:sldMkLst>
        <pc:spChg chg="del">
          <ac:chgData name="Sohag Kabir" userId="e9b0da40-aef8-480a-bb63-d1daacecf555" providerId="ADAL" clId="{59E50A16-9BA8-49D3-AC37-5E7298F40FAE}" dt="2020-01-19T16:19:59.297" v="2" actId="478"/>
          <ac:spMkLst>
            <pc:docMk/>
            <pc:sldMk cId="763715465" sldId="267"/>
            <ac:spMk id="3" creationId="{69629499-4F36-4E83-817C-E10C4F24E0FA}"/>
          </ac:spMkLst>
        </pc:spChg>
        <pc:spChg chg="add del mod">
          <ac:chgData name="Sohag Kabir" userId="e9b0da40-aef8-480a-bb63-d1daacecf555" providerId="ADAL" clId="{59E50A16-9BA8-49D3-AC37-5E7298F40FAE}" dt="2020-01-19T16:20:02.570" v="3" actId="478"/>
          <ac:spMkLst>
            <pc:docMk/>
            <pc:sldMk cId="763715465" sldId="267"/>
            <ac:spMk id="5" creationId="{54B8C9BA-72A9-41E3-B0B4-461D55DC0DF6}"/>
          </ac:spMkLst>
        </pc:spChg>
        <pc:spChg chg="del">
          <ac:chgData name="Sohag Kabir" userId="e9b0da40-aef8-480a-bb63-d1daacecf555" providerId="ADAL" clId="{59E50A16-9BA8-49D3-AC37-5E7298F40FAE}" dt="2020-01-19T16:20:06.809" v="4" actId="478"/>
          <ac:spMkLst>
            <pc:docMk/>
            <pc:sldMk cId="763715465" sldId="267"/>
            <ac:spMk id="7" creationId="{00000000-0000-0000-0000-000000000000}"/>
          </ac:spMkLst>
        </pc:spChg>
        <pc:spChg chg="add mod">
          <ac:chgData name="Sohag Kabir" userId="e9b0da40-aef8-480a-bb63-d1daacecf555" providerId="ADAL" clId="{59E50A16-9BA8-49D3-AC37-5E7298F40FAE}" dt="2020-01-19T16:23:49.984" v="22" actId="2711"/>
          <ac:spMkLst>
            <pc:docMk/>
            <pc:sldMk cId="763715465" sldId="267"/>
            <ac:spMk id="9" creationId="{9E6DEDB7-5C1D-4218-BC42-03F64F79B30F}"/>
          </ac:spMkLst>
        </pc:spChg>
        <pc:spChg chg="add">
          <ac:chgData name="Sohag Kabir" userId="e9b0da40-aef8-480a-bb63-d1daacecf555" providerId="ADAL" clId="{59E50A16-9BA8-49D3-AC37-5E7298F40FAE}" dt="2020-01-19T16:24:31.497" v="23"/>
          <ac:spMkLst>
            <pc:docMk/>
            <pc:sldMk cId="763715465" sldId="267"/>
            <ac:spMk id="10" creationId="{4D7C4C03-7F78-4DA0-84CF-A42FAA18DE46}"/>
          </ac:spMkLst>
        </pc:spChg>
        <pc:spChg chg="add">
          <ac:chgData name="Sohag Kabir" userId="e9b0da40-aef8-480a-bb63-d1daacecf555" providerId="ADAL" clId="{59E50A16-9BA8-49D3-AC37-5E7298F40FAE}" dt="2020-01-19T16:25:13.316" v="24"/>
          <ac:spMkLst>
            <pc:docMk/>
            <pc:sldMk cId="763715465" sldId="267"/>
            <ac:spMk id="11" creationId="{9A34254E-D667-478E-96BD-878B419BD3CB}"/>
          </ac:spMkLst>
        </pc:spChg>
        <pc:spChg chg="add">
          <ac:chgData name="Sohag Kabir" userId="e9b0da40-aef8-480a-bb63-d1daacecf555" providerId="ADAL" clId="{59E50A16-9BA8-49D3-AC37-5E7298F40FAE}" dt="2020-01-19T16:26:10.250" v="25"/>
          <ac:spMkLst>
            <pc:docMk/>
            <pc:sldMk cId="763715465" sldId="267"/>
            <ac:spMk id="12" creationId="{E835A126-53D2-495B-A096-2309B8B452AE}"/>
          </ac:spMkLst>
        </pc:spChg>
      </pc:sldChg>
    </pc:docChg>
  </pc:docChgLst>
  <pc:docChgLst>
    <pc:chgData name="Sohag Kabir" userId="e9b0da40-aef8-480a-bb63-d1daacecf555" providerId="ADAL" clId="{7EF9A945-C526-4C17-9362-CDA0FCCCDA95}"/>
    <pc:docChg chg="undo custSel addSld delSld modSld sldOrd">
      <pc:chgData name="Sohag Kabir" userId="e9b0da40-aef8-480a-bb63-d1daacecf555" providerId="ADAL" clId="{7EF9A945-C526-4C17-9362-CDA0FCCCDA95}" dt="2024-10-24T18:43:21.691" v="1526" actId="47"/>
      <pc:docMkLst>
        <pc:docMk/>
      </pc:docMkLst>
      <pc:sldChg chg="modSp mod">
        <pc:chgData name="Sohag Kabir" userId="e9b0da40-aef8-480a-bb63-d1daacecf555" providerId="ADAL" clId="{7EF9A945-C526-4C17-9362-CDA0FCCCDA95}" dt="2024-10-24T08:27:03.431" v="1" actId="27636"/>
        <pc:sldMkLst>
          <pc:docMk/>
          <pc:sldMk cId="2795566495" sldId="256"/>
        </pc:sldMkLst>
        <pc:spChg chg="mod">
          <ac:chgData name="Sohag Kabir" userId="e9b0da40-aef8-480a-bb63-d1daacecf555" providerId="ADAL" clId="{7EF9A945-C526-4C17-9362-CDA0FCCCDA95}" dt="2024-10-24T08:27:03.431" v="1" actId="27636"/>
          <ac:spMkLst>
            <pc:docMk/>
            <pc:sldMk cId="2795566495" sldId="256"/>
            <ac:spMk id="7" creationId="{2A7F24C1-BF6E-43D8-A57F-60FFBF172E51}"/>
          </ac:spMkLst>
        </pc:spChg>
      </pc:sldChg>
      <pc:sldChg chg="modSp mod">
        <pc:chgData name="Sohag Kabir" userId="e9b0da40-aef8-480a-bb63-d1daacecf555" providerId="ADAL" clId="{7EF9A945-C526-4C17-9362-CDA0FCCCDA95}" dt="2024-10-24T08:27:39.811" v="4"/>
        <pc:sldMkLst>
          <pc:docMk/>
          <pc:sldMk cId="1234101355" sldId="258"/>
        </pc:sldMkLst>
        <pc:spChg chg="mod">
          <ac:chgData name="Sohag Kabir" userId="e9b0da40-aef8-480a-bb63-d1daacecf555" providerId="ADAL" clId="{7EF9A945-C526-4C17-9362-CDA0FCCCDA95}" dt="2024-10-24T08:27:39.811" v="4"/>
          <ac:spMkLst>
            <pc:docMk/>
            <pc:sldMk cId="1234101355" sldId="258"/>
            <ac:spMk id="3" creationId="{2FEE6F10-BAF0-90B1-17AF-10D6EFC928B2}"/>
          </ac:spMkLst>
        </pc:spChg>
      </pc:sldChg>
      <pc:sldChg chg="addSp delSp modSp mod modAnim">
        <pc:chgData name="Sohag Kabir" userId="e9b0da40-aef8-480a-bb63-d1daacecf555" providerId="ADAL" clId="{7EF9A945-C526-4C17-9362-CDA0FCCCDA95}" dt="2024-10-24T08:56:36.430" v="41"/>
        <pc:sldMkLst>
          <pc:docMk/>
          <pc:sldMk cId="616367942" sldId="279"/>
        </pc:sldMkLst>
        <pc:spChg chg="mod">
          <ac:chgData name="Sohag Kabir" userId="e9b0da40-aef8-480a-bb63-d1daacecf555" providerId="ADAL" clId="{7EF9A945-C526-4C17-9362-CDA0FCCCDA95}" dt="2024-10-24T08:28:35.904" v="5"/>
          <ac:spMkLst>
            <pc:docMk/>
            <pc:sldMk cId="616367942" sldId="279"/>
            <ac:spMk id="2" creationId="{DE13D453-4D7B-47BF-AED4-27D56C3644AA}"/>
          </ac:spMkLst>
        </pc:spChg>
        <pc:spChg chg="add del mod">
          <ac:chgData name="Sohag Kabir" userId="e9b0da40-aef8-480a-bb63-d1daacecf555" providerId="ADAL" clId="{7EF9A945-C526-4C17-9362-CDA0FCCCDA95}" dt="2024-10-24T08:28:45.001" v="7" actId="478"/>
          <ac:spMkLst>
            <pc:docMk/>
            <pc:sldMk cId="616367942" sldId="279"/>
            <ac:spMk id="3" creationId="{2FCB0FE2-7FAA-F012-E206-8E4F9BD16753}"/>
          </ac:spMkLst>
        </pc:spChg>
        <pc:spChg chg="del">
          <ac:chgData name="Sohag Kabir" userId="e9b0da40-aef8-480a-bb63-d1daacecf555" providerId="ADAL" clId="{7EF9A945-C526-4C17-9362-CDA0FCCCDA95}" dt="2024-10-24T08:28:42.232" v="6" actId="478"/>
          <ac:spMkLst>
            <pc:docMk/>
            <pc:sldMk cId="616367942" sldId="279"/>
            <ac:spMk id="4" creationId="{18342D14-1095-3562-195F-09B6C19B269F}"/>
          </ac:spMkLst>
        </pc:spChg>
        <pc:spChg chg="add mod">
          <ac:chgData name="Sohag Kabir" userId="e9b0da40-aef8-480a-bb63-d1daacecf555" providerId="ADAL" clId="{7EF9A945-C526-4C17-9362-CDA0FCCCDA95}" dt="2024-10-24T08:42:05.436" v="27" actId="255"/>
          <ac:spMkLst>
            <pc:docMk/>
            <pc:sldMk cId="616367942" sldId="279"/>
            <ac:spMk id="5" creationId="{18DFA727-64E9-BA34-41A1-882198C56CDF}"/>
          </ac:spMkLst>
        </pc:spChg>
        <pc:spChg chg="add mod">
          <ac:chgData name="Sohag Kabir" userId="e9b0da40-aef8-480a-bb63-d1daacecf555" providerId="ADAL" clId="{7EF9A945-C526-4C17-9362-CDA0FCCCDA95}" dt="2024-10-24T08:52:22.243" v="36" actId="164"/>
          <ac:spMkLst>
            <pc:docMk/>
            <pc:sldMk cId="616367942" sldId="279"/>
            <ac:spMk id="8" creationId="{1C4C6307-3A65-925E-F282-3F27C309A523}"/>
          </ac:spMkLst>
        </pc:spChg>
        <pc:spChg chg="add mod">
          <ac:chgData name="Sohag Kabir" userId="e9b0da40-aef8-480a-bb63-d1daacecf555" providerId="ADAL" clId="{7EF9A945-C526-4C17-9362-CDA0FCCCDA95}" dt="2024-10-24T08:52:22.243" v="36" actId="164"/>
          <ac:spMkLst>
            <pc:docMk/>
            <pc:sldMk cId="616367942" sldId="279"/>
            <ac:spMk id="9" creationId="{13CCAE92-9AA9-A765-B9BA-E9D74DD2E06F}"/>
          </ac:spMkLst>
        </pc:spChg>
        <pc:spChg chg="add mod">
          <ac:chgData name="Sohag Kabir" userId="e9b0da40-aef8-480a-bb63-d1daacecf555" providerId="ADAL" clId="{7EF9A945-C526-4C17-9362-CDA0FCCCDA95}" dt="2024-10-24T08:52:22.243" v="36" actId="164"/>
          <ac:spMkLst>
            <pc:docMk/>
            <pc:sldMk cId="616367942" sldId="279"/>
            <ac:spMk id="10" creationId="{B92689D2-D0C0-BCA1-4E37-EB2F943D9250}"/>
          </ac:spMkLst>
        </pc:spChg>
        <pc:spChg chg="add mod">
          <ac:chgData name="Sohag Kabir" userId="e9b0da40-aef8-480a-bb63-d1daacecf555" providerId="ADAL" clId="{7EF9A945-C526-4C17-9362-CDA0FCCCDA95}" dt="2024-10-24T08:55:09.548" v="40" actId="1035"/>
          <ac:spMkLst>
            <pc:docMk/>
            <pc:sldMk cId="616367942" sldId="279"/>
            <ac:spMk id="13" creationId="{DFF9B9AC-79F0-6A46-4987-52DF46DB563E}"/>
          </ac:spMkLst>
        </pc:spChg>
        <pc:grpChg chg="add mod">
          <ac:chgData name="Sohag Kabir" userId="e9b0da40-aef8-480a-bb63-d1daacecf555" providerId="ADAL" clId="{7EF9A945-C526-4C17-9362-CDA0FCCCDA95}" dt="2024-10-24T08:52:22.243" v="36" actId="164"/>
          <ac:grpSpMkLst>
            <pc:docMk/>
            <pc:sldMk cId="616367942" sldId="279"/>
            <ac:grpSpMk id="11" creationId="{5159FFAA-77DD-D714-CCC0-37D05CA87AC5}"/>
          </ac:grpSpMkLst>
        </pc:grpChg>
        <pc:cxnChg chg="add mod">
          <ac:chgData name="Sohag Kabir" userId="e9b0da40-aef8-480a-bb63-d1daacecf555" providerId="ADAL" clId="{7EF9A945-C526-4C17-9362-CDA0FCCCDA95}" dt="2024-10-24T08:55:09.548" v="40" actId="1035"/>
          <ac:cxnSpMkLst>
            <pc:docMk/>
            <pc:sldMk cId="616367942" sldId="279"/>
            <ac:cxnSpMk id="12" creationId="{8B131CF7-F12C-0AED-1C64-9644413407DD}"/>
          </ac:cxnSpMkLst>
        </pc:cxnChg>
      </pc:sldChg>
      <pc:sldChg chg="addSp delSp modSp mod delAnim">
        <pc:chgData name="Sohag Kabir" userId="e9b0da40-aef8-480a-bb63-d1daacecf555" providerId="ADAL" clId="{7EF9A945-C526-4C17-9362-CDA0FCCCDA95}" dt="2024-10-24T09:14:18.770" v="89" actId="478"/>
        <pc:sldMkLst>
          <pc:docMk/>
          <pc:sldMk cId="4080867092" sldId="328"/>
        </pc:sldMkLst>
        <pc:spChg chg="mod">
          <ac:chgData name="Sohag Kabir" userId="e9b0da40-aef8-480a-bb63-d1daacecf555" providerId="ADAL" clId="{7EF9A945-C526-4C17-9362-CDA0FCCCDA95}" dt="2024-10-24T09:00:52.766" v="42"/>
          <ac:spMkLst>
            <pc:docMk/>
            <pc:sldMk cId="4080867092" sldId="328"/>
            <ac:spMk id="2" creationId="{DE13D453-4D7B-47BF-AED4-27D56C3644AA}"/>
          </ac:spMkLst>
        </pc:spChg>
        <pc:spChg chg="add del mod">
          <ac:chgData name="Sohag Kabir" userId="e9b0da40-aef8-480a-bb63-d1daacecf555" providerId="ADAL" clId="{7EF9A945-C526-4C17-9362-CDA0FCCCDA95}" dt="2024-10-24T09:14:18.770" v="89" actId="478"/>
          <ac:spMkLst>
            <pc:docMk/>
            <pc:sldMk cId="4080867092" sldId="328"/>
            <ac:spMk id="3" creationId="{4AF3133C-D0E5-3DE9-52C9-B265A9A98A82}"/>
          </ac:spMkLst>
        </pc:spChg>
        <pc:spChg chg="del">
          <ac:chgData name="Sohag Kabir" userId="e9b0da40-aef8-480a-bb63-d1daacecf555" providerId="ADAL" clId="{7EF9A945-C526-4C17-9362-CDA0FCCCDA95}" dt="2024-10-24T09:01:07.111" v="48" actId="478"/>
          <ac:spMkLst>
            <pc:docMk/>
            <pc:sldMk cId="4080867092" sldId="328"/>
            <ac:spMk id="16" creationId="{E739903D-1046-9AFC-C02D-161D48CC60A5}"/>
          </ac:spMkLst>
        </pc:spChg>
        <pc:spChg chg="add mod">
          <ac:chgData name="Sohag Kabir" userId="e9b0da40-aef8-480a-bb63-d1daacecf555" providerId="ADAL" clId="{7EF9A945-C526-4C17-9362-CDA0FCCCDA95}" dt="2024-10-24T09:07:40.111" v="78" actId="2711"/>
          <ac:spMkLst>
            <pc:docMk/>
            <pc:sldMk cId="4080867092" sldId="328"/>
            <ac:spMk id="19" creationId="{7E3D96B4-E318-0FF1-EF5B-AE38B4282988}"/>
          </ac:spMkLst>
        </pc:spChg>
        <pc:spChg chg="add mod">
          <ac:chgData name="Sohag Kabir" userId="e9b0da40-aef8-480a-bb63-d1daacecf555" providerId="ADAL" clId="{7EF9A945-C526-4C17-9362-CDA0FCCCDA95}" dt="2024-10-24T09:06:29.358" v="77" actId="255"/>
          <ac:spMkLst>
            <pc:docMk/>
            <pc:sldMk cId="4080867092" sldId="328"/>
            <ac:spMk id="21" creationId="{E77CAB92-8C0B-5AD4-30D7-C21DEC0951FB}"/>
          </ac:spMkLst>
        </pc:spChg>
        <pc:spChg chg="del">
          <ac:chgData name="Sohag Kabir" userId="e9b0da40-aef8-480a-bb63-d1daacecf555" providerId="ADAL" clId="{7EF9A945-C526-4C17-9362-CDA0FCCCDA95}" dt="2024-10-24T09:01:03.566" v="46" actId="478"/>
          <ac:spMkLst>
            <pc:docMk/>
            <pc:sldMk cId="4080867092" sldId="328"/>
            <ac:spMk id="24" creationId="{CFE8EEFF-21CD-69A0-91AE-D007C3DD231F}"/>
          </ac:spMkLst>
        </pc:spChg>
        <pc:spChg chg="del">
          <ac:chgData name="Sohag Kabir" userId="e9b0da40-aef8-480a-bb63-d1daacecf555" providerId="ADAL" clId="{7EF9A945-C526-4C17-9362-CDA0FCCCDA95}" dt="2024-10-24T09:01:05.225" v="47" actId="478"/>
          <ac:spMkLst>
            <pc:docMk/>
            <pc:sldMk cId="4080867092" sldId="328"/>
            <ac:spMk id="25" creationId="{2696368D-2278-4610-6BF2-C035D000FEE2}"/>
          </ac:spMkLst>
        </pc:spChg>
        <pc:spChg chg="add mod">
          <ac:chgData name="Sohag Kabir" userId="e9b0da40-aef8-480a-bb63-d1daacecf555" providerId="ADAL" clId="{7EF9A945-C526-4C17-9362-CDA0FCCCDA95}" dt="2024-10-24T09:05:25.668" v="75" actId="14100"/>
          <ac:spMkLst>
            <pc:docMk/>
            <pc:sldMk cId="4080867092" sldId="328"/>
            <ac:spMk id="26" creationId="{D8426012-2C32-8A45-BD1A-E10D7BEC9404}"/>
          </ac:spMkLst>
        </pc:spChg>
        <pc:grpChg chg="del">
          <ac:chgData name="Sohag Kabir" userId="e9b0da40-aef8-480a-bb63-d1daacecf555" providerId="ADAL" clId="{7EF9A945-C526-4C17-9362-CDA0FCCCDA95}" dt="2024-10-24T09:00:58.325" v="43" actId="478"/>
          <ac:grpSpMkLst>
            <pc:docMk/>
            <pc:sldMk cId="4080867092" sldId="328"/>
            <ac:grpSpMk id="11" creationId="{649A098E-EB3A-ECA8-F1C3-30E051B4DA65}"/>
          </ac:grpSpMkLst>
        </pc:grpChg>
        <pc:grpChg chg="del">
          <ac:chgData name="Sohag Kabir" userId="e9b0da40-aef8-480a-bb63-d1daacecf555" providerId="ADAL" clId="{7EF9A945-C526-4C17-9362-CDA0FCCCDA95}" dt="2024-10-24T09:01:00.709" v="44" actId="478"/>
          <ac:grpSpMkLst>
            <pc:docMk/>
            <pc:sldMk cId="4080867092" sldId="328"/>
            <ac:grpSpMk id="12" creationId="{97022B0A-A8BE-A608-B455-9B6F2B294D85}"/>
          </ac:grpSpMkLst>
        </pc:grpChg>
        <pc:grpChg chg="del">
          <ac:chgData name="Sohag Kabir" userId="e9b0da40-aef8-480a-bb63-d1daacecf555" providerId="ADAL" clId="{7EF9A945-C526-4C17-9362-CDA0FCCCDA95}" dt="2024-10-24T09:01:08.513" v="49" actId="478"/>
          <ac:grpSpMkLst>
            <pc:docMk/>
            <pc:sldMk cId="4080867092" sldId="328"/>
            <ac:grpSpMk id="13" creationId="{5E576F33-AF8A-7E7B-39A8-B6160880B2A9}"/>
          </ac:grpSpMkLst>
        </pc:grpChg>
        <pc:picChg chg="add mod">
          <ac:chgData name="Sohag Kabir" userId="e9b0da40-aef8-480a-bb63-d1daacecf555" providerId="ADAL" clId="{7EF9A945-C526-4C17-9362-CDA0FCCCDA95}" dt="2024-10-24T09:03:16.549" v="52" actId="1076"/>
          <ac:picMkLst>
            <pc:docMk/>
            <pc:sldMk cId="4080867092" sldId="328"/>
            <ac:picMk id="4" creationId="{5652AECD-799C-813D-B9D8-B2259CAE8258}"/>
          </ac:picMkLst>
        </pc:picChg>
        <pc:picChg chg="add mod">
          <ac:chgData name="Sohag Kabir" userId="e9b0da40-aef8-480a-bb63-d1daacecf555" providerId="ADAL" clId="{7EF9A945-C526-4C17-9362-CDA0FCCCDA95}" dt="2024-10-24T09:03:16.549" v="52" actId="1076"/>
          <ac:picMkLst>
            <pc:docMk/>
            <pc:sldMk cId="4080867092" sldId="328"/>
            <ac:picMk id="17" creationId="{F2DD315D-5312-A6BA-E9E8-0A0EB944F833}"/>
          </ac:picMkLst>
        </pc:picChg>
        <pc:cxnChg chg="del">
          <ac:chgData name="Sohag Kabir" userId="e9b0da40-aef8-480a-bb63-d1daacecf555" providerId="ADAL" clId="{7EF9A945-C526-4C17-9362-CDA0FCCCDA95}" dt="2024-10-24T09:01:05.225" v="47" actId="478"/>
          <ac:cxnSpMkLst>
            <pc:docMk/>
            <pc:sldMk cId="4080867092" sldId="328"/>
            <ac:cxnSpMk id="18" creationId="{8D1B62B7-69F7-A15D-BC44-DC9CE260D9BC}"/>
          </ac:cxnSpMkLst>
        </pc:cxnChg>
        <pc:cxnChg chg="add mod">
          <ac:chgData name="Sohag Kabir" userId="e9b0da40-aef8-480a-bb63-d1daacecf555" providerId="ADAL" clId="{7EF9A945-C526-4C17-9362-CDA0FCCCDA95}" dt="2024-10-24T09:03:16.549" v="52" actId="1076"/>
          <ac:cxnSpMkLst>
            <pc:docMk/>
            <pc:sldMk cId="4080867092" sldId="328"/>
            <ac:cxnSpMk id="20" creationId="{752C6BA7-4451-C504-0749-CD7ACB91AD62}"/>
          </ac:cxnSpMkLst>
        </pc:cxnChg>
        <pc:cxnChg chg="del">
          <ac:chgData name="Sohag Kabir" userId="e9b0da40-aef8-480a-bb63-d1daacecf555" providerId="ADAL" clId="{7EF9A945-C526-4C17-9362-CDA0FCCCDA95}" dt="2024-10-24T09:01:02.122" v="45" actId="478"/>
          <ac:cxnSpMkLst>
            <pc:docMk/>
            <pc:sldMk cId="4080867092" sldId="328"/>
            <ac:cxnSpMk id="22" creationId="{A6F69FC7-D81F-83A4-D324-AC187B48625E}"/>
          </ac:cxnSpMkLst>
        </pc:cxnChg>
        <pc:cxnChg chg="add mod">
          <ac:chgData name="Sohag Kabir" userId="e9b0da40-aef8-480a-bb63-d1daacecf555" providerId="ADAL" clId="{7EF9A945-C526-4C17-9362-CDA0FCCCDA95}" dt="2024-10-24T09:03:16.549" v="52" actId="1076"/>
          <ac:cxnSpMkLst>
            <pc:docMk/>
            <pc:sldMk cId="4080867092" sldId="328"/>
            <ac:cxnSpMk id="23" creationId="{26BDD145-B2E8-B44E-0022-76674052D094}"/>
          </ac:cxnSpMkLst>
        </pc:cxnChg>
      </pc:sldChg>
      <pc:sldChg chg="del">
        <pc:chgData name="Sohag Kabir" userId="e9b0da40-aef8-480a-bb63-d1daacecf555" providerId="ADAL" clId="{7EF9A945-C526-4C17-9362-CDA0FCCCDA95}" dt="2024-10-24T18:23:41.324" v="1352" actId="2696"/>
        <pc:sldMkLst>
          <pc:docMk/>
          <pc:sldMk cId="4199687532" sldId="330"/>
        </pc:sldMkLst>
      </pc:sldChg>
      <pc:sldChg chg="addSp delSp modSp mod delAnim">
        <pc:chgData name="Sohag Kabir" userId="e9b0da40-aef8-480a-bb63-d1daacecf555" providerId="ADAL" clId="{7EF9A945-C526-4C17-9362-CDA0FCCCDA95}" dt="2024-10-24T13:43:55.564" v="247" actId="5793"/>
        <pc:sldMkLst>
          <pc:docMk/>
          <pc:sldMk cId="327274818" sldId="331"/>
        </pc:sldMkLst>
        <pc:spChg chg="mod">
          <ac:chgData name="Sohag Kabir" userId="e9b0da40-aef8-480a-bb63-d1daacecf555" providerId="ADAL" clId="{7EF9A945-C526-4C17-9362-CDA0FCCCDA95}" dt="2024-10-24T12:51:48.447" v="195"/>
          <ac:spMkLst>
            <pc:docMk/>
            <pc:sldMk cId="327274818" sldId="331"/>
            <ac:spMk id="2" creationId="{DE13D453-4D7B-47BF-AED4-27D56C3644AA}"/>
          </ac:spMkLst>
        </pc:spChg>
        <pc:spChg chg="del">
          <ac:chgData name="Sohag Kabir" userId="e9b0da40-aef8-480a-bb63-d1daacecf555" providerId="ADAL" clId="{7EF9A945-C526-4C17-9362-CDA0FCCCDA95}" dt="2024-10-24T12:51:11.574" v="184" actId="478"/>
          <ac:spMkLst>
            <pc:docMk/>
            <pc:sldMk cId="327274818" sldId="331"/>
            <ac:spMk id="3" creationId="{4FCCE64C-6148-12B2-86BB-477DAF83C6EE}"/>
          </ac:spMkLst>
        </pc:spChg>
        <pc:spChg chg="add mod">
          <ac:chgData name="Sohag Kabir" userId="e9b0da40-aef8-480a-bb63-d1daacecf555" providerId="ADAL" clId="{7EF9A945-C526-4C17-9362-CDA0FCCCDA95}" dt="2024-10-24T13:43:55.564" v="247" actId="5793"/>
          <ac:spMkLst>
            <pc:docMk/>
            <pc:sldMk cId="327274818" sldId="331"/>
            <ac:spMk id="5" creationId="{BA243741-F2E3-682D-72EA-AE76DF20EEE8}"/>
          </ac:spMkLst>
        </pc:spChg>
        <pc:spChg chg="del">
          <ac:chgData name="Sohag Kabir" userId="e9b0da40-aef8-480a-bb63-d1daacecf555" providerId="ADAL" clId="{7EF9A945-C526-4C17-9362-CDA0FCCCDA95}" dt="2024-10-24T12:51:13.888" v="185" actId="478"/>
          <ac:spMkLst>
            <pc:docMk/>
            <pc:sldMk cId="327274818" sldId="331"/>
            <ac:spMk id="9" creationId="{24BD288A-3A4D-735F-0BAB-87983673A39E}"/>
          </ac:spMkLst>
        </pc:spChg>
        <pc:spChg chg="del">
          <ac:chgData name="Sohag Kabir" userId="e9b0da40-aef8-480a-bb63-d1daacecf555" providerId="ADAL" clId="{7EF9A945-C526-4C17-9362-CDA0FCCCDA95}" dt="2024-10-24T12:51:21.698" v="191" actId="478"/>
          <ac:spMkLst>
            <pc:docMk/>
            <pc:sldMk cId="327274818" sldId="331"/>
            <ac:spMk id="10" creationId="{951173FE-3725-C12C-92A4-2628C677E5A8}"/>
          </ac:spMkLst>
        </pc:spChg>
        <pc:spChg chg="del">
          <ac:chgData name="Sohag Kabir" userId="e9b0da40-aef8-480a-bb63-d1daacecf555" providerId="ADAL" clId="{7EF9A945-C526-4C17-9362-CDA0FCCCDA95}" dt="2024-10-24T12:51:16.182" v="187" actId="478"/>
          <ac:spMkLst>
            <pc:docMk/>
            <pc:sldMk cId="327274818" sldId="331"/>
            <ac:spMk id="11" creationId="{91043737-EF9B-EA7C-FB6E-F60F420CE17E}"/>
          </ac:spMkLst>
        </pc:spChg>
        <pc:spChg chg="del">
          <ac:chgData name="Sohag Kabir" userId="e9b0da40-aef8-480a-bb63-d1daacecf555" providerId="ADAL" clId="{7EF9A945-C526-4C17-9362-CDA0FCCCDA95}" dt="2024-10-24T12:51:19.891" v="190" actId="478"/>
          <ac:spMkLst>
            <pc:docMk/>
            <pc:sldMk cId="327274818" sldId="331"/>
            <ac:spMk id="12" creationId="{7E0BB723-FBBF-7290-8C97-DAC2191D0EBE}"/>
          </ac:spMkLst>
        </pc:spChg>
        <pc:spChg chg="del">
          <ac:chgData name="Sohag Kabir" userId="e9b0da40-aef8-480a-bb63-d1daacecf555" providerId="ADAL" clId="{7EF9A945-C526-4C17-9362-CDA0FCCCDA95}" dt="2024-10-24T12:51:21.698" v="191" actId="478"/>
          <ac:spMkLst>
            <pc:docMk/>
            <pc:sldMk cId="327274818" sldId="331"/>
            <ac:spMk id="27" creationId="{304A0D9E-5353-F45E-7CC9-047CD3A25E70}"/>
          </ac:spMkLst>
        </pc:spChg>
        <pc:spChg chg="del">
          <ac:chgData name="Sohag Kabir" userId="e9b0da40-aef8-480a-bb63-d1daacecf555" providerId="ADAL" clId="{7EF9A945-C526-4C17-9362-CDA0FCCCDA95}" dt="2024-10-24T12:51:16.982" v="188" actId="478"/>
          <ac:spMkLst>
            <pc:docMk/>
            <pc:sldMk cId="327274818" sldId="331"/>
            <ac:spMk id="28" creationId="{A2360C2F-76F0-DAD1-C216-9A1859F9B5D0}"/>
          </ac:spMkLst>
        </pc:spChg>
        <pc:graphicFrameChg chg="del">
          <ac:chgData name="Sohag Kabir" userId="e9b0da40-aef8-480a-bb63-d1daacecf555" providerId="ADAL" clId="{7EF9A945-C526-4C17-9362-CDA0FCCCDA95}" dt="2024-10-24T12:51:14.816" v="186" actId="478"/>
          <ac:graphicFrameMkLst>
            <pc:docMk/>
            <pc:sldMk cId="327274818" sldId="331"/>
            <ac:graphicFrameMk id="4" creationId="{2ADEF6E5-8666-59ED-356F-7DA41B502DFB}"/>
          </ac:graphicFrameMkLst>
        </pc:graphicFrameChg>
        <pc:graphicFrameChg chg="del">
          <ac:chgData name="Sohag Kabir" userId="e9b0da40-aef8-480a-bb63-d1daacecf555" providerId="ADAL" clId="{7EF9A945-C526-4C17-9362-CDA0FCCCDA95}" dt="2024-10-24T12:51:18.940" v="189" actId="478"/>
          <ac:graphicFrameMkLst>
            <pc:docMk/>
            <pc:sldMk cId="327274818" sldId="331"/>
            <ac:graphicFrameMk id="8" creationId="{C4267432-AE02-5CB5-C52D-8FCCD8ADE670}"/>
          </ac:graphicFrameMkLst>
        </pc:graphicFrameChg>
        <pc:cxnChg chg="del">
          <ac:chgData name="Sohag Kabir" userId="e9b0da40-aef8-480a-bb63-d1daacecf555" providerId="ADAL" clId="{7EF9A945-C526-4C17-9362-CDA0FCCCDA95}" dt="2024-10-24T12:51:21.698" v="191" actId="478"/>
          <ac:cxnSpMkLst>
            <pc:docMk/>
            <pc:sldMk cId="327274818" sldId="331"/>
            <ac:cxnSpMk id="14" creationId="{974FCC38-81D8-85EB-2C37-6B254797A5DF}"/>
          </ac:cxnSpMkLst>
        </pc:cxnChg>
        <pc:cxnChg chg="del">
          <ac:chgData name="Sohag Kabir" userId="e9b0da40-aef8-480a-bb63-d1daacecf555" providerId="ADAL" clId="{7EF9A945-C526-4C17-9362-CDA0FCCCDA95}" dt="2024-10-24T12:51:21.698" v="191" actId="478"/>
          <ac:cxnSpMkLst>
            <pc:docMk/>
            <pc:sldMk cId="327274818" sldId="331"/>
            <ac:cxnSpMk id="17" creationId="{7A86F193-D069-A18A-7B46-A7FD1EA94472}"/>
          </ac:cxnSpMkLst>
        </pc:cxnChg>
        <pc:cxnChg chg="del">
          <ac:chgData name="Sohag Kabir" userId="e9b0da40-aef8-480a-bb63-d1daacecf555" providerId="ADAL" clId="{7EF9A945-C526-4C17-9362-CDA0FCCCDA95}" dt="2024-10-24T12:51:21.698" v="191" actId="478"/>
          <ac:cxnSpMkLst>
            <pc:docMk/>
            <pc:sldMk cId="327274818" sldId="331"/>
            <ac:cxnSpMk id="19" creationId="{26A7F4ED-14C4-5784-DB2E-896534EA9921}"/>
          </ac:cxnSpMkLst>
        </pc:cxnChg>
        <pc:cxnChg chg="del">
          <ac:chgData name="Sohag Kabir" userId="e9b0da40-aef8-480a-bb63-d1daacecf555" providerId="ADAL" clId="{7EF9A945-C526-4C17-9362-CDA0FCCCDA95}" dt="2024-10-24T12:51:21.698" v="191" actId="478"/>
          <ac:cxnSpMkLst>
            <pc:docMk/>
            <pc:sldMk cId="327274818" sldId="331"/>
            <ac:cxnSpMk id="26" creationId="{BEFFAE50-C136-5ACF-46E2-33B868019A82}"/>
          </ac:cxnSpMkLst>
        </pc:cxnChg>
      </pc:sldChg>
      <pc:sldChg chg="addSp delSp modSp mod delAnim modAnim">
        <pc:chgData name="Sohag Kabir" userId="e9b0da40-aef8-480a-bb63-d1daacecf555" providerId="ADAL" clId="{7EF9A945-C526-4C17-9362-CDA0FCCCDA95}" dt="2024-10-24T13:51:21.034" v="316" actId="1076"/>
        <pc:sldMkLst>
          <pc:docMk/>
          <pc:sldMk cId="608246039" sldId="332"/>
        </pc:sldMkLst>
        <pc:spChg chg="mod">
          <ac:chgData name="Sohag Kabir" userId="e9b0da40-aef8-480a-bb63-d1daacecf555" providerId="ADAL" clId="{7EF9A945-C526-4C17-9362-CDA0FCCCDA95}" dt="2024-10-24T13:44:42.593" v="249" actId="14100"/>
          <ac:spMkLst>
            <pc:docMk/>
            <pc:sldMk cId="608246039" sldId="332"/>
            <ac:spMk id="2" creationId="{DE13D453-4D7B-47BF-AED4-27D56C3644AA}"/>
          </ac:spMkLst>
        </pc:spChg>
        <pc:spChg chg="add del mod">
          <ac:chgData name="Sohag Kabir" userId="e9b0da40-aef8-480a-bb63-d1daacecf555" providerId="ADAL" clId="{7EF9A945-C526-4C17-9362-CDA0FCCCDA95}" dt="2024-10-24T13:44:51.187" v="252" actId="478"/>
          <ac:spMkLst>
            <pc:docMk/>
            <pc:sldMk cId="608246039" sldId="332"/>
            <ac:spMk id="3" creationId="{3684E241-BFD9-1CCE-C50C-FA27E40A6DA0}"/>
          </ac:spMkLst>
        </pc:spChg>
        <pc:spChg chg="add mod">
          <ac:chgData name="Sohag Kabir" userId="e9b0da40-aef8-480a-bb63-d1daacecf555" providerId="ADAL" clId="{7EF9A945-C526-4C17-9362-CDA0FCCCDA95}" dt="2024-10-24T13:46:59.407" v="278" actId="14100"/>
          <ac:spMkLst>
            <pc:docMk/>
            <pc:sldMk cId="608246039" sldId="332"/>
            <ac:spMk id="4" creationId="{FD8C9862-769E-0309-426A-96226C5B4629}"/>
          </ac:spMkLst>
        </pc:spChg>
        <pc:spChg chg="del">
          <ac:chgData name="Sohag Kabir" userId="e9b0da40-aef8-480a-bb63-d1daacecf555" providerId="ADAL" clId="{7EF9A945-C526-4C17-9362-CDA0FCCCDA95}" dt="2024-10-24T13:44:47.894" v="251" actId="478"/>
          <ac:spMkLst>
            <pc:docMk/>
            <pc:sldMk cId="608246039" sldId="332"/>
            <ac:spMk id="5" creationId="{BDB72930-C5D4-9579-3D98-57C93C2132B8}"/>
          </ac:spMkLst>
        </pc:spChg>
        <pc:spChg chg="add del mod">
          <ac:chgData name="Sohag Kabir" userId="e9b0da40-aef8-480a-bb63-d1daacecf555" providerId="ADAL" clId="{7EF9A945-C526-4C17-9362-CDA0FCCCDA95}" dt="2024-10-24T13:45:09.930" v="255" actId="478"/>
          <ac:spMkLst>
            <pc:docMk/>
            <pc:sldMk cId="608246039" sldId="332"/>
            <ac:spMk id="8" creationId="{7B8566FE-6215-631A-A4C8-4BCEE43E2954}"/>
          </ac:spMkLst>
        </pc:spChg>
        <pc:spChg chg="del">
          <ac:chgData name="Sohag Kabir" userId="e9b0da40-aef8-480a-bb63-d1daacecf555" providerId="ADAL" clId="{7EF9A945-C526-4C17-9362-CDA0FCCCDA95}" dt="2024-10-24T13:44:44.905" v="250" actId="478"/>
          <ac:spMkLst>
            <pc:docMk/>
            <pc:sldMk cId="608246039" sldId="332"/>
            <ac:spMk id="9" creationId="{83AFF9AD-0DEE-0F95-1B86-E5493A15E383}"/>
          </ac:spMkLst>
        </pc:spChg>
        <pc:spChg chg="add mod">
          <ac:chgData name="Sohag Kabir" userId="e9b0da40-aef8-480a-bb63-d1daacecf555" providerId="ADAL" clId="{7EF9A945-C526-4C17-9362-CDA0FCCCDA95}" dt="2024-10-24T13:46:53.360" v="277" actId="14100"/>
          <ac:spMkLst>
            <pc:docMk/>
            <pc:sldMk cId="608246039" sldId="332"/>
            <ac:spMk id="10" creationId="{172DBE8E-4AE9-C21A-3971-F2A144CEC292}"/>
          </ac:spMkLst>
        </pc:spChg>
        <pc:spChg chg="add mod">
          <ac:chgData name="Sohag Kabir" userId="e9b0da40-aef8-480a-bb63-d1daacecf555" providerId="ADAL" clId="{7EF9A945-C526-4C17-9362-CDA0FCCCDA95}" dt="2024-10-24T13:47:24.331" v="281" actId="255"/>
          <ac:spMkLst>
            <pc:docMk/>
            <pc:sldMk cId="608246039" sldId="332"/>
            <ac:spMk id="11" creationId="{7975C418-2456-541A-43CA-4F16AED879FE}"/>
          </ac:spMkLst>
        </pc:spChg>
        <pc:spChg chg="add mod">
          <ac:chgData name="Sohag Kabir" userId="e9b0da40-aef8-480a-bb63-d1daacecf555" providerId="ADAL" clId="{7EF9A945-C526-4C17-9362-CDA0FCCCDA95}" dt="2024-10-24T13:47:07.528" v="279" actId="2711"/>
          <ac:spMkLst>
            <pc:docMk/>
            <pc:sldMk cId="608246039" sldId="332"/>
            <ac:spMk id="12" creationId="{B426C367-AB60-2FCC-8DFA-8929D7D209BC}"/>
          </ac:spMkLst>
        </pc:spChg>
        <pc:spChg chg="add mod">
          <ac:chgData name="Sohag Kabir" userId="e9b0da40-aef8-480a-bb63-d1daacecf555" providerId="ADAL" clId="{7EF9A945-C526-4C17-9362-CDA0FCCCDA95}" dt="2024-10-24T13:47:27.457" v="282" actId="1076"/>
          <ac:spMkLst>
            <pc:docMk/>
            <pc:sldMk cId="608246039" sldId="332"/>
            <ac:spMk id="13" creationId="{FAECA4C6-EEE6-3955-2249-E78CAA4D5D83}"/>
          </ac:spMkLst>
        </pc:spChg>
        <pc:spChg chg="mod">
          <ac:chgData name="Sohag Kabir" userId="e9b0da40-aef8-480a-bb63-d1daacecf555" providerId="ADAL" clId="{7EF9A945-C526-4C17-9362-CDA0FCCCDA95}" dt="2024-10-24T13:49:17.852" v="308" actId="20577"/>
          <ac:spMkLst>
            <pc:docMk/>
            <pc:sldMk cId="608246039" sldId="332"/>
            <ac:spMk id="15" creationId="{C41808C4-32FC-7601-0308-8CFD66E53ABC}"/>
          </ac:spMkLst>
        </pc:spChg>
        <pc:spChg chg="mod">
          <ac:chgData name="Sohag Kabir" userId="e9b0da40-aef8-480a-bb63-d1daacecf555" providerId="ADAL" clId="{7EF9A945-C526-4C17-9362-CDA0FCCCDA95}" dt="2024-10-24T13:47:42.851" v="284" actId="255"/>
          <ac:spMkLst>
            <pc:docMk/>
            <pc:sldMk cId="608246039" sldId="332"/>
            <ac:spMk id="16" creationId="{F8CB6D64-D685-539A-B3F0-0475D794A7A6}"/>
          </ac:spMkLst>
        </pc:spChg>
        <pc:spChg chg="mod">
          <ac:chgData name="Sohag Kabir" userId="e9b0da40-aef8-480a-bb63-d1daacecf555" providerId="ADAL" clId="{7EF9A945-C526-4C17-9362-CDA0FCCCDA95}" dt="2024-10-24T13:50:57.268" v="313" actId="255"/>
          <ac:spMkLst>
            <pc:docMk/>
            <pc:sldMk cId="608246039" sldId="332"/>
            <ac:spMk id="17" creationId="{A199CAF3-43D8-A339-6855-A4665118E00C}"/>
          </ac:spMkLst>
        </pc:spChg>
        <pc:spChg chg="mod">
          <ac:chgData name="Sohag Kabir" userId="e9b0da40-aef8-480a-bb63-d1daacecf555" providerId="ADAL" clId="{7EF9A945-C526-4C17-9362-CDA0FCCCDA95}" dt="2024-10-24T13:51:11.698" v="315" actId="2711"/>
          <ac:spMkLst>
            <pc:docMk/>
            <pc:sldMk cId="608246039" sldId="332"/>
            <ac:spMk id="18" creationId="{694B78FC-4C92-A585-C4DF-5294BEFFD8BD}"/>
          </ac:spMkLst>
        </pc:spChg>
        <pc:grpChg chg="add mod">
          <ac:chgData name="Sohag Kabir" userId="e9b0da40-aef8-480a-bb63-d1daacecf555" providerId="ADAL" clId="{7EF9A945-C526-4C17-9362-CDA0FCCCDA95}" dt="2024-10-24T13:51:21.034" v="316" actId="1076"/>
          <ac:grpSpMkLst>
            <pc:docMk/>
            <pc:sldMk cId="608246039" sldId="332"/>
            <ac:grpSpMk id="14" creationId="{37F43F2D-C592-4F9A-7288-E007D42F7B66}"/>
          </ac:grpSpMkLst>
        </pc:grpChg>
      </pc:sldChg>
      <pc:sldChg chg="addSp delSp modSp mod addAnim delAnim modAnim">
        <pc:chgData name="Sohag Kabir" userId="e9b0da40-aef8-480a-bb63-d1daacecf555" providerId="ADAL" clId="{7EF9A945-C526-4C17-9362-CDA0FCCCDA95}" dt="2024-10-24T14:56:16.940" v="406"/>
        <pc:sldMkLst>
          <pc:docMk/>
          <pc:sldMk cId="1986047182" sldId="333"/>
        </pc:sldMkLst>
        <pc:spChg chg="mod">
          <ac:chgData name="Sohag Kabir" userId="e9b0da40-aef8-480a-bb63-d1daacecf555" providerId="ADAL" clId="{7EF9A945-C526-4C17-9362-CDA0FCCCDA95}" dt="2024-10-24T13:54:02.944" v="328"/>
          <ac:spMkLst>
            <pc:docMk/>
            <pc:sldMk cId="1986047182" sldId="333"/>
            <ac:spMk id="2" creationId="{DE13D453-4D7B-47BF-AED4-27D56C3644AA}"/>
          </ac:spMkLst>
        </pc:spChg>
        <pc:spChg chg="add del mod">
          <ac:chgData name="Sohag Kabir" userId="e9b0da40-aef8-480a-bb63-d1daacecf555" providerId="ADAL" clId="{7EF9A945-C526-4C17-9362-CDA0FCCCDA95}" dt="2024-10-24T13:55:02.708" v="333" actId="478"/>
          <ac:spMkLst>
            <pc:docMk/>
            <pc:sldMk cId="1986047182" sldId="333"/>
            <ac:spMk id="3" creationId="{A277AD9D-A015-CF9F-C6B1-E17B4042833E}"/>
          </ac:spMkLst>
        </pc:spChg>
        <pc:spChg chg="add del mod">
          <ac:chgData name="Sohag Kabir" userId="e9b0da40-aef8-480a-bb63-d1daacecf555" providerId="ADAL" clId="{7EF9A945-C526-4C17-9362-CDA0FCCCDA95}" dt="2024-10-24T13:56:22.235" v="335" actId="2711"/>
          <ac:spMkLst>
            <pc:docMk/>
            <pc:sldMk cId="1986047182" sldId="333"/>
            <ac:spMk id="10" creationId="{BD8DEBDD-BCDD-136E-FC8D-102173FAF70B}"/>
          </ac:spMkLst>
        </pc:spChg>
        <pc:spChg chg="del">
          <ac:chgData name="Sohag Kabir" userId="e9b0da40-aef8-480a-bb63-d1daacecf555" providerId="ADAL" clId="{7EF9A945-C526-4C17-9362-CDA0FCCCDA95}" dt="2024-10-24T13:53:25.773" v="318" actId="478"/>
          <ac:spMkLst>
            <pc:docMk/>
            <pc:sldMk cId="1986047182" sldId="333"/>
            <ac:spMk id="18" creationId="{546B288F-314E-6D42-57B3-EA145EB6A35B}"/>
          </ac:spMkLst>
        </pc:spChg>
        <pc:spChg chg="del">
          <ac:chgData name="Sohag Kabir" userId="e9b0da40-aef8-480a-bb63-d1daacecf555" providerId="ADAL" clId="{7EF9A945-C526-4C17-9362-CDA0FCCCDA95}" dt="2024-10-24T13:53:38.298" v="322" actId="478"/>
          <ac:spMkLst>
            <pc:docMk/>
            <pc:sldMk cId="1986047182" sldId="333"/>
            <ac:spMk id="19" creationId="{FB147F44-B650-7839-5DD6-3CE401EE0B10}"/>
          </ac:spMkLst>
        </pc:spChg>
        <pc:spChg chg="del">
          <ac:chgData name="Sohag Kabir" userId="e9b0da40-aef8-480a-bb63-d1daacecf555" providerId="ADAL" clId="{7EF9A945-C526-4C17-9362-CDA0FCCCDA95}" dt="2024-10-24T13:53:53.318" v="327" actId="478"/>
          <ac:spMkLst>
            <pc:docMk/>
            <pc:sldMk cId="1986047182" sldId="333"/>
            <ac:spMk id="22" creationId="{476F2BBB-3EE5-3888-5A2A-9A6FB28981C4}"/>
          </ac:spMkLst>
        </pc:spChg>
        <pc:spChg chg="mod topLvl">
          <ac:chgData name="Sohag Kabir" userId="e9b0da40-aef8-480a-bb63-d1daacecf555" providerId="ADAL" clId="{7EF9A945-C526-4C17-9362-CDA0FCCCDA95}" dt="2024-10-24T13:59:20.700" v="360" actId="478"/>
          <ac:spMkLst>
            <pc:docMk/>
            <pc:sldMk cId="1986047182" sldId="333"/>
            <ac:spMk id="23" creationId="{A4CC838D-A780-F821-1571-AF9FB6D28B59}"/>
          </ac:spMkLst>
        </pc:spChg>
        <pc:spChg chg="del">
          <ac:chgData name="Sohag Kabir" userId="e9b0da40-aef8-480a-bb63-d1daacecf555" providerId="ADAL" clId="{7EF9A945-C526-4C17-9362-CDA0FCCCDA95}" dt="2024-10-24T13:53:47.970" v="325" actId="478"/>
          <ac:spMkLst>
            <pc:docMk/>
            <pc:sldMk cId="1986047182" sldId="333"/>
            <ac:spMk id="25" creationId="{E229D1CC-230A-4474-974C-15BCB2B064F5}"/>
          </ac:spMkLst>
        </pc:spChg>
        <pc:spChg chg="del topLvl">
          <ac:chgData name="Sohag Kabir" userId="e9b0da40-aef8-480a-bb63-d1daacecf555" providerId="ADAL" clId="{7EF9A945-C526-4C17-9362-CDA0FCCCDA95}" dt="2024-10-24T13:53:44.273" v="324" actId="478"/>
          <ac:spMkLst>
            <pc:docMk/>
            <pc:sldMk cId="1986047182" sldId="333"/>
            <ac:spMk id="27" creationId="{B879A689-2DC0-07C9-565D-807395B356EC}"/>
          </ac:spMkLst>
        </pc:spChg>
        <pc:spChg chg="del topLvl">
          <ac:chgData name="Sohag Kabir" userId="e9b0da40-aef8-480a-bb63-d1daacecf555" providerId="ADAL" clId="{7EF9A945-C526-4C17-9362-CDA0FCCCDA95}" dt="2024-10-24T13:53:32.854" v="320" actId="478"/>
          <ac:spMkLst>
            <pc:docMk/>
            <pc:sldMk cId="1986047182" sldId="333"/>
            <ac:spMk id="28" creationId="{16CE7A72-601A-30C0-DDC0-B09B272C526D}"/>
          </ac:spMkLst>
        </pc:spChg>
        <pc:spChg chg="mod topLvl">
          <ac:chgData name="Sohag Kabir" userId="e9b0da40-aef8-480a-bb63-d1daacecf555" providerId="ADAL" clId="{7EF9A945-C526-4C17-9362-CDA0FCCCDA95}" dt="2024-10-24T14:02:23.437" v="385" actId="2711"/>
          <ac:spMkLst>
            <pc:docMk/>
            <pc:sldMk cId="1986047182" sldId="333"/>
            <ac:spMk id="31" creationId="{102A3C42-E54C-2EAC-B655-F09D47BFCF8A}"/>
          </ac:spMkLst>
        </pc:spChg>
        <pc:spChg chg="del mod topLvl">
          <ac:chgData name="Sohag Kabir" userId="e9b0da40-aef8-480a-bb63-d1daacecf555" providerId="ADAL" clId="{7EF9A945-C526-4C17-9362-CDA0FCCCDA95}" dt="2024-10-24T14:02:09.061" v="382" actId="478"/>
          <ac:spMkLst>
            <pc:docMk/>
            <pc:sldMk cId="1986047182" sldId="333"/>
            <ac:spMk id="32" creationId="{BD77D8EC-72AE-BF2E-8503-5E22F2BD72E1}"/>
          </ac:spMkLst>
        </pc:spChg>
        <pc:spChg chg="add mod">
          <ac:chgData name="Sohag Kabir" userId="e9b0da40-aef8-480a-bb63-d1daacecf555" providerId="ADAL" clId="{7EF9A945-C526-4C17-9362-CDA0FCCCDA95}" dt="2024-10-24T13:57:44.707" v="353" actId="20577"/>
          <ac:spMkLst>
            <pc:docMk/>
            <pc:sldMk cId="1986047182" sldId="333"/>
            <ac:spMk id="34" creationId="{DC5FFFEF-4AF5-8953-0148-E133953365FA}"/>
          </ac:spMkLst>
        </pc:spChg>
        <pc:spChg chg="add mod">
          <ac:chgData name="Sohag Kabir" userId="e9b0da40-aef8-480a-bb63-d1daacecf555" providerId="ADAL" clId="{7EF9A945-C526-4C17-9362-CDA0FCCCDA95}" dt="2024-10-24T14:01:28.852" v="377" actId="14100"/>
          <ac:spMkLst>
            <pc:docMk/>
            <pc:sldMk cId="1986047182" sldId="333"/>
            <ac:spMk id="36" creationId="{178BA5B3-FEBF-A9F9-A0EE-7E7489EC15F8}"/>
          </ac:spMkLst>
        </pc:spChg>
        <pc:spChg chg="add mod">
          <ac:chgData name="Sohag Kabir" userId="e9b0da40-aef8-480a-bb63-d1daacecf555" providerId="ADAL" clId="{7EF9A945-C526-4C17-9362-CDA0FCCCDA95}" dt="2024-10-24T14:56:08.360" v="404" actId="20577"/>
          <ac:spMkLst>
            <pc:docMk/>
            <pc:sldMk cId="1986047182" sldId="333"/>
            <ac:spMk id="38" creationId="{56136E04-DEEE-425C-B36B-78BB4792B279}"/>
          </ac:spMkLst>
        </pc:spChg>
        <pc:grpChg chg="del">
          <ac:chgData name="Sohag Kabir" userId="e9b0da40-aef8-480a-bb63-d1daacecf555" providerId="ADAL" clId="{7EF9A945-C526-4C17-9362-CDA0FCCCDA95}" dt="2024-10-24T13:53:22.456" v="317" actId="478"/>
          <ac:grpSpMkLst>
            <pc:docMk/>
            <pc:sldMk cId="1986047182" sldId="333"/>
            <ac:grpSpMk id="9" creationId="{A70D5324-F1A1-8184-D0EA-E8991CA41BC9}"/>
          </ac:grpSpMkLst>
        </pc:grpChg>
        <pc:grpChg chg="add del mod">
          <ac:chgData name="Sohag Kabir" userId="e9b0da40-aef8-480a-bb63-d1daacecf555" providerId="ADAL" clId="{7EF9A945-C526-4C17-9362-CDA0FCCCDA95}" dt="2024-10-24T13:59:20.700" v="360" actId="478"/>
          <ac:grpSpMkLst>
            <pc:docMk/>
            <pc:sldMk cId="1986047182" sldId="333"/>
            <ac:grpSpMk id="11" creationId="{6A16A01C-88E7-C666-68EB-931A337D60DC}"/>
          </ac:grpSpMkLst>
        </pc:grpChg>
        <pc:grpChg chg="del">
          <ac:chgData name="Sohag Kabir" userId="e9b0da40-aef8-480a-bb63-d1daacecf555" providerId="ADAL" clId="{7EF9A945-C526-4C17-9362-CDA0FCCCDA95}" dt="2024-10-24T13:53:29.498" v="319" actId="478"/>
          <ac:grpSpMkLst>
            <pc:docMk/>
            <pc:sldMk cId="1986047182" sldId="333"/>
            <ac:grpSpMk id="12" creationId="{78E4EB88-F969-CA37-DB8D-66E92020AAAC}"/>
          </ac:grpSpMkLst>
        </pc:grpChg>
        <pc:grpChg chg="del">
          <ac:chgData name="Sohag Kabir" userId="e9b0da40-aef8-480a-bb63-d1daacecf555" providerId="ADAL" clId="{7EF9A945-C526-4C17-9362-CDA0FCCCDA95}" dt="2024-10-24T13:53:50.821" v="326" actId="478"/>
          <ac:grpSpMkLst>
            <pc:docMk/>
            <pc:sldMk cId="1986047182" sldId="333"/>
            <ac:grpSpMk id="15" creationId="{9642B160-8367-5990-B47D-B0CB0582838A}"/>
          </ac:grpSpMkLst>
        </pc:grpChg>
        <pc:grpChg chg="del">
          <ac:chgData name="Sohag Kabir" userId="e9b0da40-aef8-480a-bb63-d1daacecf555" providerId="ADAL" clId="{7EF9A945-C526-4C17-9362-CDA0FCCCDA95}" dt="2024-10-24T13:53:32.854" v="320" actId="478"/>
          <ac:grpSpMkLst>
            <pc:docMk/>
            <pc:sldMk cId="1986047182" sldId="333"/>
            <ac:grpSpMk id="26" creationId="{ED17AE3A-4D7D-50FE-465E-654E64100D2C}"/>
          </ac:grpSpMkLst>
        </pc:grpChg>
        <pc:grpChg chg="add del mod">
          <ac:chgData name="Sohag Kabir" userId="e9b0da40-aef8-480a-bb63-d1daacecf555" providerId="ADAL" clId="{7EF9A945-C526-4C17-9362-CDA0FCCCDA95}" dt="2024-10-24T14:02:09.061" v="382" actId="478"/>
          <ac:grpSpMkLst>
            <pc:docMk/>
            <pc:sldMk cId="1986047182" sldId="333"/>
            <ac:grpSpMk id="29" creationId="{2D28BA0B-B3E0-4333-BC48-6B3330D87A39}"/>
          </ac:grpSpMkLst>
        </pc:grpChg>
        <pc:picChg chg="add del mod">
          <ac:chgData name="Sohag Kabir" userId="e9b0da40-aef8-480a-bb63-d1daacecf555" providerId="ADAL" clId="{7EF9A945-C526-4C17-9362-CDA0FCCCDA95}" dt="2024-10-24T13:58:00.800" v="354" actId="478"/>
          <ac:picMkLst>
            <pc:docMk/>
            <pc:sldMk cId="1986047182" sldId="333"/>
            <ac:picMk id="8" creationId="{E8B93B61-9709-9540-CC35-A0178FD755F3}"/>
          </ac:picMkLst>
        </pc:picChg>
        <pc:picChg chg="del mod topLvl">
          <ac:chgData name="Sohag Kabir" userId="e9b0da40-aef8-480a-bb63-d1daacecf555" providerId="ADAL" clId="{7EF9A945-C526-4C17-9362-CDA0FCCCDA95}" dt="2024-10-24T13:59:20.700" v="360" actId="478"/>
          <ac:picMkLst>
            <pc:docMk/>
            <pc:sldMk cId="1986047182" sldId="333"/>
            <ac:picMk id="20" creationId="{AA63B0F2-C4D6-DFC7-5252-D78AAD4E5259}"/>
          </ac:picMkLst>
        </pc:picChg>
        <pc:picChg chg="del mod">
          <ac:chgData name="Sohag Kabir" userId="e9b0da40-aef8-480a-bb63-d1daacecf555" providerId="ADAL" clId="{7EF9A945-C526-4C17-9362-CDA0FCCCDA95}" dt="2024-10-24T14:01:54.154" v="380" actId="478"/>
          <ac:picMkLst>
            <pc:docMk/>
            <pc:sldMk cId="1986047182" sldId="333"/>
            <ac:picMk id="30" creationId="{9582FF15-1930-BD1E-5F3E-904A2B7885E4}"/>
          </ac:picMkLst>
        </pc:picChg>
        <pc:cxnChg chg="del mod">
          <ac:chgData name="Sohag Kabir" userId="e9b0da40-aef8-480a-bb63-d1daacecf555" providerId="ADAL" clId="{7EF9A945-C526-4C17-9362-CDA0FCCCDA95}" dt="2024-10-24T13:53:35.430" v="321" actId="478"/>
          <ac:cxnSpMkLst>
            <pc:docMk/>
            <pc:sldMk cId="1986047182" sldId="333"/>
            <ac:cxnSpMk id="21" creationId="{4C9DD703-A8F8-C8F3-FC3B-C3FC68B84093}"/>
          </ac:cxnSpMkLst>
        </pc:cxnChg>
        <pc:cxnChg chg="del mod">
          <ac:chgData name="Sohag Kabir" userId="e9b0da40-aef8-480a-bb63-d1daacecf555" providerId="ADAL" clId="{7EF9A945-C526-4C17-9362-CDA0FCCCDA95}" dt="2024-10-24T13:53:41.030" v="323" actId="478"/>
          <ac:cxnSpMkLst>
            <pc:docMk/>
            <pc:sldMk cId="1986047182" sldId="333"/>
            <ac:cxnSpMk id="24" creationId="{7A09CAFD-ADD4-A5A7-412C-89CF1F70A44B}"/>
          </ac:cxnSpMkLst>
        </pc:cxnChg>
      </pc:sldChg>
      <pc:sldChg chg="addSp delSp modSp mod delAnim modAnim modNotesTx">
        <pc:chgData name="Sohag Kabir" userId="e9b0da40-aef8-480a-bb63-d1daacecf555" providerId="ADAL" clId="{7EF9A945-C526-4C17-9362-CDA0FCCCDA95}" dt="2024-10-24T15:22:36.354" v="578"/>
        <pc:sldMkLst>
          <pc:docMk/>
          <pc:sldMk cId="3910056402" sldId="334"/>
        </pc:sldMkLst>
        <pc:spChg chg="mod">
          <ac:chgData name="Sohag Kabir" userId="e9b0da40-aef8-480a-bb63-d1daacecf555" providerId="ADAL" clId="{7EF9A945-C526-4C17-9362-CDA0FCCCDA95}" dt="2024-10-24T15:03:35.642" v="407"/>
          <ac:spMkLst>
            <pc:docMk/>
            <pc:sldMk cId="3910056402" sldId="334"/>
            <ac:spMk id="2" creationId="{DE13D453-4D7B-47BF-AED4-27D56C3644AA}"/>
          </ac:spMkLst>
        </pc:spChg>
        <pc:spChg chg="add mod">
          <ac:chgData name="Sohag Kabir" userId="e9b0da40-aef8-480a-bb63-d1daacecf555" providerId="ADAL" clId="{7EF9A945-C526-4C17-9362-CDA0FCCCDA95}" dt="2024-10-24T15:22:24.637" v="577" actId="20577"/>
          <ac:spMkLst>
            <pc:docMk/>
            <pc:sldMk cId="3910056402" sldId="334"/>
            <ac:spMk id="4" creationId="{D99A60C4-0292-9583-0E16-E1323CC6F508}"/>
          </ac:spMkLst>
        </pc:spChg>
        <pc:spChg chg="add mod">
          <ac:chgData name="Sohag Kabir" userId="e9b0da40-aef8-480a-bb63-d1daacecf555" providerId="ADAL" clId="{7EF9A945-C526-4C17-9362-CDA0FCCCDA95}" dt="2024-10-24T15:15:46.561" v="552" actId="207"/>
          <ac:spMkLst>
            <pc:docMk/>
            <pc:sldMk cId="3910056402" sldId="334"/>
            <ac:spMk id="5" creationId="{17E62C77-2D7B-7EAF-07F1-8942D6CBD74C}"/>
          </ac:spMkLst>
        </pc:spChg>
        <pc:spChg chg="del">
          <ac:chgData name="Sohag Kabir" userId="e9b0da40-aef8-480a-bb63-d1daacecf555" providerId="ADAL" clId="{7EF9A945-C526-4C17-9362-CDA0FCCCDA95}" dt="2024-10-24T15:03:38.997" v="408" actId="478"/>
          <ac:spMkLst>
            <pc:docMk/>
            <pc:sldMk cId="3910056402" sldId="334"/>
            <ac:spMk id="8" creationId="{4F6DF347-B63A-1EB5-85CD-7166D166746B}"/>
          </ac:spMkLst>
        </pc:spChg>
        <pc:spChg chg="add mod">
          <ac:chgData name="Sohag Kabir" userId="e9b0da40-aef8-480a-bb63-d1daacecf555" providerId="ADAL" clId="{7EF9A945-C526-4C17-9362-CDA0FCCCDA95}" dt="2024-10-24T15:03:53.555" v="410" actId="1076"/>
          <ac:spMkLst>
            <pc:docMk/>
            <pc:sldMk cId="3910056402" sldId="334"/>
            <ac:spMk id="9" creationId="{FF063DE5-90A3-FB6B-A3BB-6680DCA5A46B}"/>
          </ac:spMkLst>
        </pc:spChg>
        <pc:spChg chg="add mod">
          <ac:chgData name="Sohag Kabir" userId="e9b0da40-aef8-480a-bb63-d1daacecf555" providerId="ADAL" clId="{7EF9A945-C526-4C17-9362-CDA0FCCCDA95}" dt="2024-10-24T15:15:50.709" v="553" actId="207"/>
          <ac:spMkLst>
            <pc:docMk/>
            <pc:sldMk cId="3910056402" sldId="334"/>
            <ac:spMk id="10" creationId="{5D8EB0AC-D0D9-58AA-9DCD-B9E0162D14BC}"/>
          </ac:spMkLst>
        </pc:spChg>
        <pc:spChg chg="add mod">
          <ac:chgData name="Sohag Kabir" userId="e9b0da40-aef8-480a-bb63-d1daacecf555" providerId="ADAL" clId="{7EF9A945-C526-4C17-9362-CDA0FCCCDA95}" dt="2024-10-24T15:15:57.549" v="554" actId="207"/>
          <ac:spMkLst>
            <pc:docMk/>
            <pc:sldMk cId="3910056402" sldId="334"/>
            <ac:spMk id="11" creationId="{C0BCC445-D2E1-D415-7141-90E59D99BDC6}"/>
          </ac:spMkLst>
        </pc:spChg>
        <pc:spChg chg="add mod">
          <ac:chgData name="Sohag Kabir" userId="e9b0da40-aef8-480a-bb63-d1daacecf555" providerId="ADAL" clId="{7EF9A945-C526-4C17-9362-CDA0FCCCDA95}" dt="2024-10-24T15:03:53.555" v="410" actId="1076"/>
          <ac:spMkLst>
            <pc:docMk/>
            <pc:sldMk cId="3910056402" sldId="334"/>
            <ac:spMk id="13" creationId="{7594EDA2-B39D-FB33-DF91-0958B248B045}"/>
          </ac:spMkLst>
        </pc:spChg>
        <pc:spChg chg="add del mod">
          <ac:chgData name="Sohag Kabir" userId="e9b0da40-aef8-480a-bb63-d1daacecf555" providerId="ADAL" clId="{7EF9A945-C526-4C17-9362-CDA0FCCCDA95}" dt="2024-10-24T15:10:43.224" v="451" actId="478"/>
          <ac:spMkLst>
            <pc:docMk/>
            <pc:sldMk cId="3910056402" sldId="334"/>
            <ac:spMk id="16" creationId="{7F15D36D-F58F-8C86-90CE-5489397E25E5}"/>
          </ac:spMkLst>
        </pc:spChg>
        <pc:spChg chg="add del mod">
          <ac:chgData name="Sohag Kabir" userId="e9b0da40-aef8-480a-bb63-d1daacecf555" providerId="ADAL" clId="{7EF9A945-C526-4C17-9362-CDA0FCCCDA95}" dt="2024-10-24T15:10:43.224" v="451" actId="478"/>
          <ac:spMkLst>
            <pc:docMk/>
            <pc:sldMk cId="3910056402" sldId="334"/>
            <ac:spMk id="17" creationId="{977D1AC7-25B2-9FEC-29C2-1CD64E9D15BE}"/>
          </ac:spMkLst>
        </pc:spChg>
        <pc:spChg chg="add del mod">
          <ac:chgData name="Sohag Kabir" userId="e9b0da40-aef8-480a-bb63-d1daacecf555" providerId="ADAL" clId="{7EF9A945-C526-4C17-9362-CDA0FCCCDA95}" dt="2024-10-24T15:10:43.224" v="451" actId="478"/>
          <ac:spMkLst>
            <pc:docMk/>
            <pc:sldMk cId="3910056402" sldId="334"/>
            <ac:spMk id="18" creationId="{DC9C5A1F-FE17-FA6F-6E7C-4A787E7BED1D}"/>
          </ac:spMkLst>
        </pc:spChg>
        <pc:spChg chg="add del mod">
          <ac:chgData name="Sohag Kabir" userId="e9b0da40-aef8-480a-bb63-d1daacecf555" providerId="ADAL" clId="{7EF9A945-C526-4C17-9362-CDA0FCCCDA95}" dt="2024-10-24T15:10:43.224" v="451" actId="478"/>
          <ac:spMkLst>
            <pc:docMk/>
            <pc:sldMk cId="3910056402" sldId="334"/>
            <ac:spMk id="19" creationId="{E11A96C8-7FC5-31F0-D13F-194E9CB695FF}"/>
          </ac:spMkLst>
        </pc:spChg>
        <pc:spChg chg="add del mod">
          <ac:chgData name="Sohag Kabir" userId="e9b0da40-aef8-480a-bb63-d1daacecf555" providerId="ADAL" clId="{7EF9A945-C526-4C17-9362-CDA0FCCCDA95}" dt="2024-10-24T15:10:43.224" v="451" actId="478"/>
          <ac:spMkLst>
            <pc:docMk/>
            <pc:sldMk cId="3910056402" sldId="334"/>
            <ac:spMk id="20" creationId="{41DEEE5B-9B87-4132-665D-708B6FC969F0}"/>
          </ac:spMkLst>
        </pc:spChg>
        <pc:spChg chg="add del mod">
          <ac:chgData name="Sohag Kabir" userId="e9b0da40-aef8-480a-bb63-d1daacecf555" providerId="ADAL" clId="{7EF9A945-C526-4C17-9362-CDA0FCCCDA95}" dt="2024-10-24T15:10:43.224" v="451" actId="478"/>
          <ac:spMkLst>
            <pc:docMk/>
            <pc:sldMk cId="3910056402" sldId="334"/>
            <ac:spMk id="21" creationId="{E2C0AB8D-4583-BC2B-470C-EEB78147E43C}"/>
          </ac:spMkLst>
        </pc:spChg>
        <pc:graphicFrameChg chg="add mod ord modGraphic">
          <ac:chgData name="Sohag Kabir" userId="e9b0da40-aef8-480a-bb63-d1daacecf555" providerId="ADAL" clId="{7EF9A945-C526-4C17-9362-CDA0FCCCDA95}" dt="2024-10-24T15:19:01.566" v="556" actId="20577"/>
          <ac:graphicFrameMkLst>
            <pc:docMk/>
            <pc:sldMk cId="3910056402" sldId="334"/>
            <ac:graphicFrameMk id="14" creationId="{6563A80A-B499-B097-7F28-7CDE90822575}"/>
          </ac:graphicFrameMkLst>
        </pc:graphicFrameChg>
        <pc:picChg chg="add del mod">
          <ac:chgData name="Sohag Kabir" userId="e9b0da40-aef8-480a-bb63-d1daacecf555" providerId="ADAL" clId="{7EF9A945-C526-4C17-9362-CDA0FCCCDA95}" dt="2024-10-24T15:13:23.399" v="529" actId="478"/>
          <ac:picMkLst>
            <pc:docMk/>
            <pc:sldMk cId="3910056402" sldId="334"/>
            <ac:picMk id="3" creationId="{53A0EEB1-F0B8-F1D4-393C-6681F89344E4}"/>
          </ac:picMkLst>
        </pc:picChg>
        <pc:picChg chg="add del mod">
          <ac:chgData name="Sohag Kabir" userId="e9b0da40-aef8-480a-bb63-d1daacecf555" providerId="ADAL" clId="{7EF9A945-C526-4C17-9362-CDA0FCCCDA95}" dt="2024-10-24T15:10:43.224" v="451" actId="478"/>
          <ac:picMkLst>
            <pc:docMk/>
            <pc:sldMk cId="3910056402" sldId="334"/>
            <ac:picMk id="15" creationId="{A23E48BC-F7AC-BD69-6601-49B13CF8EFEF}"/>
          </ac:picMkLst>
        </pc:picChg>
      </pc:sldChg>
      <pc:sldChg chg="addSp delSp modSp mod delAnim">
        <pc:chgData name="Sohag Kabir" userId="e9b0da40-aef8-480a-bb63-d1daacecf555" providerId="ADAL" clId="{7EF9A945-C526-4C17-9362-CDA0FCCCDA95}" dt="2024-10-24T15:51:01.111" v="596" actId="1076"/>
        <pc:sldMkLst>
          <pc:docMk/>
          <pc:sldMk cId="3420084136" sldId="335"/>
        </pc:sldMkLst>
        <pc:spChg chg="mod">
          <ac:chgData name="Sohag Kabir" userId="e9b0da40-aef8-480a-bb63-d1daacecf555" providerId="ADAL" clId="{7EF9A945-C526-4C17-9362-CDA0FCCCDA95}" dt="2024-10-24T15:49:44.022" v="579"/>
          <ac:spMkLst>
            <pc:docMk/>
            <pc:sldMk cId="3420084136" sldId="335"/>
            <ac:spMk id="2" creationId="{DE13D453-4D7B-47BF-AED4-27D56C3644AA}"/>
          </ac:spMkLst>
        </pc:spChg>
        <pc:spChg chg="del">
          <ac:chgData name="Sohag Kabir" userId="e9b0da40-aef8-480a-bb63-d1daacecf555" providerId="ADAL" clId="{7EF9A945-C526-4C17-9362-CDA0FCCCDA95}" dt="2024-10-24T15:49:53.919" v="585" actId="478"/>
          <ac:spMkLst>
            <pc:docMk/>
            <pc:sldMk cId="3420084136" sldId="335"/>
            <ac:spMk id="3" creationId="{65BE66CB-2139-2CA9-809F-4C23A5677F2A}"/>
          </ac:spMkLst>
        </pc:spChg>
        <pc:spChg chg="add mod">
          <ac:chgData name="Sohag Kabir" userId="e9b0da40-aef8-480a-bb63-d1daacecf555" providerId="ADAL" clId="{7EF9A945-C526-4C17-9362-CDA0FCCCDA95}" dt="2024-10-24T15:51:01.111" v="596" actId="1076"/>
          <ac:spMkLst>
            <pc:docMk/>
            <pc:sldMk cId="3420084136" sldId="335"/>
            <ac:spMk id="5" creationId="{CD231D9A-B07F-2867-5568-6A3A6890F34D}"/>
          </ac:spMkLst>
        </pc:spChg>
        <pc:spChg chg="del">
          <ac:chgData name="Sohag Kabir" userId="e9b0da40-aef8-480a-bb63-d1daacecf555" providerId="ADAL" clId="{7EF9A945-C526-4C17-9362-CDA0FCCCDA95}" dt="2024-10-24T15:49:46.433" v="580" actId="478"/>
          <ac:spMkLst>
            <pc:docMk/>
            <pc:sldMk cId="3420084136" sldId="335"/>
            <ac:spMk id="8" creationId="{D2EAE643-D830-6BC8-F762-3FDD94CB7A9E}"/>
          </ac:spMkLst>
        </pc:spChg>
        <pc:spChg chg="add mod">
          <ac:chgData name="Sohag Kabir" userId="e9b0da40-aef8-480a-bb63-d1daacecf555" providerId="ADAL" clId="{7EF9A945-C526-4C17-9362-CDA0FCCCDA95}" dt="2024-10-24T15:50:47.789" v="593" actId="1076"/>
          <ac:spMkLst>
            <pc:docMk/>
            <pc:sldMk cId="3420084136" sldId="335"/>
            <ac:spMk id="9" creationId="{551A0468-8B35-EAA4-F069-3374BCDE3FC2}"/>
          </ac:spMkLst>
        </pc:spChg>
        <pc:spChg chg="del">
          <ac:chgData name="Sohag Kabir" userId="e9b0da40-aef8-480a-bb63-d1daacecf555" providerId="ADAL" clId="{7EF9A945-C526-4C17-9362-CDA0FCCCDA95}" dt="2024-10-24T15:49:47.550" v="581" actId="478"/>
          <ac:spMkLst>
            <pc:docMk/>
            <pc:sldMk cId="3420084136" sldId="335"/>
            <ac:spMk id="10" creationId="{1F6157C4-86F7-4249-9841-D2CD00C46598}"/>
          </ac:spMkLst>
        </pc:spChg>
        <pc:spChg chg="del">
          <ac:chgData name="Sohag Kabir" userId="e9b0da40-aef8-480a-bb63-d1daacecf555" providerId="ADAL" clId="{7EF9A945-C526-4C17-9362-CDA0FCCCDA95}" dt="2024-10-24T15:49:48.316" v="582" actId="478"/>
          <ac:spMkLst>
            <pc:docMk/>
            <pc:sldMk cId="3420084136" sldId="335"/>
            <ac:spMk id="11" creationId="{25E371EB-DF8D-C617-1360-927916F0E313}"/>
          </ac:spMkLst>
        </pc:spChg>
        <pc:spChg chg="del">
          <ac:chgData name="Sohag Kabir" userId="e9b0da40-aef8-480a-bb63-d1daacecf555" providerId="ADAL" clId="{7EF9A945-C526-4C17-9362-CDA0FCCCDA95}" dt="2024-10-24T15:49:55.971" v="586" actId="478"/>
          <ac:spMkLst>
            <pc:docMk/>
            <pc:sldMk cId="3420084136" sldId="335"/>
            <ac:spMk id="13" creationId="{532E8854-0B5D-F61F-EA37-FE46C4ED4E54}"/>
          </ac:spMkLst>
        </pc:spChg>
        <pc:spChg chg="add mod">
          <ac:chgData name="Sohag Kabir" userId="e9b0da40-aef8-480a-bb63-d1daacecf555" providerId="ADAL" clId="{7EF9A945-C526-4C17-9362-CDA0FCCCDA95}" dt="2024-10-24T15:50:52.230" v="594" actId="1076"/>
          <ac:spMkLst>
            <pc:docMk/>
            <pc:sldMk cId="3420084136" sldId="335"/>
            <ac:spMk id="14" creationId="{02E79CC8-3907-0B2E-A906-BAC3C2546741}"/>
          </ac:spMkLst>
        </pc:spChg>
        <pc:picChg chg="add mod">
          <ac:chgData name="Sohag Kabir" userId="e9b0da40-aef8-480a-bb63-d1daacecf555" providerId="ADAL" clId="{7EF9A945-C526-4C17-9362-CDA0FCCCDA95}" dt="2024-10-24T15:50:04.118" v="588" actId="1076"/>
          <ac:picMkLst>
            <pc:docMk/>
            <pc:sldMk cId="3420084136" sldId="335"/>
            <ac:picMk id="4" creationId="{F1313AE9-C4D2-2E10-91CF-9B43DE356E99}"/>
          </ac:picMkLst>
        </pc:picChg>
        <pc:cxnChg chg="del mod">
          <ac:chgData name="Sohag Kabir" userId="e9b0da40-aef8-480a-bb63-d1daacecf555" providerId="ADAL" clId="{7EF9A945-C526-4C17-9362-CDA0FCCCDA95}" dt="2024-10-24T15:49:50.270" v="583" actId="478"/>
          <ac:cxnSpMkLst>
            <pc:docMk/>
            <pc:sldMk cId="3420084136" sldId="335"/>
            <ac:cxnSpMk id="15" creationId="{EAA8962D-9C41-17E2-9EB7-899AD3896D9B}"/>
          </ac:cxnSpMkLst>
        </pc:cxnChg>
        <pc:cxnChg chg="del mod">
          <ac:chgData name="Sohag Kabir" userId="e9b0da40-aef8-480a-bb63-d1daacecf555" providerId="ADAL" clId="{7EF9A945-C526-4C17-9362-CDA0FCCCDA95}" dt="2024-10-24T15:49:51.734" v="584" actId="478"/>
          <ac:cxnSpMkLst>
            <pc:docMk/>
            <pc:sldMk cId="3420084136" sldId="335"/>
            <ac:cxnSpMk id="17" creationId="{24A37113-115A-5710-4CD7-852D02D31D8A}"/>
          </ac:cxnSpMkLst>
        </pc:cxnChg>
      </pc:sldChg>
      <pc:sldChg chg="addSp delSp modSp mod">
        <pc:chgData name="Sohag Kabir" userId="e9b0da40-aef8-480a-bb63-d1daacecf555" providerId="ADAL" clId="{7EF9A945-C526-4C17-9362-CDA0FCCCDA95}" dt="2024-10-24T18:22:56.015" v="1348" actId="1076"/>
        <pc:sldMkLst>
          <pc:docMk/>
          <pc:sldMk cId="3696350527" sldId="336"/>
        </pc:sldMkLst>
        <pc:spChg chg="mod">
          <ac:chgData name="Sohag Kabir" userId="e9b0da40-aef8-480a-bb63-d1daacecf555" providerId="ADAL" clId="{7EF9A945-C526-4C17-9362-CDA0FCCCDA95}" dt="2024-10-24T18:17:27.528" v="1321"/>
          <ac:spMkLst>
            <pc:docMk/>
            <pc:sldMk cId="3696350527" sldId="336"/>
            <ac:spMk id="2" creationId="{DE13D453-4D7B-47BF-AED4-27D56C3644AA}"/>
          </ac:spMkLst>
        </pc:spChg>
        <pc:spChg chg="add mod">
          <ac:chgData name="Sohag Kabir" userId="e9b0da40-aef8-480a-bb63-d1daacecf555" providerId="ADAL" clId="{7EF9A945-C526-4C17-9362-CDA0FCCCDA95}" dt="2024-10-24T18:22:56.015" v="1348" actId="1076"/>
          <ac:spMkLst>
            <pc:docMk/>
            <pc:sldMk cId="3696350527" sldId="336"/>
            <ac:spMk id="3" creationId="{09BB47D5-EA88-3227-8276-F5E6CE88ADF8}"/>
          </ac:spMkLst>
        </pc:spChg>
        <pc:spChg chg="add mod">
          <ac:chgData name="Sohag Kabir" userId="e9b0da40-aef8-480a-bb63-d1daacecf555" providerId="ADAL" clId="{7EF9A945-C526-4C17-9362-CDA0FCCCDA95}" dt="2024-10-24T18:22:51.943" v="1347" actId="1076"/>
          <ac:spMkLst>
            <pc:docMk/>
            <pc:sldMk cId="3696350527" sldId="336"/>
            <ac:spMk id="4" creationId="{0B75D79C-D3CA-D165-9B4E-0AA5AEF9AA00}"/>
          </ac:spMkLst>
        </pc:spChg>
        <pc:graphicFrameChg chg="del mod">
          <ac:chgData name="Sohag Kabir" userId="e9b0da40-aef8-480a-bb63-d1daacecf555" providerId="ADAL" clId="{7EF9A945-C526-4C17-9362-CDA0FCCCDA95}" dt="2024-10-24T18:17:19.472" v="1320" actId="478"/>
          <ac:graphicFrameMkLst>
            <pc:docMk/>
            <pc:sldMk cId="3696350527" sldId="336"/>
            <ac:graphicFrameMk id="9" creationId="{848FD32F-771A-2CD8-1D64-ADBABEBFA493}"/>
          </ac:graphicFrameMkLst>
        </pc:graphicFrameChg>
      </pc:sldChg>
      <pc:sldChg chg="del">
        <pc:chgData name="Sohag Kabir" userId="e9b0da40-aef8-480a-bb63-d1daacecf555" providerId="ADAL" clId="{7EF9A945-C526-4C17-9362-CDA0FCCCDA95}" dt="2024-10-24T18:43:17.396" v="1525" actId="47"/>
        <pc:sldMkLst>
          <pc:docMk/>
          <pc:sldMk cId="3682386880" sldId="338"/>
        </pc:sldMkLst>
      </pc:sldChg>
      <pc:sldChg chg="addSp delSp modSp mod modAnim">
        <pc:chgData name="Sohag Kabir" userId="e9b0da40-aef8-480a-bb63-d1daacecf555" providerId="ADAL" clId="{7EF9A945-C526-4C17-9362-CDA0FCCCDA95}" dt="2024-10-24T12:50:47.350" v="183" actId="1076"/>
        <pc:sldMkLst>
          <pc:docMk/>
          <pc:sldMk cId="3521441372" sldId="359"/>
        </pc:sldMkLst>
        <pc:spChg chg="mod">
          <ac:chgData name="Sohag Kabir" userId="e9b0da40-aef8-480a-bb63-d1daacecf555" providerId="ADAL" clId="{7EF9A945-C526-4C17-9362-CDA0FCCCDA95}" dt="2024-10-24T09:13:19.808" v="85"/>
          <ac:spMkLst>
            <pc:docMk/>
            <pc:sldMk cId="3521441372" sldId="359"/>
            <ac:spMk id="2" creationId="{DE13D453-4D7B-47BF-AED4-27D56C3644AA}"/>
          </ac:spMkLst>
        </pc:spChg>
        <pc:spChg chg="del">
          <ac:chgData name="Sohag Kabir" userId="e9b0da40-aef8-480a-bb63-d1daacecf555" providerId="ADAL" clId="{7EF9A945-C526-4C17-9362-CDA0FCCCDA95}" dt="2024-10-24T09:13:09.852" v="82" actId="478"/>
          <ac:spMkLst>
            <pc:docMk/>
            <pc:sldMk cId="3521441372" sldId="359"/>
            <ac:spMk id="3" creationId="{E9248166-F999-9870-66D2-392C53ACB838}"/>
          </ac:spMkLst>
        </pc:spChg>
        <pc:spChg chg="add del mod">
          <ac:chgData name="Sohag Kabir" userId="e9b0da40-aef8-480a-bb63-d1daacecf555" providerId="ADAL" clId="{7EF9A945-C526-4C17-9362-CDA0FCCCDA95}" dt="2024-10-24T09:14:09.269" v="88" actId="478"/>
          <ac:spMkLst>
            <pc:docMk/>
            <pc:sldMk cId="3521441372" sldId="359"/>
            <ac:spMk id="4" creationId="{B093D233-F5A0-C807-DA4E-19DDF39823FF}"/>
          </ac:spMkLst>
        </pc:spChg>
        <pc:spChg chg="add mod">
          <ac:chgData name="Sohag Kabir" userId="e9b0da40-aef8-480a-bb63-d1daacecf555" providerId="ADAL" clId="{7EF9A945-C526-4C17-9362-CDA0FCCCDA95}" dt="2024-10-24T10:57:02.354" v="117" actId="1076"/>
          <ac:spMkLst>
            <pc:docMk/>
            <pc:sldMk cId="3521441372" sldId="359"/>
            <ac:spMk id="19" creationId="{2473AF49-04C5-2D40-79A6-73D1E66C9132}"/>
          </ac:spMkLst>
        </pc:spChg>
        <pc:spChg chg="add mod">
          <ac:chgData name="Sohag Kabir" userId="e9b0da40-aef8-480a-bb63-d1daacecf555" providerId="ADAL" clId="{7EF9A945-C526-4C17-9362-CDA0FCCCDA95}" dt="2024-10-24T10:57:46.677" v="120" actId="2711"/>
          <ac:spMkLst>
            <pc:docMk/>
            <pc:sldMk cId="3521441372" sldId="359"/>
            <ac:spMk id="21" creationId="{78B8C8B7-E07C-3FD4-625A-83B72D689888}"/>
          </ac:spMkLst>
        </pc:spChg>
        <pc:spChg chg="add mod">
          <ac:chgData name="Sohag Kabir" userId="e9b0da40-aef8-480a-bb63-d1daacecf555" providerId="ADAL" clId="{7EF9A945-C526-4C17-9362-CDA0FCCCDA95}" dt="2024-10-24T10:56:49.160" v="114" actId="1076"/>
          <ac:spMkLst>
            <pc:docMk/>
            <pc:sldMk cId="3521441372" sldId="359"/>
            <ac:spMk id="23" creationId="{B27DDE9D-10C8-64AA-06D1-39333E360CBA}"/>
          </ac:spMkLst>
        </pc:spChg>
        <pc:spChg chg="add mod">
          <ac:chgData name="Sohag Kabir" userId="e9b0da40-aef8-480a-bb63-d1daacecf555" providerId="ADAL" clId="{7EF9A945-C526-4C17-9362-CDA0FCCCDA95}" dt="2024-10-24T12:47:38.149" v="178" actId="20577"/>
          <ac:spMkLst>
            <pc:docMk/>
            <pc:sldMk cId="3521441372" sldId="359"/>
            <ac:spMk id="25" creationId="{4E491620-0901-6E2D-78DE-81854E24978D}"/>
          </ac:spMkLst>
        </pc:spChg>
        <pc:spChg chg="add mod">
          <ac:chgData name="Sohag Kabir" userId="e9b0da40-aef8-480a-bb63-d1daacecf555" providerId="ADAL" clId="{7EF9A945-C526-4C17-9362-CDA0FCCCDA95}" dt="2024-10-24T12:38:28.238" v="136" actId="1076"/>
          <ac:spMkLst>
            <pc:docMk/>
            <pc:sldMk cId="3521441372" sldId="359"/>
            <ac:spMk id="29" creationId="{1A3A3DDD-A969-564E-FA6C-93E15A745201}"/>
          </ac:spMkLst>
        </pc:spChg>
        <pc:spChg chg="add mod">
          <ac:chgData name="Sohag Kabir" userId="e9b0da40-aef8-480a-bb63-d1daacecf555" providerId="ADAL" clId="{7EF9A945-C526-4C17-9362-CDA0FCCCDA95}" dt="2024-10-24T12:50:37.229" v="182" actId="1076"/>
          <ac:spMkLst>
            <pc:docMk/>
            <pc:sldMk cId="3521441372" sldId="359"/>
            <ac:spMk id="30" creationId="{0F43C932-0B5A-8099-7E4B-40CB76E370F9}"/>
          </ac:spMkLst>
        </pc:spChg>
        <pc:spChg chg="add mod">
          <ac:chgData name="Sohag Kabir" userId="e9b0da40-aef8-480a-bb63-d1daacecf555" providerId="ADAL" clId="{7EF9A945-C526-4C17-9362-CDA0FCCCDA95}" dt="2024-10-24T12:50:29.255" v="180" actId="1076"/>
          <ac:spMkLst>
            <pc:docMk/>
            <pc:sldMk cId="3521441372" sldId="359"/>
            <ac:spMk id="31" creationId="{196B2894-F1C5-B487-F6BD-290B7DF43545}"/>
          </ac:spMkLst>
        </pc:spChg>
        <pc:spChg chg="add del">
          <ac:chgData name="Sohag Kabir" userId="e9b0da40-aef8-480a-bb63-d1daacecf555" providerId="ADAL" clId="{7EF9A945-C526-4C17-9362-CDA0FCCCDA95}" dt="2024-10-24T12:41:32.397" v="160" actId="22"/>
          <ac:spMkLst>
            <pc:docMk/>
            <pc:sldMk cId="3521441372" sldId="359"/>
            <ac:spMk id="37" creationId="{7BF2C082-6322-3EAC-8E18-21F46DE8DF09}"/>
          </ac:spMkLst>
        </pc:spChg>
        <pc:spChg chg="add mod">
          <ac:chgData name="Sohag Kabir" userId="e9b0da40-aef8-480a-bb63-d1daacecf555" providerId="ADAL" clId="{7EF9A945-C526-4C17-9362-CDA0FCCCDA95}" dt="2024-10-24T12:43:49.935" v="172" actId="1076"/>
          <ac:spMkLst>
            <pc:docMk/>
            <pc:sldMk cId="3521441372" sldId="359"/>
            <ac:spMk id="39" creationId="{1DC6230F-358E-6B97-4F47-DCBC035C5BE3}"/>
          </ac:spMkLst>
        </pc:spChg>
        <pc:grpChg chg="del">
          <ac:chgData name="Sohag Kabir" userId="e9b0da40-aef8-480a-bb63-d1daacecf555" providerId="ADAL" clId="{7EF9A945-C526-4C17-9362-CDA0FCCCDA95}" dt="2024-10-24T09:13:04.156" v="79" actId="478"/>
          <ac:grpSpMkLst>
            <pc:docMk/>
            <pc:sldMk cId="3521441372" sldId="359"/>
            <ac:grpSpMk id="11" creationId="{649A098E-EB3A-ECA8-F1C3-30E051B4DA65}"/>
          </ac:grpSpMkLst>
        </pc:grpChg>
        <pc:grpChg chg="del">
          <ac:chgData name="Sohag Kabir" userId="e9b0da40-aef8-480a-bb63-d1daacecf555" providerId="ADAL" clId="{7EF9A945-C526-4C17-9362-CDA0FCCCDA95}" dt="2024-10-24T09:13:06.324" v="80" actId="478"/>
          <ac:grpSpMkLst>
            <pc:docMk/>
            <pc:sldMk cId="3521441372" sldId="359"/>
            <ac:grpSpMk id="12" creationId="{97022B0A-A8BE-A608-B455-9B6F2B294D85}"/>
          </ac:grpSpMkLst>
        </pc:grpChg>
        <pc:grpChg chg="del">
          <ac:chgData name="Sohag Kabir" userId="e9b0da40-aef8-480a-bb63-d1daacecf555" providerId="ADAL" clId="{7EF9A945-C526-4C17-9362-CDA0FCCCDA95}" dt="2024-10-24T09:13:07.828" v="81" actId="478"/>
          <ac:grpSpMkLst>
            <pc:docMk/>
            <pc:sldMk cId="3521441372" sldId="359"/>
            <ac:grpSpMk id="13" creationId="{5E576F33-AF8A-7E7B-39A8-B6160880B2A9}"/>
          </ac:grpSpMkLst>
        </pc:grpChg>
        <pc:grpChg chg="add mod">
          <ac:chgData name="Sohag Kabir" userId="e9b0da40-aef8-480a-bb63-d1daacecf555" providerId="ADAL" clId="{7EF9A945-C526-4C17-9362-CDA0FCCCDA95}" dt="2024-10-24T12:50:47.350" v="183" actId="1076"/>
          <ac:grpSpMkLst>
            <pc:docMk/>
            <pc:sldMk cId="3521441372" sldId="359"/>
            <ac:grpSpMk id="35" creationId="{313EBD0B-ADBC-E55C-A43A-04B7DFC2DFBA}"/>
          </ac:grpSpMkLst>
        </pc:grpChg>
        <pc:picChg chg="add mod">
          <ac:chgData name="Sohag Kabir" userId="e9b0da40-aef8-480a-bb63-d1daacecf555" providerId="ADAL" clId="{7EF9A945-C526-4C17-9362-CDA0FCCCDA95}" dt="2024-10-24T12:41:36.665" v="162" actId="1076"/>
          <ac:picMkLst>
            <pc:docMk/>
            <pc:sldMk cId="3521441372" sldId="359"/>
            <ac:picMk id="16" creationId="{0A94740D-EE2E-87BD-28B3-05A6FE176F6E}"/>
          </ac:picMkLst>
        </pc:picChg>
        <pc:cxnChg chg="del">
          <ac:chgData name="Sohag Kabir" userId="e9b0da40-aef8-480a-bb63-d1daacecf555" providerId="ADAL" clId="{7EF9A945-C526-4C17-9362-CDA0FCCCDA95}" dt="2024-10-24T09:13:10.993" v="83" actId="478"/>
          <ac:cxnSpMkLst>
            <pc:docMk/>
            <pc:sldMk cId="3521441372" sldId="359"/>
            <ac:cxnSpMk id="17" creationId="{97E01A49-DEDA-9952-DE51-18A91ADE2220}"/>
          </ac:cxnSpMkLst>
        </pc:cxnChg>
        <pc:cxnChg chg="add mod">
          <ac:chgData name="Sohag Kabir" userId="e9b0da40-aef8-480a-bb63-d1daacecf555" providerId="ADAL" clId="{7EF9A945-C526-4C17-9362-CDA0FCCCDA95}" dt="2024-10-24T10:57:21.024" v="118" actId="1076"/>
          <ac:cxnSpMkLst>
            <pc:docMk/>
            <pc:sldMk cId="3521441372" sldId="359"/>
            <ac:cxnSpMk id="18" creationId="{C281A92A-62E3-CE9E-0F0A-F51B55F40673}"/>
          </ac:cxnSpMkLst>
        </pc:cxnChg>
        <pc:cxnChg chg="del">
          <ac:chgData name="Sohag Kabir" userId="e9b0da40-aef8-480a-bb63-d1daacecf555" providerId="ADAL" clId="{7EF9A945-C526-4C17-9362-CDA0FCCCDA95}" dt="2024-10-24T09:13:11.686" v="84" actId="478"/>
          <ac:cxnSpMkLst>
            <pc:docMk/>
            <pc:sldMk cId="3521441372" sldId="359"/>
            <ac:cxnSpMk id="20" creationId="{6695B81C-CC16-E59A-537F-731402629CD9}"/>
          </ac:cxnSpMkLst>
        </pc:cxnChg>
        <pc:cxnChg chg="add mod">
          <ac:chgData name="Sohag Kabir" userId="e9b0da40-aef8-480a-bb63-d1daacecf555" providerId="ADAL" clId="{7EF9A945-C526-4C17-9362-CDA0FCCCDA95}" dt="2024-10-24T10:56:45.281" v="113" actId="1076"/>
          <ac:cxnSpMkLst>
            <pc:docMk/>
            <pc:sldMk cId="3521441372" sldId="359"/>
            <ac:cxnSpMk id="22" creationId="{18BB73E1-2FEC-168C-0D10-B609275CE218}"/>
          </ac:cxnSpMkLst>
        </pc:cxnChg>
        <pc:cxnChg chg="add mod">
          <ac:chgData name="Sohag Kabir" userId="e9b0da40-aef8-480a-bb63-d1daacecf555" providerId="ADAL" clId="{7EF9A945-C526-4C17-9362-CDA0FCCCDA95}" dt="2024-10-24T12:38:33.805" v="137" actId="1076"/>
          <ac:cxnSpMkLst>
            <pc:docMk/>
            <pc:sldMk cId="3521441372" sldId="359"/>
            <ac:cxnSpMk id="27" creationId="{F0D9DB2E-3485-12C5-AEB5-0648AAB368F0}"/>
          </ac:cxnSpMkLst>
        </pc:cxnChg>
        <pc:cxnChg chg="add mod">
          <ac:chgData name="Sohag Kabir" userId="e9b0da40-aef8-480a-bb63-d1daacecf555" providerId="ADAL" clId="{7EF9A945-C526-4C17-9362-CDA0FCCCDA95}" dt="2024-10-24T12:50:34.381" v="181" actId="1076"/>
          <ac:cxnSpMkLst>
            <pc:docMk/>
            <pc:sldMk cId="3521441372" sldId="359"/>
            <ac:cxnSpMk id="32" creationId="{3857507D-1C1C-89E2-40B1-15EFCAE70F42}"/>
          </ac:cxnSpMkLst>
        </pc:cxnChg>
        <pc:cxnChg chg="add mod">
          <ac:chgData name="Sohag Kabir" userId="e9b0da40-aef8-480a-bb63-d1daacecf555" providerId="ADAL" clId="{7EF9A945-C526-4C17-9362-CDA0FCCCDA95}" dt="2024-10-24T12:50:24.326" v="179" actId="1076"/>
          <ac:cxnSpMkLst>
            <pc:docMk/>
            <pc:sldMk cId="3521441372" sldId="359"/>
            <ac:cxnSpMk id="33" creationId="{AAB8B56F-190B-5266-E014-4519EBE60EC2}"/>
          </ac:cxnSpMkLst>
        </pc:cxnChg>
      </pc:sldChg>
      <pc:sldChg chg="addSp delSp modSp mod delAnim modAnim">
        <pc:chgData name="Sohag Kabir" userId="e9b0da40-aef8-480a-bb63-d1daacecf555" providerId="ADAL" clId="{7EF9A945-C526-4C17-9362-CDA0FCCCDA95}" dt="2024-10-24T16:18:18.417" v="735" actId="27636"/>
        <pc:sldMkLst>
          <pc:docMk/>
          <pc:sldMk cId="2462774452" sldId="360"/>
        </pc:sldMkLst>
        <pc:spChg chg="mod">
          <ac:chgData name="Sohag Kabir" userId="e9b0da40-aef8-480a-bb63-d1daacecf555" providerId="ADAL" clId="{7EF9A945-C526-4C17-9362-CDA0FCCCDA95}" dt="2024-10-24T16:18:18.417" v="735" actId="27636"/>
          <ac:spMkLst>
            <pc:docMk/>
            <pc:sldMk cId="2462774452" sldId="360"/>
            <ac:spMk id="2" creationId="{DE13D453-4D7B-47BF-AED4-27D56C3644AA}"/>
          </ac:spMkLst>
        </pc:spChg>
        <pc:spChg chg="del">
          <ac:chgData name="Sohag Kabir" userId="e9b0da40-aef8-480a-bb63-d1daacecf555" providerId="ADAL" clId="{7EF9A945-C526-4C17-9362-CDA0FCCCDA95}" dt="2024-10-24T16:06:25.073" v="599" actId="478"/>
          <ac:spMkLst>
            <pc:docMk/>
            <pc:sldMk cId="2462774452" sldId="360"/>
            <ac:spMk id="4" creationId="{052D30F9-0330-318C-484E-D19B057BE1F4}"/>
          </ac:spMkLst>
        </pc:spChg>
        <pc:spChg chg="add mod">
          <ac:chgData name="Sohag Kabir" userId="e9b0da40-aef8-480a-bb63-d1daacecf555" providerId="ADAL" clId="{7EF9A945-C526-4C17-9362-CDA0FCCCDA95}" dt="2024-10-24T16:12:14.239" v="632" actId="164"/>
          <ac:spMkLst>
            <pc:docMk/>
            <pc:sldMk cId="2462774452" sldId="360"/>
            <ac:spMk id="5" creationId="{DA055447-DADF-4470-2502-3CF25CDC8CF1}"/>
          </ac:spMkLst>
        </pc:spChg>
        <pc:spChg chg="add mod">
          <ac:chgData name="Sohag Kabir" userId="e9b0da40-aef8-480a-bb63-d1daacecf555" providerId="ADAL" clId="{7EF9A945-C526-4C17-9362-CDA0FCCCDA95}" dt="2024-10-24T16:15:11.856" v="669" actId="1076"/>
          <ac:spMkLst>
            <pc:docMk/>
            <pc:sldMk cId="2462774452" sldId="360"/>
            <ac:spMk id="9" creationId="{BFE051BF-DE12-E2AD-2225-B73797281D10}"/>
          </ac:spMkLst>
        </pc:spChg>
        <pc:spChg chg="add mod">
          <ac:chgData name="Sohag Kabir" userId="e9b0da40-aef8-480a-bb63-d1daacecf555" providerId="ADAL" clId="{7EF9A945-C526-4C17-9362-CDA0FCCCDA95}" dt="2024-10-24T16:17:20.863" v="731" actId="14100"/>
          <ac:spMkLst>
            <pc:docMk/>
            <pc:sldMk cId="2462774452" sldId="360"/>
            <ac:spMk id="11" creationId="{363B11C6-8930-8DD2-A79D-3EFB5D95B5A8}"/>
          </ac:spMkLst>
        </pc:spChg>
        <pc:spChg chg="add mod">
          <ac:chgData name="Sohag Kabir" userId="e9b0da40-aef8-480a-bb63-d1daacecf555" providerId="ADAL" clId="{7EF9A945-C526-4C17-9362-CDA0FCCCDA95}" dt="2024-10-24T16:12:14.239" v="632" actId="164"/>
          <ac:spMkLst>
            <pc:docMk/>
            <pc:sldMk cId="2462774452" sldId="360"/>
            <ac:spMk id="14" creationId="{DDD1DF59-E6CE-1CF9-9CAE-756D66203456}"/>
          </ac:spMkLst>
        </pc:spChg>
        <pc:spChg chg="add mod">
          <ac:chgData name="Sohag Kabir" userId="e9b0da40-aef8-480a-bb63-d1daacecf555" providerId="ADAL" clId="{7EF9A945-C526-4C17-9362-CDA0FCCCDA95}" dt="2024-10-24T16:17:05.103" v="728" actId="20577"/>
          <ac:spMkLst>
            <pc:docMk/>
            <pc:sldMk cId="2462774452" sldId="360"/>
            <ac:spMk id="16" creationId="{44FB9878-55AE-FCE9-6DD8-76E973B45F39}"/>
          </ac:spMkLst>
        </pc:spChg>
        <pc:grpChg chg="add mod">
          <ac:chgData name="Sohag Kabir" userId="e9b0da40-aef8-480a-bb63-d1daacecf555" providerId="ADAL" clId="{7EF9A945-C526-4C17-9362-CDA0FCCCDA95}" dt="2024-10-24T16:13:55.094" v="654" actId="1076"/>
          <ac:grpSpMkLst>
            <pc:docMk/>
            <pc:sldMk cId="2462774452" sldId="360"/>
            <ac:grpSpMk id="15" creationId="{30F9785C-B6D6-28AE-8142-01955A884C68}"/>
          </ac:grpSpMkLst>
        </pc:grpChg>
      </pc:sldChg>
      <pc:sldChg chg="addSp delSp modSp mod delAnim modAnim">
        <pc:chgData name="Sohag Kabir" userId="e9b0da40-aef8-480a-bb63-d1daacecf555" providerId="ADAL" clId="{7EF9A945-C526-4C17-9362-CDA0FCCCDA95}" dt="2024-10-24T17:28:44.616" v="843"/>
        <pc:sldMkLst>
          <pc:docMk/>
          <pc:sldMk cId="763177085" sldId="361"/>
        </pc:sldMkLst>
        <pc:spChg chg="mod">
          <ac:chgData name="Sohag Kabir" userId="e9b0da40-aef8-480a-bb63-d1daacecf555" providerId="ADAL" clId="{7EF9A945-C526-4C17-9362-CDA0FCCCDA95}" dt="2024-10-24T17:07:39.063" v="770"/>
          <ac:spMkLst>
            <pc:docMk/>
            <pc:sldMk cId="763177085" sldId="361"/>
            <ac:spMk id="2" creationId="{DE13D453-4D7B-47BF-AED4-27D56C3644AA}"/>
          </ac:spMkLst>
        </pc:spChg>
        <pc:spChg chg="add mod">
          <ac:chgData name="Sohag Kabir" userId="e9b0da40-aef8-480a-bb63-d1daacecf555" providerId="ADAL" clId="{7EF9A945-C526-4C17-9362-CDA0FCCCDA95}" dt="2024-10-24T17:21:52.865" v="794" actId="1076"/>
          <ac:spMkLst>
            <pc:docMk/>
            <pc:sldMk cId="763177085" sldId="361"/>
            <ac:spMk id="4" creationId="{9BF75067-3E0C-C76A-50DB-C18ABD610C9D}"/>
          </ac:spMkLst>
        </pc:spChg>
        <pc:spChg chg="del">
          <ac:chgData name="Sohag Kabir" userId="e9b0da40-aef8-480a-bb63-d1daacecf555" providerId="ADAL" clId="{7EF9A945-C526-4C17-9362-CDA0FCCCDA95}" dt="2024-10-24T17:07:24.540" v="765" actId="478"/>
          <ac:spMkLst>
            <pc:docMk/>
            <pc:sldMk cId="763177085" sldId="361"/>
            <ac:spMk id="5" creationId="{58E70ACA-2DC4-3E8E-3183-A1AD0163E691}"/>
          </ac:spMkLst>
        </pc:spChg>
        <pc:spChg chg="del">
          <ac:chgData name="Sohag Kabir" userId="e9b0da40-aef8-480a-bb63-d1daacecf555" providerId="ADAL" clId="{7EF9A945-C526-4C17-9362-CDA0FCCCDA95}" dt="2024-10-24T17:07:25.506" v="766" actId="478"/>
          <ac:spMkLst>
            <pc:docMk/>
            <pc:sldMk cId="763177085" sldId="361"/>
            <ac:spMk id="15" creationId="{D480CDF3-2611-C500-1EC0-16CB01CD1A97}"/>
          </ac:spMkLst>
        </pc:spChg>
        <pc:spChg chg="del">
          <ac:chgData name="Sohag Kabir" userId="e9b0da40-aef8-480a-bb63-d1daacecf555" providerId="ADAL" clId="{7EF9A945-C526-4C17-9362-CDA0FCCCDA95}" dt="2024-10-24T17:07:27.126" v="767" actId="478"/>
          <ac:spMkLst>
            <pc:docMk/>
            <pc:sldMk cId="763177085" sldId="361"/>
            <ac:spMk id="16" creationId="{58B7C28D-9667-F4E1-7233-3032B892C19E}"/>
          </ac:spMkLst>
        </pc:spChg>
        <pc:spChg chg="del">
          <ac:chgData name="Sohag Kabir" userId="e9b0da40-aef8-480a-bb63-d1daacecf555" providerId="ADAL" clId="{7EF9A945-C526-4C17-9362-CDA0FCCCDA95}" dt="2024-10-24T17:07:29.082" v="768" actId="478"/>
          <ac:spMkLst>
            <pc:docMk/>
            <pc:sldMk cId="763177085" sldId="361"/>
            <ac:spMk id="17" creationId="{786AD883-0DED-E4EA-1216-F5D82DEA8344}"/>
          </ac:spMkLst>
        </pc:spChg>
        <pc:spChg chg="del">
          <ac:chgData name="Sohag Kabir" userId="e9b0da40-aef8-480a-bb63-d1daacecf555" providerId="ADAL" clId="{7EF9A945-C526-4C17-9362-CDA0FCCCDA95}" dt="2024-10-24T17:07:29.866" v="769" actId="478"/>
          <ac:spMkLst>
            <pc:docMk/>
            <pc:sldMk cId="763177085" sldId="361"/>
            <ac:spMk id="18" creationId="{7657A596-C0D9-BB29-D9FC-145AEDCD0E46}"/>
          </ac:spMkLst>
        </pc:spChg>
        <pc:spChg chg="add mod">
          <ac:chgData name="Sohag Kabir" userId="e9b0da40-aef8-480a-bb63-d1daacecf555" providerId="ADAL" clId="{7EF9A945-C526-4C17-9362-CDA0FCCCDA95}" dt="2024-10-24T17:28:04.942" v="837" actId="1076"/>
          <ac:spMkLst>
            <pc:docMk/>
            <pc:sldMk cId="763177085" sldId="361"/>
            <ac:spMk id="20" creationId="{FD28F6A9-E882-8BBC-93C5-AAC6B62434E6}"/>
          </ac:spMkLst>
        </pc:spChg>
        <pc:spChg chg="add mod">
          <ac:chgData name="Sohag Kabir" userId="e9b0da40-aef8-480a-bb63-d1daacecf555" providerId="ADAL" clId="{7EF9A945-C526-4C17-9362-CDA0FCCCDA95}" dt="2024-10-24T17:21:49.940" v="793" actId="1076"/>
          <ac:spMkLst>
            <pc:docMk/>
            <pc:sldMk cId="763177085" sldId="361"/>
            <ac:spMk id="22" creationId="{6065A504-2EC4-4591-8EE2-C7162A1E6D9C}"/>
          </ac:spMkLst>
        </pc:spChg>
        <pc:spChg chg="add mod">
          <ac:chgData name="Sohag Kabir" userId="e9b0da40-aef8-480a-bb63-d1daacecf555" providerId="ADAL" clId="{7EF9A945-C526-4C17-9362-CDA0FCCCDA95}" dt="2024-10-24T17:22:21.787" v="801" actId="14100"/>
          <ac:spMkLst>
            <pc:docMk/>
            <pc:sldMk cId="763177085" sldId="361"/>
            <ac:spMk id="24" creationId="{16BA88A2-83BA-4217-25E7-DFCD424DC0AA}"/>
          </ac:spMkLst>
        </pc:spChg>
        <pc:spChg chg="add mod">
          <ac:chgData name="Sohag Kabir" userId="e9b0da40-aef8-480a-bb63-d1daacecf555" providerId="ADAL" clId="{7EF9A945-C526-4C17-9362-CDA0FCCCDA95}" dt="2024-10-24T17:28:08.021" v="838" actId="1076"/>
          <ac:spMkLst>
            <pc:docMk/>
            <pc:sldMk cId="763177085" sldId="361"/>
            <ac:spMk id="26" creationId="{D23F6352-188F-519D-E5AE-F76308044167}"/>
          </ac:spMkLst>
        </pc:spChg>
        <pc:spChg chg="add mod">
          <ac:chgData name="Sohag Kabir" userId="e9b0da40-aef8-480a-bb63-d1daacecf555" providerId="ADAL" clId="{7EF9A945-C526-4C17-9362-CDA0FCCCDA95}" dt="2024-10-24T17:28:14.437" v="839" actId="1076"/>
          <ac:spMkLst>
            <pc:docMk/>
            <pc:sldMk cId="763177085" sldId="361"/>
            <ac:spMk id="28" creationId="{A7D41A83-E63A-67AE-90CA-D1BD04294BCF}"/>
          </ac:spMkLst>
        </pc:spChg>
        <pc:spChg chg="add del">
          <ac:chgData name="Sohag Kabir" userId="e9b0da40-aef8-480a-bb63-d1daacecf555" providerId="ADAL" clId="{7EF9A945-C526-4C17-9362-CDA0FCCCDA95}" dt="2024-10-24T17:27:23.325" v="828"/>
          <ac:spMkLst>
            <pc:docMk/>
            <pc:sldMk cId="763177085" sldId="361"/>
            <ac:spMk id="29" creationId="{6A5437E2-6F7F-EAFA-72D2-7CA3771B132F}"/>
          </ac:spMkLst>
        </pc:spChg>
        <pc:spChg chg="add mod">
          <ac:chgData name="Sohag Kabir" userId="e9b0da40-aef8-480a-bb63-d1daacecf555" providerId="ADAL" clId="{7EF9A945-C526-4C17-9362-CDA0FCCCDA95}" dt="2024-10-24T17:28:31.341" v="841" actId="1076"/>
          <ac:spMkLst>
            <pc:docMk/>
            <pc:sldMk cId="763177085" sldId="361"/>
            <ac:spMk id="30" creationId="{652C7189-B1F4-CB0A-DF16-BFA5431F00CE}"/>
          </ac:spMkLst>
        </pc:spChg>
        <pc:grpChg chg="del">
          <ac:chgData name="Sohag Kabir" userId="e9b0da40-aef8-480a-bb63-d1daacecf555" providerId="ADAL" clId="{7EF9A945-C526-4C17-9362-CDA0FCCCDA95}" dt="2024-10-24T17:07:20.433" v="763" actId="478"/>
          <ac:grpSpMkLst>
            <pc:docMk/>
            <pc:sldMk cId="763177085" sldId="361"/>
            <ac:grpSpMk id="8" creationId="{9271CA43-F069-1F25-11DB-CF562689840C}"/>
          </ac:grpSpMkLst>
        </pc:grpChg>
        <pc:grpChg chg="del">
          <ac:chgData name="Sohag Kabir" userId="e9b0da40-aef8-480a-bb63-d1daacecf555" providerId="ADAL" clId="{7EF9A945-C526-4C17-9362-CDA0FCCCDA95}" dt="2024-10-24T17:07:23.641" v="764" actId="478"/>
          <ac:grpSpMkLst>
            <pc:docMk/>
            <pc:sldMk cId="763177085" sldId="361"/>
            <ac:grpSpMk id="11" creationId="{9A535DC2-22AC-B320-E805-E3A9B58AE8E6}"/>
          </ac:grpSpMkLst>
        </pc:grpChg>
      </pc:sldChg>
      <pc:sldChg chg="addSp delSp modSp mod modAnim">
        <pc:chgData name="Sohag Kabir" userId="e9b0da40-aef8-480a-bb63-d1daacecf555" providerId="ADAL" clId="{7EF9A945-C526-4C17-9362-CDA0FCCCDA95}" dt="2024-10-24T17:56:38.719" v="1125" actId="1076"/>
        <pc:sldMkLst>
          <pc:docMk/>
          <pc:sldMk cId="1752164433" sldId="362"/>
        </pc:sldMkLst>
        <pc:spChg chg="mod">
          <ac:chgData name="Sohag Kabir" userId="e9b0da40-aef8-480a-bb63-d1daacecf555" providerId="ADAL" clId="{7EF9A945-C526-4C17-9362-CDA0FCCCDA95}" dt="2024-10-24T17:32:35.614" v="851" actId="255"/>
          <ac:spMkLst>
            <pc:docMk/>
            <pc:sldMk cId="1752164433" sldId="362"/>
            <ac:spMk id="2" creationId="{DE13D453-4D7B-47BF-AED4-27D56C3644AA}"/>
          </ac:spMkLst>
        </pc:spChg>
        <pc:spChg chg="del">
          <ac:chgData name="Sohag Kabir" userId="e9b0da40-aef8-480a-bb63-d1daacecf555" providerId="ADAL" clId="{7EF9A945-C526-4C17-9362-CDA0FCCCDA95}" dt="2024-10-24T17:35:23.885" v="1014" actId="478"/>
          <ac:spMkLst>
            <pc:docMk/>
            <pc:sldMk cId="1752164433" sldId="362"/>
            <ac:spMk id="3" creationId="{321687DF-E5AF-5AD3-269E-17CBC843A971}"/>
          </ac:spMkLst>
        </pc:spChg>
        <pc:spChg chg="del">
          <ac:chgData name="Sohag Kabir" userId="e9b0da40-aef8-480a-bb63-d1daacecf555" providerId="ADAL" clId="{7EF9A945-C526-4C17-9362-CDA0FCCCDA95}" dt="2024-10-24T17:36:54.340" v="1026" actId="478"/>
          <ac:spMkLst>
            <pc:docMk/>
            <pc:sldMk cId="1752164433" sldId="362"/>
            <ac:spMk id="4" creationId="{F053BB20-1BBC-901F-2661-9A60CF826D7A}"/>
          </ac:spMkLst>
        </pc:spChg>
        <pc:spChg chg="del">
          <ac:chgData name="Sohag Kabir" userId="e9b0da40-aef8-480a-bb63-d1daacecf555" providerId="ADAL" clId="{7EF9A945-C526-4C17-9362-CDA0FCCCDA95}" dt="2024-10-24T17:35:12.629" v="1011" actId="478"/>
          <ac:spMkLst>
            <pc:docMk/>
            <pc:sldMk cId="1752164433" sldId="362"/>
            <ac:spMk id="5" creationId="{58E70ACA-2DC4-3E8E-3183-A1AD0163E691}"/>
          </ac:spMkLst>
        </pc:spChg>
        <pc:spChg chg="mod topLvl">
          <ac:chgData name="Sohag Kabir" userId="e9b0da40-aef8-480a-bb63-d1daacecf555" providerId="ADAL" clId="{7EF9A945-C526-4C17-9362-CDA0FCCCDA95}" dt="2024-10-24T17:43:49.065" v="1039" actId="20577"/>
          <ac:spMkLst>
            <pc:docMk/>
            <pc:sldMk cId="1752164433" sldId="362"/>
            <ac:spMk id="9" creationId="{8546BF0C-1F6D-6945-F782-E2F6F2EFD7BA}"/>
          </ac:spMkLst>
        </pc:spChg>
        <pc:spChg chg="del topLvl">
          <ac:chgData name="Sohag Kabir" userId="e9b0da40-aef8-480a-bb63-d1daacecf555" providerId="ADAL" clId="{7EF9A945-C526-4C17-9362-CDA0FCCCDA95}" dt="2024-10-24T17:35:16.620" v="1012" actId="478"/>
          <ac:spMkLst>
            <pc:docMk/>
            <pc:sldMk cId="1752164433" sldId="362"/>
            <ac:spMk id="10" creationId="{C975B470-7D00-CA68-A23B-C46654351311}"/>
          </ac:spMkLst>
        </pc:spChg>
        <pc:spChg chg="add mod">
          <ac:chgData name="Sohag Kabir" userId="e9b0da40-aef8-480a-bb63-d1daacecf555" providerId="ADAL" clId="{7EF9A945-C526-4C17-9362-CDA0FCCCDA95}" dt="2024-10-24T17:53:33.412" v="1085" actId="1076"/>
          <ac:spMkLst>
            <pc:docMk/>
            <pc:sldMk cId="1752164433" sldId="362"/>
            <ac:spMk id="13" creationId="{1B161899-5913-270E-92D2-68F244D4C6D1}"/>
          </ac:spMkLst>
        </pc:spChg>
        <pc:spChg chg="add mod">
          <ac:chgData name="Sohag Kabir" userId="e9b0da40-aef8-480a-bb63-d1daacecf555" providerId="ADAL" clId="{7EF9A945-C526-4C17-9362-CDA0FCCCDA95}" dt="2024-10-24T17:53:51.940" v="1087" actId="1076"/>
          <ac:spMkLst>
            <pc:docMk/>
            <pc:sldMk cId="1752164433" sldId="362"/>
            <ac:spMk id="15" creationId="{BFB10CD9-0511-900B-2507-9869A1A41309}"/>
          </ac:spMkLst>
        </pc:spChg>
        <pc:spChg chg="add mod">
          <ac:chgData name="Sohag Kabir" userId="e9b0da40-aef8-480a-bb63-d1daacecf555" providerId="ADAL" clId="{7EF9A945-C526-4C17-9362-CDA0FCCCDA95}" dt="2024-10-24T17:56:02.036" v="1121" actId="6549"/>
          <ac:spMkLst>
            <pc:docMk/>
            <pc:sldMk cId="1752164433" sldId="362"/>
            <ac:spMk id="16" creationId="{9F83B232-616B-A771-04A5-D93E24CE5A1E}"/>
          </ac:spMkLst>
        </pc:spChg>
        <pc:spChg chg="add mod">
          <ac:chgData name="Sohag Kabir" userId="e9b0da40-aef8-480a-bb63-d1daacecf555" providerId="ADAL" clId="{7EF9A945-C526-4C17-9362-CDA0FCCCDA95}" dt="2024-10-24T17:54:37.377" v="1107" actId="207"/>
          <ac:spMkLst>
            <pc:docMk/>
            <pc:sldMk cId="1752164433" sldId="362"/>
            <ac:spMk id="17" creationId="{5028B21D-15F5-687A-2C68-BB2F172EACE1}"/>
          </ac:spMkLst>
        </pc:spChg>
        <pc:spChg chg="add mod">
          <ac:chgData name="Sohag Kabir" userId="e9b0da40-aef8-480a-bb63-d1daacecf555" providerId="ADAL" clId="{7EF9A945-C526-4C17-9362-CDA0FCCCDA95}" dt="2024-10-24T17:55:24.447" v="1115" actId="1076"/>
          <ac:spMkLst>
            <pc:docMk/>
            <pc:sldMk cId="1752164433" sldId="362"/>
            <ac:spMk id="18" creationId="{48B8F059-BBE4-2EA0-A166-892F3FB417B9}"/>
          </ac:spMkLst>
        </pc:spChg>
        <pc:spChg chg="add mod">
          <ac:chgData name="Sohag Kabir" userId="e9b0da40-aef8-480a-bb63-d1daacecf555" providerId="ADAL" clId="{7EF9A945-C526-4C17-9362-CDA0FCCCDA95}" dt="2024-10-24T17:56:38.719" v="1125" actId="1076"/>
          <ac:spMkLst>
            <pc:docMk/>
            <pc:sldMk cId="1752164433" sldId="362"/>
            <ac:spMk id="19" creationId="{931C1563-D3F1-6FB5-A213-010EFF01049D}"/>
          </ac:spMkLst>
        </pc:spChg>
        <pc:grpChg chg="del">
          <ac:chgData name="Sohag Kabir" userId="e9b0da40-aef8-480a-bb63-d1daacecf555" providerId="ADAL" clId="{7EF9A945-C526-4C17-9362-CDA0FCCCDA95}" dt="2024-10-24T17:35:16.620" v="1012" actId="478"/>
          <ac:grpSpMkLst>
            <pc:docMk/>
            <pc:sldMk cId="1752164433" sldId="362"/>
            <ac:grpSpMk id="8" creationId="{9271CA43-F069-1F25-11DB-CF562689840C}"/>
          </ac:grpSpMkLst>
        </pc:grpChg>
      </pc:sldChg>
      <pc:sldChg chg="addSp delSp modSp mod delAnim">
        <pc:chgData name="Sohag Kabir" userId="e9b0da40-aef8-480a-bb63-d1daacecf555" providerId="ADAL" clId="{7EF9A945-C526-4C17-9362-CDA0FCCCDA95}" dt="2024-10-24T18:09:53.950" v="1203" actId="2711"/>
        <pc:sldMkLst>
          <pc:docMk/>
          <pc:sldMk cId="1413421255" sldId="363"/>
        </pc:sldMkLst>
        <pc:spChg chg="mod">
          <ac:chgData name="Sohag Kabir" userId="e9b0da40-aef8-480a-bb63-d1daacecf555" providerId="ADAL" clId="{7EF9A945-C526-4C17-9362-CDA0FCCCDA95}" dt="2024-10-24T18:05:07.968" v="1166" actId="14100"/>
          <ac:spMkLst>
            <pc:docMk/>
            <pc:sldMk cId="1413421255" sldId="363"/>
            <ac:spMk id="2" creationId="{DE13D453-4D7B-47BF-AED4-27D56C3644AA}"/>
          </ac:spMkLst>
        </pc:spChg>
        <pc:spChg chg="del">
          <ac:chgData name="Sohag Kabir" userId="e9b0da40-aef8-480a-bb63-d1daacecf555" providerId="ADAL" clId="{7EF9A945-C526-4C17-9362-CDA0FCCCDA95}" dt="2024-10-24T18:04:53.129" v="1162" actId="478"/>
          <ac:spMkLst>
            <pc:docMk/>
            <pc:sldMk cId="1413421255" sldId="363"/>
            <ac:spMk id="5" creationId="{58E70ACA-2DC4-3E8E-3183-A1AD0163E691}"/>
          </ac:spMkLst>
        </pc:spChg>
        <pc:spChg chg="add del mod">
          <ac:chgData name="Sohag Kabir" userId="e9b0da40-aef8-480a-bb63-d1daacecf555" providerId="ADAL" clId="{7EF9A945-C526-4C17-9362-CDA0FCCCDA95}" dt="2024-10-24T18:04:47.880" v="1159" actId="478"/>
          <ac:spMkLst>
            <pc:docMk/>
            <pc:sldMk cId="1413421255" sldId="363"/>
            <ac:spMk id="8" creationId="{A7876084-914D-62D6-70CC-C4F6DC968BA0}"/>
          </ac:spMkLst>
        </pc:spChg>
        <pc:spChg chg="del">
          <ac:chgData name="Sohag Kabir" userId="e9b0da40-aef8-480a-bb63-d1daacecf555" providerId="ADAL" clId="{7EF9A945-C526-4C17-9362-CDA0FCCCDA95}" dt="2024-10-24T18:04:51.651" v="1161" actId="478"/>
          <ac:spMkLst>
            <pc:docMk/>
            <pc:sldMk cId="1413421255" sldId="363"/>
            <ac:spMk id="9" creationId="{8546BF0C-1F6D-6945-F782-E2F6F2EFD7BA}"/>
          </ac:spMkLst>
        </pc:spChg>
        <pc:spChg chg="add mod">
          <ac:chgData name="Sohag Kabir" userId="e9b0da40-aef8-480a-bb63-d1daacecf555" providerId="ADAL" clId="{7EF9A945-C526-4C17-9362-CDA0FCCCDA95}" dt="2024-10-24T18:09:53.950" v="1203" actId="2711"/>
          <ac:spMkLst>
            <pc:docMk/>
            <pc:sldMk cId="1413421255" sldId="363"/>
            <ac:spMk id="11" creationId="{D9E683F7-7949-36CE-8070-F6CC37E07C8E}"/>
          </ac:spMkLst>
        </pc:spChg>
        <pc:spChg chg="del">
          <ac:chgData name="Sohag Kabir" userId="e9b0da40-aef8-480a-bb63-d1daacecf555" providerId="ADAL" clId="{7EF9A945-C526-4C17-9362-CDA0FCCCDA95}" dt="2024-10-24T18:04:43.216" v="1157" actId="478"/>
          <ac:spMkLst>
            <pc:docMk/>
            <pc:sldMk cId="1413421255" sldId="363"/>
            <ac:spMk id="20" creationId="{76A89DB0-1E0D-5010-9F6B-3FDA45604AEA}"/>
          </ac:spMkLst>
        </pc:spChg>
        <pc:spChg chg="del">
          <ac:chgData name="Sohag Kabir" userId="e9b0da40-aef8-480a-bb63-d1daacecf555" providerId="ADAL" clId="{7EF9A945-C526-4C17-9362-CDA0FCCCDA95}" dt="2024-10-24T18:04:48.682" v="1160" actId="478"/>
          <ac:spMkLst>
            <pc:docMk/>
            <pc:sldMk cId="1413421255" sldId="363"/>
            <ac:spMk id="21" creationId="{53E948E5-ACE2-A349-9EDF-4177128FE3A2}"/>
          </ac:spMkLst>
        </pc:spChg>
        <pc:spChg chg="del">
          <ac:chgData name="Sohag Kabir" userId="e9b0da40-aef8-480a-bb63-d1daacecf555" providerId="ADAL" clId="{7EF9A945-C526-4C17-9362-CDA0FCCCDA95}" dt="2024-10-24T18:04:54.727" v="1163" actId="478"/>
          <ac:spMkLst>
            <pc:docMk/>
            <pc:sldMk cId="1413421255" sldId="363"/>
            <ac:spMk id="22" creationId="{B8482DED-6989-2EAE-E771-7CBD74AC10FE}"/>
          </ac:spMkLst>
        </pc:spChg>
        <pc:grpChg chg="del">
          <ac:chgData name="Sohag Kabir" userId="e9b0da40-aef8-480a-bb63-d1daacecf555" providerId="ADAL" clId="{7EF9A945-C526-4C17-9362-CDA0FCCCDA95}" dt="2024-10-24T18:04:46.393" v="1158" actId="478"/>
          <ac:grpSpMkLst>
            <pc:docMk/>
            <pc:sldMk cId="1413421255" sldId="363"/>
            <ac:grpSpMk id="19" creationId="{1BA03CD6-9582-7D35-D271-CE149F26BE56}"/>
          </ac:grpSpMkLst>
        </pc:grpChg>
        <pc:picChg chg="add mod">
          <ac:chgData name="Sohag Kabir" userId="e9b0da40-aef8-480a-bb63-d1daacecf555" providerId="ADAL" clId="{7EF9A945-C526-4C17-9362-CDA0FCCCDA95}" dt="2024-10-24T18:05:40.689" v="1170" actId="14100"/>
          <ac:picMkLst>
            <pc:docMk/>
            <pc:sldMk cId="1413421255" sldId="363"/>
            <ac:picMk id="10" creationId="{BBB1F34B-2953-93F0-4D26-1C13870731F9}"/>
          </ac:picMkLst>
        </pc:picChg>
      </pc:sldChg>
      <pc:sldChg chg="addSp delSp modSp mod delAnim">
        <pc:chgData name="Sohag Kabir" userId="e9b0da40-aef8-480a-bb63-d1daacecf555" providerId="ADAL" clId="{7EF9A945-C526-4C17-9362-CDA0FCCCDA95}" dt="2024-10-24T18:16:49.436" v="1318" actId="1076"/>
        <pc:sldMkLst>
          <pc:docMk/>
          <pc:sldMk cId="966355620" sldId="364"/>
        </pc:sldMkLst>
        <pc:spChg chg="mod">
          <ac:chgData name="Sohag Kabir" userId="e9b0da40-aef8-480a-bb63-d1daacecf555" providerId="ADAL" clId="{7EF9A945-C526-4C17-9362-CDA0FCCCDA95}" dt="2024-10-24T18:12:37.994" v="1230" actId="27636"/>
          <ac:spMkLst>
            <pc:docMk/>
            <pc:sldMk cId="966355620" sldId="364"/>
            <ac:spMk id="2" creationId="{DE13D453-4D7B-47BF-AED4-27D56C3644AA}"/>
          </ac:spMkLst>
        </pc:spChg>
        <pc:spChg chg="del">
          <ac:chgData name="Sohag Kabir" userId="e9b0da40-aef8-480a-bb63-d1daacecf555" providerId="ADAL" clId="{7EF9A945-C526-4C17-9362-CDA0FCCCDA95}" dt="2024-10-24T18:12:47.027" v="1235" actId="478"/>
          <ac:spMkLst>
            <pc:docMk/>
            <pc:sldMk cId="966355620" sldId="364"/>
            <ac:spMk id="3" creationId="{321687DF-E5AF-5AD3-269E-17CBC843A971}"/>
          </ac:spMkLst>
        </pc:spChg>
        <pc:spChg chg="add del mod">
          <ac:chgData name="Sohag Kabir" userId="e9b0da40-aef8-480a-bb63-d1daacecf555" providerId="ADAL" clId="{7EF9A945-C526-4C17-9362-CDA0FCCCDA95}" dt="2024-10-24T18:12:43.591" v="1232" actId="478"/>
          <ac:spMkLst>
            <pc:docMk/>
            <pc:sldMk cId="966355620" sldId="364"/>
            <ac:spMk id="4" creationId="{C2605439-942B-1633-F1D6-6CFA94EBB3CF}"/>
          </ac:spMkLst>
        </pc:spChg>
        <pc:spChg chg="del">
          <ac:chgData name="Sohag Kabir" userId="e9b0da40-aef8-480a-bb63-d1daacecf555" providerId="ADAL" clId="{7EF9A945-C526-4C17-9362-CDA0FCCCDA95}" dt="2024-10-24T18:12:44.869" v="1233" actId="478"/>
          <ac:spMkLst>
            <pc:docMk/>
            <pc:sldMk cId="966355620" sldId="364"/>
            <ac:spMk id="5" creationId="{58E70ACA-2DC4-3E8E-3183-A1AD0163E691}"/>
          </ac:spMkLst>
        </pc:spChg>
        <pc:spChg chg="add mod">
          <ac:chgData name="Sohag Kabir" userId="e9b0da40-aef8-480a-bb63-d1daacecf555" providerId="ADAL" clId="{7EF9A945-C526-4C17-9362-CDA0FCCCDA95}" dt="2024-10-24T18:16:49.436" v="1318" actId="1076"/>
          <ac:spMkLst>
            <pc:docMk/>
            <pc:sldMk cId="966355620" sldId="364"/>
            <ac:spMk id="8" creationId="{D93330BE-A4EA-5E27-B7B3-94EB5D793073}"/>
          </ac:spMkLst>
        </pc:spChg>
        <pc:spChg chg="del">
          <ac:chgData name="Sohag Kabir" userId="e9b0da40-aef8-480a-bb63-d1daacecf555" providerId="ADAL" clId="{7EF9A945-C526-4C17-9362-CDA0FCCCDA95}" dt="2024-10-24T18:12:45.921" v="1234" actId="478"/>
          <ac:spMkLst>
            <pc:docMk/>
            <pc:sldMk cId="966355620" sldId="364"/>
            <ac:spMk id="9" creationId="{8546BF0C-1F6D-6945-F782-E2F6F2EFD7BA}"/>
          </ac:spMkLst>
        </pc:spChg>
        <pc:spChg chg="del">
          <ac:chgData name="Sohag Kabir" userId="e9b0da40-aef8-480a-bb63-d1daacecf555" providerId="ADAL" clId="{7EF9A945-C526-4C17-9362-CDA0FCCCDA95}" dt="2024-10-24T18:12:41.960" v="1231" actId="478"/>
          <ac:spMkLst>
            <pc:docMk/>
            <pc:sldMk cId="966355620" sldId="364"/>
            <ac:spMk id="11" creationId="{0501E990-BE5F-89FA-3E67-61D3C16AF7FD}"/>
          </ac:spMkLst>
        </pc:spChg>
        <pc:spChg chg="del">
          <ac:chgData name="Sohag Kabir" userId="e9b0da40-aef8-480a-bb63-d1daacecf555" providerId="ADAL" clId="{7EF9A945-C526-4C17-9362-CDA0FCCCDA95}" dt="2024-10-24T18:12:48.300" v="1236" actId="478"/>
          <ac:spMkLst>
            <pc:docMk/>
            <pc:sldMk cId="966355620" sldId="364"/>
            <ac:spMk id="13" creationId="{6CD20F89-9DAC-B26A-B252-C3826651D10E}"/>
          </ac:spMkLst>
        </pc:spChg>
        <pc:spChg chg="del">
          <ac:chgData name="Sohag Kabir" userId="e9b0da40-aef8-480a-bb63-d1daacecf555" providerId="ADAL" clId="{7EF9A945-C526-4C17-9362-CDA0FCCCDA95}" dt="2024-10-24T18:12:49.018" v="1237" actId="478"/>
          <ac:spMkLst>
            <pc:docMk/>
            <pc:sldMk cId="966355620" sldId="364"/>
            <ac:spMk id="14" creationId="{537891C3-CD26-DE4A-9E87-3654E2F7BA6F}"/>
          </ac:spMkLst>
        </pc:spChg>
      </pc:sldChg>
      <pc:sldChg chg="del">
        <pc:chgData name="Sohag Kabir" userId="e9b0da40-aef8-480a-bb63-d1daacecf555" providerId="ADAL" clId="{7EF9A945-C526-4C17-9362-CDA0FCCCDA95}" dt="2024-10-24T18:23:31.723" v="1349" actId="2696"/>
        <pc:sldMkLst>
          <pc:docMk/>
          <pc:sldMk cId="3818541458" sldId="365"/>
        </pc:sldMkLst>
      </pc:sldChg>
      <pc:sldChg chg="del">
        <pc:chgData name="Sohag Kabir" userId="e9b0da40-aef8-480a-bb63-d1daacecf555" providerId="ADAL" clId="{7EF9A945-C526-4C17-9362-CDA0FCCCDA95}" dt="2024-10-24T18:23:34.658" v="1350" actId="2696"/>
        <pc:sldMkLst>
          <pc:docMk/>
          <pc:sldMk cId="2349230793" sldId="366"/>
        </pc:sldMkLst>
      </pc:sldChg>
      <pc:sldChg chg="del">
        <pc:chgData name="Sohag Kabir" userId="e9b0da40-aef8-480a-bb63-d1daacecf555" providerId="ADAL" clId="{7EF9A945-C526-4C17-9362-CDA0FCCCDA95}" dt="2024-10-24T18:23:37.568" v="1351" actId="2696"/>
        <pc:sldMkLst>
          <pc:docMk/>
          <pc:sldMk cId="1395021926" sldId="367"/>
        </pc:sldMkLst>
      </pc:sldChg>
      <pc:sldChg chg="del">
        <pc:chgData name="Sohag Kabir" userId="e9b0da40-aef8-480a-bb63-d1daacecf555" providerId="ADAL" clId="{7EF9A945-C526-4C17-9362-CDA0FCCCDA95}" dt="2024-10-24T18:23:49.772" v="1354" actId="2696"/>
        <pc:sldMkLst>
          <pc:docMk/>
          <pc:sldMk cId="299605582" sldId="368"/>
        </pc:sldMkLst>
      </pc:sldChg>
      <pc:sldChg chg="del">
        <pc:chgData name="Sohag Kabir" userId="e9b0da40-aef8-480a-bb63-d1daacecf555" providerId="ADAL" clId="{7EF9A945-C526-4C17-9362-CDA0FCCCDA95}" dt="2024-10-24T18:23:45.053" v="1353" actId="2696"/>
        <pc:sldMkLst>
          <pc:docMk/>
          <pc:sldMk cId="754407248" sldId="369"/>
        </pc:sldMkLst>
      </pc:sldChg>
      <pc:sldChg chg="del">
        <pc:chgData name="Sohag Kabir" userId="e9b0da40-aef8-480a-bb63-d1daacecf555" providerId="ADAL" clId="{7EF9A945-C526-4C17-9362-CDA0FCCCDA95}" dt="2024-10-24T18:23:57.331" v="1356" actId="2696"/>
        <pc:sldMkLst>
          <pc:docMk/>
          <pc:sldMk cId="1311055612" sldId="370"/>
        </pc:sldMkLst>
      </pc:sldChg>
      <pc:sldChg chg="del">
        <pc:chgData name="Sohag Kabir" userId="e9b0da40-aef8-480a-bb63-d1daacecf555" providerId="ADAL" clId="{7EF9A945-C526-4C17-9362-CDA0FCCCDA95}" dt="2024-10-24T18:23:53.711" v="1355" actId="2696"/>
        <pc:sldMkLst>
          <pc:docMk/>
          <pc:sldMk cId="3901912987" sldId="371"/>
        </pc:sldMkLst>
      </pc:sldChg>
      <pc:sldChg chg="addSp delSp modSp mod">
        <pc:chgData name="Sohag Kabir" userId="e9b0da40-aef8-480a-bb63-d1daacecf555" providerId="ADAL" clId="{7EF9A945-C526-4C17-9362-CDA0FCCCDA95}" dt="2024-10-24T18:26:04.632" v="1373" actId="1076"/>
        <pc:sldMkLst>
          <pc:docMk/>
          <pc:sldMk cId="3747748722" sldId="372"/>
        </pc:sldMkLst>
        <pc:spChg chg="mod">
          <ac:chgData name="Sohag Kabir" userId="e9b0da40-aef8-480a-bb63-d1daacecf555" providerId="ADAL" clId="{7EF9A945-C526-4C17-9362-CDA0FCCCDA95}" dt="2024-10-24T18:25:08.136" v="1363"/>
          <ac:spMkLst>
            <pc:docMk/>
            <pc:sldMk cId="3747748722" sldId="372"/>
            <ac:spMk id="2" creationId="{DE13D453-4D7B-47BF-AED4-27D56C3644AA}"/>
          </ac:spMkLst>
        </pc:spChg>
        <pc:spChg chg="del">
          <ac:chgData name="Sohag Kabir" userId="e9b0da40-aef8-480a-bb63-d1daacecf555" providerId="ADAL" clId="{7EF9A945-C526-4C17-9362-CDA0FCCCDA95}" dt="2024-10-24T18:25:00.898" v="1362" actId="478"/>
          <ac:spMkLst>
            <pc:docMk/>
            <pc:sldMk cId="3747748722" sldId="372"/>
            <ac:spMk id="3" creationId="{55D0641C-5BD2-37B0-EFF2-DE6F959E14AC}"/>
          </ac:spMkLst>
        </pc:spChg>
        <pc:spChg chg="del mod">
          <ac:chgData name="Sohag Kabir" userId="e9b0da40-aef8-480a-bb63-d1daacecf555" providerId="ADAL" clId="{7EF9A945-C526-4C17-9362-CDA0FCCCDA95}" dt="2024-10-24T18:24:59.449" v="1361" actId="478"/>
          <ac:spMkLst>
            <pc:docMk/>
            <pc:sldMk cId="3747748722" sldId="372"/>
            <ac:spMk id="4" creationId="{10FD6FEE-3754-ABC1-468A-19D56A9891F6}"/>
          </ac:spMkLst>
        </pc:spChg>
        <pc:spChg chg="add mod">
          <ac:chgData name="Sohag Kabir" userId="e9b0da40-aef8-480a-bb63-d1daacecf555" providerId="ADAL" clId="{7EF9A945-C526-4C17-9362-CDA0FCCCDA95}" dt="2024-10-24T18:26:01.841" v="1372" actId="1076"/>
          <ac:spMkLst>
            <pc:docMk/>
            <pc:sldMk cId="3747748722" sldId="372"/>
            <ac:spMk id="10" creationId="{4849806F-BEEB-656A-6D70-D546D9489875}"/>
          </ac:spMkLst>
        </pc:spChg>
        <pc:spChg chg="add mod">
          <ac:chgData name="Sohag Kabir" userId="e9b0da40-aef8-480a-bb63-d1daacecf555" providerId="ADAL" clId="{7EF9A945-C526-4C17-9362-CDA0FCCCDA95}" dt="2024-10-24T18:26:04.632" v="1373" actId="1076"/>
          <ac:spMkLst>
            <pc:docMk/>
            <pc:sldMk cId="3747748722" sldId="372"/>
            <ac:spMk id="12" creationId="{96836685-3A6F-94D7-1E7D-908578531CEC}"/>
          </ac:spMkLst>
        </pc:spChg>
        <pc:graphicFrameChg chg="del modGraphic">
          <ac:chgData name="Sohag Kabir" userId="e9b0da40-aef8-480a-bb63-d1daacecf555" providerId="ADAL" clId="{7EF9A945-C526-4C17-9362-CDA0FCCCDA95}" dt="2024-10-24T18:24:57.756" v="1359" actId="478"/>
          <ac:graphicFrameMkLst>
            <pc:docMk/>
            <pc:sldMk cId="3747748722" sldId="372"/>
            <ac:graphicFrameMk id="11" creationId="{2C0840EA-97D9-39A9-0FB6-75F13B3E0F5B}"/>
          </ac:graphicFrameMkLst>
        </pc:graphicFrameChg>
      </pc:sldChg>
      <pc:sldChg chg="addSp delSp modSp mod delAnim">
        <pc:chgData name="Sohag Kabir" userId="e9b0da40-aef8-480a-bb63-d1daacecf555" providerId="ADAL" clId="{7EF9A945-C526-4C17-9362-CDA0FCCCDA95}" dt="2024-10-24T18:41:04.210" v="1510" actId="1076"/>
        <pc:sldMkLst>
          <pc:docMk/>
          <pc:sldMk cId="3375668013" sldId="373"/>
        </pc:sldMkLst>
        <pc:spChg chg="mod">
          <ac:chgData name="Sohag Kabir" userId="e9b0da40-aef8-480a-bb63-d1daacecf555" providerId="ADAL" clId="{7EF9A945-C526-4C17-9362-CDA0FCCCDA95}" dt="2024-10-24T18:38:57.808" v="1486"/>
          <ac:spMkLst>
            <pc:docMk/>
            <pc:sldMk cId="3375668013" sldId="373"/>
            <ac:spMk id="2" creationId="{DE13D453-4D7B-47BF-AED4-27D56C3644AA}"/>
          </ac:spMkLst>
        </pc:spChg>
        <pc:spChg chg="add del mod">
          <ac:chgData name="Sohag Kabir" userId="e9b0da40-aef8-480a-bb63-d1daacecf555" providerId="ADAL" clId="{7EF9A945-C526-4C17-9362-CDA0FCCCDA95}" dt="2024-10-24T18:39:32.597" v="1500"/>
          <ac:spMkLst>
            <pc:docMk/>
            <pc:sldMk cId="3375668013" sldId="373"/>
            <ac:spMk id="3" creationId="{C96BBA43-8B40-184F-EEF0-60E9602FFD7B}"/>
          </ac:spMkLst>
        </pc:spChg>
        <pc:spChg chg="add mod">
          <ac:chgData name="Sohag Kabir" userId="e9b0da40-aef8-480a-bb63-d1daacecf555" providerId="ADAL" clId="{7EF9A945-C526-4C17-9362-CDA0FCCCDA95}" dt="2024-10-24T18:40:02.634" v="1507" actId="14100"/>
          <ac:spMkLst>
            <pc:docMk/>
            <pc:sldMk cId="3375668013" sldId="373"/>
            <ac:spMk id="4" creationId="{80D98DDC-224C-D3F4-0996-3AA835F3ECA4}"/>
          </ac:spMkLst>
        </pc:spChg>
        <pc:spChg chg="del">
          <ac:chgData name="Sohag Kabir" userId="e9b0da40-aef8-480a-bb63-d1daacecf555" providerId="ADAL" clId="{7EF9A945-C526-4C17-9362-CDA0FCCCDA95}" dt="2024-10-24T18:39:02.543" v="1487" actId="478"/>
          <ac:spMkLst>
            <pc:docMk/>
            <pc:sldMk cId="3375668013" sldId="373"/>
            <ac:spMk id="10" creationId="{46DF4D74-8C79-6666-642C-CFB1C38BC497}"/>
          </ac:spMkLst>
        </pc:spChg>
        <pc:spChg chg="del">
          <ac:chgData name="Sohag Kabir" userId="e9b0da40-aef8-480a-bb63-d1daacecf555" providerId="ADAL" clId="{7EF9A945-C526-4C17-9362-CDA0FCCCDA95}" dt="2024-10-24T18:39:05.957" v="1490" actId="478"/>
          <ac:spMkLst>
            <pc:docMk/>
            <pc:sldMk cId="3375668013" sldId="373"/>
            <ac:spMk id="12" creationId="{EA002148-B970-6581-EA5A-FB9A5EF4F8BB}"/>
          </ac:spMkLst>
        </pc:spChg>
        <pc:spChg chg="del">
          <ac:chgData name="Sohag Kabir" userId="e9b0da40-aef8-480a-bb63-d1daacecf555" providerId="ADAL" clId="{7EF9A945-C526-4C17-9362-CDA0FCCCDA95}" dt="2024-10-24T18:39:05.160" v="1489" actId="478"/>
          <ac:spMkLst>
            <pc:docMk/>
            <pc:sldMk cId="3375668013" sldId="373"/>
            <ac:spMk id="13" creationId="{A06DD6E5-2086-9801-B1C3-D66D77127AF7}"/>
          </ac:spMkLst>
        </pc:spChg>
        <pc:spChg chg="del">
          <ac:chgData name="Sohag Kabir" userId="e9b0da40-aef8-480a-bb63-d1daacecf555" providerId="ADAL" clId="{7EF9A945-C526-4C17-9362-CDA0FCCCDA95}" dt="2024-10-24T18:39:12.582" v="1496" actId="478"/>
          <ac:spMkLst>
            <pc:docMk/>
            <pc:sldMk cId="3375668013" sldId="373"/>
            <ac:spMk id="14" creationId="{4FF5CC25-714B-7183-4613-6CABB9F89A66}"/>
          </ac:spMkLst>
        </pc:spChg>
        <pc:spChg chg="del">
          <ac:chgData name="Sohag Kabir" userId="e9b0da40-aef8-480a-bb63-d1daacecf555" providerId="ADAL" clId="{7EF9A945-C526-4C17-9362-CDA0FCCCDA95}" dt="2024-10-24T18:39:13.394" v="1497" actId="478"/>
          <ac:spMkLst>
            <pc:docMk/>
            <pc:sldMk cId="3375668013" sldId="373"/>
            <ac:spMk id="15" creationId="{EE78D8AF-9A48-E918-A3BA-3B257B79D1BC}"/>
          </ac:spMkLst>
        </pc:spChg>
        <pc:spChg chg="del">
          <ac:chgData name="Sohag Kabir" userId="e9b0da40-aef8-480a-bb63-d1daacecf555" providerId="ADAL" clId="{7EF9A945-C526-4C17-9362-CDA0FCCCDA95}" dt="2024-10-24T18:39:07.274" v="1492" actId="478"/>
          <ac:spMkLst>
            <pc:docMk/>
            <pc:sldMk cId="3375668013" sldId="373"/>
            <ac:spMk id="17" creationId="{A9137ED2-0873-5CA7-A620-0B4633F33BBD}"/>
          </ac:spMkLst>
        </pc:spChg>
        <pc:spChg chg="mod">
          <ac:chgData name="Sohag Kabir" userId="e9b0da40-aef8-480a-bb63-d1daacecf555" providerId="ADAL" clId="{7EF9A945-C526-4C17-9362-CDA0FCCCDA95}" dt="2024-10-24T18:39:51.148" v="1503"/>
          <ac:spMkLst>
            <pc:docMk/>
            <pc:sldMk cId="3375668013" sldId="373"/>
            <ac:spMk id="18" creationId="{13D26F22-EECC-36EA-46C3-6B982313DBC6}"/>
          </ac:spMkLst>
        </pc:spChg>
        <pc:spChg chg="del">
          <ac:chgData name="Sohag Kabir" userId="e9b0da40-aef8-480a-bb63-d1daacecf555" providerId="ADAL" clId="{7EF9A945-C526-4C17-9362-CDA0FCCCDA95}" dt="2024-10-24T18:39:03.579" v="1488" actId="478"/>
          <ac:spMkLst>
            <pc:docMk/>
            <pc:sldMk cId="3375668013" sldId="373"/>
            <ac:spMk id="19" creationId="{984ED2BE-7782-600E-1D57-C295DFDC9F2A}"/>
          </ac:spMkLst>
        </pc:spChg>
        <pc:spChg chg="del">
          <ac:chgData name="Sohag Kabir" userId="e9b0da40-aef8-480a-bb63-d1daacecf555" providerId="ADAL" clId="{7EF9A945-C526-4C17-9362-CDA0FCCCDA95}" dt="2024-10-24T18:39:06.706" v="1491" actId="478"/>
          <ac:spMkLst>
            <pc:docMk/>
            <pc:sldMk cId="3375668013" sldId="373"/>
            <ac:spMk id="22" creationId="{707F5180-B06D-94F5-ACDA-386427F247CB}"/>
          </ac:spMkLst>
        </pc:spChg>
        <pc:spChg chg="del">
          <ac:chgData name="Sohag Kabir" userId="e9b0da40-aef8-480a-bb63-d1daacecf555" providerId="ADAL" clId="{7EF9A945-C526-4C17-9362-CDA0FCCCDA95}" dt="2024-10-24T18:39:10.956" v="1495" actId="478"/>
          <ac:spMkLst>
            <pc:docMk/>
            <pc:sldMk cId="3375668013" sldId="373"/>
            <ac:spMk id="24" creationId="{97BB3CD6-DBD9-CD0D-65B2-05B132F5651F}"/>
          </ac:spMkLst>
        </pc:spChg>
        <pc:spChg chg="del">
          <ac:chgData name="Sohag Kabir" userId="e9b0da40-aef8-480a-bb63-d1daacecf555" providerId="ADAL" clId="{7EF9A945-C526-4C17-9362-CDA0FCCCDA95}" dt="2024-10-24T18:39:14.348" v="1498" actId="478"/>
          <ac:spMkLst>
            <pc:docMk/>
            <pc:sldMk cId="3375668013" sldId="373"/>
            <ac:spMk id="34" creationId="{E0533B9D-9952-4072-4BD3-245F04FE1E71}"/>
          </ac:spMkLst>
        </pc:spChg>
        <pc:grpChg chg="add mod">
          <ac:chgData name="Sohag Kabir" userId="e9b0da40-aef8-480a-bb63-d1daacecf555" providerId="ADAL" clId="{7EF9A945-C526-4C17-9362-CDA0FCCCDA95}" dt="2024-10-24T18:41:04.210" v="1510" actId="1076"/>
          <ac:grpSpMkLst>
            <pc:docMk/>
            <pc:sldMk cId="3375668013" sldId="373"/>
            <ac:grpSpMk id="11" creationId="{3ABE9CD7-7ED6-1560-DEDF-0F30F42FB31C}"/>
          </ac:grpSpMkLst>
        </pc:grpChg>
        <pc:picChg chg="mod">
          <ac:chgData name="Sohag Kabir" userId="e9b0da40-aef8-480a-bb63-d1daacecf555" providerId="ADAL" clId="{7EF9A945-C526-4C17-9362-CDA0FCCCDA95}" dt="2024-10-24T18:39:51.148" v="1503"/>
          <ac:picMkLst>
            <pc:docMk/>
            <pc:sldMk cId="3375668013" sldId="373"/>
            <ac:picMk id="16" creationId="{67563B22-45CC-1488-6B62-4FDD5D0A3B05}"/>
          </ac:picMkLst>
        </pc:picChg>
        <pc:cxnChg chg="del">
          <ac:chgData name="Sohag Kabir" userId="e9b0da40-aef8-480a-bb63-d1daacecf555" providerId="ADAL" clId="{7EF9A945-C526-4C17-9362-CDA0FCCCDA95}" dt="2024-10-24T18:39:08.682" v="1493" actId="478"/>
          <ac:cxnSpMkLst>
            <pc:docMk/>
            <pc:sldMk cId="3375668013" sldId="373"/>
            <ac:cxnSpMk id="21" creationId="{54796C5A-6B02-0FD2-535E-9DB16AB019C1}"/>
          </ac:cxnSpMkLst>
        </pc:cxnChg>
        <pc:cxnChg chg="del">
          <ac:chgData name="Sohag Kabir" userId="e9b0da40-aef8-480a-bb63-d1daacecf555" providerId="ADAL" clId="{7EF9A945-C526-4C17-9362-CDA0FCCCDA95}" dt="2024-10-24T18:39:09.715" v="1494" actId="478"/>
          <ac:cxnSpMkLst>
            <pc:docMk/>
            <pc:sldMk cId="3375668013" sldId="373"/>
            <ac:cxnSpMk id="26" creationId="{63D4E9E8-126C-9937-A7EE-8E86384838C0}"/>
          </ac:cxnSpMkLst>
        </pc:cxnChg>
      </pc:sldChg>
      <pc:sldChg chg="del">
        <pc:chgData name="Sohag Kabir" userId="e9b0da40-aef8-480a-bb63-d1daacecf555" providerId="ADAL" clId="{7EF9A945-C526-4C17-9362-CDA0FCCCDA95}" dt="2024-10-24T18:43:17.396" v="1525" actId="47"/>
        <pc:sldMkLst>
          <pc:docMk/>
          <pc:sldMk cId="1611830988" sldId="374"/>
        </pc:sldMkLst>
      </pc:sldChg>
      <pc:sldChg chg="del">
        <pc:chgData name="Sohag Kabir" userId="e9b0da40-aef8-480a-bb63-d1daacecf555" providerId="ADAL" clId="{7EF9A945-C526-4C17-9362-CDA0FCCCDA95}" dt="2024-10-24T18:43:17.396" v="1525" actId="47"/>
        <pc:sldMkLst>
          <pc:docMk/>
          <pc:sldMk cId="1298737182" sldId="375"/>
        </pc:sldMkLst>
      </pc:sldChg>
      <pc:sldChg chg="del">
        <pc:chgData name="Sohag Kabir" userId="e9b0da40-aef8-480a-bb63-d1daacecf555" providerId="ADAL" clId="{7EF9A945-C526-4C17-9362-CDA0FCCCDA95}" dt="2024-10-24T18:43:21.691" v="1526" actId="47"/>
        <pc:sldMkLst>
          <pc:docMk/>
          <pc:sldMk cId="1594471907" sldId="376"/>
        </pc:sldMkLst>
      </pc:sldChg>
      <pc:sldChg chg="del">
        <pc:chgData name="Sohag Kabir" userId="e9b0da40-aef8-480a-bb63-d1daacecf555" providerId="ADAL" clId="{7EF9A945-C526-4C17-9362-CDA0FCCCDA95}" dt="2024-10-24T18:43:21.691" v="1526" actId="47"/>
        <pc:sldMkLst>
          <pc:docMk/>
          <pc:sldMk cId="4271638061" sldId="377"/>
        </pc:sldMkLst>
      </pc:sldChg>
      <pc:sldChg chg="del">
        <pc:chgData name="Sohag Kabir" userId="e9b0da40-aef8-480a-bb63-d1daacecf555" providerId="ADAL" clId="{7EF9A945-C526-4C17-9362-CDA0FCCCDA95}" dt="2024-10-24T18:43:21.691" v="1526" actId="47"/>
        <pc:sldMkLst>
          <pc:docMk/>
          <pc:sldMk cId="3924167895" sldId="378"/>
        </pc:sldMkLst>
      </pc:sldChg>
      <pc:sldChg chg="addSp delSp modSp add mod delAnim modAnim">
        <pc:chgData name="Sohag Kabir" userId="e9b0da40-aef8-480a-bb63-d1daacecf555" providerId="ADAL" clId="{7EF9A945-C526-4C17-9362-CDA0FCCCDA95}" dt="2024-10-24T16:21:13.538" v="752"/>
        <pc:sldMkLst>
          <pc:docMk/>
          <pc:sldMk cId="3873848662" sldId="379"/>
        </pc:sldMkLst>
        <pc:spChg chg="mod">
          <ac:chgData name="Sohag Kabir" userId="e9b0da40-aef8-480a-bb63-d1daacecf555" providerId="ADAL" clId="{7EF9A945-C526-4C17-9362-CDA0FCCCDA95}" dt="2024-10-24T16:18:30.249" v="736"/>
          <ac:spMkLst>
            <pc:docMk/>
            <pc:sldMk cId="3873848662" sldId="379"/>
            <ac:spMk id="2" creationId="{DE13D453-4D7B-47BF-AED4-27D56C3644AA}"/>
          </ac:spMkLst>
        </pc:spChg>
        <pc:spChg chg="add mod">
          <ac:chgData name="Sohag Kabir" userId="e9b0da40-aef8-480a-bb63-d1daacecf555" providerId="ADAL" clId="{7EF9A945-C526-4C17-9362-CDA0FCCCDA95}" dt="2024-10-24T16:19:52.728" v="743" actId="1076"/>
          <ac:spMkLst>
            <pc:docMk/>
            <pc:sldMk cId="3873848662" sldId="379"/>
            <ac:spMk id="3" creationId="{D005AB0A-66B2-627B-43B0-7D41997ECF54}"/>
          </ac:spMkLst>
        </pc:spChg>
        <pc:spChg chg="mod">
          <ac:chgData name="Sohag Kabir" userId="e9b0da40-aef8-480a-bb63-d1daacecf555" providerId="ADAL" clId="{7EF9A945-C526-4C17-9362-CDA0FCCCDA95}" dt="2024-10-24T16:20:32.983" v="746" actId="14100"/>
          <ac:spMkLst>
            <pc:docMk/>
            <pc:sldMk cId="3873848662" sldId="379"/>
            <ac:spMk id="9" creationId="{BFE051BF-DE12-E2AD-2225-B73797281D10}"/>
          </ac:spMkLst>
        </pc:spChg>
        <pc:spChg chg="del">
          <ac:chgData name="Sohag Kabir" userId="e9b0da40-aef8-480a-bb63-d1daacecf555" providerId="ADAL" clId="{7EF9A945-C526-4C17-9362-CDA0FCCCDA95}" dt="2024-10-24T16:19:28.062" v="742" actId="478"/>
          <ac:spMkLst>
            <pc:docMk/>
            <pc:sldMk cId="3873848662" sldId="379"/>
            <ac:spMk id="11" creationId="{363B11C6-8930-8DD2-A79D-3EFB5D95B5A8}"/>
          </ac:spMkLst>
        </pc:spChg>
      </pc:sldChg>
      <pc:sldChg chg="modSp add mod">
        <pc:chgData name="Sohag Kabir" userId="e9b0da40-aef8-480a-bb63-d1daacecf555" providerId="ADAL" clId="{7EF9A945-C526-4C17-9362-CDA0FCCCDA95}" dt="2024-10-24T17:06:23.111" v="762" actId="6549"/>
        <pc:sldMkLst>
          <pc:docMk/>
          <pc:sldMk cId="3656481736" sldId="380"/>
        </pc:sldMkLst>
        <pc:spChg chg="mod">
          <ac:chgData name="Sohag Kabir" userId="e9b0da40-aef8-480a-bb63-d1daacecf555" providerId="ADAL" clId="{7EF9A945-C526-4C17-9362-CDA0FCCCDA95}" dt="2024-10-24T16:22:05.434" v="754"/>
          <ac:spMkLst>
            <pc:docMk/>
            <pc:sldMk cId="3656481736" sldId="380"/>
            <ac:spMk id="2" creationId="{DE13D453-4D7B-47BF-AED4-27D56C3644AA}"/>
          </ac:spMkLst>
        </pc:spChg>
        <pc:spChg chg="mod">
          <ac:chgData name="Sohag Kabir" userId="e9b0da40-aef8-480a-bb63-d1daacecf555" providerId="ADAL" clId="{7EF9A945-C526-4C17-9362-CDA0FCCCDA95}" dt="2024-10-24T17:06:23.111" v="762" actId="6549"/>
          <ac:spMkLst>
            <pc:docMk/>
            <pc:sldMk cId="3656481736" sldId="380"/>
            <ac:spMk id="3" creationId="{D005AB0A-66B2-627B-43B0-7D41997ECF54}"/>
          </ac:spMkLst>
        </pc:spChg>
        <pc:spChg chg="mod">
          <ac:chgData name="Sohag Kabir" userId="e9b0da40-aef8-480a-bb63-d1daacecf555" providerId="ADAL" clId="{7EF9A945-C526-4C17-9362-CDA0FCCCDA95}" dt="2024-10-24T17:05:27.760" v="761" actId="14100"/>
          <ac:spMkLst>
            <pc:docMk/>
            <pc:sldMk cId="3656481736" sldId="380"/>
            <ac:spMk id="9" creationId="{BFE051BF-DE12-E2AD-2225-B73797281D10}"/>
          </ac:spMkLst>
        </pc:spChg>
      </pc:sldChg>
      <pc:sldChg chg="addSp delSp modSp add mod delAnim modAnim">
        <pc:chgData name="Sohag Kabir" userId="e9b0da40-aef8-480a-bb63-d1daacecf555" providerId="ADAL" clId="{7EF9A945-C526-4C17-9362-CDA0FCCCDA95}" dt="2024-10-24T18:02:44.576" v="1156" actId="1076"/>
        <pc:sldMkLst>
          <pc:docMk/>
          <pc:sldMk cId="635394638" sldId="381"/>
        </pc:sldMkLst>
        <pc:spChg chg="mod">
          <ac:chgData name="Sohag Kabir" userId="e9b0da40-aef8-480a-bb63-d1daacecf555" providerId="ADAL" clId="{7EF9A945-C526-4C17-9362-CDA0FCCCDA95}" dt="2024-10-24T18:00:36.397" v="1131" actId="20577"/>
          <ac:spMkLst>
            <pc:docMk/>
            <pc:sldMk cId="635394638" sldId="381"/>
            <ac:spMk id="2" creationId="{DE13D453-4D7B-47BF-AED4-27D56C3644AA}"/>
          </ac:spMkLst>
        </pc:spChg>
        <pc:spChg chg="mod topLvl">
          <ac:chgData name="Sohag Kabir" userId="e9b0da40-aef8-480a-bb63-d1daacecf555" providerId="ADAL" clId="{7EF9A945-C526-4C17-9362-CDA0FCCCDA95}" dt="2024-10-24T18:02:15.646" v="1148" actId="6549"/>
          <ac:spMkLst>
            <pc:docMk/>
            <pc:sldMk cId="635394638" sldId="381"/>
            <ac:spMk id="5" creationId="{F521E5CA-6362-227D-26D5-8B3A231647B9}"/>
          </ac:spMkLst>
        </pc:spChg>
        <pc:spChg chg="mod">
          <ac:chgData name="Sohag Kabir" userId="e9b0da40-aef8-480a-bb63-d1daacecf555" providerId="ADAL" clId="{7EF9A945-C526-4C17-9362-CDA0FCCCDA95}" dt="2024-10-24T18:02:34.680" v="1154" actId="113"/>
          <ac:spMkLst>
            <pc:docMk/>
            <pc:sldMk cId="635394638" sldId="381"/>
            <ac:spMk id="10" creationId="{4BD8B210-559C-2071-A24C-9B5A98CB377D}"/>
          </ac:spMkLst>
        </pc:spChg>
        <pc:spChg chg="mod">
          <ac:chgData name="Sohag Kabir" userId="e9b0da40-aef8-480a-bb63-d1daacecf555" providerId="ADAL" clId="{7EF9A945-C526-4C17-9362-CDA0FCCCDA95}" dt="2024-10-24T18:02:44.576" v="1156" actId="1076"/>
          <ac:spMkLst>
            <pc:docMk/>
            <pc:sldMk cId="635394638" sldId="381"/>
            <ac:spMk id="11" creationId="{FB072CA6-3466-EC7A-D24B-09634C6F2F77}"/>
          </ac:spMkLst>
        </pc:spChg>
        <pc:spChg chg="del">
          <ac:chgData name="Sohag Kabir" userId="e9b0da40-aef8-480a-bb63-d1daacecf555" providerId="ADAL" clId="{7EF9A945-C526-4C17-9362-CDA0FCCCDA95}" dt="2024-10-24T18:00:48.934" v="1132" actId="478"/>
          <ac:spMkLst>
            <pc:docMk/>
            <pc:sldMk cId="635394638" sldId="381"/>
            <ac:spMk id="13" creationId="{1B161899-5913-270E-92D2-68F244D4C6D1}"/>
          </ac:spMkLst>
        </pc:spChg>
        <pc:spChg chg="mod">
          <ac:chgData name="Sohag Kabir" userId="e9b0da40-aef8-480a-bb63-d1daacecf555" providerId="ADAL" clId="{7EF9A945-C526-4C17-9362-CDA0FCCCDA95}" dt="2024-10-24T18:02:40.863" v="1155" actId="1076"/>
          <ac:spMkLst>
            <pc:docMk/>
            <pc:sldMk cId="635394638" sldId="381"/>
            <ac:spMk id="14" creationId="{8AE6215A-E6B8-5023-41A1-2DA96BF5EECC}"/>
          </ac:spMkLst>
        </pc:spChg>
        <pc:spChg chg="del">
          <ac:chgData name="Sohag Kabir" userId="e9b0da40-aef8-480a-bb63-d1daacecf555" providerId="ADAL" clId="{7EF9A945-C526-4C17-9362-CDA0FCCCDA95}" dt="2024-10-24T18:00:56.142" v="1133" actId="478"/>
          <ac:spMkLst>
            <pc:docMk/>
            <pc:sldMk cId="635394638" sldId="381"/>
            <ac:spMk id="15" creationId="{BFB10CD9-0511-900B-2507-9869A1A41309}"/>
          </ac:spMkLst>
        </pc:spChg>
        <pc:spChg chg="del">
          <ac:chgData name="Sohag Kabir" userId="e9b0da40-aef8-480a-bb63-d1daacecf555" providerId="ADAL" clId="{7EF9A945-C526-4C17-9362-CDA0FCCCDA95}" dt="2024-10-24T18:01:08.536" v="1136" actId="478"/>
          <ac:spMkLst>
            <pc:docMk/>
            <pc:sldMk cId="635394638" sldId="381"/>
            <ac:spMk id="16" creationId="{9F83B232-616B-A771-04A5-D93E24CE5A1E}"/>
          </ac:spMkLst>
        </pc:spChg>
        <pc:spChg chg="del">
          <ac:chgData name="Sohag Kabir" userId="e9b0da40-aef8-480a-bb63-d1daacecf555" providerId="ADAL" clId="{7EF9A945-C526-4C17-9362-CDA0FCCCDA95}" dt="2024-10-24T18:01:00.943" v="1134" actId="478"/>
          <ac:spMkLst>
            <pc:docMk/>
            <pc:sldMk cId="635394638" sldId="381"/>
            <ac:spMk id="17" creationId="{5028B21D-15F5-687A-2C68-BB2F172EACE1}"/>
          </ac:spMkLst>
        </pc:spChg>
        <pc:spChg chg="del">
          <ac:chgData name="Sohag Kabir" userId="e9b0da40-aef8-480a-bb63-d1daacecf555" providerId="ADAL" clId="{7EF9A945-C526-4C17-9362-CDA0FCCCDA95}" dt="2024-10-24T18:01:05.173" v="1135" actId="478"/>
          <ac:spMkLst>
            <pc:docMk/>
            <pc:sldMk cId="635394638" sldId="381"/>
            <ac:spMk id="18" creationId="{48B8F059-BBE4-2EA0-A166-892F3FB417B9}"/>
          </ac:spMkLst>
        </pc:spChg>
        <pc:spChg chg="del">
          <ac:chgData name="Sohag Kabir" userId="e9b0da40-aef8-480a-bb63-d1daacecf555" providerId="ADAL" clId="{7EF9A945-C526-4C17-9362-CDA0FCCCDA95}" dt="2024-10-24T18:01:12.443" v="1137" actId="478"/>
          <ac:spMkLst>
            <pc:docMk/>
            <pc:sldMk cId="635394638" sldId="381"/>
            <ac:spMk id="19" creationId="{931C1563-D3F1-6FB5-A213-010EFF01049D}"/>
          </ac:spMkLst>
        </pc:spChg>
        <pc:grpChg chg="add del mod">
          <ac:chgData name="Sohag Kabir" userId="e9b0da40-aef8-480a-bb63-d1daacecf555" providerId="ADAL" clId="{7EF9A945-C526-4C17-9362-CDA0FCCCDA95}" dt="2024-10-24T18:01:32.127" v="1140" actId="478"/>
          <ac:grpSpMkLst>
            <pc:docMk/>
            <pc:sldMk cId="635394638" sldId="381"/>
            <ac:grpSpMk id="3" creationId="{AA238C39-DB56-904B-6521-6BF3CDCF34B7}"/>
          </ac:grpSpMkLst>
        </pc:grpChg>
        <pc:grpChg chg="add mod">
          <ac:chgData name="Sohag Kabir" userId="e9b0da40-aef8-480a-bb63-d1daacecf555" providerId="ADAL" clId="{7EF9A945-C526-4C17-9362-CDA0FCCCDA95}" dt="2024-10-24T18:01:25.566" v="1138"/>
          <ac:grpSpMkLst>
            <pc:docMk/>
            <pc:sldMk cId="635394638" sldId="381"/>
            <ac:grpSpMk id="8" creationId="{BFA0A41A-4DFE-2A37-E3B4-4034E84F9E74}"/>
          </ac:grpSpMkLst>
        </pc:grpChg>
        <pc:picChg chg="del mod topLvl">
          <ac:chgData name="Sohag Kabir" userId="e9b0da40-aef8-480a-bb63-d1daacecf555" providerId="ADAL" clId="{7EF9A945-C526-4C17-9362-CDA0FCCCDA95}" dt="2024-10-24T18:01:32.127" v="1140" actId="478"/>
          <ac:picMkLst>
            <pc:docMk/>
            <pc:sldMk cId="635394638" sldId="381"/>
            <ac:picMk id="4" creationId="{A6503F83-A4E7-7ED2-31D6-42CF22005D13}"/>
          </ac:picMkLst>
        </pc:picChg>
      </pc:sldChg>
      <pc:sldChg chg="addSp delSp modSp add mod ord">
        <pc:chgData name="Sohag Kabir" userId="e9b0da40-aef8-480a-bb63-d1daacecf555" providerId="ADAL" clId="{7EF9A945-C526-4C17-9362-CDA0FCCCDA95}" dt="2024-10-24T18:09:35.121" v="1201"/>
        <pc:sldMkLst>
          <pc:docMk/>
          <pc:sldMk cId="3673720568" sldId="382"/>
        </pc:sldMkLst>
        <pc:spChg chg="add mod">
          <ac:chgData name="Sohag Kabir" userId="e9b0da40-aef8-480a-bb63-d1daacecf555" providerId="ADAL" clId="{7EF9A945-C526-4C17-9362-CDA0FCCCDA95}" dt="2024-10-24T18:08:01.406" v="1186" actId="113"/>
          <ac:spMkLst>
            <pc:docMk/>
            <pc:sldMk cId="3673720568" sldId="382"/>
            <ac:spMk id="3" creationId="{ED1BC201-C42A-8A5D-8D13-48B0B295861A}"/>
          </ac:spMkLst>
        </pc:spChg>
        <pc:spChg chg="add mod">
          <ac:chgData name="Sohag Kabir" userId="e9b0da40-aef8-480a-bb63-d1daacecf555" providerId="ADAL" clId="{7EF9A945-C526-4C17-9362-CDA0FCCCDA95}" dt="2024-10-24T18:08:39.571" v="1194" actId="14100"/>
          <ac:spMkLst>
            <pc:docMk/>
            <pc:sldMk cId="3673720568" sldId="382"/>
            <ac:spMk id="5" creationId="{9C758957-CDBD-0544-0855-1F4BBE341854}"/>
          </ac:spMkLst>
        </pc:spChg>
        <pc:spChg chg="add mod">
          <ac:chgData name="Sohag Kabir" userId="e9b0da40-aef8-480a-bb63-d1daacecf555" providerId="ADAL" clId="{7EF9A945-C526-4C17-9362-CDA0FCCCDA95}" dt="2024-10-24T18:08:44.588" v="1195" actId="2711"/>
          <ac:spMkLst>
            <pc:docMk/>
            <pc:sldMk cId="3673720568" sldId="382"/>
            <ac:spMk id="8" creationId="{962B1353-A794-4A7A-A7ED-52155AC20653}"/>
          </ac:spMkLst>
        </pc:spChg>
        <pc:spChg chg="del">
          <ac:chgData name="Sohag Kabir" userId="e9b0da40-aef8-480a-bb63-d1daacecf555" providerId="ADAL" clId="{7EF9A945-C526-4C17-9362-CDA0FCCCDA95}" dt="2024-10-24T18:06:59.253" v="1175" actId="478"/>
          <ac:spMkLst>
            <pc:docMk/>
            <pc:sldMk cId="3673720568" sldId="382"/>
            <ac:spMk id="11" creationId="{D9E683F7-7949-36CE-8070-F6CC37E07C8E}"/>
          </ac:spMkLst>
        </pc:spChg>
        <pc:picChg chg="mod">
          <ac:chgData name="Sohag Kabir" userId="e9b0da40-aef8-480a-bb63-d1daacecf555" providerId="ADAL" clId="{7EF9A945-C526-4C17-9362-CDA0FCCCDA95}" dt="2024-10-24T18:09:00.676" v="1196" actId="14100"/>
          <ac:picMkLst>
            <pc:docMk/>
            <pc:sldMk cId="3673720568" sldId="382"/>
            <ac:picMk id="10" creationId="{BBB1F34B-2953-93F0-4D26-1C13870731F9}"/>
          </ac:picMkLst>
        </pc:picChg>
        <pc:cxnChg chg="add mod">
          <ac:chgData name="Sohag Kabir" userId="e9b0da40-aef8-480a-bb63-d1daacecf555" providerId="ADAL" clId="{7EF9A945-C526-4C17-9362-CDA0FCCCDA95}" dt="2024-10-24T18:08:25.156" v="1190" actId="14100"/>
          <ac:cxnSpMkLst>
            <pc:docMk/>
            <pc:sldMk cId="3673720568" sldId="382"/>
            <ac:cxnSpMk id="4" creationId="{07331C45-C37F-E9A3-D58A-420CDE070675}"/>
          </ac:cxnSpMkLst>
        </pc:cxnChg>
      </pc:sldChg>
      <pc:sldChg chg="modSp add mod ord">
        <pc:chgData name="Sohag Kabir" userId="e9b0da40-aef8-480a-bb63-d1daacecf555" providerId="ADAL" clId="{7EF9A945-C526-4C17-9362-CDA0FCCCDA95}" dt="2024-10-24T18:10:10.369" v="1205" actId="2711"/>
        <pc:sldMkLst>
          <pc:docMk/>
          <pc:sldMk cId="3878483686" sldId="383"/>
        </pc:sldMkLst>
        <pc:spChg chg="mod">
          <ac:chgData name="Sohag Kabir" userId="e9b0da40-aef8-480a-bb63-d1daacecf555" providerId="ADAL" clId="{7EF9A945-C526-4C17-9362-CDA0FCCCDA95}" dt="2024-10-24T18:10:10.369" v="1205" actId="2711"/>
          <ac:spMkLst>
            <pc:docMk/>
            <pc:sldMk cId="3878483686" sldId="383"/>
            <ac:spMk id="11" creationId="{D9E683F7-7949-36CE-8070-F6CC37E07C8E}"/>
          </ac:spMkLst>
        </pc:spChg>
        <pc:picChg chg="mod">
          <ac:chgData name="Sohag Kabir" userId="e9b0da40-aef8-480a-bb63-d1daacecf555" providerId="ADAL" clId="{7EF9A945-C526-4C17-9362-CDA0FCCCDA95}" dt="2024-10-24T18:10:05.165" v="1204" actId="1076"/>
          <ac:picMkLst>
            <pc:docMk/>
            <pc:sldMk cId="3878483686" sldId="383"/>
            <ac:picMk id="10" creationId="{BBB1F34B-2953-93F0-4D26-1C13870731F9}"/>
          </ac:picMkLst>
        </pc:picChg>
      </pc:sldChg>
      <pc:sldChg chg="addSp delSp modSp add mod ord">
        <pc:chgData name="Sohag Kabir" userId="e9b0da40-aef8-480a-bb63-d1daacecf555" providerId="ADAL" clId="{7EF9A945-C526-4C17-9362-CDA0FCCCDA95}" dt="2024-10-24T18:11:57.144" v="1226" actId="1076"/>
        <pc:sldMkLst>
          <pc:docMk/>
          <pc:sldMk cId="1278378718" sldId="384"/>
        </pc:sldMkLst>
        <pc:spChg chg="del">
          <ac:chgData name="Sohag Kabir" userId="e9b0da40-aef8-480a-bb63-d1daacecf555" providerId="ADAL" clId="{7EF9A945-C526-4C17-9362-CDA0FCCCDA95}" dt="2024-10-24T18:11:00.143" v="1209" actId="478"/>
          <ac:spMkLst>
            <pc:docMk/>
            <pc:sldMk cId="1278378718" sldId="384"/>
            <ac:spMk id="3" creationId="{ED1BC201-C42A-8A5D-8D13-48B0B295861A}"/>
          </ac:spMkLst>
        </pc:spChg>
        <pc:spChg chg="del mod">
          <ac:chgData name="Sohag Kabir" userId="e9b0da40-aef8-480a-bb63-d1daacecf555" providerId="ADAL" clId="{7EF9A945-C526-4C17-9362-CDA0FCCCDA95}" dt="2024-10-24T18:11:02.474" v="1212" actId="478"/>
          <ac:spMkLst>
            <pc:docMk/>
            <pc:sldMk cId="1278378718" sldId="384"/>
            <ac:spMk id="5" creationId="{9C758957-CDBD-0544-0855-1F4BBE341854}"/>
          </ac:spMkLst>
        </pc:spChg>
        <pc:spChg chg="del">
          <ac:chgData name="Sohag Kabir" userId="e9b0da40-aef8-480a-bb63-d1daacecf555" providerId="ADAL" clId="{7EF9A945-C526-4C17-9362-CDA0FCCCDA95}" dt="2024-10-24T18:11:00.947" v="1210" actId="478"/>
          <ac:spMkLst>
            <pc:docMk/>
            <pc:sldMk cId="1278378718" sldId="384"/>
            <ac:spMk id="8" creationId="{962B1353-A794-4A7A-A7ED-52155AC20653}"/>
          </ac:spMkLst>
        </pc:spChg>
        <pc:spChg chg="add mod">
          <ac:chgData name="Sohag Kabir" userId="e9b0da40-aef8-480a-bb63-d1daacecf555" providerId="ADAL" clId="{7EF9A945-C526-4C17-9362-CDA0FCCCDA95}" dt="2024-10-24T18:11:19.905" v="1217" actId="113"/>
          <ac:spMkLst>
            <pc:docMk/>
            <pc:sldMk cId="1278378718" sldId="384"/>
            <ac:spMk id="9" creationId="{D17A2EBA-E446-6C0D-82E3-0783A0DF9B94}"/>
          </ac:spMkLst>
        </pc:spChg>
        <pc:spChg chg="add mod">
          <ac:chgData name="Sohag Kabir" userId="e9b0da40-aef8-480a-bb63-d1daacecf555" providerId="ADAL" clId="{7EF9A945-C526-4C17-9362-CDA0FCCCDA95}" dt="2024-10-24T18:11:53.286" v="1225" actId="14100"/>
          <ac:spMkLst>
            <pc:docMk/>
            <pc:sldMk cId="1278378718" sldId="384"/>
            <ac:spMk id="13" creationId="{B91847A5-34C5-13DE-C6B5-129B3F5A4376}"/>
          </ac:spMkLst>
        </pc:spChg>
        <pc:spChg chg="add mod">
          <ac:chgData name="Sohag Kabir" userId="e9b0da40-aef8-480a-bb63-d1daacecf555" providerId="ADAL" clId="{7EF9A945-C526-4C17-9362-CDA0FCCCDA95}" dt="2024-10-24T18:11:29.999" v="1219" actId="2711"/>
          <ac:spMkLst>
            <pc:docMk/>
            <pc:sldMk cId="1278378718" sldId="384"/>
            <ac:spMk id="14" creationId="{867836BA-7310-93DB-79CB-E490D7476380}"/>
          </ac:spMkLst>
        </pc:spChg>
        <pc:cxnChg chg="del">
          <ac:chgData name="Sohag Kabir" userId="e9b0da40-aef8-480a-bb63-d1daacecf555" providerId="ADAL" clId="{7EF9A945-C526-4C17-9362-CDA0FCCCDA95}" dt="2024-10-24T18:11:03.361" v="1213" actId="478"/>
          <ac:cxnSpMkLst>
            <pc:docMk/>
            <pc:sldMk cId="1278378718" sldId="384"/>
            <ac:cxnSpMk id="4" creationId="{07331C45-C37F-E9A3-D58A-420CDE070675}"/>
          </ac:cxnSpMkLst>
        </pc:cxnChg>
        <pc:cxnChg chg="add mod">
          <ac:chgData name="Sohag Kabir" userId="e9b0da40-aef8-480a-bb63-d1daacecf555" providerId="ADAL" clId="{7EF9A945-C526-4C17-9362-CDA0FCCCDA95}" dt="2024-10-24T18:11:57.144" v="1226" actId="1076"/>
          <ac:cxnSpMkLst>
            <pc:docMk/>
            <pc:sldMk cId="1278378718" sldId="384"/>
            <ac:cxnSpMk id="11" creationId="{11C09608-0EEC-A8EE-F45D-FEB7E6EFEBE7}"/>
          </ac:cxnSpMkLst>
        </pc:cxnChg>
      </pc:sldChg>
      <pc:sldChg chg="delSp modSp add mod">
        <pc:chgData name="Sohag Kabir" userId="e9b0da40-aef8-480a-bb63-d1daacecf555" providerId="ADAL" clId="{7EF9A945-C526-4C17-9362-CDA0FCCCDA95}" dt="2024-10-24T18:32:59.447" v="1436" actId="14100"/>
        <pc:sldMkLst>
          <pc:docMk/>
          <pc:sldMk cId="2980208357" sldId="385"/>
        </pc:sldMkLst>
        <pc:spChg chg="mod">
          <ac:chgData name="Sohag Kabir" userId="e9b0da40-aef8-480a-bb63-d1daacecf555" providerId="ADAL" clId="{7EF9A945-C526-4C17-9362-CDA0FCCCDA95}" dt="2024-10-24T18:27:04.564" v="1382" actId="20577"/>
          <ac:spMkLst>
            <pc:docMk/>
            <pc:sldMk cId="2980208357" sldId="385"/>
            <ac:spMk id="2" creationId="{DE13D453-4D7B-47BF-AED4-27D56C3644AA}"/>
          </ac:spMkLst>
        </pc:spChg>
        <pc:spChg chg="del">
          <ac:chgData name="Sohag Kabir" userId="e9b0da40-aef8-480a-bb63-d1daacecf555" providerId="ADAL" clId="{7EF9A945-C526-4C17-9362-CDA0FCCCDA95}" dt="2024-10-24T18:27:08.084" v="1383" actId="478"/>
          <ac:spMkLst>
            <pc:docMk/>
            <pc:sldMk cId="2980208357" sldId="385"/>
            <ac:spMk id="3" creationId="{55D0641C-5BD2-37B0-EFF2-DE6F959E14AC}"/>
          </ac:spMkLst>
        </pc:spChg>
        <pc:spChg chg="del">
          <ac:chgData name="Sohag Kabir" userId="e9b0da40-aef8-480a-bb63-d1daacecf555" providerId="ADAL" clId="{7EF9A945-C526-4C17-9362-CDA0FCCCDA95}" dt="2024-10-24T18:27:10.187" v="1384" actId="478"/>
          <ac:spMkLst>
            <pc:docMk/>
            <pc:sldMk cId="2980208357" sldId="385"/>
            <ac:spMk id="4" creationId="{10FD6FEE-3754-ABC1-468A-19D56A9891F6}"/>
          </ac:spMkLst>
        </pc:spChg>
        <pc:graphicFrameChg chg="mod modGraphic">
          <ac:chgData name="Sohag Kabir" userId="e9b0da40-aef8-480a-bb63-d1daacecf555" providerId="ADAL" clId="{7EF9A945-C526-4C17-9362-CDA0FCCCDA95}" dt="2024-10-24T18:32:59.447" v="1436" actId="14100"/>
          <ac:graphicFrameMkLst>
            <pc:docMk/>
            <pc:sldMk cId="2980208357" sldId="385"/>
            <ac:graphicFrameMk id="11" creationId="{2C0840EA-97D9-39A9-0FB6-75F13B3E0F5B}"/>
          </ac:graphicFrameMkLst>
        </pc:graphicFrameChg>
      </pc:sldChg>
      <pc:sldChg chg="modSp add mod">
        <pc:chgData name="Sohag Kabir" userId="e9b0da40-aef8-480a-bb63-d1daacecf555" providerId="ADAL" clId="{7EF9A945-C526-4C17-9362-CDA0FCCCDA95}" dt="2024-10-24T18:38:26.523" v="1485"/>
        <pc:sldMkLst>
          <pc:docMk/>
          <pc:sldMk cId="165245552" sldId="386"/>
        </pc:sldMkLst>
        <pc:spChg chg="mod">
          <ac:chgData name="Sohag Kabir" userId="e9b0da40-aef8-480a-bb63-d1daacecf555" providerId="ADAL" clId="{7EF9A945-C526-4C17-9362-CDA0FCCCDA95}" dt="2024-10-24T18:33:52.895" v="1459" actId="20577"/>
          <ac:spMkLst>
            <pc:docMk/>
            <pc:sldMk cId="165245552" sldId="386"/>
            <ac:spMk id="2" creationId="{DE13D453-4D7B-47BF-AED4-27D56C3644AA}"/>
          </ac:spMkLst>
        </pc:spChg>
        <pc:graphicFrameChg chg="mod modGraphic">
          <ac:chgData name="Sohag Kabir" userId="e9b0da40-aef8-480a-bb63-d1daacecf555" providerId="ADAL" clId="{7EF9A945-C526-4C17-9362-CDA0FCCCDA95}" dt="2024-10-24T18:38:26.523" v="1485"/>
          <ac:graphicFrameMkLst>
            <pc:docMk/>
            <pc:sldMk cId="165245552" sldId="386"/>
            <ac:graphicFrameMk id="11" creationId="{2C0840EA-97D9-39A9-0FB6-75F13B3E0F5B}"/>
          </ac:graphicFrameMkLst>
        </pc:graphicFrameChg>
      </pc:sldChg>
      <pc:sldChg chg="addSp delSp modSp add mod">
        <pc:chgData name="Sohag Kabir" userId="e9b0da40-aef8-480a-bb63-d1daacecf555" providerId="ADAL" clId="{7EF9A945-C526-4C17-9362-CDA0FCCCDA95}" dt="2024-10-24T18:42:32.907" v="1524" actId="1076"/>
        <pc:sldMkLst>
          <pc:docMk/>
          <pc:sldMk cId="942254707" sldId="387"/>
        </pc:sldMkLst>
        <pc:spChg chg="add del mod">
          <ac:chgData name="Sohag Kabir" userId="e9b0da40-aef8-480a-bb63-d1daacecf555" providerId="ADAL" clId="{7EF9A945-C526-4C17-9362-CDA0FCCCDA95}" dt="2024-10-24T18:41:31.738" v="1513" actId="478"/>
          <ac:spMkLst>
            <pc:docMk/>
            <pc:sldMk cId="942254707" sldId="387"/>
            <ac:spMk id="3" creationId="{19515729-B1BD-A208-B32A-5EFEC6F77A7E}"/>
          </ac:spMkLst>
        </pc:spChg>
        <pc:spChg chg="del">
          <ac:chgData name="Sohag Kabir" userId="e9b0da40-aef8-480a-bb63-d1daacecf555" providerId="ADAL" clId="{7EF9A945-C526-4C17-9362-CDA0FCCCDA95}" dt="2024-10-24T18:41:28.682" v="1512" actId="478"/>
          <ac:spMkLst>
            <pc:docMk/>
            <pc:sldMk cId="942254707" sldId="387"/>
            <ac:spMk id="4" creationId="{80D98DDC-224C-D3F4-0996-3AA835F3ECA4}"/>
          </ac:spMkLst>
        </pc:spChg>
        <pc:spChg chg="add mod">
          <ac:chgData name="Sohag Kabir" userId="e9b0da40-aef8-480a-bb63-d1daacecf555" providerId="ADAL" clId="{7EF9A945-C526-4C17-9362-CDA0FCCCDA95}" dt="2024-10-24T18:41:47.589" v="1518" actId="255"/>
          <ac:spMkLst>
            <pc:docMk/>
            <pc:sldMk cId="942254707" sldId="387"/>
            <ac:spMk id="10" creationId="{CDE0F4A0-E6CB-4B66-C292-22E4242A6D2A}"/>
          </ac:spMkLst>
        </pc:spChg>
        <pc:spChg chg="add mod">
          <ac:chgData name="Sohag Kabir" userId="e9b0da40-aef8-480a-bb63-d1daacecf555" providerId="ADAL" clId="{7EF9A945-C526-4C17-9362-CDA0FCCCDA95}" dt="2024-10-24T18:42:32.907" v="1524" actId="1076"/>
          <ac:spMkLst>
            <pc:docMk/>
            <pc:sldMk cId="942254707" sldId="387"/>
            <ac:spMk id="12" creationId="{EE549FAA-73FE-5D04-755C-0D5676D1E53B}"/>
          </ac:spMkLst>
        </pc:spChg>
        <pc:grpChg chg="del">
          <ac:chgData name="Sohag Kabir" userId="e9b0da40-aef8-480a-bb63-d1daacecf555" providerId="ADAL" clId="{7EF9A945-C526-4C17-9362-CDA0FCCCDA95}" dt="2024-10-24T18:41:32.747" v="1514" actId="478"/>
          <ac:grpSpMkLst>
            <pc:docMk/>
            <pc:sldMk cId="942254707" sldId="387"/>
            <ac:grpSpMk id="11" creationId="{3ABE9CD7-7ED6-1560-DEDF-0F30F42FB31C}"/>
          </ac:grpSpMkLst>
        </pc:grpChg>
      </pc:sldChg>
    </pc:docChg>
  </pc:docChgLst>
  <pc:docChgLst>
    <pc:chgData name="Sohag Kabir" userId="e9b0da40-aef8-480a-bb63-d1daacecf555" providerId="ADAL" clId="{C0FDB04E-6320-4A0C-A5C9-BF738384E02A}"/>
    <pc:docChg chg="undo redo custSel addSld delSld modSld sldOrd modMainMaster">
      <pc:chgData name="Sohag Kabir" userId="e9b0da40-aef8-480a-bb63-d1daacecf555" providerId="ADAL" clId="{C0FDB04E-6320-4A0C-A5C9-BF738384E02A}" dt="2024-10-11T10:38:52.410" v="4377" actId="1076"/>
      <pc:docMkLst>
        <pc:docMk/>
      </pc:docMkLst>
      <pc:sldChg chg="modSp mod">
        <pc:chgData name="Sohag Kabir" userId="e9b0da40-aef8-480a-bb63-d1daacecf555" providerId="ADAL" clId="{C0FDB04E-6320-4A0C-A5C9-BF738384E02A}" dt="2024-10-08T13:27:56.934" v="11" actId="20577"/>
        <pc:sldMkLst>
          <pc:docMk/>
          <pc:sldMk cId="2795566495" sldId="256"/>
        </pc:sldMkLst>
        <pc:spChg chg="mod">
          <ac:chgData name="Sohag Kabir" userId="e9b0da40-aef8-480a-bb63-d1daacecf555" providerId="ADAL" clId="{C0FDB04E-6320-4A0C-A5C9-BF738384E02A}" dt="2024-10-08T13:27:56.934" v="11" actId="20577"/>
          <ac:spMkLst>
            <pc:docMk/>
            <pc:sldMk cId="2795566495" sldId="256"/>
            <ac:spMk id="7" creationId="{2A7F24C1-BF6E-43D8-A57F-60FFBF172E51}"/>
          </ac:spMkLst>
        </pc:spChg>
      </pc:sldChg>
      <pc:sldChg chg="modSp mod">
        <pc:chgData name="Sohag Kabir" userId="e9b0da40-aef8-480a-bb63-d1daacecf555" providerId="ADAL" clId="{C0FDB04E-6320-4A0C-A5C9-BF738384E02A}" dt="2024-10-09T16:54:01.240" v="1330" actId="1076"/>
        <pc:sldMkLst>
          <pc:docMk/>
          <pc:sldMk cId="1234101355" sldId="258"/>
        </pc:sldMkLst>
        <pc:spChg chg="mod">
          <ac:chgData name="Sohag Kabir" userId="e9b0da40-aef8-480a-bb63-d1daacecf555" providerId="ADAL" clId="{C0FDB04E-6320-4A0C-A5C9-BF738384E02A}" dt="2024-10-09T16:53:43.807" v="1329" actId="1076"/>
          <ac:spMkLst>
            <pc:docMk/>
            <pc:sldMk cId="1234101355" sldId="258"/>
            <ac:spMk id="2" creationId="{DE13D453-4D7B-47BF-AED4-27D56C3644AA}"/>
          </ac:spMkLst>
        </pc:spChg>
        <pc:spChg chg="mod">
          <ac:chgData name="Sohag Kabir" userId="e9b0da40-aef8-480a-bb63-d1daacecf555" providerId="ADAL" clId="{C0FDB04E-6320-4A0C-A5C9-BF738384E02A}" dt="2024-10-09T16:54:01.240" v="1330" actId="1076"/>
          <ac:spMkLst>
            <pc:docMk/>
            <pc:sldMk cId="1234101355" sldId="258"/>
            <ac:spMk id="3" creationId="{2FEE6F10-BAF0-90B1-17AF-10D6EFC928B2}"/>
          </ac:spMkLst>
        </pc:spChg>
      </pc:sldChg>
      <pc:sldChg chg="del">
        <pc:chgData name="Sohag Kabir" userId="e9b0da40-aef8-480a-bb63-d1daacecf555" providerId="ADAL" clId="{C0FDB04E-6320-4A0C-A5C9-BF738384E02A}" dt="2024-10-10T12:53:08.955" v="1725" actId="47"/>
        <pc:sldMkLst>
          <pc:docMk/>
          <pc:sldMk cId="2490493203" sldId="259"/>
        </pc:sldMkLst>
      </pc:sldChg>
      <pc:sldChg chg="del">
        <pc:chgData name="Sohag Kabir" userId="e9b0da40-aef8-480a-bb63-d1daacecf555" providerId="ADAL" clId="{C0FDB04E-6320-4A0C-A5C9-BF738384E02A}" dt="2024-10-10T12:53:04.883" v="1724" actId="47"/>
        <pc:sldMkLst>
          <pc:docMk/>
          <pc:sldMk cId="1671400381" sldId="265"/>
        </pc:sldMkLst>
      </pc:sldChg>
      <pc:sldChg chg="del">
        <pc:chgData name="Sohag Kabir" userId="e9b0da40-aef8-480a-bb63-d1daacecf555" providerId="ADAL" clId="{C0FDB04E-6320-4A0C-A5C9-BF738384E02A}" dt="2024-10-10T12:53:04.883" v="1724" actId="47"/>
        <pc:sldMkLst>
          <pc:docMk/>
          <pc:sldMk cId="1480265116" sldId="266"/>
        </pc:sldMkLst>
      </pc:sldChg>
      <pc:sldChg chg="addSp delSp modSp mod modAnim modNotesTx">
        <pc:chgData name="Sohag Kabir" userId="e9b0da40-aef8-480a-bb63-d1daacecf555" providerId="ADAL" clId="{C0FDB04E-6320-4A0C-A5C9-BF738384E02A}" dt="2024-10-11T10:34:47.326" v="4365" actId="1037"/>
        <pc:sldMkLst>
          <pc:docMk/>
          <pc:sldMk cId="4136712713" sldId="268"/>
        </pc:sldMkLst>
        <pc:spChg chg="add del mod">
          <ac:chgData name="Sohag Kabir" userId="e9b0da40-aef8-480a-bb63-d1daacecf555" providerId="ADAL" clId="{C0FDB04E-6320-4A0C-A5C9-BF738384E02A}" dt="2024-10-11T08:40:41.008" v="3627" actId="478"/>
          <ac:spMkLst>
            <pc:docMk/>
            <pc:sldMk cId="4136712713" sldId="268"/>
            <ac:spMk id="3" creationId="{E640B6D5-DB0C-7805-A8C1-8B60DDBB7625}"/>
          </ac:spMkLst>
        </pc:spChg>
        <pc:spChg chg="add mod">
          <ac:chgData name="Sohag Kabir" userId="e9b0da40-aef8-480a-bb63-d1daacecf555" providerId="ADAL" clId="{C0FDB04E-6320-4A0C-A5C9-BF738384E02A}" dt="2024-10-11T08:27:56.533" v="3506" actId="1076"/>
          <ac:spMkLst>
            <pc:docMk/>
            <pc:sldMk cId="4136712713" sldId="268"/>
            <ac:spMk id="4" creationId="{E83313EB-A29A-FDFC-B278-C419DE73A607}"/>
          </ac:spMkLst>
        </pc:spChg>
        <pc:spChg chg="add mod">
          <ac:chgData name="Sohag Kabir" userId="e9b0da40-aef8-480a-bb63-d1daacecf555" providerId="ADAL" clId="{C0FDB04E-6320-4A0C-A5C9-BF738384E02A}" dt="2024-10-11T08:46:52.260" v="3678" actId="1076"/>
          <ac:spMkLst>
            <pc:docMk/>
            <pc:sldMk cId="4136712713" sldId="268"/>
            <ac:spMk id="7" creationId="{3C2234EB-1FDB-08CF-503D-A30E94E406B1}"/>
          </ac:spMkLst>
        </pc:spChg>
        <pc:spChg chg="del">
          <ac:chgData name="Sohag Kabir" userId="e9b0da40-aef8-480a-bb63-d1daacecf555" providerId="ADAL" clId="{C0FDB04E-6320-4A0C-A5C9-BF738384E02A}" dt="2024-10-11T07:59:32.760" v="3164" actId="478"/>
          <ac:spMkLst>
            <pc:docMk/>
            <pc:sldMk cId="4136712713" sldId="268"/>
            <ac:spMk id="8" creationId="{0CAEA833-7FC5-4738-B55E-A41BE3BB8F6F}"/>
          </ac:spMkLst>
        </pc:spChg>
        <pc:spChg chg="add mod">
          <ac:chgData name="Sohag Kabir" userId="e9b0da40-aef8-480a-bb63-d1daacecf555" providerId="ADAL" clId="{C0FDB04E-6320-4A0C-A5C9-BF738384E02A}" dt="2024-10-11T08:57:30.436" v="3760" actId="207"/>
          <ac:spMkLst>
            <pc:docMk/>
            <pc:sldMk cId="4136712713" sldId="268"/>
            <ac:spMk id="10" creationId="{94A5BB6C-CA0B-7297-EC46-965DDC1B1198}"/>
          </ac:spMkLst>
        </pc:spChg>
        <pc:spChg chg="add mod">
          <ac:chgData name="Sohag Kabir" userId="e9b0da40-aef8-480a-bb63-d1daacecf555" providerId="ADAL" clId="{C0FDB04E-6320-4A0C-A5C9-BF738384E02A}" dt="2024-10-11T08:47:47.527" v="3686" actId="164"/>
          <ac:spMkLst>
            <pc:docMk/>
            <pc:sldMk cId="4136712713" sldId="268"/>
            <ac:spMk id="11" creationId="{683E5EE6-58FE-4275-C28F-198DC4408379}"/>
          </ac:spMkLst>
        </pc:spChg>
        <pc:spChg chg="add mod">
          <ac:chgData name="Sohag Kabir" userId="e9b0da40-aef8-480a-bb63-d1daacecf555" providerId="ADAL" clId="{C0FDB04E-6320-4A0C-A5C9-BF738384E02A}" dt="2024-10-11T08:51:20.468" v="3698" actId="14100"/>
          <ac:spMkLst>
            <pc:docMk/>
            <pc:sldMk cId="4136712713" sldId="268"/>
            <ac:spMk id="15" creationId="{131A865D-0863-79BD-CA96-FC5F940E47F6}"/>
          </ac:spMkLst>
        </pc:spChg>
        <pc:spChg chg="add mod">
          <ac:chgData name="Sohag Kabir" userId="e9b0da40-aef8-480a-bb63-d1daacecf555" providerId="ADAL" clId="{C0FDB04E-6320-4A0C-A5C9-BF738384E02A}" dt="2024-10-11T08:53:23.136" v="3727" actId="164"/>
          <ac:spMkLst>
            <pc:docMk/>
            <pc:sldMk cId="4136712713" sldId="268"/>
            <ac:spMk id="17" creationId="{5B30D6CD-FFFC-C3BE-E31A-5969E87816DF}"/>
          </ac:spMkLst>
        </pc:spChg>
        <pc:spChg chg="add mod">
          <ac:chgData name="Sohag Kabir" userId="e9b0da40-aef8-480a-bb63-d1daacecf555" providerId="ADAL" clId="{C0FDB04E-6320-4A0C-A5C9-BF738384E02A}" dt="2024-10-11T08:54:45.867" v="3743" actId="1076"/>
          <ac:spMkLst>
            <pc:docMk/>
            <pc:sldMk cId="4136712713" sldId="268"/>
            <ac:spMk id="18" creationId="{C21B09D3-7885-5A5A-4BE0-33754A092DFD}"/>
          </ac:spMkLst>
        </pc:spChg>
        <pc:spChg chg="mod topLvl">
          <ac:chgData name="Sohag Kabir" userId="e9b0da40-aef8-480a-bb63-d1daacecf555" providerId="ADAL" clId="{C0FDB04E-6320-4A0C-A5C9-BF738384E02A}" dt="2024-10-11T08:56:09.646" v="3752" actId="164"/>
          <ac:spMkLst>
            <pc:docMk/>
            <pc:sldMk cId="4136712713" sldId="268"/>
            <ac:spMk id="21" creationId="{A8E704C5-74B3-31F9-1835-DB5E7EAFBCA0}"/>
          </ac:spMkLst>
        </pc:spChg>
        <pc:spChg chg="mod topLvl">
          <ac:chgData name="Sohag Kabir" userId="e9b0da40-aef8-480a-bb63-d1daacecf555" providerId="ADAL" clId="{C0FDB04E-6320-4A0C-A5C9-BF738384E02A}" dt="2024-10-11T08:56:09.646" v="3752" actId="164"/>
          <ac:spMkLst>
            <pc:docMk/>
            <pc:sldMk cId="4136712713" sldId="268"/>
            <ac:spMk id="22" creationId="{5BA65B77-CE4F-A5E5-A847-3964255CDF4E}"/>
          </ac:spMkLst>
        </pc:spChg>
        <pc:grpChg chg="add mod">
          <ac:chgData name="Sohag Kabir" userId="e9b0da40-aef8-480a-bb63-d1daacecf555" providerId="ADAL" clId="{C0FDB04E-6320-4A0C-A5C9-BF738384E02A}" dt="2024-10-11T08:47:47.527" v="3686" actId="164"/>
          <ac:grpSpMkLst>
            <pc:docMk/>
            <pc:sldMk cId="4136712713" sldId="268"/>
            <ac:grpSpMk id="12" creationId="{CFB42017-8763-0487-2B2E-23D8A55F4295}"/>
          </ac:grpSpMkLst>
        </pc:grpChg>
        <pc:grpChg chg="add mod">
          <ac:chgData name="Sohag Kabir" userId="e9b0da40-aef8-480a-bb63-d1daacecf555" providerId="ADAL" clId="{C0FDB04E-6320-4A0C-A5C9-BF738384E02A}" dt="2024-10-11T08:54:48.628" v="3744" actId="1076"/>
          <ac:grpSpMkLst>
            <pc:docMk/>
            <pc:sldMk cId="4136712713" sldId="268"/>
            <ac:grpSpMk id="19" creationId="{3B161315-E675-612C-9C7F-520E4AE880EC}"/>
          </ac:grpSpMkLst>
        </pc:grpChg>
        <pc:grpChg chg="add del mod">
          <ac:chgData name="Sohag Kabir" userId="e9b0da40-aef8-480a-bb63-d1daacecf555" providerId="ADAL" clId="{C0FDB04E-6320-4A0C-A5C9-BF738384E02A}" dt="2024-10-11T08:54:26.925" v="3741" actId="165"/>
          <ac:grpSpMkLst>
            <pc:docMk/>
            <pc:sldMk cId="4136712713" sldId="268"/>
            <ac:grpSpMk id="20" creationId="{486FD86D-1E98-7872-04EC-159B0197B577}"/>
          </ac:grpSpMkLst>
        </pc:grpChg>
        <pc:grpChg chg="add mod">
          <ac:chgData name="Sohag Kabir" userId="e9b0da40-aef8-480a-bb63-d1daacecf555" providerId="ADAL" clId="{C0FDB04E-6320-4A0C-A5C9-BF738384E02A}" dt="2024-10-11T10:34:47.326" v="4365" actId="1037"/>
          <ac:grpSpMkLst>
            <pc:docMk/>
            <pc:sldMk cId="4136712713" sldId="268"/>
            <ac:grpSpMk id="23" creationId="{70FFE0CA-038B-56A7-AD9E-4ADD7B4758F4}"/>
          </ac:grpSpMkLst>
        </pc:grpChg>
        <pc:graphicFrameChg chg="add mod modGraphic">
          <ac:chgData name="Sohag Kabir" userId="e9b0da40-aef8-480a-bb63-d1daacecf555" providerId="ADAL" clId="{C0FDB04E-6320-4A0C-A5C9-BF738384E02A}" dt="2024-10-11T08:46:54.685" v="3679" actId="1076"/>
          <ac:graphicFrameMkLst>
            <pc:docMk/>
            <pc:sldMk cId="4136712713" sldId="268"/>
            <ac:graphicFrameMk id="5" creationId="{03D1EEBC-5E9F-5FA8-2058-9DC6CE6FBD94}"/>
          </ac:graphicFrameMkLst>
        </pc:graphicFrameChg>
      </pc:sldChg>
      <pc:sldChg chg="del">
        <pc:chgData name="Sohag Kabir" userId="e9b0da40-aef8-480a-bb63-d1daacecf555" providerId="ADAL" clId="{C0FDB04E-6320-4A0C-A5C9-BF738384E02A}" dt="2024-10-10T12:53:08.955" v="1725" actId="47"/>
        <pc:sldMkLst>
          <pc:docMk/>
          <pc:sldMk cId="249088773" sldId="274"/>
        </pc:sldMkLst>
      </pc:sldChg>
      <pc:sldChg chg="addSp delSp modSp mod delAnim">
        <pc:chgData name="Sohag Kabir" userId="e9b0da40-aef8-480a-bb63-d1daacecf555" providerId="ADAL" clId="{C0FDB04E-6320-4A0C-A5C9-BF738384E02A}" dt="2024-10-11T09:52:52.492" v="4239" actId="20577"/>
        <pc:sldMkLst>
          <pc:docMk/>
          <pc:sldMk cId="616367942" sldId="279"/>
        </pc:sldMkLst>
        <pc:spChg chg="mod">
          <ac:chgData name="Sohag Kabir" userId="e9b0da40-aef8-480a-bb63-d1daacecf555" providerId="ADAL" clId="{C0FDB04E-6320-4A0C-A5C9-BF738384E02A}" dt="2024-10-11T09:50:57.862" v="4227" actId="14100"/>
          <ac:spMkLst>
            <pc:docMk/>
            <pc:sldMk cId="616367942" sldId="279"/>
            <ac:spMk id="2" creationId="{DE13D453-4D7B-47BF-AED4-27D56C3644AA}"/>
          </ac:spMkLst>
        </pc:spChg>
        <pc:spChg chg="del">
          <ac:chgData name="Sohag Kabir" userId="e9b0da40-aef8-480a-bb63-d1daacecf555" providerId="ADAL" clId="{C0FDB04E-6320-4A0C-A5C9-BF738384E02A}" dt="2024-10-08T13:31:07.129" v="219" actId="478"/>
          <ac:spMkLst>
            <pc:docMk/>
            <pc:sldMk cId="616367942" sldId="279"/>
            <ac:spMk id="5" creationId="{8143AF44-8037-97CC-53ED-2FE1F44FC034}"/>
          </ac:spMkLst>
        </pc:spChg>
        <pc:spChg chg="del">
          <ac:chgData name="Sohag Kabir" userId="e9b0da40-aef8-480a-bb63-d1daacecf555" providerId="ADAL" clId="{C0FDB04E-6320-4A0C-A5C9-BF738384E02A}" dt="2024-10-08T13:31:10.188" v="220" actId="478"/>
          <ac:spMkLst>
            <pc:docMk/>
            <pc:sldMk cId="616367942" sldId="279"/>
            <ac:spMk id="9" creationId="{B06106E6-D5F4-FBA7-3A0D-73F4DF202DD3}"/>
          </ac:spMkLst>
        </pc:spChg>
        <pc:graphicFrameChg chg="add mod modGraphic">
          <ac:chgData name="Sohag Kabir" userId="e9b0da40-aef8-480a-bb63-d1daacecf555" providerId="ADAL" clId="{C0FDB04E-6320-4A0C-A5C9-BF738384E02A}" dt="2024-10-11T09:52:52.492" v="4239" actId="20577"/>
          <ac:graphicFrameMkLst>
            <pc:docMk/>
            <pc:sldMk cId="616367942" sldId="279"/>
            <ac:graphicFrameMk id="3" creationId="{2899255D-2088-5A5F-D53B-4CFBE682E9BD}"/>
          </ac:graphicFrameMkLst>
        </pc:graphicFrameChg>
        <pc:picChg chg="add del">
          <ac:chgData name="Sohag Kabir" userId="e9b0da40-aef8-480a-bb63-d1daacecf555" providerId="ADAL" clId="{C0FDB04E-6320-4A0C-A5C9-BF738384E02A}" dt="2024-10-08T13:31:58.034" v="223" actId="478"/>
          <ac:picMkLst>
            <pc:docMk/>
            <pc:sldMk cId="616367942" sldId="279"/>
            <ac:picMk id="4" creationId="{1E583B6A-2342-186A-E083-D750947C4D77}"/>
          </ac:picMkLst>
        </pc:picChg>
        <pc:picChg chg="add del mod">
          <ac:chgData name="Sohag Kabir" userId="e9b0da40-aef8-480a-bb63-d1daacecf555" providerId="ADAL" clId="{C0FDB04E-6320-4A0C-A5C9-BF738384E02A}" dt="2024-10-09T16:15:18.287" v="1064" actId="478"/>
          <ac:picMkLst>
            <pc:docMk/>
            <pc:sldMk cId="616367942" sldId="279"/>
            <ac:picMk id="10" creationId="{A4178BF6-7FB8-082D-40BC-5F9D10FA40C5}"/>
          </ac:picMkLst>
        </pc:picChg>
      </pc:sldChg>
      <pc:sldChg chg="del">
        <pc:chgData name="Sohag Kabir" userId="e9b0da40-aef8-480a-bb63-d1daacecf555" providerId="ADAL" clId="{C0FDB04E-6320-4A0C-A5C9-BF738384E02A}" dt="2024-10-10T12:53:30.586" v="1728" actId="2696"/>
        <pc:sldMkLst>
          <pc:docMk/>
          <pc:sldMk cId="641033179" sldId="280"/>
        </pc:sldMkLst>
      </pc:sldChg>
      <pc:sldChg chg="del">
        <pc:chgData name="Sohag Kabir" userId="e9b0da40-aef8-480a-bb63-d1daacecf555" providerId="ADAL" clId="{C0FDB04E-6320-4A0C-A5C9-BF738384E02A}" dt="2024-10-10T12:53:08.955" v="1725" actId="47"/>
        <pc:sldMkLst>
          <pc:docMk/>
          <pc:sldMk cId="1477951119" sldId="281"/>
        </pc:sldMkLst>
      </pc:sldChg>
      <pc:sldChg chg="del">
        <pc:chgData name="Sohag Kabir" userId="e9b0da40-aef8-480a-bb63-d1daacecf555" providerId="ADAL" clId="{C0FDB04E-6320-4A0C-A5C9-BF738384E02A}" dt="2024-10-10T12:53:15.252" v="1726" actId="47"/>
        <pc:sldMkLst>
          <pc:docMk/>
          <pc:sldMk cId="2123858380" sldId="299"/>
        </pc:sldMkLst>
      </pc:sldChg>
      <pc:sldChg chg="del">
        <pc:chgData name="Sohag Kabir" userId="e9b0da40-aef8-480a-bb63-d1daacecf555" providerId="ADAL" clId="{C0FDB04E-6320-4A0C-A5C9-BF738384E02A}" dt="2024-10-10T12:53:26.312" v="1727" actId="2696"/>
        <pc:sldMkLst>
          <pc:docMk/>
          <pc:sldMk cId="1426418876" sldId="300"/>
        </pc:sldMkLst>
      </pc:sldChg>
      <pc:sldChg chg="del">
        <pc:chgData name="Sohag Kabir" userId="e9b0da40-aef8-480a-bb63-d1daacecf555" providerId="ADAL" clId="{C0FDB04E-6320-4A0C-A5C9-BF738384E02A}" dt="2024-10-10T12:53:15.252" v="1726" actId="47"/>
        <pc:sldMkLst>
          <pc:docMk/>
          <pc:sldMk cId="4245518297" sldId="301"/>
        </pc:sldMkLst>
      </pc:sldChg>
      <pc:sldChg chg="del">
        <pc:chgData name="Sohag Kabir" userId="e9b0da40-aef8-480a-bb63-d1daacecf555" providerId="ADAL" clId="{C0FDB04E-6320-4A0C-A5C9-BF738384E02A}" dt="2024-10-10T12:53:08.955" v="1725" actId="47"/>
        <pc:sldMkLst>
          <pc:docMk/>
          <pc:sldMk cId="846972630" sldId="302"/>
        </pc:sldMkLst>
      </pc:sldChg>
      <pc:sldChg chg="del">
        <pc:chgData name="Sohag Kabir" userId="e9b0da40-aef8-480a-bb63-d1daacecf555" providerId="ADAL" clId="{C0FDB04E-6320-4A0C-A5C9-BF738384E02A}" dt="2024-10-10T12:53:04.883" v="1724" actId="47"/>
        <pc:sldMkLst>
          <pc:docMk/>
          <pc:sldMk cId="3111864872" sldId="303"/>
        </pc:sldMkLst>
      </pc:sldChg>
      <pc:sldChg chg="del">
        <pc:chgData name="Sohag Kabir" userId="e9b0da40-aef8-480a-bb63-d1daacecf555" providerId="ADAL" clId="{C0FDB04E-6320-4A0C-A5C9-BF738384E02A}" dt="2024-10-10T12:53:04.883" v="1724" actId="47"/>
        <pc:sldMkLst>
          <pc:docMk/>
          <pc:sldMk cId="3848471798" sldId="304"/>
        </pc:sldMkLst>
      </pc:sldChg>
      <pc:sldChg chg="del">
        <pc:chgData name="Sohag Kabir" userId="e9b0da40-aef8-480a-bb63-d1daacecf555" providerId="ADAL" clId="{C0FDB04E-6320-4A0C-A5C9-BF738384E02A}" dt="2024-10-10T12:53:04.883" v="1724" actId="47"/>
        <pc:sldMkLst>
          <pc:docMk/>
          <pc:sldMk cId="1153240218" sldId="305"/>
        </pc:sldMkLst>
      </pc:sldChg>
      <pc:sldChg chg="del">
        <pc:chgData name="Sohag Kabir" userId="e9b0da40-aef8-480a-bb63-d1daacecf555" providerId="ADAL" clId="{C0FDB04E-6320-4A0C-A5C9-BF738384E02A}" dt="2024-10-10T12:53:00.315" v="1723" actId="47"/>
        <pc:sldMkLst>
          <pc:docMk/>
          <pc:sldMk cId="2096964769" sldId="306"/>
        </pc:sldMkLst>
      </pc:sldChg>
      <pc:sldChg chg="del">
        <pc:chgData name="Sohag Kabir" userId="e9b0da40-aef8-480a-bb63-d1daacecf555" providerId="ADAL" clId="{C0FDB04E-6320-4A0C-A5C9-BF738384E02A}" dt="2024-10-10T12:53:00.315" v="1723" actId="47"/>
        <pc:sldMkLst>
          <pc:docMk/>
          <pc:sldMk cId="3822761777" sldId="307"/>
        </pc:sldMkLst>
      </pc:sldChg>
      <pc:sldChg chg="del">
        <pc:chgData name="Sohag Kabir" userId="e9b0da40-aef8-480a-bb63-d1daacecf555" providerId="ADAL" clId="{C0FDB04E-6320-4A0C-A5C9-BF738384E02A}" dt="2024-10-10T12:53:00.315" v="1723" actId="47"/>
        <pc:sldMkLst>
          <pc:docMk/>
          <pc:sldMk cId="486127999" sldId="308"/>
        </pc:sldMkLst>
      </pc:sldChg>
      <pc:sldChg chg="del">
        <pc:chgData name="Sohag Kabir" userId="e9b0da40-aef8-480a-bb63-d1daacecf555" providerId="ADAL" clId="{C0FDB04E-6320-4A0C-A5C9-BF738384E02A}" dt="2024-10-10T12:53:00.315" v="1723" actId="47"/>
        <pc:sldMkLst>
          <pc:docMk/>
          <pc:sldMk cId="722230659" sldId="309"/>
        </pc:sldMkLst>
      </pc:sldChg>
      <pc:sldChg chg="del">
        <pc:chgData name="Sohag Kabir" userId="e9b0da40-aef8-480a-bb63-d1daacecf555" providerId="ADAL" clId="{C0FDB04E-6320-4A0C-A5C9-BF738384E02A}" dt="2024-10-10T12:52:55.743" v="1722" actId="47"/>
        <pc:sldMkLst>
          <pc:docMk/>
          <pc:sldMk cId="3109045321" sldId="310"/>
        </pc:sldMkLst>
      </pc:sldChg>
      <pc:sldChg chg="del">
        <pc:chgData name="Sohag Kabir" userId="e9b0da40-aef8-480a-bb63-d1daacecf555" providerId="ADAL" clId="{C0FDB04E-6320-4A0C-A5C9-BF738384E02A}" dt="2024-10-10T12:52:55.743" v="1722" actId="47"/>
        <pc:sldMkLst>
          <pc:docMk/>
          <pc:sldMk cId="46135408" sldId="311"/>
        </pc:sldMkLst>
      </pc:sldChg>
      <pc:sldChg chg="del">
        <pc:chgData name="Sohag Kabir" userId="e9b0da40-aef8-480a-bb63-d1daacecf555" providerId="ADAL" clId="{C0FDB04E-6320-4A0C-A5C9-BF738384E02A}" dt="2024-10-10T12:52:50.777" v="1721" actId="47"/>
        <pc:sldMkLst>
          <pc:docMk/>
          <pc:sldMk cId="972723603" sldId="312"/>
        </pc:sldMkLst>
      </pc:sldChg>
      <pc:sldChg chg="del">
        <pc:chgData name="Sohag Kabir" userId="e9b0da40-aef8-480a-bb63-d1daacecf555" providerId="ADAL" clId="{C0FDB04E-6320-4A0C-A5C9-BF738384E02A}" dt="2024-10-10T12:52:55.743" v="1722" actId="47"/>
        <pc:sldMkLst>
          <pc:docMk/>
          <pc:sldMk cId="239066561" sldId="313"/>
        </pc:sldMkLst>
      </pc:sldChg>
      <pc:sldChg chg="del">
        <pc:chgData name="Sohag Kabir" userId="e9b0da40-aef8-480a-bb63-d1daacecf555" providerId="ADAL" clId="{C0FDB04E-6320-4A0C-A5C9-BF738384E02A}" dt="2024-10-10T12:52:55.743" v="1722" actId="47"/>
        <pc:sldMkLst>
          <pc:docMk/>
          <pc:sldMk cId="915143749" sldId="314"/>
        </pc:sldMkLst>
      </pc:sldChg>
      <pc:sldChg chg="del">
        <pc:chgData name="Sohag Kabir" userId="e9b0da40-aef8-480a-bb63-d1daacecf555" providerId="ADAL" clId="{C0FDB04E-6320-4A0C-A5C9-BF738384E02A}" dt="2024-10-10T12:53:00.315" v="1723" actId="47"/>
        <pc:sldMkLst>
          <pc:docMk/>
          <pc:sldMk cId="176035261" sldId="316"/>
        </pc:sldMkLst>
      </pc:sldChg>
      <pc:sldChg chg="del">
        <pc:chgData name="Sohag Kabir" userId="e9b0da40-aef8-480a-bb63-d1daacecf555" providerId="ADAL" clId="{C0FDB04E-6320-4A0C-A5C9-BF738384E02A}" dt="2024-10-10T12:52:50.777" v="1721" actId="47"/>
        <pc:sldMkLst>
          <pc:docMk/>
          <pc:sldMk cId="3739762811" sldId="317"/>
        </pc:sldMkLst>
      </pc:sldChg>
      <pc:sldChg chg="del">
        <pc:chgData name="Sohag Kabir" userId="e9b0da40-aef8-480a-bb63-d1daacecf555" providerId="ADAL" clId="{C0FDB04E-6320-4A0C-A5C9-BF738384E02A}" dt="2024-10-10T12:52:46.601" v="1720" actId="47"/>
        <pc:sldMkLst>
          <pc:docMk/>
          <pc:sldMk cId="2072777590" sldId="318"/>
        </pc:sldMkLst>
      </pc:sldChg>
      <pc:sldChg chg="del">
        <pc:chgData name="Sohag Kabir" userId="e9b0da40-aef8-480a-bb63-d1daacecf555" providerId="ADAL" clId="{C0FDB04E-6320-4A0C-A5C9-BF738384E02A}" dt="2024-10-10T12:52:46.601" v="1720" actId="47"/>
        <pc:sldMkLst>
          <pc:docMk/>
          <pc:sldMk cId="2430164481" sldId="319"/>
        </pc:sldMkLst>
      </pc:sldChg>
      <pc:sldChg chg="del">
        <pc:chgData name="Sohag Kabir" userId="e9b0da40-aef8-480a-bb63-d1daacecf555" providerId="ADAL" clId="{C0FDB04E-6320-4A0C-A5C9-BF738384E02A}" dt="2024-10-10T12:52:46.601" v="1720" actId="47"/>
        <pc:sldMkLst>
          <pc:docMk/>
          <pc:sldMk cId="1104326229" sldId="320"/>
        </pc:sldMkLst>
      </pc:sldChg>
      <pc:sldChg chg="del">
        <pc:chgData name="Sohag Kabir" userId="e9b0da40-aef8-480a-bb63-d1daacecf555" providerId="ADAL" clId="{C0FDB04E-6320-4A0C-A5C9-BF738384E02A}" dt="2024-10-10T12:52:46.601" v="1720" actId="47"/>
        <pc:sldMkLst>
          <pc:docMk/>
          <pc:sldMk cId="3732061710" sldId="321"/>
        </pc:sldMkLst>
      </pc:sldChg>
      <pc:sldChg chg="del">
        <pc:chgData name="Sohag Kabir" userId="e9b0da40-aef8-480a-bb63-d1daacecf555" providerId="ADAL" clId="{C0FDB04E-6320-4A0C-A5C9-BF738384E02A}" dt="2024-10-10T12:52:46.601" v="1720" actId="47"/>
        <pc:sldMkLst>
          <pc:docMk/>
          <pc:sldMk cId="4110926446" sldId="322"/>
        </pc:sldMkLst>
      </pc:sldChg>
      <pc:sldChg chg="del">
        <pc:chgData name="Sohag Kabir" userId="e9b0da40-aef8-480a-bb63-d1daacecf555" providerId="ADAL" clId="{C0FDB04E-6320-4A0C-A5C9-BF738384E02A}" dt="2024-10-10T12:52:40.679" v="1719" actId="47"/>
        <pc:sldMkLst>
          <pc:docMk/>
          <pc:sldMk cId="1701472916" sldId="323"/>
        </pc:sldMkLst>
      </pc:sldChg>
      <pc:sldChg chg="del">
        <pc:chgData name="Sohag Kabir" userId="e9b0da40-aef8-480a-bb63-d1daacecf555" providerId="ADAL" clId="{C0FDB04E-6320-4A0C-A5C9-BF738384E02A}" dt="2024-10-10T12:52:40.679" v="1719" actId="47"/>
        <pc:sldMkLst>
          <pc:docMk/>
          <pc:sldMk cId="3154535261" sldId="324"/>
        </pc:sldMkLst>
      </pc:sldChg>
      <pc:sldChg chg="del">
        <pc:chgData name="Sohag Kabir" userId="e9b0da40-aef8-480a-bb63-d1daacecf555" providerId="ADAL" clId="{C0FDB04E-6320-4A0C-A5C9-BF738384E02A}" dt="2024-10-10T12:52:40.679" v="1719" actId="47"/>
        <pc:sldMkLst>
          <pc:docMk/>
          <pc:sldMk cId="3053571331" sldId="325"/>
        </pc:sldMkLst>
      </pc:sldChg>
      <pc:sldChg chg="del">
        <pc:chgData name="Sohag Kabir" userId="e9b0da40-aef8-480a-bb63-d1daacecf555" providerId="ADAL" clId="{C0FDB04E-6320-4A0C-A5C9-BF738384E02A}" dt="2024-10-10T12:52:40.679" v="1719" actId="47"/>
        <pc:sldMkLst>
          <pc:docMk/>
          <pc:sldMk cId="421772403" sldId="326"/>
        </pc:sldMkLst>
      </pc:sldChg>
      <pc:sldChg chg="add del">
        <pc:chgData name="Sohag Kabir" userId="e9b0da40-aef8-480a-bb63-d1daacecf555" providerId="ADAL" clId="{C0FDB04E-6320-4A0C-A5C9-BF738384E02A}" dt="2024-10-09T16:16:19.573" v="1067" actId="2696"/>
        <pc:sldMkLst>
          <pc:docMk/>
          <pc:sldMk cId="1963414212" sldId="327"/>
        </pc:sldMkLst>
      </pc:sldChg>
      <pc:sldChg chg="addSp delSp modSp add mod modAnim">
        <pc:chgData name="Sohag Kabir" userId="e9b0da40-aef8-480a-bb63-d1daacecf555" providerId="ADAL" clId="{C0FDB04E-6320-4A0C-A5C9-BF738384E02A}" dt="2024-10-11T09:55:56.342" v="4259" actId="27636"/>
        <pc:sldMkLst>
          <pc:docMk/>
          <pc:sldMk cId="4080867092" sldId="328"/>
        </pc:sldMkLst>
        <pc:spChg chg="mod">
          <ac:chgData name="Sohag Kabir" userId="e9b0da40-aef8-480a-bb63-d1daacecf555" providerId="ADAL" clId="{C0FDB04E-6320-4A0C-A5C9-BF738384E02A}" dt="2024-10-09T16:54:22.859" v="1334" actId="255"/>
          <ac:spMkLst>
            <pc:docMk/>
            <pc:sldMk cId="4080867092" sldId="328"/>
            <ac:spMk id="2" creationId="{DE13D453-4D7B-47BF-AED4-27D56C3644AA}"/>
          </ac:spMkLst>
        </pc:spChg>
        <pc:spChg chg="add mod">
          <ac:chgData name="Sohag Kabir" userId="e9b0da40-aef8-480a-bb63-d1daacecf555" providerId="ADAL" clId="{C0FDB04E-6320-4A0C-A5C9-BF738384E02A}" dt="2024-10-11T09:55:56.342" v="4259" actId="27636"/>
          <ac:spMkLst>
            <pc:docMk/>
            <pc:sldMk cId="4080867092" sldId="328"/>
            <ac:spMk id="3" creationId="{A079262B-1A0A-547B-9FA6-893E4717870F}"/>
          </ac:spMkLst>
        </pc:spChg>
        <pc:spChg chg="add del">
          <ac:chgData name="Sohag Kabir" userId="e9b0da40-aef8-480a-bb63-d1daacecf555" providerId="ADAL" clId="{C0FDB04E-6320-4A0C-A5C9-BF738384E02A}" dt="2024-10-09T16:26:55.569" v="1106"/>
          <ac:spMkLst>
            <pc:docMk/>
            <pc:sldMk cId="4080867092" sldId="328"/>
            <ac:spMk id="4" creationId="{948E2ADB-C41F-AEBC-2115-8750E39EE780}"/>
          </ac:spMkLst>
        </pc:spChg>
        <pc:picChg chg="del">
          <ac:chgData name="Sohag Kabir" userId="e9b0da40-aef8-480a-bb63-d1daacecf555" providerId="ADAL" clId="{C0FDB04E-6320-4A0C-A5C9-BF738384E02A}" dt="2024-10-08T15:51:08.256" v="226" actId="478"/>
          <ac:picMkLst>
            <pc:docMk/>
            <pc:sldMk cId="4080867092" sldId="328"/>
            <ac:picMk id="4" creationId="{1E583B6A-2342-186A-E083-D750947C4D77}"/>
          </ac:picMkLst>
        </pc:picChg>
        <pc:picChg chg="add del mod">
          <ac:chgData name="Sohag Kabir" userId="e9b0da40-aef8-480a-bb63-d1daacecf555" providerId="ADAL" clId="{C0FDB04E-6320-4A0C-A5C9-BF738384E02A}" dt="2024-10-09T16:17:51.899" v="1095" actId="478"/>
          <ac:picMkLst>
            <pc:docMk/>
            <pc:sldMk cId="4080867092" sldId="328"/>
            <ac:picMk id="5" creationId="{E552819F-BDAF-EF2A-6499-B9D932360C90}"/>
          </ac:picMkLst>
        </pc:picChg>
      </pc:sldChg>
      <pc:sldChg chg="addSp delSp add del mod">
        <pc:chgData name="Sohag Kabir" userId="e9b0da40-aef8-480a-bb63-d1daacecf555" providerId="ADAL" clId="{C0FDB04E-6320-4A0C-A5C9-BF738384E02A}" dt="2024-10-10T15:40:02.069" v="2035" actId="2696"/>
        <pc:sldMkLst>
          <pc:docMk/>
          <pc:sldMk cId="191919649" sldId="329"/>
        </pc:sldMkLst>
        <pc:picChg chg="add">
          <ac:chgData name="Sohag Kabir" userId="e9b0da40-aef8-480a-bb63-d1daacecf555" providerId="ADAL" clId="{C0FDB04E-6320-4A0C-A5C9-BF738384E02A}" dt="2024-10-08T15:53:30.656" v="230" actId="22"/>
          <ac:picMkLst>
            <pc:docMk/>
            <pc:sldMk cId="191919649" sldId="329"/>
            <ac:picMk id="4" creationId="{57079CDD-EFC6-1D99-E4CF-1933018AAD1D}"/>
          </ac:picMkLst>
        </pc:picChg>
        <pc:picChg chg="del">
          <ac:chgData name="Sohag Kabir" userId="e9b0da40-aef8-480a-bb63-d1daacecf555" providerId="ADAL" clId="{C0FDB04E-6320-4A0C-A5C9-BF738384E02A}" dt="2024-10-08T15:53:29.721" v="229" actId="478"/>
          <ac:picMkLst>
            <pc:docMk/>
            <pc:sldMk cId="191919649" sldId="329"/>
            <ac:picMk id="5" creationId="{E552819F-BDAF-EF2A-6499-B9D932360C90}"/>
          </ac:picMkLst>
        </pc:picChg>
      </pc:sldChg>
      <pc:sldChg chg="addSp delSp modSp add mod modAnim">
        <pc:chgData name="Sohag Kabir" userId="e9b0da40-aef8-480a-bb63-d1daacecf555" providerId="ADAL" clId="{C0FDB04E-6320-4A0C-A5C9-BF738384E02A}" dt="2024-10-11T10:14:32.540" v="4332" actId="27636"/>
        <pc:sldMkLst>
          <pc:docMk/>
          <pc:sldMk cId="4199687532" sldId="330"/>
        </pc:sldMkLst>
        <pc:spChg chg="mod">
          <ac:chgData name="Sohag Kabir" userId="e9b0da40-aef8-480a-bb63-d1daacecf555" providerId="ADAL" clId="{C0FDB04E-6320-4A0C-A5C9-BF738384E02A}" dt="2024-10-10T08:05:16.858" v="1436" actId="1076"/>
          <ac:spMkLst>
            <pc:docMk/>
            <pc:sldMk cId="4199687532" sldId="330"/>
            <ac:spMk id="2" creationId="{DE13D453-4D7B-47BF-AED4-27D56C3644AA}"/>
          </ac:spMkLst>
        </pc:spChg>
        <pc:spChg chg="add mod">
          <ac:chgData name="Sohag Kabir" userId="e9b0da40-aef8-480a-bb63-d1daacecf555" providerId="ADAL" clId="{C0FDB04E-6320-4A0C-A5C9-BF738384E02A}" dt="2024-10-11T10:14:32.540" v="4332" actId="27636"/>
          <ac:spMkLst>
            <pc:docMk/>
            <pc:sldMk cId="4199687532" sldId="330"/>
            <ac:spMk id="8" creationId="{4AF715B6-FF78-C48B-D030-BBA14FC06D14}"/>
          </ac:spMkLst>
        </pc:spChg>
        <pc:spChg chg="add mod">
          <ac:chgData name="Sohag Kabir" userId="e9b0da40-aef8-480a-bb63-d1daacecf555" providerId="ADAL" clId="{C0FDB04E-6320-4A0C-A5C9-BF738384E02A}" dt="2024-10-10T08:26:58.909" v="1486" actId="164"/>
          <ac:spMkLst>
            <pc:docMk/>
            <pc:sldMk cId="4199687532" sldId="330"/>
            <ac:spMk id="10" creationId="{2AE9182B-7A24-E664-1A43-90FAAB515D58}"/>
          </ac:spMkLst>
        </pc:spChg>
        <pc:spChg chg="add del mod">
          <ac:chgData name="Sohag Kabir" userId="e9b0da40-aef8-480a-bb63-d1daacecf555" providerId="ADAL" clId="{C0FDB04E-6320-4A0C-A5C9-BF738384E02A}" dt="2024-10-10T08:32:21.466" v="1542" actId="478"/>
          <ac:spMkLst>
            <pc:docMk/>
            <pc:sldMk cId="4199687532" sldId="330"/>
            <ac:spMk id="12" creationId="{9676B76A-8484-C9E2-1A5A-0FC6F1DAD971}"/>
          </ac:spMkLst>
        </pc:spChg>
        <pc:grpChg chg="add mod">
          <ac:chgData name="Sohag Kabir" userId="e9b0da40-aef8-480a-bb63-d1daacecf555" providerId="ADAL" clId="{C0FDB04E-6320-4A0C-A5C9-BF738384E02A}" dt="2024-10-10T08:32:49.543" v="1546" actId="1076"/>
          <ac:grpSpMkLst>
            <pc:docMk/>
            <pc:sldMk cId="4199687532" sldId="330"/>
            <ac:grpSpMk id="11" creationId="{A5992564-0041-4AEB-88F5-E88D42C32DDE}"/>
          </ac:grpSpMkLst>
        </pc:grpChg>
        <pc:picChg chg="add del mod">
          <ac:chgData name="Sohag Kabir" userId="e9b0da40-aef8-480a-bb63-d1daacecf555" providerId="ADAL" clId="{C0FDB04E-6320-4A0C-A5C9-BF738384E02A}" dt="2024-10-10T08:20:14.099" v="1440" actId="478"/>
          <ac:picMkLst>
            <pc:docMk/>
            <pc:sldMk cId="4199687532" sldId="330"/>
            <ac:picMk id="3" creationId="{12256314-896B-401D-4825-1C51ADA5A210}"/>
          </ac:picMkLst>
        </pc:picChg>
        <pc:picChg chg="add mod">
          <ac:chgData name="Sohag Kabir" userId="e9b0da40-aef8-480a-bb63-d1daacecf555" providerId="ADAL" clId="{C0FDB04E-6320-4A0C-A5C9-BF738384E02A}" dt="2024-10-10T08:26:58.909" v="1486" actId="164"/>
          <ac:picMkLst>
            <pc:docMk/>
            <pc:sldMk cId="4199687532" sldId="330"/>
            <ac:picMk id="4" creationId="{63F351B5-4865-A6E6-F731-62D4E19B9E42}"/>
          </ac:picMkLst>
        </pc:picChg>
        <pc:picChg chg="del">
          <ac:chgData name="Sohag Kabir" userId="e9b0da40-aef8-480a-bb63-d1daacecf555" providerId="ADAL" clId="{C0FDB04E-6320-4A0C-A5C9-BF738384E02A}" dt="2024-10-10T08:04:42.817" v="1434" actId="478"/>
          <ac:picMkLst>
            <pc:docMk/>
            <pc:sldMk cId="4199687532" sldId="330"/>
            <ac:picMk id="5" creationId="{E552819F-BDAF-EF2A-6499-B9D932360C90}"/>
          </ac:picMkLst>
        </pc:picChg>
      </pc:sldChg>
      <pc:sldChg chg="addSp delSp modSp add mod modAnim">
        <pc:chgData name="Sohag Kabir" userId="e9b0da40-aef8-480a-bb63-d1daacecf555" providerId="ADAL" clId="{C0FDB04E-6320-4A0C-A5C9-BF738384E02A}" dt="2024-10-11T09:58:11.144" v="4271" actId="27636"/>
        <pc:sldMkLst>
          <pc:docMk/>
          <pc:sldMk cId="327274818" sldId="331"/>
        </pc:sldMkLst>
        <pc:spChg chg="mod">
          <ac:chgData name="Sohag Kabir" userId="e9b0da40-aef8-480a-bb63-d1daacecf555" providerId="ADAL" clId="{C0FDB04E-6320-4A0C-A5C9-BF738384E02A}" dt="2024-10-09T16:54:41.830" v="1336" actId="1076"/>
          <ac:spMkLst>
            <pc:docMk/>
            <pc:sldMk cId="327274818" sldId="331"/>
            <ac:spMk id="2" creationId="{DE13D453-4D7B-47BF-AED4-27D56C3644AA}"/>
          </ac:spMkLst>
        </pc:spChg>
        <pc:spChg chg="del mod">
          <ac:chgData name="Sohag Kabir" userId="e9b0da40-aef8-480a-bb63-d1daacecf555" providerId="ADAL" clId="{C0FDB04E-6320-4A0C-A5C9-BF738384E02A}" dt="2024-10-09T16:36:12.826" v="1211" actId="478"/>
          <ac:spMkLst>
            <pc:docMk/>
            <pc:sldMk cId="327274818" sldId="331"/>
            <ac:spMk id="3" creationId="{A079262B-1A0A-547B-9FA6-893E4717870F}"/>
          </ac:spMkLst>
        </pc:spChg>
        <pc:spChg chg="add del mod">
          <ac:chgData name="Sohag Kabir" userId="e9b0da40-aef8-480a-bb63-d1daacecf555" providerId="ADAL" clId="{C0FDB04E-6320-4A0C-A5C9-BF738384E02A}" dt="2024-10-09T16:36:18.934" v="1214" actId="478"/>
          <ac:spMkLst>
            <pc:docMk/>
            <pc:sldMk cId="327274818" sldId="331"/>
            <ac:spMk id="4" creationId="{616AA912-51A1-47F3-FED0-524B06B12CD4}"/>
          </ac:spMkLst>
        </pc:spChg>
        <pc:spChg chg="add mod">
          <ac:chgData name="Sohag Kabir" userId="e9b0da40-aef8-480a-bb63-d1daacecf555" providerId="ADAL" clId="{C0FDB04E-6320-4A0C-A5C9-BF738384E02A}" dt="2024-10-11T09:58:11.144" v="4271" actId="27636"/>
          <ac:spMkLst>
            <pc:docMk/>
            <pc:sldMk cId="327274818" sldId="331"/>
            <ac:spMk id="5" creationId="{19101EEB-425F-04B5-D700-A14EE81FA804}"/>
          </ac:spMkLst>
        </pc:spChg>
      </pc:sldChg>
      <pc:sldChg chg="addSp delSp modSp add mod modAnim">
        <pc:chgData name="Sohag Kabir" userId="e9b0da40-aef8-480a-bb63-d1daacecf555" providerId="ADAL" clId="{C0FDB04E-6320-4A0C-A5C9-BF738384E02A}" dt="2024-10-11T09:58:41.860" v="4272" actId="1076"/>
        <pc:sldMkLst>
          <pc:docMk/>
          <pc:sldMk cId="608246039" sldId="332"/>
        </pc:sldMkLst>
        <pc:spChg chg="mod">
          <ac:chgData name="Sohag Kabir" userId="e9b0da40-aef8-480a-bb63-d1daacecf555" providerId="ADAL" clId="{C0FDB04E-6320-4A0C-A5C9-BF738384E02A}" dt="2024-10-09T16:54:49.734" v="1337" actId="1076"/>
          <ac:spMkLst>
            <pc:docMk/>
            <pc:sldMk cId="608246039" sldId="332"/>
            <ac:spMk id="2" creationId="{DE13D453-4D7B-47BF-AED4-27D56C3644AA}"/>
          </ac:spMkLst>
        </pc:spChg>
        <pc:spChg chg="add mod">
          <ac:chgData name="Sohag Kabir" userId="e9b0da40-aef8-480a-bb63-d1daacecf555" providerId="ADAL" clId="{C0FDB04E-6320-4A0C-A5C9-BF738384E02A}" dt="2024-10-11T09:58:41.860" v="4272" actId="1076"/>
          <ac:spMkLst>
            <pc:docMk/>
            <pc:sldMk cId="608246039" sldId="332"/>
            <ac:spMk id="3" creationId="{1B3867B0-FCD9-2649-37E1-93D8FF883D19}"/>
          </ac:spMkLst>
        </pc:spChg>
        <pc:spChg chg="del">
          <ac:chgData name="Sohag Kabir" userId="e9b0da40-aef8-480a-bb63-d1daacecf555" providerId="ADAL" clId="{C0FDB04E-6320-4A0C-A5C9-BF738384E02A}" dt="2024-10-09T16:40:51.228" v="1240" actId="478"/>
          <ac:spMkLst>
            <pc:docMk/>
            <pc:sldMk cId="608246039" sldId="332"/>
            <ac:spMk id="5" creationId="{19101EEB-425F-04B5-D700-A14EE81FA804}"/>
          </ac:spMkLst>
        </pc:spChg>
        <pc:spChg chg="add del">
          <ac:chgData name="Sohag Kabir" userId="e9b0da40-aef8-480a-bb63-d1daacecf555" providerId="ADAL" clId="{C0FDB04E-6320-4A0C-A5C9-BF738384E02A}" dt="2024-10-09T16:43:11.797" v="1245" actId="22"/>
          <ac:spMkLst>
            <pc:docMk/>
            <pc:sldMk cId="608246039" sldId="332"/>
            <ac:spMk id="8" creationId="{F5BA68BF-3F41-7261-4FD8-85F718FEB54D}"/>
          </ac:spMkLst>
        </pc:spChg>
      </pc:sldChg>
      <pc:sldChg chg="addSp delSp modSp add mod modAnim">
        <pc:chgData name="Sohag Kabir" userId="e9b0da40-aef8-480a-bb63-d1daacecf555" providerId="ADAL" clId="{C0FDB04E-6320-4A0C-A5C9-BF738384E02A}" dt="2024-10-11T10:01:06.964" v="4285" actId="20577"/>
        <pc:sldMkLst>
          <pc:docMk/>
          <pc:sldMk cId="1986047182" sldId="333"/>
        </pc:sldMkLst>
        <pc:spChg chg="mod">
          <ac:chgData name="Sohag Kabir" userId="e9b0da40-aef8-480a-bb63-d1daacecf555" providerId="ADAL" clId="{C0FDB04E-6320-4A0C-A5C9-BF738384E02A}" dt="2024-10-09T16:53:25.267" v="1326" actId="1076"/>
          <ac:spMkLst>
            <pc:docMk/>
            <pc:sldMk cId="1986047182" sldId="333"/>
            <ac:spMk id="2" creationId="{DE13D453-4D7B-47BF-AED4-27D56C3644AA}"/>
          </ac:spMkLst>
        </pc:spChg>
        <pc:spChg chg="del">
          <ac:chgData name="Sohag Kabir" userId="e9b0da40-aef8-480a-bb63-d1daacecf555" providerId="ADAL" clId="{C0FDB04E-6320-4A0C-A5C9-BF738384E02A}" dt="2024-10-09T16:43:30.892" v="1267" actId="478"/>
          <ac:spMkLst>
            <pc:docMk/>
            <pc:sldMk cId="1986047182" sldId="333"/>
            <ac:spMk id="3" creationId="{1B3867B0-FCD9-2649-37E1-93D8FF883D19}"/>
          </ac:spMkLst>
        </pc:spChg>
        <pc:spChg chg="add del mod">
          <ac:chgData name="Sohag Kabir" userId="e9b0da40-aef8-480a-bb63-d1daacecf555" providerId="ADAL" clId="{C0FDB04E-6320-4A0C-A5C9-BF738384E02A}" dt="2024-10-09T16:43:33.090" v="1268" actId="478"/>
          <ac:spMkLst>
            <pc:docMk/>
            <pc:sldMk cId="1986047182" sldId="333"/>
            <ac:spMk id="4" creationId="{70F67314-FF2C-D7D5-E552-507AC3CB8321}"/>
          </ac:spMkLst>
        </pc:spChg>
        <pc:spChg chg="add del">
          <ac:chgData name="Sohag Kabir" userId="e9b0da40-aef8-480a-bb63-d1daacecf555" providerId="ADAL" clId="{C0FDB04E-6320-4A0C-A5C9-BF738384E02A}" dt="2024-10-09T16:43:58.090" v="1270"/>
          <ac:spMkLst>
            <pc:docMk/>
            <pc:sldMk cId="1986047182" sldId="333"/>
            <ac:spMk id="5" creationId="{6B7F09E6-95F7-194F-773E-29914D97922D}"/>
          </ac:spMkLst>
        </pc:spChg>
        <pc:spChg chg="add mod">
          <ac:chgData name="Sohag Kabir" userId="e9b0da40-aef8-480a-bb63-d1daacecf555" providerId="ADAL" clId="{C0FDB04E-6320-4A0C-A5C9-BF738384E02A}" dt="2024-10-11T10:01:06.964" v="4285" actId="20577"/>
          <ac:spMkLst>
            <pc:docMk/>
            <pc:sldMk cId="1986047182" sldId="333"/>
            <ac:spMk id="8" creationId="{89CD06E9-1780-8B3C-6C3D-1017FCCB6FE1}"/>
          </ac:spMkLst>
        </pc:spChg>
        <pc:spChg chg="add del">
          <ac:chgData name="Sohag Kabir" userId="e9b0da40-aef8-480a-bb63-d1daacecf555" providerId="ADAL" clId="{C0FDB04E-6320-4A0C-A5C9-BF738384E02A}" dt="2024-10-09T16:44:09.647" v="1273"/>
          <ac:spMkLst>
            <pc:docMk/>
            <pc:sldMk cId="1986047182" sldId="333"/>
            <ac:spMk id="9" creationId="{0B743863-9AE0-02F2-F291-536976CB7A78}"/>
          </ac:spMkLst>
        </pc:spChg>
      </pc:sldChg>
      <pc:sldChg chg="addSp delSp modSp add mod modClrScheme delAnim chgLayout">
        <pc:chgData name="Sohag Kabir" userId="e9b0da40-aef8-480a-bb63-d1daacecf555" providerId="ADAL" clId="{C0FDB04E-6320-4A0C-A5C9-BF738384E02A}" dt="2024-10-11T10:05:47.332" v="4297" actId="1076"/>
        <pc:sldMkLst>
          <pc:docMk/>
          <pc:sldMk cId="3910056402" sldId="334"/>
        </pc:sldMkLst>
        <pc:spChg chg="mod">
          <ac:chgData name="Sohag Kabir" userId="e9b0da40-aef8-480a-bb63-d1daacecf555" providerId="ADAL" clId="{C0FDB04E-6320-4A0C-A5C9-BF738384E02A}" dt="2024-10-11T10:03:25.573" v="4291" actId="1076"/>
          <ac:spMkLst>
            <pc:docMk/>
            <pc:sldMk cId="3910056402" sldId="334"/>
            <ac:spMk id="2" creationId="{DE13D453-4D7B-47BF-AED4-27D56C3644AA}"/>
          </ac:spMkLst>
        </pc:spChg>
        <pc:spChg chg="add mod">
          <ac:chgData name="Sohag Kabir" userId="e9b0da40-aef8-480a-bb63-d1daacecf555" providerId="ADAL" clId="{C0FDB04E-6320-4A0C-A5C9-BF738384E02A}" dt="2024-10-11T10:05:47.332" v="4297" actId="1076"/>
          <ac:spMkLst>
            <pc:docMk/>
            <pc:sldMk cId="3910056402" sldId="334"/>
            <ac:spMk id="3" creationId="{B802A3EA-D7EE-B728-7082-7D101638DD54}"/>
          </ac:spMkLst>
        </pc:spChg>
        <pc:spChg chg="mod ord">
          <ac:chgData name="Sohag Kabir" userId="e9b0da40-aef8-480a-bb63-d1daacecf555" providerId="ADAL" clId="{C0FDB04E-6320-4A0C-A5C9-BF738384E02A}" dt="2024-10-09T16:52:01.303" v="1321" actId="26606"/>
          <ac:spMkLst>
            <pc:docMk/>
            <pc:sldMk cId="3910056402" sldId="334"/>
            <ac:spMk id="6" creationId="{6DF22B76-0D3D-4667-8BB1-AEF252C0879B}"/>
          </ac:spMkLst>
        </pc:spChg>
        <pc:spChg chg="mod ord">
          <ac:chgData name="Sohag Kabir" userId="e9b0da40-aef8-480a-bb63-d1daacecf555" providerId="ADAL" clId="{C0FDB04E-6320-4A0C-A5C9-BF738384E02A}" dt="2024-10-09T16:52:01.303" v="1321" actId="26606"/>
          <ac:spMkLst>
            <pc:docMk/>
            <pc:sldMk cId="3910056402" sldId="334"/>
            <ac:spMk id="7" creationId="{00000000-0000-0000-0000-000000000000}"/>
          </ac:spMkLst>
        </pc:spChg>
        <pc:spChg chg="del">
          <ac:chgData name="Sohag Kabir" userId="e9b0da40-aef8-480a-bb63-d1daacecf555" providerId="ADAL" clId="{C0FDB04E-6320-4A0C-A5C9-BF738384E02A}" dt="2024-10-09T16:50:31.486" v="1314" actId="478"/>
          <ac:spMkLst>
            <pc:docMk/>
            <pc:sldMk cId="3910056402" sldId="334"/>
            <ac:spMk id="8" creationId="{89CD06E9-1780-8B3C-6C3D-1017FCCB6FE1}"/>
          </ac:spMkLst>
        </pc:spChg>
        <pc:spChg chg="add mod">
          <ac:chgData name="Sohag Kabir" userId="e9b0da40-aef8-480a-bb63-d1daacecf555" providerId="ADAL" clId="{C0FDB04E-6320-4A0C-A5C9-BF738384E02A}" dt="2024-10-09T16:52:01.303" v="1321" actId="26606"/>
          <ac:spMkLst>
            <pc:docMk/>
            <pc:sldMk cId="3910056402" sldId="334"/>
            <ac:spMk id="12" creationId="{13B1CCB2-3D2D-9145-6AE1-A5B6D1318ED3}"/>
          </ac:spMkLst>
        </pc:spChg>
        <pc:picChg chg="add mod">
          <ac:chgData name="Sohag Kabir" userId="e9b0da40-aef8-480a-bb63-d1daacecf555" providerId="ADAL" clId="{C0FDB04E-6320-4A0C-A5C9-BF738384E02A}" dt="2024-10-11T10:05:42.404" v="4296" actId="1076"/>
          <ac:picMkLst>
            <pc:docMk/>
            <pc:sldMk cId="3910056402" sldId="334"/>
            <ac:picMk id="4" creationId="{06E18D80-6D35-4CDA-0D45-D43FC6EA22C4}"/>
          </ac:picMkLst>
        </pc:picChg>
      </pc:sldChg>
      <pc:sldChg chg="addSp delSp modSp add mod modAnim">
        <pc:chgData name="Sohag Kabir" userId="e9b0da40-aef8-480a-bb63-d1daacecf555" providerId="ADAL" clId="{C0FDB04E-6320-4A0C-A5C9-BF738384E02A}" dt="2024-10-11T10:06:49.974" v="4298" actId="1076"/>
        <pc:sldMkLst>
          <pc:docMk/>
          <pc:sldMk cId="3420084136" sldId="335"/>
        </pc:sldMkLst>
        <pc:spChg chg="mod">
          <ac:chgData name="Sohag Kabir" userId="e9b0da40-aef8-480a-bb63-d1daacecf555" providerId="ADAL" clId="{C0FDB04E-6320-4A0C-A5C9-BF738384E02A}" dt="2024-10-11T10:06:49.974" v="4298" actId="1076"/>
          <ac:spMkLst>
            <pc:docMk/>
            <pc:sldMk cId="3420084136" sldId="335"/>
            <ac:spMk id="2" creationId="{DE13D453-4D7B-47BF-AED4-27D56C3644AA}"/>
          </ac:spMkLst>
        </pc:spChg>
        <pc:spChg chg="del">
          <ac:chgData name="Sohag Kabir" userId="e9b0da40-aef8-480a-bb63-d1daacecf555" providerId="ADAL" clId="{C0FDB04E-6320-4A0C-A5C9-BF738384E02A}" dt="2024-10-09T17:08:27.069" v="1348" actId="478"/>
          <ac:spMkLst>
            <pc:docMk/>
            <pc:sldMk cId="3420084136" sldId="335"/>
            <ac:spMk id="3" creationId="{B802A3EA-D7EE-B728-7082-7D101638DD54}"/>
          </ac:spMkLst>
        </pc:spChg>
        <pc:spChg chg="add mod">
          <ac:chgData name="Sohag Kabir" userId="e9b0da40-aef8-480a-bb63-d1daacecf555" providerId="ADAL" clId="{C0FDB04E-6320-4A0C-A5C9-BF738384E02A}" dt="2024-10-09T17:09:05.023" v="1353" actId="14100"/>
          <ac:spMkLst>
            <pc:docMk/>
            <pc:sldMk cId="3420084136" sldId="335"/>
            <ac:spMk id="5" creationId="{F43A948D-1B72-FA50-35DA-B4CBDCC10F5F}"/>
          </ac:spMkLst>
        </pc:spChg>
        <pc:spChg chg="add del mod">
          <ac:chgData name="Sohag Kabir" userId="e9b0da40-aef8-480a-bb63-d1daacecf555" providerId="ADAL" clId="{C0FDB04E-6320-4A0C-A5C9-BF738384E02A}" dt="2024-10-09T17:08:30.958" v="1349" actId="478"/>
          <ac:spMkLst>
            <pc:docMk/>
            <pc:sldMk cId="3420084136" sldId="335"/>
            <ac:spMk id="8" creationId="{341BC665-FC96-1C72-0B76-A17D6B4A6E80}"/>
          </ac:spMkLst>
        </pc:spChg>
        <pc:picChg chg="del">
          <ac:chgData name="Sohag Kabir" userId="e9b0da40-aef8-480a-bb63-d1daacecf555" providerId="ADAL" clId="{C0FDB04E-6320-4A0C-A5C9-BF738384E02A}" dt="2024-10-09T17:07:56.331" v="1344" actId="478"/>
          <ac:picMkLst>
            <pc:docMk/>
            <pc:sldMk cId="3420084136" sldId="335"/>
            <ac:picMk id="4" creationId="{06E18D80-6D35-4CDA-0D45-D43FC6EA22C4}"/>
          </ac:picMkLst>
        </pc:picChg>
      </pc:sldChg>
      <pc:sldChg chg="addSp delSp modSp add mod modAnim modNotesTx">
        <pc:chgData name="Sohag Kabir" userId="e9b0da40-aef8-480a-bb63-d1daacecf555" providerId="ADAL" clId="{C0FDB04E-6320-4A0C-A5C9-BF738384E02A}" dt="2024-10-11T10:09:04.623" v="4301" actId="1076"/>
        <pc:sldMkLst>
          <pc:docMk/>
          <pc:sldMk cId="3696350527" sldId="336"/>
        </pc:sldMkLst>
        <pc:spChg chg="mod">
          <ac:chgData name="Sohag Kabir" userId="e9b0da40-aef8-480a-bb63-d1daacecf555" providerId="ADAL" clId="{C0FDB04E-6320-4A0C-A5C9-BF738384E02A}" dt="2024-10-09T17:13:03.148" v="1356" actId="27636"/>
          <ac:spMkLst>
            <pc:docMk/>
            <pc:sldMk cId="3696350527" sldId="336"/>
            <ac:spMk id="2" creationId="{DE13D453-4D7B-47BF-AED4-27D56C3644AA}"/>
          </ac:spMkLst>
        </pc:spChg>
        <pc:spChg chg="add mod">
          <ac:chgData name="Sohag Kabir" userId="e9b0da40-aef8-480a-bb63-d1daacecf555" providerId="ADAL" clId="{C0FDB04E-6320-4A0C-A5C9-BF738384E02A}" dt="2024-10-09T17:21:21.603" v="1371" actId="1076"/>
          <ac:spMkLst>
            <pc:docMk/>
            <pc:sldMk cId="3696350527" sldId="336"/>
            <ac:spMk id="3" creationId="{229C2D86-F42C-1FF7-F48A-54AEA690A483}"/>
          </ac:spMkLst>
        </pc:spChg>
        <pc:spChg chg="add mod">
          <ac:chgData name="Sohag Kabir" userId="e9b0da40-aef8-480a-bb63-d1daacecf555" providerId="ADAL" clId="{C0FDB04E-6320-4A0C-A5C9-BF738384E02A}" dt="2024-10-11T10:09:04.623" v="4301" actId="1076"/>
          <ac:spMkLst>
            <pc:docMk/>
            <pc:sldMk cId="3696350527" sldId="336"/>
            <ac:spMk id="4" creationId="{1A188D3E-432D-7D77-C5B2-76D555679EB8}"/>
          </ac:spMkLst>
        </pc:spChg>
        <pc:spChg chg="del">
          <ac:chgData name="Sohag Kabir" userId="e9b0da40-aef8-480a-bb63-d1daacecf555" providerId="ADAL" clId="{C0FDB04E-6320-4A0C-A5C9-BF738384E02A}" dt="2024-10-09T17:14:54.223" v="1357" actId="478"/>
          <ac:spMkLst>
            <pc:docMk/>
            <pc:sldMk cId="3696350527" sldId="336"/>
            <ac:spMk id="5" creationId="{F43A948D-1B72-FA50-35DA-B4CBDCC10F5F}"/>
          </ac:spMkLst>
        </pc:spChg>
      </pc:sldChg>
      <pc:sldChg chg="addSp delSp modSp add mod modAnim">
        <pc:chgData name="Sohag Kabir" userId="e9b0da40-aef8-480a-bb63-d1daacecf555" providerId="ADAL" clId="{C0FDB04E-6320-4A0C-A5C9-BF738384E02A}" dt="2024-10-11T10:11:21.537" v="4320" actId="207"/>
        <pc:sldMkLst>
          <pc:docMk/>
          <pc:sldMk cId="739970556" sldId="337"/>
        </pc:sldMkLst>
        <pc:spChg chg="mod">
          <ac:chgData name="Sohag Kabir" userId="e9b0da40-aef8-480a-bb63-d1daacecf555" providerId="ADAL" clId="{C0FDB04E-6320-4A0C-A5C9-BF738384E02A}" dt="2024-10-09T17:23:18.276" v="1374" actId="27636"/>
          <ac:spMkLst>
            <pc:docMk/>
            <pc:sldMk cId="739970556" sldId="337"/>
            <ac:spMk id="2" creationId="{DE13D453-4D7B-47BF-AED4-27D56C3644AA}"/>
          </ac:spMkLst>
        </pc:spChg>
        <pc:spChg chg="del">
          <ac:chgData name="Sohag Kabir" userId="e9b0da40-aef8-480a-bb63-d1daacecf555" providerId="ADAL" clId="{C0FDB04E-6320-4A0C-A5C9-BF738384E02A}" dt="2024-10-09T17:23:21.459" v="1375" actId="478"/>
          <ac:spMkLst>
            <pc:docMk/>
            <pc:sldMk cId="739970556" sldId="337"/>
            <ac:spMk id="3" creationId="{229C2D86-F42C-1FF7-F48A-54AEA690A483}"/>
          </ac:spMkLst>
        </pc:spChg>
        <pc:spChg chg="del">
          <ac:chgData name="Sohag Kabir" userId="e9b0da40-aef8-480a-bb63-d1daacecf555" providerId="ADAL" clId="{C0FDB04E-6320-4A0C-A5C9-BF738384E02A}" dt="2024-10-09T17:23:30.513" v="1377" actId="478"/>
          <ac:spMkLst>
            <pc:docMk/>
            <pc:sldMk cId="739970556" sldId="337"/>
            <ac:spMk id="4" creationId="{1A188D3E-432D-7D77-C5B2-76D555679EB8}"/>
          </ac:spMkLst>
        </pc:spChg>
        <pc:spChg chg="add del mod">
          <ac:chgData name="Sohag Kabir" userId="e9b0da40-aef8-480a-bb63-d1daacecf555" providerId="ADAL" clId="{C0FDB04E-6320-4A0C-A5C9-BF738384E02A}" dt="2024-10-09T17:23:25.696" v="1376" actId="478"/>
          <ac:spMkLst>
            <pc:docMk/>
            <pc:sldMk cId="739970556" sldId="337"/>
            <ac:spMk id="5" creationId="{7FCB46E0-FC19-C8F7-EF01-5443423D4BF7}"/>
          </ac:spMkLst>
        </pc:spChg>
        <pc:spChg chg="add del mod">
          <ac:chgData name="Sohag Kabir" userId="e9b0da40-aef8-480a-bb63-d1daacecf555" providerId="ADAL" clId="{C0FDB04E-6320-4A0C-A5C9-BF738384E02A}" dt="2024-10-09T17:23:33.518" v="1379" actId="478"/>
          <ac:spMkLst>
            <pc:docMk/>
            <pc:sldMk cId="739970556" sldId="337"/>
            <ac:spMk id="8" creationId="{60DF1C09-3B95-215A-C0DB-64E5D10FE47E}"/>
          </ac:spMkLst>
        </pc:spChg>
        <pc:spChg chg="add del mod">
          <ac:chgData name="Sohag Kabir" userId="e9b0da40-aef8-480a-bb63-d1daacecf555" providerId="ADAL" clId="{C0FDB04E-6320-4A0C-A5C9-BF738384E02A}" dt="2024-10-09T17:23:53.941" v="1382"/>
          <ac:spMkLst>
            <pc:docMk/>
            <pc:sldMk cId="739970556" sldId="337"/>
            <ac:spMk id="9" creationId="{1E0A4BCF-4ED1-72D3-4E26-1DF6DDEA67D1}"/>
          </ac:spMkLst>
        </pc:spChg>
        <pc:spChg chg="add mod">
          <ac:chgData name="Sohag Kabir" userId="e9b0da40-aef8-480a-bb63-d1daacecf555" providerId="ADAL" clId="{C0FDB04E-6320-4A0C-A5C9-BF738384E02A}" dt="2024-10-11T10:11:21.537" v="4320" actId="207"/>
          <ac:spMkLst>
            <pc:docMk/>
            <pc:sldMk cId="739970556" sldId="337"/>
            <ac:spMk id="10" creationId="{94BC38EC-4D7E-7D5B-FB9A-6E0F3A3050C9}"/>
          </ac:spMkLst>
        </pc:spChg>
      </pc:sldChg>
      <pc:sldChg chg="addSp delSp modSp add mod">
        <pc:chgData name="Sohag Kabir" userId="e9b0da40-aef8-480a-bb63-d1daacecf555" providerId="ADAL" clId="{C0FDB04E-6320-4A0C-A5C9-BF738384E02A}" dt="2024-10-11T10:12:17.568" v="4322" actId="2711"/>
        <pc:sldMkLst>
          <pc:docMk/>
          <pc:sldMk cId="3682386880" sldId="338"/>
        </pc:sldMkLst>
        <pc:spChg chg="mod">
          <ac:chgData name="Sohag Kabir" userId="e9b0da40-aef8-480a-bb63-d1daacecf555" providerId="ADAL" clId="{C0FDB04E-6320-4A0C-A5C9-BF738384E02A}" dt="2024-10-11T10:12:09.957" v="4321" actId="1076"/>
          <ac:spMkLst>
            <pc:docMk/>
            <pc:sldMk cId="3682386880" sldId="338"/>
            <ac:spMk id="2" creationId="{DE13D453-4D7B-47BF-AED4-27D56C3644AA}"/>
          </ac:spMkLst>
        </pc:spChg>
        <pc:spChg chg="add mod">
          <ac:chgData name="Sohag Kabir" userId="e9b0da40-aef8-480a-bb63-d1daacecf555" providerId="ADAL" clId="{C0FDB04E-6320-4A0C-A5C9-BF738384E02A}" dt="2024-10-11T10:12:17.568" v="4322" actId="2711"/>
          <ac:spMkLst>
            <pc:docMk/>
            <pc:sldMk cId="3682386880" sldId="338"/>
            <ac:spMk id="4" creationId="{022ADBD7-F717-0B5C-7945-0733C5F80EDA}"/>
          </ac:spMkLst>
        </pc:spChg>
        <pc:spChg chg="del">
          <ac:chgData name="Sohag Kabir" userId="e9b0da40-aef8-480a-bb63-d1daacecf555" providerId="ADAL" clId="{C0FDB04E-6320-4A0C-A5C9-BF738384E02A}" dt="2024-10-09T17:28:20.533" v="1398" actId="478"/>
          <ac:spMkLst>
            <pc:docMk/>
            <pc:sldMk cId="3682386880" sldId="338"/>
            <ac:spMk id="10" creationId="{94BC38EC-4D7E-7D5B-FB9A-6E0F3A3050C9}"/>
          </ac:spMkLst>
        </pc:spChg>
        <pc:picChg chg="add mod">
          <ac:chgData name="Sohag Kabir" userId="e9b0da40-aef8-480a-bb63-d1daacecf555" providerId="ADAL" clId="{C0FDB04E-6320-4A0C-A5C9-BF738384E02A}" dt="2024-10-09T17:28:43.999" v="1400" actId="1076"/>
          <ac:picMkLst>
            <pc:docMk/>
            <pc:sldMk cId="3682386880" sldId="338"/>
            <ac:picMk id="3" creationId="{09B4866D-B483-AAC5-9530-443882A3C2CF}"/>
          </ac:picMkLst>
        </pc:picChg>
      </pc:sldChg>
      <pc:sldChg chg="addSp delSp modSp add mod modAnim">
        <pc:chgData name="Sohag Kabir" userId="e9b0da40-aef8-480a-bb63-d1daacecf555" providerId="ADAL" clId="{C0FDB04E-6320-4A0C-A5C9-BF738384E02A}" dt="2024-10-11T10:17:18.689" v="4337" actId="207"/>
        <pc:sldMkLst>
          <pc:docMk/>
          <pc:sldMk cId="3444584483" sldId="339"/>
        </pc:sldMkLst>
        <pc:spChg chg="mod">
          <ac:chgData name="Sohag Kabir" userId="e9b0da40-aef8-480a-bb63-d1daacecf555" providerId="ADAL" clId="{C0FDB04E-6320-4A0C-A5C9-BF738384E02A}" dt="2024-10-10T08:46:13.901" v="1654" actId="14100"/>
          <ac:spMkLst>
            <pc:docMk/>
            <pc:sldMk cId="3444584483" sldId="339"/>
            <ac:spMk id="2" creationId="{DE13D453-4D7B-47BF-AED4-27D56C3644AA}"/>
          </ac:spMkLst>
        </pc:spChg>
        <pc:spChg chg="add mod">
          <ac:chgData name="Sohag Kabir" userId="e9b0da40-aef8-480a-bb63-d1daacecf555" providerId="ADAL" clId="{C0FDB04E-6320-4A0C-A5C9-BF738384E02A}" dt="2024-10-11T10:17:18.689" v="4337" actId="207"/>
          <ac:spMkLst>
            <pc:docMk/>
            <pc:sldMk cId="3444584483" sldId="339"/>
            <ac:spMk id="3" creationId="{FD943F4F-CF06-23C4-E6FF-64B535E3C769}"/>
          </ac:spMkLst>
        </pc:spChg>
        <pc:picChg chg="add mod">
          <ac:chgData name="Sohag Kabir" userId="e9b0da40-aef8-480a-bb63-d1daacecf555" providerId="ADAL" clId="{C0FDB04E-6320-4A0C-A5C9-BF738384E02A}" dt="2024-10-10T08:55:51.660" v="1675" actId="14100"/>
          <ac:picMkLst>
            <pc:docMk/>
            <pc:sldMk cId="3444584483" sldId="339"/>
            <ac:picMk id="4" creationId="{6D9EC979-A0CE-EDC8-D38D-2925F2E10A07}"/>
          </ac:picMkLst>
        </pc:picChg>
        <pc:picChg chg="del">
          <ac:chgData name="Sohag Kabir" userId="e9b0da40-aef8-480a-bb63-d1daacecf555" providerId="ADAL" clId="{C0FDB04E-6320-4A0C-A5C9-BF738384E02A}" dt="2024-10-10T08:46:15.413" v="1655" actId="478"/>
          <ac:picMkLst>
            <pc:docMk/>
            <pc:sldMk cId="3444584483" sldId="339"/>
            <ac:picMk id="5" creationId="{E552819F-BDAF-EF2A-6499-B9D932360C90}"/>
          </ac:picMkLst>
        </pc:picChg>
      </pc:sldChg>
      <pc:sldChg chg="addSp delSp modSp add mod ord">
        <pc:chgData name="Sohag Kabir" userId="e9b0da40-aef8-480a-bb63-d1daacecf555" providerId="ADAL" clId="{C0FDB04E-6320-4A0C-A5C9-BF738384E02A}" dt="2024-10-11T10:15:34.030" v="4334" actId="20577"/>
        <pc:sldMkLst>
          <pc:docMk/>
          <pc:sldMk cId="3511856738" sldId="340"/>
        </pc:sldMkLst>
        <pc:spChg chg="mod">
          <ac:chgData name="Sohag Kabir" userId="e9b0da40-aef8-480a-bb63-d1daacecf555" providerId="ADAL" clId="{C0FDB04E-6320-4A0C-A5C9-BF738384E02A}" dt="2024-10-11T10:15:34.030" v="4334" actId="20577"/>
          <ac:spMkLst>
            <pc:docMk/>
            <pc:sldMk cId="3511856738" sldId="340"/>
            <ac:spMk id="2" creationId="{DE13D453-4D7B-47BF-AED4-27D56C3644AA}"/>
          </ac:spMkLst>
        </pc:spChg>
        <pc:spChg chg="add mod">
          <ac:chgData name="Sohag Kabir" userId="e9b0da40-aef8-480a-bb63-d1daacecf555" providerId="ADAL" clId="{C0FDB04E-6320-4A0C-A5C9-BF738384E02A}" dt="2024-10-10T08:35:35.711" v="1609" actId="1076"/>
          <ac:spMkLst>
            <pc:docMk/>
            <pc:sldMk cId="3511856738" sldId="340"/>
            <ac:spMk id="3" creationId="{6A02BD19-9096-B1A6-7A96-A8D7D9E5DDE4}"/>
          </ac:spMkLst>
        </pc:spChg>
        <pc:picChg chg="del">
          <ac:chgData name="Sohag Kabir" userId="e9b0da40-aef8-480a-bb63-d1daacecf555" providerId="ADAL" clId="{C0FDB04E-6320-4A0C-A5C9-BF738384E02A}" dt="2024-10-10T08:33:10.529" v="1548" actId="478"/>
          <ac:picMkLst>
            <pc:docMk/>
            <pc:sldMk cId="3511856738" sldId="340"/>
            <ac:picMk id="5" creationId="{E552819F-BDAF-EF2A-6499-B9D932360C90}"/>
          </ac:picMkLst>
        </pc:picChg>
      </pc:sldChg>
      <pc:sldChg chg="addSp delSp modSp add mod modClrScheme chgLayout">
        <pc:chgData name="Sohag Kabir" userId="e9b0da40-aef8-480a-bb63-d1daacecf555" providerId="ADAL" clId="{C0FDB04E-6320-4A0C-A5C9-BF738384E02A}" dt="2024-10-11T10:16:20.752" v="4336" actId="20577"/>
        <pc:sldMkLst>
          <pc:docMk/>
          <pc:sldMk cId="2197500237" sldId="341"/>
        </pc:sldMkLst>
        <pc:spChg chg="mod">
          <ac:chgData name="Sohag Kabir" userId="e9b0da40-aef8-480a-bb63-d1daacecf555" providerId="ADAL" clId="{C0FDB04E-6320-4A0C-A5C9-BF738384E02A}" dt="2024-10-11T10:15:58.212" v="4335" actId="1076"/>
          <ac:spMkLst>
            <pc:docMk/>
            <pc:sldMk cId="2197500237" sldId="341"/>
            <ac:spMk id="2" creationId="{DE13D453-4D7B-47BF-AED4-27D56C3644AA}"/>
          </ac:spMkLst>
        </pc:spChg>
        <pc:spChg chg="del">
          <ac:chgData name="Sohag Kabir" userId="e9b0da40-aef8-480a-bb63-d1daacecf555" providerId="ADAL" clId="{C0FDB04E-6320-4A0C-A5C9-BF738384E02A}" dt="2024-10-10T08:37:32.713" v="1617" actId="478"/>
          <ac:spMkLst>
            <pc:docMk/>
            <pc:sldMk cId="2197500237" sldId="341"/>
            <ac:spMk id="3" creationId="{6A02BD19-9096-B1A6-7A96-A8D7D9E5DDE4}"/>
          </ac:spMkLst>
        </pc:spChg>
        <pc:spChg chg="add mod">
          <ac:chgData name="Sohag Kabir" userId="e9b0da40-aef8-480a-bb63-d1daacecf555" providerId="ADAL" clId="{C0FDB04E-6320-4A0C-A5C9-BF738384E02A}" dt="2024-10-11T10:16:20.752" v="4336" actId="20577"/>
          <ac:spMkLst>
            <pc:docMk/>
            <pc:sldMk cId="2197500237" sldId="341"/>
            <ac:spMk id="4" creationId="{42978C67-5F40-C6D6-0DDF-BCCBD4D6C580}"/>
          </ac:spMkLst>
        </pc:spChg>
        <pc:spChg chg="mod ord">
          <ac:chgData name="Sohag Kabir" userId="e9b0da40-aef8-480a-bb63-d1daacecf555" providerId="ADAL" clId="{C0FDB04E-6320-4A0C-A5C9-BF738384E02A}" dt="2024-10-10T08:43:09.967" v="1626" actId="26606"/>
          <ac:spMkLst>
            <pc:docMk/>
            <pc:sldMk cId="2197500237" sldId="341"/>
            <ac:spMk id="6" creationId="{6DF22B76-0D3D-4667-8BB1-AEF252C0879B}"/>
          </ac:spMkLst>
        </pc:spChg>
        <pc:spChg chg="mod ord">
          <ac:chgData name="Sohag Kabir" userId="e9b0da40-aef8-480a-bb63-d1daacecf555" providerId="ADAL" clId="{C0FDB04E-6320-4A0C-A5C9-BF738384E02A}" dt="2024-10-10T08:43:09.967" v="1626" actId="26606"/>
          <ac:spMkLst>
            <pc:docMk/>
            <pc:sldMk cId="2197500237" sldId="341"/>
            <ac:spMk id="7" creationId="{00000000-0000-0000-0000-000000000000}"/>
          </ac:spMkLst>
        </pc:spChg>
        <pc:spChg chg="add mod">
          <ac:chgData name="Sohag Kabir" userId="e9b0da40-aef8-480a-bb63-d1daacecf555" providerId="ADAL" clId="{C0FDB04E-6320-4A0C-A5C9-BF738384E02A}" dt="2024-10-10T08:45:19.517" v="1651" actId="1076"/>
          <ac:spMkLst>
            <pc:docMk/>
            <pc:sldMk cId="2197500237" sldId="341"/>
            <ac:spMk id="8" creationId="{047A6696-4374-8A1F-A334-BC692F603FED}"/>
          </ac:spMkLst>
        </pc:spChg>
        <pc:spChg chg="add mod">
          <ac:chgData name="Sohag Kabir" userId="e9b0da40-aef8-480a-bb63-d1daacecf555" providerId="ADAL" clId="{C0FDB04E-6320-4A0C-A5C9-BF738384E02A}" dt="2024-10-10T08:43:09.967" v="1626" actId="26606"/>
          <ac:spMkLst>
            <pc:docMk/>
            <pc:sldMk cId="2197500237" sldId="341"/>
            <ac:spMk id="3079" creationId="{A2AA58F3-1F78-134F-DB34-3764ABC876BA}"/>
          </ac:spMkLst>
        </pc:spChg>
        <pc:picChg chg="add mod">
          <ac:chgData name="Sohag Kabir" userId="e9b0da40-aef8-480a-bb63-d1daacecf555" providerId="ADAL" clId="{C0FDB04E-6320-4A0C-A5C9-BF738384E02A}" dt="2024-10-10T08:44:26.055" v="1635" actId="1076"/>
          <ac:picMkLst>
            <pc:docMk/>
            <pc:sldMk cId="2197500237" sldId="341"/>
            <ac:picMk id="3074" creationId="{5553EAFC-DFA6-584D-ABB2-06B9F38C8FA2}"/>
          </ac:picMkLst>
        </pc:picChg>
      </pc:sldChg>
      <pc:sldChg chg="addSp delSp modSp add mod modAnim">
        <pc:chgData name="Sohag Kabir" userId="e9b0da40-aef8-480a-bb63-d1daacecf555" providerId="ADAL" clId="{C0FDB04E-6320-4A0C-A5C9-BF738384E02A}" dt="2024-10-11T08:26:17.017" v="3491" actId="255"/>
        <pc:sldMkLst>
          <pc:docMk/>
          <pc:sldMk cId="1786433302" sldId="342"/>
        </pc:sldMkLst>
        <pc:spChg chg="mod">
          <ac:chgData name="Sohag Kabir" userId="e9b0da40-aef8-480a-bb63-d1daacecf555" providerId="ADAL" clId="{C0FDB04E-6320-4A0C-A5C9-BF738384E02A}" dt="2024-10-10T08:58:06.196" v="1696" actId="1076"/>
          <ac:spMkLst>
            <pc:docMk/>
            <pc:sldMk cId="1786433302" sldId="342"/>
            <ac:spMk id="2" creationId="{DE13D453-4D7B-47BF-AED4-27D56C3644AA}"/>
          </ac:spMkLst>
        </pc:spChg>
        <pc:spChg chg="add mod">
          <ac:chgData name="Sohag Kabir" userId="e9b0da40-aef8-480a-bb63-d1daacecf555" providerId="ADAL" clId="{C0FDB04E-6320-4A0C-A5C9-BF738384E02A}" dt="2024-10-11T08:26:17.017" v="3491" actId="255"/>
          <ac:spMkLst>
            <pc:docMk/>
            <pc:sldMk cId="1786433302" sldId="342"/>
            <ac:spMk id="4" creationId="{5BFFCE46-172B-E778-22A5-17C2F54867DB}"/>
          </ac:spMkLst>
        </pc:spChg>
        <pc:spChg chg="add mod">
          <ac:chgData name="Sohag Kabir" userId="e9b0da40-aef8-480a-bb63-d1daacecf555" providerId="ADAL" clId="{C0FDB04E-6320-4A0C-A5C9-BF738384E02A}" dt="2024-10-11T08:25:35.155" v="3478" actId="20577"/>
          <ac:spMkLst>
            <pc:docMk/>
            <pc:sldMk cId="1786433302" sldId="342"/>
            <ac:spMk id="12" creationId="{09A793B8-F70A-89BD-602A-BF545A92640F}"/>
          </ac:spMkLst>
        </pc:spChg>
        <pc:spChg chg="add mod">
          <ac:chgData name="Sohag Kabir" userId="e9b0da40-aef8-480a-bb63-d1daacecf555" providerId="ADAL" clId="{C0FDB04E-6320-4A0C-A5C9-BF738384E02A}" dt="2024-10-11T08:25:47.678" v="3488" actId="1076"/>
          <ac:spMkLst>
            <pc:docMk/>
            <pc:sldMk cId="1786433302" sldId="342"/>
            <ac:spMk id="13" creationId="{F657A2EA-B56A-BD30-15A9-CBD87380B26D}"/>
          </ac:spMkLst>
        </pc:spChg>
        <pc:graphicFrameChg chg="add mod modGraphic">
          <ac:chgData name="Sohag Kabir" userId="e9b0da40-aef8-480a-bb63-d1daacecf555" providerId="ADAL" clId="{C0FDB04E-6320-4A0C-A5C9-BF738384E02A}" dt="2024-10-11T08:24:56.214" v="3459" actId="1076"/>
          <ac:graphicFrameMkLst>
            <pc:docMk/>
            <pc:sldMk cId="1786433302" sldId="342"/>
            <ac:graphicFrameMk id="8" creationId="{40C7B8BA-728C-72B9-AF94-2077C3BC74B3}"/>
          </ac:graphicFrameMkLst>
        </pc:graphicFrameChg>
        <pc:graphicFrameChg chg="add mod modGraphic">
          <ac:chgData name="Sohag Kabir" userId="e9b0da40-aef8-480a-bb63-d1daacecf555" providerId="ADAL" clId="{C0FDB04E-6320-4A0C-A5C9-BF738384E02A}" dt="2024-10-11T08:24:20.358" v="3453" actId="1076"/>
          <ac:graphicFrameMkLst>
            <pc:docMk/>
            <pc:sldMk cId="1786433302" sldId="342"/>
            <ac:graphicFrameMk id="9" creationId="{587C2F56-0FDE-D151-2C25-1F85D7363F37}"/>
          </ac:graphicFrameMkLst>
        </pc:graphicFrameChg>
        <pc:graphicFrameChg chg="add mod modGraphic">
          <ac:chgData name="Sohag Kabir" userId="e9b0da40-aef8-480a-bb63-d1daacecf555" providerId="ADAL" clId="{C0FDB04E-6320-4A0C-A5C9-BF738384E02A}" dt="2024-10-11T08:25:51.542" v="3489" actId="1076"/>
          <ac:graphicFrameMkLst>
            <pc:docMk/>
            <pc:sldMk cId="1786433302" sldId="342"/>
            <ac:graphicFrameMk id="10" creationId="{34A47077-92C5-F2FD-5AA5-E571044ED84A}"/>
          </ac:graphicFrameMkLst>
        </pc:graphicFrameChg>
        <pc:graphicFrameChg chg="add mod modGraphic">
          <ac:chgData name="Sohag Kabir" userId="e9b0da40-aef8-480a-bb63-d1daacecf555" providerId="ADAL" clId="{C0FDB04E-6320-4A0C-A5C9-BF738384E02A}" dt="2024-10-11T08:24:50.234" v="3458"/>
          <ac:graphicFrameMkLst>
            <pc:docMk/>
            <pc:sldMk cId="1786433302" sldId="342"/>
            <ac:graphicFrameMk id="11" creationId="{86090EA0-A855-2E37-3542-1EDD54F6C645}"/>
          </ac:graphicFrameMkLst>
        </pc:graphicFrameChg>
        <pc:picChg chg="add del mod">
          <ac:chgData name="Sohag Kabir" userId="e9b0da40-aef8-480a-bb63-d1daacecf555" providerId="ADAL" clId="{C0FDB04E-6320-4A0C-A5C9-BF738384E02A}" dt="2024-10-11T08:18:13.887" v="3362" actId="478"/>
          <ac:picMkLst>
            <pc:docMk/>
            <pc:sldMk cId="1786433302" sldId="342"/>
            <ac:picMk id="3" creationId="{C0AEA471-3805-2723-E8BD-63C545DB0516}"/>
          </ac:picMkLst>
        </pc:picChg>
        <pc:picChg chg="del">
          <ac:chgData name="Sohag Kabir" userId="e9b0da40-aef8-480a-bb63-d1daacecf555" providerId="ADAL" clId="{C0FDB04E-6320-4A0C-A5C9-BF738384E02A}" dt="2024-10-10T08:53:01.837" v="1666" actId="478"/>
          <ac:picMkLst>
            <pc:docMk/>
            <pc:sldMk cId="1786433302" sldId="342"/>
            <ac:picMk id="5" creationId="{E552819F-BDAF-EF2A-6499-B9D932360C90}"/>
          </ac:picMkLst>
        </pc:picChg>
        <pc:picChg chg="add del">
          <ac:chgData name="Sohag Kabir" userId="e9b0da40-aef8-480a-bb63-d1daacecf555" providerId="ADAL" clId="{C0FDB04E-6320-4A0C-A5C9-BF738384E02A}" dt="2024-10-10T08:53:12.605" v="1668" actId="478"/>
          <ac:picMkLst>
            <pc:docMk/>
            <pc:sldMk cId="1786433302" sldId="342"/>
            <ac:picMk id="4098" creationId="{CBFCD29F-D693-7322-038E-B2175176076E}"/>
          </ac:picMkLst>
        </pc:picChg>
        <pc:picChg chg="add del">
          <ac:chgData name="Sohag Kabir" userId="e9b0da40-aef8-480a-bb63-d1daacecf555" providerId="ADAL" clId="{C0FDB04E-6320-4A0C-A5C9-BF738384E02A}" dt="2024-10-10T08:55:32.294" v="1670" actId="478"/>
          <ac:picMkLst>
            <pc:docMk/>
            <pc:sldMk cId="1786433302" sldId="342"/>
            <ac:picMk id="4100" creationId="{63310957-A281-72AB-8A7B-37681C2CD186}"/>
          </ac:picMkLst>
        </pc:picChg>
      </pc:sldChg>
      <pc:sldChg chg="addSp delSp modSp add mod modAnim">
        <pc:chgData name="Sohag Kabir" userId="e9b0da40-aef8-480a-bb63-d1daacecf555" providerId="ADAL" clId="{C0FDB04E-6320-4A0C-A5C9-BF738384E02A}" dt="2024-10-10T13:46:21.950" v="1801"/>
        <pc:sldMkLst>
          <pc:docMk/>
          <pc:sldMk cId="2327111097" sldId="343"/>
        </pc:sldMkLst>
        <pc:spChg chg="mod">
          <ac:chgData name="Sohag Kabir" userId="e9b0da40-aef8-480a-bb63-d1daacecf555" providerId="ADAL" clId="{C0FDB04E-6320-4A0C-A5C9-BF738384E02A}" dt="2024-10-10T13:45:53.815" v="1796" actId="255"/>
          <ac:spMkLst>
            <pc:docMk/>
            <pc:sldMk cId="2327111097" sldId="343"/>
            <ac:spMk id="2" creationId="{DE13D453-4D7B-47BF-AED4-27D56C3644AA}"/>
          </ac:spMkLst>
        </pc:spChg>
        <pc:spChg chg="add mod">
          <ac:chgData name="Sohag Kabir" userId="e9b0da40-aef8-480a-bb63-d1daacecf555" providerId="ADAL" clId="{C0FDB04E-6320-4A0C-A5C9-BF738384E02A}" dt="2024-10-10T13:46:01.611" v="1797" actId="1076"/>
          <ac:spMkLst>
            <pc:docMk/>
            <pc:sldMk cId="2327111097" sldId="343"/>
            <ac:spMk id="4" creationId="{B2710A43-9D40-D63B-31A9-9755FC2CA95D}"/>
          </ac:spMkLst>
        </pc:spChg>
        <pc:spChg chg="add mod">
          <ac:chgData name="Sohag Kabir" userId="e9b0da40-aef8-480a-bb63-d1daacecf555" providerId="ADAL" clId="{C0FDB04E-6320-4A0C-A5C9-BF738384E02A}" dt="2024-10-10T13:45:34.983" v="1792" actId="255"/>
          <ac:spMkLst>
            <pc:docMk/>
            <pc:sldMk cId="2327111097" sldId="343"/>
            <ac:spMk id="9" creationId="{6B189661-947E-4AF1-464B-A1B8472847F5}"/>
          </ac:spMkLst>
        </pc:spChg>
        <pc:spChg chg="add mod">
          <ac:chgData name="Sohag Kabir" userId="e9b0da40-aef8-480a-bb63-d1daacecf555" providerId="ADAL" clId="{C0FDB04E-6320-4A0C-A5C9-BF738384E02A}" dt="2024-10-10T13:45:28.932" v="1791" actId="1076"/>
          <ac:spMkLst>
            <pc:docMk/>
            <pc:sldMk cId="2327111097" sldId="343"/>
            <ac:spMk id="11" creationId="{1E20FCC4-0D5B-1B9A-C1EF-90D7AF9E8CB2}"/>
          </ac:spMkLst>
        </pc:spChg>
        <pc:spChg chg="add mod">
          <ac:chgData name="Sohag Kabir" userId="e9b0da40-aef8-480a-bb63-d1daacecf555" providerId="ADAL" clId="{C0FDB04E-6320-4A0C-A5C9-BF738384E02A}" dt="2024-10-10T13:45:43.236" v="1794" actId="255"/>
          <ac:spMkLst>
            <pc:docMk/>
            <pc:sldMk cId="2327111097" sldId="343"/>
            <ac:spMk id="13" creationId="{5F128205-96CA-EE3F-F8FF-8B10986E23D8}"/>
          </ac:spMkLst>
        </pc:spChg>
        <pc:picChg chg="del">
          <ac:chgData name="Sohag Kabir" userId="e9b0da40-aef8-480a-bb63-d1daacecf555" providerId="ADAL" clId="{C0FDB04E-6320-4A0C-A5C9-BF738384E02A}" dt="2024-10-10T13:41:46.360" v="1753" actId="478"/>
          <ac:picMkLst>
            <pc:docMk/>
            <pc:sldMk cId="2327111097" sldId="343"/>
            <ac:picMk id="5" creationId="{E552819F-BDAF-EF2A-6499-B9D932360C90}"/>
          </ac:picMkLst>
        </pc:picChg>
      </pc:sldChg>
      <pc:sldChg chg="addSp delSp modSp add mod">
        <pc:chgData name="Sohag Kabir" userId="e9b0da40-aef8-480a-bb63-d1daacecf555" providerId="ADAL" clId="{C0FDB04E-6320-4A0C-A5C9-BF738384E02A}" dt="2024-10-11T10:38:52.410" v="4377" actId="1076"/>
        <pc:sldMkLst>
          <pc:docMk/>
          <pc:sldMk cId="4225455615" sldId="344"/>
        </pc:sldMkLst>
        <pc:spChg chg="add del mod">
          <ac:chgData name="Sohag Kabir" userId="e9b0da40-aef8-480a-bb63-d1daacecf555" providerId="ADAL" clId="{C0FDB04E-6320-4A0C-A5C9-BF738384E02A}" dt="2024-10-11T10:38:45.682" v="4375" actId="478"/>
          <ac:spMkLst>
            <pc:docMk/>
            <pc:sldMk cId="4225455615" sldId="344"/>
            <ac:spMk id="3" creationId="{B8B6B2D6-82DE-07F0-C0E4-D7F7C3DD444F}"/>
          </ac:spMkLst>
        </pc:spChg>
        <pc:spChg chg="add mod">
          <ac:chgData name="Sohag Kabir" userId="e9b0da40-aef8-480a-bb63-d1daacecf555" providerId="ADAL" clId="{C0FDB04E-6320-4A0C-A5C9-BF738384E02A}" dt="2024-10-11T10:38:52.410" v="4377" actId="1076"/>
          <ac:spMkLst>
            <pc:docMk/>
            <pc:sldMk cId="4225455615" sldId="344"/>
            <ac:spMk id="4" creationId="{8EBD803B-8DEC-B26E-C2D4-C0A8EDCC4C6B}"/>
          </ac:spMkLst>
        </pc:spChg>
        <pc:spChg chg="del">
          <ac:chgData name="Sohag Kabir" userId="e9b0da40-aef8-480a-bb63-d1daacecf555" providerId="ADAL" clId="{C0FDB04E-6320-4A0C-A5C9-BF738384E02A}" dt="2024-10-10T12:53:43.715" v="1730" actId="478"/>
          <ac:spMkLst>
            <pc:docMk/>
            <pc:sldMk cId="4225455615" sldId="344"/>
            <ac:spMk id="8" creationId="{0CAEA833-7FC5-4738-B55E-A41BE3BB8F6F}"/>
          </ac:spMkLst>
        </pc:spChg>
      </pc:sldChg>
      <pc:sldChg chg="addSp delSp modSp add mod modAnim">
        <pc:chgData name="Sohag Kabir" userId="e9b0da40-aef8-480a-bb63-d1daacecf555" providerId="ADAL" clId="{C0FDB04E-6320-4A0C-A5C9-BF738384E02A}" dt="2024-10-11T10:19:40.693" v="4339"/>
        <pc:sldMkLst>
          <pc:docMk/>
          <pc:sldMk cId="2559135638" sldId="345"/>
        </pc:sldMkLst>
        <pc:spChg chg="mod">
          <ac:chgData name="Sohag Kabir" userId="e9b0da40-aef8-480a-bb63-d1daacecf555" providerId="ADAL" clId="{C0FDB04E-6320-4A0C-A5C9-BF738384E02A}" dt="2024-10-10T13:49:25.178" v="1828" actId="1076"/>
          <ac:spMkLst>
            <pc:docMk/>
            <pc:sldMk cId="2559135638" sldId="345"/>
            <ac:spMk id="2" creationId="{DE13D453-4D7B-47BF-AED4-27D56C3644AA}"/>
          </ac:spMkLst>
        </pc:spChg>
        <pc:spChg chg="add mod">
          <ac:chgData name="Sohag Kabir" userId="e9b0da40-aef8-480a-bb63-d1daacecf555" providerId="ADAL" clId="{C0FDB04E-6320-4A0C-A5C9-BF738384E02A}" dt="2024-10-11T10:18:58.244" v="4338" actId="1076"/>
          <ac:spMkLst>
            <pc:docMk/>
            <pc:sldMk cId="2559135638" sldId="345"/>
            <ac:spMk id="4" creationId="{C16E90ED-2164-76BD-DB65-AE22DF109F46}"/>
          </ac:spMkLst>
        </pc:spChg>
        <pc:spChg chg="add del mod">
          <ac:chgData name="Sohag Kabir" userId="e9b0da40-aef8-480a-bb63-d1daacecf555" providerId="ADAL" clId="{C0FDB04E-6320-4A0C-A5C9-BF738384E02A}" dt="2024-10-10T14:42:49.361" v="1842"/>
          <ac:spMkLst>
            <pc:docMk/>
            <pc:sldMk cId="2559135638" sldId="345"/>
            <ac:spMk id="8" creationId="{FD806084-6A59-33DB-5BE9-F4D727859EC0}"/>
          </ac:spMkLst>
        </pc:spChg>
        <pc:spChg chg="add del">
          <ac:chgData name="Sohag Kabir" userId="e9b0da40-aef8-480a-bb63-d1daacecf555" providerId="ADAL" clId="{C0FDB04E-6320-4A0C-A5C9-BF738384E02A}" dt="2024-10-10T14:42:53.403" v="1844"/>
          <ac:spMkLst>
            <pc:docMk/>
            <pc:sldMk cId="2559135638" sldId="345"/>
            <ac:spMk id="9" creationId="{9D965C65-41CC-6FB1-4904-85D6995335FC}"/>
          </ac:spMkLst>
        </pc:spChg>
        <pc:picChg chg="del">
          <ac:chgData name="Sohag Kabir" userId="e9b0da40-aef8-480a-bb63-d1daacecf555" providerId="ADAL" clId="{C0FDB04E-6320-4A0C-A5C9-BF738384E02A}" dt="2024-10-10T13:49:27.829" v="1829" actId="478"/>
          <ac:picMkLst>
            <pc:docMk/>
            <pc:sldMk cId="2559135638" sldId="345"/>
            <ac:picMk id="5" creationId="{E552819F-BDAF-EF2A-6499-B9D932360C90}"/>
          </ac:picMkLst>
        </pc:picChg>
        <pc:picChg chg="add mod">
          <ac:chgData name="Sohag Kabir" userId="e9b0da40-aef8-480a-bb63-d1daacecf555" providerId="ADAL" clId="{C0FDB04E-6320-4A0C-A5C9-BF738384E02A}" dt="2024-10-10T14:54:08.293" v="1902" actId="1076"/>
          <ac:picMkLst>
            <pc:docMk/>
            <pc:sldMk cId="2559135638" sldId="345"/>
            <ac:picMk id="5124" creationId="{744AD196-C395-5809-5B3A-A7504C69786B}"/>
          </ac:picMkLst>
        </pc:picChg>
      </pc:sldChg>
      <pc:sldChg chg="addSp delSp modSp add mod">
        <pc:chgData name="Sohag Kabir" userId="e9b0da40-aef8-480a-bb63-d1daacecf555" providerId="ADAL" clId="{C0FDB04E-6320-4A0C-A5C9-BF738384E02A}" dt="2024-10-10T16:19:53.790" v="2368" actId="1076"/>
        <pc:sldMkLst>
          <pc:docMk/>
          <pc:sldMk cId="762888986" sldId="346"/>
        </pc:sldMkLst>
        <pc:spChg chg="mod">
          <ac:chgData name="Sohag Kabir" userId="e9b0da40-aef8-480a-bb63-d1daacecf555" providerId="ADAL" clId="{C0FDB04E-6320-4A0C-A5C9-BF738384E02A}" dt="2024-10-10T15:57:06.687" v="2040" actId="1076"/>
          <ac:spMkLst>
            <pc:docMk/>
            <pc:sldMk cId="762888986" sldId="346"/>
            <ac:spMk id="2" creationId="{DE13D453-4D7B-47BF-AED4-27D56C3644AA}"/>
          </ac:spMkLst>
        </pc:spChg>
        <pc:spChg chg="add del">
          <ac:chgData name="Sohag Kabir" userId="e9b0da40-aef8-480a-bb63-d1daacecf555" providerId="ADAL" clId="{C0FDB04E-6320-4A0C-A5C9-BF738384E02A}" dt="2024-10-10T15:57:30.726" v="2044"/>
          <ac:spMkLst>
            <pc:docMk/>
            <pc:sldMk cId="762888986" sldId="346"/>
            <ac:spMk id="3" creationId="{6515917C-962B-4C37-B74E-664C3AE78028}"/>
          </ac:spMkLst>
        </pc:spChg>
        <pc:spChg chg="add mod">
          <ac:chgData name="Sohag Kabir" userId="e9b0da40-aef8-480a-bb63-d1daacecf555" providerId="ADAL" clId="{C0FDB04E-6320-4A0C-A5C9-BF738384E02A}" dt="2024-10-10T16:19:26.511" v="2347" actId="1076"/>
          <ac:spMkLst>
            <pc:docMk/>
            <pc:sldMk cId="762888986" sldId="346"/>
            <ac:spMk id="4" creationId="{CA771D8F-9D02-ADE4-D3D6-39079643100A}"/>
          </ac:spMkLst>
        </pc:spChg>
        <pc:spChg chg="add del">
          <ac:chgData name="Sohag Kabir" userId="e9b0da40-aef8-480a-bb63-d1daacecf555" providerId="ADAL" clId="{C0FDB04E-6320-4A0C-A5C9-BF738384E02A}" dt="2024-10-10T15:57:45.708" v="2051"/>
          <ac:spMkLst>
            <pc:docMk/>
            <pc:sldMk cId="762888986" sldId="346"/>
            <ac:spMk id="8" creationId="{CA340D1A-1588-C8B6-67E3-A0ABF965A256}"/>
          </ac:spMkLst>
        </pc:spChg>
        <pc:spChg chg="add mod">
          <ac:chgData name="Sohag Kabir" userId="e9b0da40-aef8-480a-bb63-d1daacecf555" providerId="ADAL" clId="{C0FDB04E-6320-4A0C-A5C9-BF738384E02A}" dt="2024-10-10T16:19:53.790" v="2368" actId="1076"/>
          <ac:spMkLst>
            <pc:docMk/>
            <pc:sldMk cId="762888986" sldId="346"/>
            <ac:spMk id="11" creationId="{ECEFD611-1C0F-92B4-9625-53988ADA54FF}"/>
          </ac:spMkLst>
        </pc:spChg>
        <pc:picChg chg="del mod">
          <ac:chgData name="Sohag Kabir" userId="e9b0da40-aef8-480a-bb63-d1daacecf555" providerId="ADAL" clId="{C0FDB04E-6320-4A0C-A5C9-BF738384E02A}" dt="2024-10-10T15:57:10.146" v="2042" actId="478"/>
          <ac:picMkLst>
            <pc:docMk/>
            <pc:sldMk cId="762888986" sldId="346"/>
            <ac:picMk id="5" creationId="{E552819F-BDAF-EF2A-6499-B9D932360C90}"/>
          </ac:picMkLst>
        </pc:picChg>
        <pc:picChg chg="add mod">
          <ac:chgData name="Sohag Kabir" userId="e9b0da40-aef8-480a-bb63-d1daacecf555" providerId="ADAL" clId="{C0FDB04E-6320-4A0C-A5C9-BF738384E02A}" dt="2024-10-10T16:19:19.925" v="2345" actId="1076"/>
          <ac:picMkLst>
            <pc:docMk/>
            <pc:sldMk cId="762888986" sldId="346"/>
            <ac:picMk id="9" creationId="{136C6892-EB0F-8DA1-4E0D-623A8BFC014C}"/>
          </ac:picMkLst>
        </pc:picChg>
        <pc:picChg chg="add del">
          <ac:chgData name="Sohag Kabir" userId="e9b0da40-aef8-480a-bb63-d1daacecf555" providerId="ADAL" clId="{C0FDB04E-6320-4A0C-A5C9-BF738384E02A}" dt="2024-10-10T16:04:06.258" v="2069" actId="478"/>
          <ac:picMkLst>
            <pc:docMk/>
            <pc:sldMk cId="762888986" sldId="346"/>
            <ac:picMk id="6148" creationId="{2A5E1341-5A7A-A93A-991F-7585E03D02F2}"/>
          </ac:picMkLst>
        </pc:picChg>
      </pc:sldChg>
      <pc:sldChg chg="addSp modSp add mod modAnim">
        <pc:chgData name="Sohag Kabir" userId="e9b0da40-aef8-480a-bb63-d1daacecf555" providerId="ADAL" clId="{C0FDB04E-6320-4A0C-A5C9-BF738384E02A}" dt="2024-10-10T15:21:04.378" v="2034"/>
        <pc:sldMkLst>
          <pc:docMk/>
          <pc:sldMk cId="2461323512" sldId="347"/>
        </pc:sldMkLst>
        <pc:spChg chg="mod">
          <ac:chgData name="Sohag Kabir" userId="e9b0da40-aef8-480a-bb63-d1daacecf555" providerId="ADAL" clId="{C0FDB04E-6320-4A0C-A5C9-BF738384E02A}" dt="2024-10-10T14:39:33.978" v="1831"/>
          <ac:spMkLst>
            <pc:docMk/>
            <pc:sldMk cId="2461323512" sldId="347"/>
            <ac:spMk id="2" creationId="{DE13D453-4D7B-47BF-AED4-27D56C3644AA}"/>
          </ac:spMkLst>
        </pc:spChg>
        <pc:spChg chg="add mod">
          <ac:chgData name="Sohag Kabir" userId="e9b0da40-aef8-480a-bb63-d1daacecf555" providerId="ADAL" clId="{C0FDB04E-6320-4A0C-A5C9-BF738384E02A}" dt="2024-10-10T15:11:52.570" v="2029" actId="1076"/>
          <ac:spMkLst>
            <pc:docMk/>
            <pc:sldMk cId="2461323512" sldId="347"/>
            <ac:spMk id="4" creationId="{1C3A4EC2-D9D8-FAF1-5339-50B81916CA4B}"/>
          </ac:spMkLst>
        </pc:spChg>
        <pc:spChg chg="add mod">
          <ac:chgData name="Sohag Kabir" userId="e9b0da40-aef8-480a-bb63-d1daacecf555" providerId="ADAL" clId="{C0FDB04E-6320-4A0C-A5C9-BF738384E02A}" dt="2024-10-10T15:12:14.876" v="2030" actId="1076"/>
          <ac:spMkLst>
            <pc:docMk/>
            <pc:sldMk cId="2461323512" sldId="347"/>
            <ac:spMk id="8" creationId="{7AB7F1A3-AE10-2DD4-5237-95C0544B2175}"/>
          </ac:spMkLst>
        </pc:spChg>
        <pc:picChg chg="add mod">
          <ac:chgData name="Sohag Kabir" userId="e9b0da40-aef8-480a-bb63-d1daacecf555" providerId="ADAL" clId="{C0FDB04E-6320-4A0C-A5C9-BF738384E02A}" dt="2024-10-10T15:11:41.259" v="2026" actId="1076"/>
          <ac:picMkLst>
            <pc:docMk/>
            <pc:sldMk cId="2461323512" sldId="347"/>
            <ac:picMk id="9" creationId="{D23DC0F3-E187-AB75-5D01-7DCAC83DD45D}"/>
          </ac:picMkLst>
        </pc:picChg>
      </pc:sldChg>
      <pc:sldChg chg="addSp delSp modSp add mod modAnim">
        <pc:chgData name="Sohag Kabir" userId="e9b0da40-aef8-480a-bb63-d1daacecf555" providerId="ADAL" clId="{C0FDB04E-6320-4A0C-A5C9-BF738384E02A}" dt="2024-10-11T10:22:10.116" v="4347" actId="20577"/>
        <pc:sldMkLst>
          <pc:docMk/>
          <pc:sldMk cId="1845294591" sldId="348"/>
        </pc:sldMkLst>
        <pc:spChg chg="mod">
          <ac:chgData name="Sohag Kabir" userId="e9b0da40-aef8-480a-bb63-d1daacecf555" providerId="ADAL" clId="{C0FDB04E-6320-4A0C-A5C9-BF738384E02A}" dt="2024-10-11T10:20:34.090" v="4340" actId="1076"/>
          <ac:spMkLst>
            <pc:docMk/>
            <pc:sldMk cId="1845294591" sldId="348"/>
            <ac:spMk id="2" creationId="{DE13D453-4D7B-47BF-AED4-27D56C3644AA}"/>
          </ac:spMkLst>
        </pc:spChg>
        <pc:spChg chg="del">
          <ac:chgData name="Sohag Kabir" userId="e9b0da40-aef8-480a-bb63-d1daacecf555" providerId="ADAL" clId="{C0FDB04E-6320-4A0C-A5C9-BF738384E02A}" dt="2024-10-10T14:52:06.800" v="1887" actId="478"/>
          <ac:spMkLst>
            <pc:docMk/>
            <pc:sldMk cId="1845294591" sldId="348"/>
            <ac:spMk id="4" creationId="{C16E90ED-2164-76BD-DB65-AE22DF109F46}"/>
          </ac:spMkLst>
        </pc:spChg>
        <pc:spChg chg="add mod">
          <ac:chgData name="Sohag Kabir" userId="e9b0da40-aef8-480a-bb63-d1daacecf555" providerId="ADAL" clId="{C0FDB04E-6320-4A0C-A5C9-BF738384E02A}" dt="2024-10-11T10:22:10.116" v="4347" actId="20577"/>
          <ac:spMkLst>
            <pc:docMk/>
            <pc:sldMk cId="1845294591" sldId="348"/>
            <ac:spMk id="5" creationId="{C38BC728-8334-89AC-AFA6-553B602D3579}"/>
          </ac:spMkLst>
        </pc:spChg>
        <pc:picChg chg="del mod">
          <ac:chgData name="Sohag Kabir" userId="e9b0da40-aef8-480a-bb63-d1daacecf555" providerId="ADAL" clId="{C0FDB04E-6320-4A0C-A5C9-BF738384E02A}" dt="2024-10-10T14:55:08.766" v="1906" actId="478"/>
          <ac:picMkLst>
            <pc:docMk/>
            <pc:sldMk cId="1845294591" sldId="348"/>
            <ac:picMk id="5124" creationId="{744AD196-C395-5809-5B3A-A7504C69786B}"/>
          </ac:picMkLst>
        </pc:picChg>
      </pc:sldChg>
      <pc:sldChg chg="addSp delSp modSp add mod">
        <pc:chgData name="Sohag Kabir" userId="e9b0da40-aef8-480a-bb63-d1daacecf555" providerId="ADAL" clId="{C0FDB04E-6320-4A0C-A5C9-BF738384E02A}" dt="2024-10-10T16:40:26.731" v="2394" actId="14100"/>
        <pc:sldMkLst>
          <pc:docMk/>
          <pc:sldMk cId="2002675635" sldId="349"/>
        </pc:sldMkLst>
        <pc:spChg chg="mod">
          <ac:chgData name="Sohag Kabir" userId="e9b0da40-aef8-480a-bb63-d1daacecf555" providerId="ADAL" clId="{C0FDB04E-6320-4A0C-A5C9-BF738384E02A}" dt="2024-10-10T16:18:01.781" v="2336" actId="20577"/>
          <ac:spMkLst>
            <pc:docMk/>
            <pc:sldMk cId="2002675635" sldId="349"/>
            <ac:spMk id="2" creationId="{DE13D453-4D7B-47BF-AED4-27D56C3644AA}"/>
          </ac:spMkLst>
        </pc:spChg>
        <pc:spChg chg="add mod">
          <ac:chgData name="Sohag Kabir" userId="e9b0da40-aef8-480a-bb63-d1daacecf555" providerId="ADAL" clId="{C0FDB04E-6320-4A0C-A5C9-BF738384E02A}" dt="2024-10-10T16:40:26.731" v="2394" actId="14100"/>
          <ac:spMkLst>
            <pc:docMk/>
            <pc:sldMk cId="2002675635" sldId="349"/>
            <ac:spMk id="4" creationId="{D91332C1-C24B-0496-5292-C95E15306821}"/>
          </ac:spMkLst>
        </pc:spChg>
        <pc:picChg chg="del mod">
          <ac:chgData name="Sohag Kabir" userId="e9b0da40-aef8-480a-bb63-d1daacecf555" providerId="ADAL" clId="{C0FDB04E-6320-4A0C-A5C9-BF738384E02A}" dt="2024-10-10T16:17:35.845" v="2300" actId="478"/>
          <ac:picMkLst>
            <pc:docMk/>
            <pc:sldMk cId="2002675635" sldId="349"/>
            <ac:picMk id="5" creationId="{E552819F-BDAF-EF2A-6499-B9D932360C90}"/>
          </ac:picMkLst>
        </pc:picChg>
        <pc:picChg chg="add del mod">
          <ac:chgData name="Sohag Kabir" userId="e9b0da40-aef8-480a-bb63-d1daacecf555" providerId="ADAL" clId="{C0FDB04E-6320-4A0C-A5C9-BF738384E02A}" dt="2024-10-10T16:38:09.181" v="2371" actId="478"/>
          <ac:picMkLst>
            <pc:docMk/>
            <pc:sldMk cId="2002675635" sldId="349"/>
            <ac:picMk id="7170" creationId="{3CB1C865-2CA6-34D5-5B89-19D8DC10DB3C}"/>
          </ac:picMkLst>
        </pc:picChg>
        <pc:picChg chg="add mod">
          <ac:chgData name="Sohag Kabir" userId="e9b0da40-aef8-480a-bb63-d1daacecf555" providerId="ADAL" clId="{C0FDB04E-6320-4A0C-A5C9-BF738384E02A}" dt="2024-10-10T16:40:18.996" v="2392" actId="1076"/>
          <ac:picMkLst>
            <pc:docMk/>
            <pc:sldMk cId="2002675635" sldId="349"/>
            <ac:picMk id="7172" creationId="{A2AB0B76-C633-3E36-9835-6A96995AE506}"/>
          </ac:picMkLst>
        </pc:picChg>
      </pc:sldChg>
      <pc:sldChg chg="addSp delSp modSp add mod modAnim">
        <pc:chgData name="Sohag Kabir" userId="e9b0da40-aef8-480a-bb63-d1daacecf555" providerId="ADAL" clId="{C0FDB04E-6320-4A0C-A5C9-BF738384E02A}" dt="2024-10-11T10:26:25.908" v="4349" actId="6549"/>
        <pc:sldMkLst>
          <pc:docMk/>
          <pc:sldMk cId="1938412704" sldId="350"/>
        </pc:sldMkLst>
        <pc:spChg chg="mod">
          <ac:chgData name="Sohag Kabir" userId="e9b0da40-aef8-480a-bb63-d1daacecf555" providerId="ADAL" clId="{C0FDB04E-6320-4A0C-A5C9-BF738384E02A}" dt="2024-10-10T17:04:33.460" v="2512" actId="20577"/>
          <ac:spMkLst>
            <pc:docMk/>
            <pc:sldMk cId="1938412704" sldId="350"/>
            <ac:spMk id="2" creationId="{DE13D453-4D7B-47BF-AED4-27D56C3644AA}"/>
          </ac:spMkLst>
        </pc:spChg>
        <pc:spChg chg="add del">
          <ac:chgData name="Sohag Kabir" userId="e9b0da40-aef8-480a-bb63-d1daacecf555" providerId="ADAL" clId="{C0FDB04E-6320-4A0C-A5C9-BF738384E02A}" dt="2024-10-10T16:42:44.475" v="2400"/>
          <ac:spMkLst>
            <pc:docMk/>
            <pc:sldMk cId="1938412704" sldId="350"/>
            <ac:spMk id="3" creationId="{36F3A012-C0C9-0672-BE45-CD07B8DC84A5}"/>
          </ac:spMkLst>
        </pc:spChg>
        <pc:spChg chg="del">
          <ac:chgData name="Sohag Kabir" userId="e9b0da40-aef8-480a-bb63-d1daacecf555" providerId="ADAL" clId="{C0FDB04E-6320-4A0C-A5C9-BF738384E02A}" dt="2024-10-10T16:42:36.284" v="2398" actId="478"/>
          <ac:spMkLst>
            <pc:docMk/>
            <pc:sldMk cId="1938412704" sldId="350"/>
            <ac:spMk id="4" creationId="{D91332C1-C24B-0496-5292-C95E15306821}"/>
          </ac:spMkLst>
        </pc:spChg>
        <pc:spChg chg="add mod">
          <ac:chgData name="Sohag Kabir" userId="e9b0da40-aef8-480a-bb63-d1daacecf555" providerId="ADAL" clId="{C0FDB04E-6320-4A0C-A5C9-BF738384E02A}" dt="2024-10-11T10:26:25.908" v="4349" actId="6549"/>
          <ac:spMkLst>
            <pc:docMk/>
            <pc:sldMk cId="1938412704" sldId="350"/>
            <ac:spMk id="5" creationId="{6799DC53-78C8-7D4D-60D5-A948757AE5D4}"/>
          </ac:spMkLst>
        </pc:spChg>
        <pc:spChg chg="add del">
          <ac:chgData name="Sohag Kabir" userId="e9b0da40-aef8-480a-bb63-d1daacecf555" providerId="ADAL" clId="{C0FDB04E-6320-4A0C-A5C9-BF738384E02A}" dt="2024-10-10T16:43:02.364" v="2407"/>
          <ac:spMkLst>
            <pc:docMk/>
            <pc:sldMk cId="1938412704" sldId="350"/>
            <ac:spMk id="8" creationId="{CEDFE473-7A8C-E65B-E049-EF5300D9FDB5}"/>
          </ac:spMkLst>
        </pc:spChg>
        <pc:spChg chg="add del mod">
          <ac:chgData name="Sohag Kabir" userId="e9b0da40-aef8-480a-bb63-d1daacecf555" providerId="ADAL" clId="{C0FDB04E-6320-4A0C-A5C9-BF738384E02A}" dt="2024-10-10T16:53:35.447" v="2481" actId="478"/>
          <ac:spMkLst>
            <pc:docMk/>
            <pc:sldMk cId="1938412704" sldId="350"/>
            <ac:spMk id="10" creationId="{C1D48325-1DA4-4700-C4E9-FEE294F93B7E}"/>
          </ac:spMkLst>
        </pc:spChg>
        <pc:picChg chg="del">
          <ac:chgData name="Sohag Kabir" userId="e9b0da40-aef8-480a-bb63-d1daacecf555" providerId="ADAL" clId="{C0FDB04E-6320-4A0C-A5C9-BF738384E02A}" dt="2024-10-10T16:42:18.629" v="2397" actId="478"/>
          <ac:picMkLst>
            <pc:docMk/>
            <pc:sldMk cId="1938412704" sldId="350"/>
            <ac:picMk id="7172" creationId="{A2AB0B76-C633-3E36-9835-6A96995AE506}"/>
          </ac:picMkLst>
        </pc:picChg>
      </pc:sldChg>
      <pc:sldChg chg="delSp modSp add mod">
        <pc:chgData name="Sohag Kabir" userId="e9b0da40-aef8-480a-bb63-d1daacecf555" providerId="ADAL" clId="{C0FDB04E-6320-4A0C-A5C9-BF738384E02A}" dt="2024-10-10T16:58:34.617" v="2502" actId="207"/>
        <pc:sldMkLst>
          <pc:docMk/>
          <pc:sldMk cId="2509588860" sldId="351"/>
        </pc:sldMkLst>
        <pc:spChg chg="mod">
          <ac:chgData name="Sohag Kabir" userId="e9b0da40-aef8-480a-bb63-d1daacecf555" providerId="ADAL" clId="{C0FDB04E-6320-4A0C-A5C9-BF738384E02A}" dt="2024-10-10T16:53:27.495" v="2480" actId="14100"/>
          <ac:spMkLst>
            <pc:docMk/>
            <pc:sldMk cId="2509588860" sldId="351"/>
            <ac:spMk id="2" creationId="{DE13D453-4D7B-47BF-AED4-27D56C3644AA}"/>
          </ac:spMkLst>
        </pc:spChg>
        <pc:spChg chg="del">
          <ac:chgData name="Sohag Kabir" userId="e9b0da40-aef8-480a-bb63-d1daacecf555" providerId="ADAL" clId="{C0FDB04E-6320-4A0C-A5C9-BF738384E02A}" dt="2024-10-10T16:53:10.008" v="2468" actId="478"/>
          <ac:spMkLst>
            <pc:docMk/>
            <pc:sldMk cId="2509588860" sldId="351"/>
            <ac:spMk id="5" creationId="{6799DC53-78C8-7D4D-60D5-A948757AE5D4}"/>
          </ac:spMkLst>
        </pc:spChg>
        <pc:spChg chg="mod">
          <ac:chgData name="Sohag Kabir" userId="e9b0da40-aef8-480a-bb63-d1daacecf555" providerId="ADAL" clId="{C0FDB04E-6320-4A0C-A5C9-BF738384E02A}" dt="2024-10-10T16:58:34.617" v="2502" actId="207"/>
          <ac:spMkLst>
            <pc:docMk/>
            <pc:sldMk cId="2509588860" sldId="351"/>
            <ac:spMk id="10" creationId="{C1D48325-1DA4-4700-C4E9-FEE294F93B7E}"/>
          </ac:spMkLst>
        </pc:spChg>
      </pc:sldChg>
      <pc:sldChg chg="modSp add mod modAnim">
        <pc:chgData name="Sohag Kabir" userId="e9b0da40-aef8-480a-bb63-d1daacecf555" providerId="ADAL" clId="{C0FDB04E-6320-4A0C-A5C9-BF738384E02A}" dt="2024-10-11T10:29:22.323" v="4362" actId="1076"/>
        <pc:sldMkLst>
          <pc:docMk/>
          <pc:sldMk cId="150724232" sldId="352"/>
        </pc:sldMkLst>
        <pc:spChg chg="mod">
          <ac:chgData name="Sohag Kabir" userId="e9b0da40-aef8-480a-bb63-d1daacecf555" providerId="ADAL" clId="{C0FDB04E-6320-4A0C-A5C9-BF738384E02A}" dt="2024-10-11T10:29:22.323" v="4362" actId="1076"/>
          <ac:spMkLst>
            <pc:docMk/>
            <pc:sldMk cId="150724232" sldId="352"/>
            <ac:spMk id="5" creationId="{6799DC53-78C8-7D4D-60D5-A948757AE5D4}"/>
          </ac:spMkLst>
        </pc:spChg>
      </pc:sldChg>
      <pc:sldChg chg="addSp delSp modSp add mod modAnim modNotesTx">
        <pc:chgData name="Sohag Kabir" userId="e9b0da40-aef8-480a-bb63-d1daacecf555" providerId="ADAL" clId="{C0FDB04E-6320-4A0C-A5C9-BF738384E02A}" dt="2024-10-10T18:12:08.065" v="3162" actId="1076"/>
        <pc:sldMkLst>
          <pc:docMk/>
          <pc:sldMk cId="3151991894" sldId="353"/>
        </pc:sldMkLst>
        <pc:spChg chg="mod">
          <ac:chgData name="Sohag Kabir" userId="e9b0da40-aef8-480a-bb63-d1daacecf555" providerId="ADAL" clId="{C0FDB04E-6320-4A0C-A5C9-BF738384E02A}" dt="2024-10-10T17:22:25.181" v="2668" actId="20577"/>
          <ac:spMkLst>
            <pc:docMk/>
            <pc:sldMk cId="3151991894" sldId="353"/>
            <ac:spMk id="2" creationId="{DE13D453-4D7B-47BF-AED4-27D56C3644AA}"/>
          </ac:spMkLst>
        </pc:spChg>
        <pc:spChg chg="del mod">
          <ac:chgData name="Sohag Kabir" userId="e9b0da40-aef8-480a-bb63-d1daacecf555" providerId="ADAL" clId="{C0FDB04E-6320-4A0C-A5C9-BF738384E02A}" dt="2024-10-10T17:39:57.569" v="2728" actId="478"/>
          <ac:spMkLst>
            <pc:docMk/>
            <pc:sldMk cId="3151991894" sldId="353"/>
            <ac:spMk id="10" creationId="{C1D48325-1DA4-4700-C4E9-FEE294F93B7E}"/>
          </ac:spMkLst>
        </pc:spChg>
        <pc:spChg chg="add mod">
          <ac:chgData name="Sohag Kabir" userId="e9b0da40-aef8-480a-bb63-d1daacecf555" providerId="ADAL" clId="{C0FDB04E-6320-4A0C-A5C9-BF738384E02A}" dt="2024-10-10T17:45:46.527" v="2739" actId="1076"/>
          <ac:spMkLst>
            <pc:docMk/>
            <pc:sldMk cId="3151991894" sldId="353"/>
            <ac:spMk id="11" creationId="{A86A1A18-559B-D722-4433-C1EF28D7D230}"/>
          </ac:spMkLst>
        </pc:spChg>
        <pc:spChg chg="add del mod">
          <ac:chgData name="Sohag Kabir" userId="e9b0da40-aef8-480a-bb63-d1daacecf555" providerId="ADAL" clId="{C0FDB04E-6320-4A0C-A5C9-BF738384E02A}" dt="2024-10-10T17:49:27.600" v="2975" actId="478"/>
          <ac:spMkLst>
            <pc:docMk/>
            <pc:sldMk cId="3151991894" sldId="353"/>
            <ac:spMk id="12" creationId="{2C6BA894-43EA-51D1-88E3-7023CA0CBCA6}"/>
          </ac:spMkLst>
        </pc:spChg>
        <pc:spChg chg="add mod">
          <ac:chgData name="Sohag Kabir" userId="e9b0da40-aef8-480a-bb63-d1daacecf555" providerId="ADAL" clId="{C0FDB04E-6320-4A0C-A5C9-BF738384E02A}" dt="2024-10-10T18:02:10.268" v="3058" actId="207"/>
          <ac:spMkLst>
            <pc:docMk/>
            <pc:sldMk cId="3151991894" sldId="353"/>
            <ac:spMk id="15" creationId="{948C9E3C-0417-2481-E7F9-7FEF788B4B79}"/>
          </ac:spMkLst>
        </pc:spChg>
        <pc:spChg chg="add mod">
          <ac:chgData name="Sohag Kabir" userId="e9b0da40-aef8-480a-bb63-d1daacecf555" providerId="ADAL" clId="{C0FDB04E-6320-4A0C-A5C9-BF738384E02A}" dt="2024-10-10T17:58:01.101" v="3049" actId="164"/>
          <ac:spMkLst>
            <pc:docMk/>
            <pc:sldMk cId="3151991894" sldId="353"/>
            <ac:spMk id="17" creationId="{26BDB841-19EC-0166-9BF8-97C54915804A}"/>
          </ac:spMkLst>
        </pc:spChg>
        <pc:spChg chg="mod">
          <ac:chgData name="Sohag Kabir" userId="e9b0da40-aef8-480a-bb63-d1daacecf555" providerId="ADAL" clId="{C0FDB04E-6320-4A0C-A5C9-BF738384E02A}" dt="2024-10-10T18:08:13.571" v="3145" actId="14100"/>
          <ac:spMkLst>
            <pc:docMk/>
            <pc:sldMk cId="3151991894" sldId="353"/>
            <ac:spMk id="20" creationId="{7BCD5600-3A1D-5342-FD5D-5F3A204A5C42}"/>
          </ac:spMkLst>
        </pc:spChg>
        <pc:spChg chg="mod">
          <ac:chgData name="Sohag Kabir" userId="e9b0da40-aef8-480a-bb63-d1daacecf555" providerId="ADAL" clId="{C0FDB04E-6320-4A0C-A5C9-BF738384E02A}" dt="2024-10-10T18:12:08.065" v="3162" actId="1076"/>
          <ac:spMkLst>
            <pc:docMk/>
            <pc:sldMk cId="3151991894" sldId="353"/>
            <ac:spMk id="21" creationId="{1381CBF2-EA3A-490A-0CDE-943FC5A1634A}"/>
          </ac:spMkLst>
        </pc:spChg>
        <pc:grpChg chg="add mod">
          <ac:chgData name="Sohag Kabir" userId="e9b0da40-aef8-480a-bb63-d1daacecf555" providerId="ADAL" clId="{C0FDB04E-6320-4A0C-A5C9-BF738384E02A}" dt="2024-10-10T17:58:44.083" v="3052" actId="1076"/>
          <ac:grpSpMkLst>
            <pc:docMk/>
            <pc:sldMk cId="3151991894" sldId="353"/>
            <ac:grpSpMk id="18" creationId="{FC41599D-2AEF-8B75-53DE-FDED1593BCA8}"/>
          </ac:grpSpMkLst>
        </pc:grpChg>
        <pc:grpChg chg="add mod">
          <ac:chgData name="Sohag Kabir" userId="e9b0da40-aef8-480a-bb63-d1daacecf555" providerId="ADAL" clId="{C0FDB04E-6320-4A0C-A5C9-BF738384E02A}" dt="2024-10-10T18:11:49.329" v="3161" actId="1076"/>
          <ac:grpSpMkLst>
            <pc:docMk/>
            <pc:sldMk cId="3151991894" sldId="353"/>
            <ac:grpSpMk id="19" creationId="{F1B08950-8888-B990-0841-BFF28FA372E4}"/>
          </ac:grpSpMkLst>
        </pc:grpChg>
        <pc:graphicFrameChg chg="add del modGraphic">
          <ac:chgData name="Sohag Kabir" userId="e9b0da40-aef8-480a-bb63-d1daacecf555" providerId="ADAL" clId="{C0FDB04E-6320-4A0C-A5C9-BF738384E02A}" dt="2024-10-10T17:23:57.881" v="2671" actId="27309"/>
          <ac:graphicFrameMkLst>
            <pc:docMk/>
            <pc:sldMk cId="3151991894" sldId="353"/>
            <ac:graphicFrameMk id="4" creationId="{6B011684-C26E-5BBE-3260-E9B4423D0753}"/>
          </ac:graphicFrameMkLst>
        </pc:graphicFrameChg>
        <pc:picChg chg="add mod modCrop">
          <ac:chgData name="Sohag Kabir" userId="e9b0da40-aef8-480a-bb63-d1daacecf555" providerId="ADAL" clId="{C0FDB04E-6320-4A0C-A5C9-BF738384E02A}" dt="2024-10-10T17:45:01.877" v="2737" actId="1076"/>
          <ac:picMkLst>
            <pc:docMk/>
            <pc:sldMk cId="3151991894" sldId="353"/>
            <ac:picMk id="8" creationId="{AB1277CC-734B-2279-668E-6E93827068C7}"/>
          </ac:picMkLst>
        </pc:picChg>
        <pc:picChg chg="add mod">
          <ac:chgData name="Sohag Kabir" userId="e9b0da40-aef8-480a-bb63-d1daacecf555" providerId="ADAL" clId="{C0FDB04E-6320-4A0C-A5C9-BF738384E02A}" dt="2024-10-10T18:10:19.495" v="3154" actId="692"/>
          <ac:picMkLst>
            <pc:docMk/>
            <pc:sldMk cId="3151991894" sldId="353"/>
            <ac:picMk id="14" creationId="{8FFF5F64-82DD-4EF5-013C-956DEE3E4D78}"/>
          </ac:picMkLst>
        </pc:picChg>
      </pc:sldChg>
      <pc:sldChg chg="add">
        <pc:chgData name="Sohag Kabir" userId="e9b0da40-aef8-480a-bb63-d1daacecf555" providerId="ADAL" clId="{C0FDB04E-6320-4A0C-A5C9-BF738384E02A}" dt="2024-10-11T07:59:29.660" v="3163" actId="2890"/>
        <pc:sldMkLst>
          <pc:docMk/>
          <pc:sldMk cId="1006644024" sldId="354"/>
        </pc:sldMkLst>
      </pc:sldChg>
      <pc:sldChg chg="addSp delSp modSp add mod ord modAnim">
        <pc:chgData name="Sohag Kabir" userId="e9b0da40-aef8-480a-bb63-d1daacecf555" providerId="ADAL" clId="{C0FDB04E-6320-4A0C-A5C9-BF738384E02A}" dt="2024-10-11T08:05:54.232" v="3215" actId="1076"/>
        <pc:sldMkLst>
          <pc:docMk/>
          <pc:sldMk cId="2309226154" sldId="355"/>
        </pc:sldMkLst>
        <pc:spChg chg="mod">
          <ac:chgData name="Sohag Kabir" userId="e9b0da40-aef8-480a-bb63-d1daacecf555" providerId="ADAL" clId="{C0FDB04E-6320-4A0C-A5C9-BF738384E02A}" dt="2024-10-11T08:01:02.311" v="3174" actId="1076"/>
          <ac:spMkLst>
            <pc:docMk/>
            <pc:sldMk cId="2309226154" sldId="355"/>
            <ac:spMk id="2" creationId="{DE13D453-4D7B-47BF-AED4-27D56C3644AA}"/>
          </ac:spMkLst>
        </pc:spChg>
        <pc:spChg chg="add mod">
          <ac:chgData name="Sohag Kabir" userId="e9b0da40-aef8-480a-bb63-d1daacecf555" providerId="ADAL" clId="{C0FDB04E-6320-4A0C-A5C9-BF738384E02A}" dt="2024-10-11T08:05:54.232" v="3215" actId="1076"/>
          <ac:spMkLst>
            <pc:docMk/>
            <pc:sldMk cId="2309226154" sldId="355"/>
            <ac:spMk id="4" creationId="{A70827E9-47BE-6FB8-EEFE-26B2B18F6548}"/>
          </ac:spMkLst>
        </pc:spChg>
        <pc:spChg chg="add mod">
          <ac:chgData name="Sohag Kabir" userId="e9b0da40-aef8-480a-bb63-d1daacecf555" providerId="ADAL" clId="{C0FDB04E-6320-4A0C-A5C9-BF738384E02A}" dt="2024-10-11T08:05:45.855" v="3214" actId="1076"/>
          <ac:spMkLst>
            <pc:docMk/>
            <pc:sldMk cId="2309226154" sldId="355"/>
            <ac:spMk id="8" creationId="{82F05F19-507A-BDB5-704F-BB715E645B3B}"/>
          </ac:spMkLst>
        </pc:spChg>
        <pc:spChg chg="del">
          <ac:chgData name="Sohag Kabir" userId="e9b0da40-aef8-480a-bb63-d1daacecf555" providerId="ADAL" clId="{C0FDB04E-6320-4A0C-A5C9-BF738384E02A}" dt="2024-10-11T08:00:52.232" v="3171" actId="478"/>
          <ac:spMkLst>
            <pc:docMk/>
            <pc:sldMk cId="2309226154" sldId="355"/>
            <ac:spMk id="10" creationId="{C1D48325-1DA4-4700-C4E9-FEE294F93B7E}"/>
          </ac:spMkLst>
        </pc:spChg>
        <pc:graphicFrameChg chg="add mod">
          <ac:chgData name="Sohag Kabir" userId="e9b0da40-aef8-480a-bb63-d1daacecf555" providerId="ADAL" clId="{C0FDB04E-6320-4A0C-A5C9-BF738384E02A}" dt="2024-10-11T08:03:43.803" v="3191" actId="1076"/>
          <ac:graphicFrameMkLst>
            <pc:docMk/>
            <pc:sldMk cId="2309226154" sldId="355"/>
            <ac:graphicFrameMk id="3" creationId="{DE8E47A9-4274-E6CD-0831-9DDCCB95EF18}"/>
          </ac:graphicFrameMkLst>
        </pc:graphicFrameChg>
      </pc:sldChg>
      <pc:sldChg chg="modSp add mod">
        <pc:chgData name="Sohag Kabir" userId="e9b0da40-aef8-480a-bb63-d1daacecf555" providerId="ADAL" clId="{C0FDB04E-6320-4A0C-A5C9-BF738384E02A}" dt="2024-10-11T08:09:54.803" v="3261" actId="313"/>
        <pc:sldMkLst>
          <pc:docMk/>
          <pc:sldMk cId="2096277952" sldId="356"/>
        </pc:sldMkLst>
        <pc:spChg chg="mod">
          <ac:chgData name="Sohag Kabir" userId="e9b0da40-aef8-480a-bb63-d1daacecf555" providerId="ADAL" clId="{C0FDB04E-6320-4A0C-A5C9-BF738384E02A}" dt="2024-10-11T08:09:54.803" v="3261" actId="313"/>
          <ac:spMkLst>
            <pc:docMk/>
            <pc:sldMk cId="2096277952" sldId="356"/>
            <ac:spMk id="4" creationId="{A70827E9-47BE-6FB8-EEFE-26B2B18F6548}"/>
          </ac:spMkLst>
        </pc:spChg>
      </pc:sldChg>
      <pc:sldChg chg="addSp delSp modSp add mod delAnim modAnim modNotesTx">
        <pc:chgData name="Sohag Kabir" userId="e9b0da40-aef8-480a-bb63-d1daacecf555" providerId="ADAL" clId="{C0FDB04E-6320-4A0C-A5C9-BF738384E02A}" dt="2024-10-11T10:36:13.248" v="4366" actId="20577"/>
        <pc:sldMkLst>
          <pc:docMk/>
          <pc:sldMk cId="3468557606" sldId="357"/>
        </pc:sldMkLst>
        <pc:spChg chg="mod">
          <ac:chgData name="Sohag Kabir" userId="e9b0da40-aef8-480a-bb63-d1daacecf555" providerId="ADAL" clId="{C0FDB04E-6320-4A0C-A5C9-BF738384E02A}" dt="2024-10-11T09:16:06.376" v="3920" actId="20577"/>
          <ac:spMkLst>
            <pc:docMk/>
            <pc:sldMk cId="3468557606" sldId="357"/>
            <ac:spMk id="3" creationId="{DF7E6C27-91AB-02A3-B028-9E0372BEC0F2}"/>
          </ac:spMkLst>
        </pc:spChg>
        <pc:spChg chg="mod">
          <ac:chgData name="Sohag Kabir" userId="e9b0da40-aef8-480a-bb63-d1daacecf555" providerId="ADAL" clId="{C0FDB04E-6320-4A0C-A5C9-BF738384E02A}" dt="2024-10-11T09:20:03.282" v="3936" actId="1076"/>
          <ac:spMkLst>
            <pc:docMk/>
            <pc:sldMk cId="3468557606" sldId="357"/>
            <ac:spMk id="8" creationId="{BD17AA22-F50D-C3BC-26FA-545609FC3724}"/>
          </ac:spMkLst>
        </pc:spChg>
        <pc:spChg chg="mod">
          <ac:chgData name="Sohag Kabir" userId="e9b0da40-aef8-480a-bb63-d1daacecf555" providerId="ADAL" clId="{C0FDB04E-6320-4A0C-A5C9-BF738384E02A}" dt="2024-10-11T09:20:38.358" v="3938" actId="207"/>
          <ac:spMkLst>
            <pc:docMk/>
            <pc:sldMk cId="3468557606" sldId="357"/>
            <ac:spMk id="10" creationId="{94A5BB6C-CA0B-7297-EC46-965DDC1B1198}"/>
          </ac:spMkLst>
        </pc:spChg>
        <pc:spChg chg="mod">
          <ac:chgData name="Sohag Kabir" userId="e9b0da40-aef8-480a-bb63-d1daacecf555" providerId="ADAL" clId="{C0FDB04E-6320-4A0C-A5C9-BF738384E02A}" dt="2024-10-11T09:20:13.025" v="3937" actId="1076"/>
          <ac:spMkLst>
            <pc:docMk/>
            <pc:sldMk cId="3468557606" sldId="357"/>
            <ac:spMk id="11" creationId="{683E5EE6-58FE-4275-C28F-198DC4408379}"/>
          </ac:spMkLst>
        </pc:spChg>
        <pc:spChg chg="mod">
          <ac:chgData name="Sohag Kabir" userId="e9b0da40-aef8-480a-bb63-d1daacecf555" providerId="ADAL" clId="{C0FDB04E-6320-4A0C-A5C9-BF738384E02A}" dt="2024-10-11T09:17:44.729" v="3925" actId="14100"/>
          <ac:spMkLst>
            <pc:docMk/>
            <pc:sldMk cId="3468557606" sldId="357"/>
            <ac:spMk id="14" creationId="{2229F243-2D24-B1B8-2B47-47BD43D54DF8}"/>
          </ac:spMkLst>
        </pc:spChg>
        <pc:spChg chg="del">
          <ac:chgData name="Sohag Kabir" userId="e9b0da40-aef8-480a-bb63-d1daacecf555" providerId="ADAL" clId="{C0FDB04E-6320-4A0C-A5C9-BF738384E02A}" dt="2024-10-11T09:05:18.387" v="3809" actId="478"/>
          <ac:spMkLst>
            <pc:docMk/>
            <pc:sldMk cId="3468557606" sldId="357"/>
            <ac:spMk id="15" creationId="{131A865D-0863-79BD-CA96-FC5F940E47F6}"/>
          </ac:spMkLst>
        </pc:spChg>
        <pc:spChg chg="mod">
          <ac:chgData name="Sohag Kabir" userId="e9b0da40-aef8-480a-bb63-d1daacecf555" providerId="ADAL" clId="{C0FDB04E-6320-4A0C-A5C9-BF738384E02A}" dt="2024-10-11T10:36:13.248" v="4366" actId="20577"/>
          <ac:spMkLst>
            <pc:docMk/>
            <pc:sldMk cId="3468557606" sldId="357"/>
            <ac:spMk id="16" creationId="{AF822687-54C4-33E0-310F-F422E0C43B91}"/>
          </ac:spMkLst>
        </pc:spChg>
        <pc:grpChg chg="add mod">
          <ac:chgData name="Sohag Kabir" userId="e9b0da40-aef8-480a-bb63-d1daacecf555" providerId="ADAL" clId="{C0FDB04E-6320-4A0C-A5C9-BF738384E02A}" dt="2024-10-11T09:19:59.971" v="3935" actId="1076"/>
          <ac:grpSpMkLst>
            <pc:docMk/>
            <pc:sldMk cId="3468557606" sldId="357"/>
            <ac:grpSpMk id="2" creationId="{AAC54990-796C-CE8C-5EF1-9DDEBA0D0720}"/>
          </ac:grpSpMkLst>
        </pc:grpChg>
        <pc:grpChg chg="add mod">
          <ac:chgData name="Sohag Kabir" userId="e9b0da40-aef8-480a-bb63-d1daacecf555" providerId="ADAL" clId="{C0FDB04E-6320-4A0C-A5C9-BF738384E02A}" dt="2024-10-11T09:18:49.473" v="3931" actId="1076"/>
          <ac:grpSpMkLst>
            <pc:docMk/>
            <pc:sldMk cId="3468557606" sldId="357"/>
            <ac:grpSpMk id="9" creationId="{6E3DAC08-6FD2-E3BC-B201-F41EA81B10CD}"/>
          </ac:grpSpMkLst>
        </pc:grpChg>
        <pc:grpChg chg="mod">
          <ac:chgData name="Sohag Kabir" userId="e9b0da40-aef8-480a-bb63-d1daacecf555" providerId="ADAL" clId="{C0FDB04E-6320-4A0C-A5C9-BF738384E02A}" dt="2024-10-11T09:18:39.097" v="3930" actId="1076"/>
          <ac:grpSpMkLst>
            <pc:docMk/>
            <pc:sldMk cId="3468557606" sldId="357"/>
            <ac:grpSpMk id="12" creationId="{CFB42017-8763-0487-2B2E-23D8A55F4295}"/>
          </ac:grpSpMkLst>
        </pc:grpChg>
        <pc:grpChg chg="del">
          <ac:chgData name="Sohag Kabir" userId="e9b0da40-aef8-480a-bb63-d1daacecf555" providerId="ADAL" clId="{C0FDB04E-6320-4A0C-A5C9-BF738384E02A}" dt="2024-10-11T09:05:19.403" v="3810" actId="478"/>
          <ac:grpSpMkLst>
            <pc:docMk/>
            <pc:sldMk cId="3468557606" sldId="357"/>
            <ac:grpSpMk id="19" creationId="{3B161315-E675-612C-9C7F-520E4AE880EC}"/>
          </ac:grpSpMkLst>
        </pc:grpChg>
        <pc:grpChg chg="del">
          <ac:chgData name="Sohag Kabir" userId="e9b0da40-aef8-480a-bb63-d1daacecf555" providerId="ADAL" clId="{C0FDB04E-6320-4A0C-A5C9-BF738384E02A}" dt="2024-10-11T09:05:21.410" v="3811" actId="478"/>
          <ac:grpSpMkLst>
            <pc:docMk/>
            <pc:sldMk cId="3468557606" sldId="357"/>
            <ac:grpSpMk id="23" creationId="{70FFE0CA-038B-56A7-AD9E-4ADD7B4758F4}"/>
          </ac:grpSpMkLst>
        </pc:grpChg>
        <pc:graphicFrameChg chg="mod modGraphic">
          <ac:chgData name="Sohag Kabir" userId="e9b0da40-aef8-480a-bb63-d1daacecf555" providerId="ADAL" clId="{C0FDB04E-6320-4A0C-A5C9-BF738384E02A}" dt="2024-10-11T09:18:31.281" v="3928" actId="1076"/>
          <ac:graphicFrameMkLst>
            <pc:docMk/>
            <pc:sldMk cId="3468557606" sldId="357"/>
            <ac:graphicFrameMk id="5" creationId="{03D1EEBC-5E9F-5FA8-2058-9DC6CE6FBD94}"/>
          </ac:graphicFrameMkLst>
        </pc:graphicFrameChg>
      </pc:sldChg>
      <pc:sldChg chg="addSp delSp modSp add mod delAnim modAnim">
        <pc:chgData name="Sohag Kabir" userId="e9b0da40-aef8-480a-bb63-d1daacecf555" providerId="ADAL" clId="{C0FDB04E-6320-4A0C-A5C9-BF738384E02A}" dt="2024-10-11T09:42:36.420" v="4221" actId="20577"/>
        <pc:sldMkLst>
          <pc:docMk/>
          <pc:sldMk cId="1718556749" sldId="358"/>
        </pc:sldMkLst>
        <pc:spChg chg="mod topLvl">
          <ac:chgData name="Sohag Kabir" userId="e9b0da40-aef8-480a-bb63-d1daacecf555" providerId="ADAL" clId="{C0FDB04E-6320-4A0C-A5C9-BF738384E02A}" dt="2024-10-11T09:42:36.420" v="4221" actId="20577"/>
          <ac:spMkLst>
            <pc:docMk/>
            <pc:sldMk cId="1718556749" sldId="358"/>
            <ac:spMk id="3" creationId="{DF7E6C27-91AB-02A3-B028-9E0372BEC0F2}"/>
          </ac:spMkLst>
        </pc:spChg>
        <pc:spChg chg="mod">
          <ac:chgData name="Sohag Kabir" userId="e9b0da40-aef8-480a-bb63-d1daacecf555" providerId="ADAL" clId="{C0FDB04E-6320-4A0C-A5C9-BF738384E02A}" dt="2024-10-11T09:28:35.614" v="4053" actId="6549"/>
          <ac:spMkLst>
            <pc:docMk/>
            <pc:sldMk cId="1718556749" sldId="358"/>
            <ac:spMk id="7" creationId="{3C2234EB-1FDB-08CF-503D-A30E94E406B1}"/>
          </ac:spMkLst>
        </pc:spChg>
        <pc:spChg chg="del mod topLvl">
          <ac:chgData name="Sohag Kabir" userId="e9b0da40-aef8-480a-bb63-d1daacecf555" providerId="ADAL" clId="{C0FDB04E-6320-4A0C-A5C9-BF738384E02A}" dt="2024-10-11T09:26:26.955" v="4004" actId="478"/>
          <ac:spMkLst>
            <pc:docMk/>
            <pc:sldMk cId="1718556749" sldId="358"/>
            <ac:spMk id="8" creationId="{BD17AA22-F50D-C3BC-26FA-545609FC3724}"/>
          </ac:spMkLst>
        </pc:spChg>
        <pc:spChg chg="del topLvl">
          <ac:chgData name="Sohag Kabir" userId="e9b0da40-aef8-480a-bb63-d1daacecf555" providerId="ADAL" clId="{C0FDB04E-6320-4A0C-A5C9-BF738384E02A}" dt="2024-10-11T09:22:04.432" v="3941" actId="478"/>
          <ac:spMkLst>
            <pc:docMk/>
            <pc:sldMk cId="1718556749" sldId="358"/>
            <ac:spMk id="10" creationId="{94A5BB6C-CA0B-7297-EC46-965DDC1B1198}"/>
          </ac:spMkLst>
        </pc:spChg>
        <pc:spChg chg="del topLvl">
          <ac:chgData name="Sohag Kabir" userId="e9b0da40-aef8-480a-bb63-d1daacecf555" providerId="ADAL" clId="{C0FDB04E-6320-4A0C-A5C9-BF738384E02A}" dt="2024-10-11T09:22:03.244" v="3940" actId="478"/>
          <ac:spMkLst>
            <pc:docMk/>
            <pc:sldMk cId="1718556749" sldId="358"/>
            <ac:spMk id="11" creationId="{683E5EE6-58FE-4275-C28F-198DC4408379}"/>
          </ac:spMkLst>
        </pc:spChg>
        <pc:spChg chg="del topLvl">
          <ac:chgData name="Sohag Kabir" userId="e9b0da40-aef8-480a-bb63-d1daacecf555" providerId="ADAL" clId="{C0FDB04E-6320-4A0C-A5C9-BF738384E02A}" dt="2024-10-11T09:22:10.819" v="3943" actId="478"/>
          <ac:spMkLst>
            <pc:docMk/>
            <pc:sldMk cId="1718556749" sldId="358"/>
            <ac:spMk id="14" creationId="{2229F243-2D24-B1B8-2B47-47BD43D54DF8}"/>
          </ac:spMkLst>
        </pc:spChg>
        <pc:spChg chg="del topLvl">
          <ac:chgData name="Sohag Kabir" userId="e9b0da40-aef8-480a-bb63-d1daacecf555" providerId="ADAL" clId="{C0FDB04E-6320-4A0C-A5C9-BF738384E02A}" dt="2024-10-11T09:22:09.232" v="3942" actId="478"/>
          <ac:spMkLst>
            <pc:docMk/>
            <pc:sldMk cId="1718556749" sldId="358"/>
            <ac:spMk id="16" creationId="{AF822687-54C4-33E0-310F-F422E0C43B91}"/>
          </ac:spMkLst>
        </pc:spChg>
        <pc:spChg chg="add mod">
          <ac:chgData name="Sohag Kabir" userId="e9b0da40-aef8-480a-bb63-d1daacecf555" providerId="ADAL" clId="{C0FDB04E-6320-4A0C-A5C9-BF738384E02A}" dt="2024-10-11T09:29:18.479" v="4055" actId="1076"/>
          <ac:spMkLst>
            <pc:docMk/>
            <pc:sldMk cId="1718556749" sldId="358"/>
            <ac:spMk id="19" creationId="{8A65FA6E-EFFF-3712-CE18-BE4198A7A029}"/>
          </ac:spMkLst>
        </pc:spChg>
        <pc:grpChg chg="del">
          <ac:chgData name="Sohag Kabir" userId="e9b0da40-aef8-480a-bb63-d1daacecf555" providerId="ADAL" clId="{C0FDB04E-6320-4A0C-A5C9-BF738384E02A}" dt="2024-10-11T09:26:26.955" v="4004" actId="478"/>
          <ac:grpSpMkLst>
            <pc:docMk/>
            <pc:sldMk cId="1718556749" sldId="358"/>
            <ac:grpSpMk id="2" creationId="{AAC54990-796C-CE8C-5EF1-9DDEBA0D0720}"/>
          </ac:grpSpMkLst>
        </pc:grpChg>
        <pc:grpChg chg="del">
          <ac:chgData name="Sohag Kabir" userId="e9b0da40-aef8-480a-bb63-d1daacecf555" providerId="ADAL" clId="{C0FDB04E-6320-4A0C-A5C9-BF738384E02A}" dt="2024-10-11T09:22:09.232" v="3942" actId="478"/>
          <ac:grpSpMkLst>
            <pc:docMk/>
            <pc:sldMk cId="1718556749" sldId="358"/>
            <ac:grpSpMk id="9" creationId="{6E3DAC08-6FD2-E3BC-B201-F41EA81B10CD}"/>
          </ac:grpSpMkLst>
        </pc:grpChg>
        <pc:grpChg chg="del">
          <ac:chgData name="Sohag Kabir" userId="e9b0da40-aef8-480a-bb63-d1daacecf555" providerId="ADAL" clId="{C0FDB04E-6320-4A0C-A5C9-BF738384E02A}" dt="2024-10-11T09:22:03.244" v="3940" actId="478"/>
          <ac:grpSpMkLst>
            <pc:docMk/>
            <pc:sldMk cId="1718556749" sldId="358"/>
            <ac:grpSpMk id="12" creationId="{CFB42017-8763-0487-2B2E-23D8A55F4295}"/>
          </ac:grpSpMkLst>
        </pc:grpChg>
        <pc:graphicFrameChg chg="modGraphic">
          <ac:chgData name="Sohag Kabir" userId="e9b0da40-aef8-480a-bb63-d1daacecf555" providerId="ADAL" clId="{C0FDB04E-6320-4A0C-A5C9-BF738384E02A}" dt="2024-10-11T09:27:48.648" v="4039" actId="20577"/>
          <ac:graphicFrameMkLst>
            <pc:docMk/>
            <pc:sldMk cId="1718556749" sldId="358"/>
            <ac:graphicFrameMk id="5" creationId="{03D1EEBC-5E9F-5FA8-2058-9DC6CE6FBD94}"/>
          </ac:graphicFrameMkLst>
        </pc:graphicFrameChg>
        <pc:graphicFrameChg chg="add del mod">
          <ac:chgData name="Sohag Kabir" userId="e9b0da40-aef8-480a-bb63-d1daacecf555" providerId="ADAL" clId="{C0FDB04E-6320-4A0C-A5C9-BF738384E02A}" dt="2024-10-11T09:22:47.418" v="3948" actId="3680"/>
          <ac:graphicFrameMkLst>
            <pc:docMk/>
            <pc:sldMk cId="1718556749" sldId="358"/>
            <ac:graphicFrameMk id="15" creationId="{BEE6F8D3-37FA-D1B8-FE48-FAA469ED9FF6}"/>
          </ac:graphicFrameMkLst>
        </pc:graphicFrameChg>
        <pc:graphicFrameChg chg="add mod modGraphic">
          <ac:chgData name="Sohag Kabir" userId="e9b0da40-aef8-480a-bb63-d1daacecf555" providerId="ADAL" clId="{C0FDB04E-6320-4A0C-A5C9-BF738384E02A}" dt="2024-10-11T09:32:51.122" v="4177" actId="20577"/>
          <ac:graphicFrameMkLst>
            <pc:docMk/>
            <pc:sldMk cId="1718556749" sldId="358"/>
            <ac:graphicFrameMk id="17" creationId="{43AFE39C-19BD-293E-064B-144571D6E3AD}"/>
          </ac:graphicFrameMkLst>
        </pc:graphicFrameChg>
      </pc:sldChg>
      <pc:sldMasterChg chg="modSldLayout">
        <pc:chgData name="Sohag Kabir" userId="e9b0da40-aef8-480a-bb63-d1daacecf555" providerId="ADAL" clId="{C0FDB04E-6320-4A0C-A5C9-BF738384E02A}" dt="2024-10-09T16:53:08.741" v="1323" actId="478"/>
        <pc:sldMasterMkLst>
          <pc:docMk/>
          <pc:sldMasterMk cId="0" sldId="2147483648"/>
        </pc:sldMasterMkLst>
        <pc:sldLayoutChg chg="delSp modSp">
          <pc:chgData name="Sohag Kabir" userId="e9b0da40-aef8-480a-bb63-d1daacecf555" providerId="ADAL" clId="{C0FDB04E-6320-4A0C-A5C9-BF738384E02A}" dt="2024-10-09T16:53:08.741" v="1323" actId="478"/>
          <pc:sldLayoutMkLst>
            <pc:docMk/>
            <pc:sldMasterMk cId="0" sldId="2147483648"/>
            <pc:sldLayoutMk cId="2508899091" sldId="2147484190"/>
          </pc:sldLayoutMkLst>
          <pc:picChg chg="del mod">
            <ac:chgData name="Sohag Kabir" userId="e9b0da40-aef8-480a-bb63-d1daacecf555" providerId="ADAL" clId="{C0FDB04E-6320-4A0C-A5C9-BF738384E02A}" dt="2024-10-09T16:53:08.741" v="1323" actId="478"/>
            <ac:picMkLst>
              <pc:docMk/>
              <pc:sldMasterMk cId="0" sldId="2147483648"/>
              <pc:sldLayoutMk cId="2508899091" sldId="2147484190"/>
              <ac:picMk id="5" creationId="{00000000-0000-0000-0000-000000000000}"/>
            </ac:picMkLst>
          </pc:picChg>
        </pc:sldLayoutChg>
      </pc:sldMasterChg>
    </pc:docChg>
  </pc:docChgLst>
  <pc:docChgLst>
    <pc:chgData name="Sohag Kabir" userId="e9b0da40-aef8-480a-bb63-d1daacecf555" providerId="ADAL" clId="{1C744593-6C56-47B8-8E2D-8F322745BDAD}"/>
    <pc:docChg chg="undo custSel addSld delSld modSld">
      <pc:chgData name="Sohag Kabir" userId="e9b0da40-aef8-480a-bb63-d1daacecf555" providerId="ADAL" clId="{1C744593-6C56-47B8-8E2D-8F322745BDAD}" dt="2024-11-03T12:44:28.669" v="2137" actId="1076"/>
      <pc:docMkLst>
        <pc:docMk/>
      </pc:docMkLst>
      <pc:sldChg chg="modSp mod">
        <pc:chgData name="Sohag Kabir" userId="e9b0da40-aef8-480a-bb63-d1daacecf555" providerId="ADAL" clId="{1C744593-6C56-47B8-8E2D-8F322745BDAD}" dt="2024-11-01T09:56:26.139" v="0"/>
        <pc:sldMkLst>
          <pc:docMk/>
          <pc:sldMk cId="2795566495" sldId="256"/>
        </pc:sldMkLst>
        <pc:spChg chg="mod">
          <ac:chgData name="Sohag Kabir" userId="e9b0da40-aef8-480a-bb63-d1daacecf555" providerId="ADAL" clId="{1C744593-6C56-47B8-8E2D-8F322745BDAD}" dt="2024-11-01T09:56:26.139" v="0"/>
          <ac:spMkLst>
            <pc:docMk/>
            <pc:sldMk cId="2795566495" sldId="256"/>
            <ac:spMk id="7" creationId="{2A7F24C1-BF6E-43D8-A57F-60FFBF172E51}"/>
          </ac:spMkLst>
        </pc:spChg>
      </pc:sldChg>
      <pc:sldChg chg="addSp delSp modSp mod">
        <pc:chgData name="Sohag Kabir" userId="e9b0da40-aef8-480a-bb63-d1daacecf555" providerId="ADAL" clId="{1C744593-6C56-47B8-8E2D-8F322745BDAD}" dt="2024-11-01T10:01:15.548" v="42" actId="20577"/>
        <pc:sldMkLst>
          <pc:docMk/>
          <pc:sldMk cId="1234101355" sldId="258"/>
        </pc:sldMkLst>
        <pc:spChg chg="mod">
          <ac:chgData name="Sohag Kabir" userId="e9b0da40-aef8-480a-bb63-d1daacecf555" providerId="ADAL" clId="{1C744593-6C56-47B8-8E2D-8F322745BDAD}" dt="2024-11-01T09:56:47.098" v="1"/>
          <ac:spMkLst>
            <pc:docMk/>
            <pc:sldMk cId="1234101355" sldId="258"/>
            <ac:spMk id="2" creationId="{DE13D453-4D7B-47BF-AED4-27D56C3644AA}"/>
          </ac:spMkLst>
        </pc:spChg>
        <pc:spChg chg="del">
          <ac:chgData name="Sohag Kabir" userId="e9b0da40-aef8-480a-bb63-d1daacecf555" providerId="ADAL" clId="{1C744593-6C56-47B8-8E2D-8F322745BDAD}" dt="2024-11-01T09:56:49.657" v="2" actId="478"/>
          <ac:spMkLst>
            <pc:docMk/>
            <pc:sldMk cId="1234101355" sldId="258"/>
            <ac:spMk id="3" creationId="{2FEE6F10-BAF0-90B1-17AF-10D6EFC928B2}"/>
          </ac:spMkLst>
        </pc:spChg>
        <pc:spChg chg="add del mod">
          <ac:chgData name="Sohag Kabir" userId="e9b0da40-aef8-480a-bb63-d1daacecf555" providerId="ADAL" clId="{1C744593-6C56-47B8-8E2D-8F322745BDAD}" dt="2024-11-01T09:56:52.102" v="3" actId="478"/>
          <ac:spMkLst>
            <pc:docMk/>
            <pc:sldMk cId="1234101355" sldId="258"/>
            <ac:spMk id="4" creationId="{F60FEB52-66A6-9E5C-5AF7-9CBABB90D4B0}"/>
          </ac:spMkLst>
        </pc:spChg>
        <pc:spChg chg="add del mod">
          <ac:chgData name="Sohag Kabir" userId="e9b0da40-aef8-480a-bb63-d1daacecf555" providerId="ADAL" clId="{1C744593-6C56-47B8-8E2D-8F322745BDAD}" dt="2024-11-01T09:57:07.221" v="5"/>
          <ac:spMkLst>
            <pc:docMk/>
            <pc:sldMk cId="1234101355" sldId="258"/>
            <ac:spMk id="5" creationId="{58B858DB-0844-4384-971A-5D5460645B86}"/>
          </ac:spMkLst>
        </pc:spChg>
        <pc:spChg chg="add mod">
          <ac:chgData name="Sohag Kabir" userId="e9b0da40-aef8-480a-bb63-d1daacecf555" providerId="ADAL" clId="{1C744593-6C56-47B8-8E2D-8F322745BDAD}" dt="2024-11-01T10:01:15.548" v="42" actId="20577"/>
          <ac:spMkLst>
            <pc:docMk/>
            <pc:sldMk cId="1234101355" sldId="258"/>
            <ac:spMk id="8" creationId="{6EDEE5A8-4100-3011-D9EC-9F66AE6FE78C}"/>
          </ac:spMkLst>
        </pc:spChg>
      </pc:sldChg>
      <pc:sldChg chg="addSp delSp modSp mod delAnim modAnim">
        <pc:chgData name="Sohag Kabir" userId="e9b0da40-aef8-480a-bb63-d1daacecf555" providerId="ADAL" clId="{1C744593-6C56-47B8-8E2D-8F322745BDAD}" dt="2024-11-03T12:38:35.727" v="2111" actId="207"/>
        <pc:sldMkLst>
          <pc:docMk/>
          <pc:sldMk cId="616367942" sldId="279"/>
        </pc:sldMkLst>
        <pc:spChg chg="mod">
          <ac:chgData name="Sohag Kabir" userId="e9b0da40-aef8-480a-bb63-d1daacecf555" providerId="ADAL" clId="{1C744593-6C56-47B8-8E2D-8F322745BDAD}" dt="2024-11-01T10:03:55.239" v="56" actId="20577"/>
          <ac:spMkLst>
            <pc:docMk/>
            <pc:sldMk cId="616367942" sldId="279"/>
            <ac:spMk id="2" creationId="{DE13D453-4D7B-47BF-AED4-27D56C3644AA}"/>
          </ac:spMkLst>
        </pc:spChg>
        <pc:spChg chg="add mod">
          <ac:chgData name="Sohag Kabir" userId="e9b0da40-aef8-480a-bb63-d1daacecf555" providerId="ADAL" clId="{1C744593-6C56-47B8-8E2D-8F322745BDAD}" dt="2024-11-03T12:38:35.727" v="2111" actId="207"/>
          <ac:spMkLst>
            <pc:docMk/>
            <pc:sldMk cId="616367942" sldId="279"/>
            <ac:spMk id="4" creationId="{DA18133F-B1B9-780E-4BEC-4D0626A2AF33}"/>
          </ac:spMkLst>
        </pc:spChg>
        <pc:spChg chg="del">
          <ac:chgData name="Sohag Kabir" userId="e9b0da40-aef8-480a-bb63-d1daacecf555" providerId="ADAL" clId="{1C744593-6C56-47B8-8E2D-8F322745BDAD}" dt="2024-11-01T10:03:32.982" v="46" actId="478"/>
          <ac:spMkLst>
            <pc:docMk/>
            <pc:sldMk cId="616367942" sldId="279"/>
            <ac:spMk id="5" creationId="{18DFA727-64E9-BA34-41A1-882198C56CDF}"/>
          </ac:spMkLst>
        </pc:spChg>
        <pc:spChg chg="del">
          <ac:chgData name="Sohag Kabir" userId="e9b0da40-aef8-480a-bb63-d1daacecf555" providerId="ADAL" clId="{1C744593-6C56-47B8-8E2D-8F322745BDAD}" dt="2024-11-01T10:03:29.584" v="44" actId="478"/>
          <ac:spMkLst>
            <pc:docMk/>
            <pc:sldMk cId="616367942" sldId="279"/>
            <ac:spMk id="13" creationId="{DFF9B9AC-79F0-6A46-4987-52DF46DB563E}"/>
          </ac:spMkLst>
        </pc:spChg>
        <pc:spChg chg="add mod">
          <ac:chgData name="Sohag Kabir" userId="e9b0da40-aef8-480a-bb63-d1daacecf555" providerId="ADAL" clId="{1C744593-6C56-47B8-8E2D-8F322745BDAD}" dt="2024-11-03T12:35:37.242" v="2106" actId="1036"/>
          <ac:spMkLst>
            <pc:docMk/>
            <pc:sldMk cId="616367942" sldId="279"/>
            <ac:spMk id="15" creationId="{DA3CBB48-6F77-B6B7-D66B-E45BD7FAFE4D}"/>
          </ac:spMkLst>
        </pc:spChg>
        <pc:spChg chg="add del mod">
          <ac:chgData name="Sohag Kabir" userId="e9b0da40-aef8-480a-bb63-d1daacecf555" providerId="ADAL" clId="{1C744593-6C56-47B8-8E2D-8F322745BDAD}" dt="2024-11-01T11:11:15.484" v="152" actId="21"/>
          <ac:spMkLst>
            <pc:docMk/>
            <pc:sldMk cId="616367942" sldId="279"/>
            <ac:spMk id="17" creationId="{BF4846FB-264F-2D66-E454-0F5989C4C32B}"/>
          </ac:spMkLst>
        </pc:spChg>
        <pc:grpChg chg="del">
          <ac:chgData name="Sohag Kabir" userId="e9b0da40-aef8-480a-bb63-d1daacecf555" providerId="ADAL" clId="{1C744593-6C56-47B8-8E2D-8F322745BDAD}" dt="2024-11-01T10:03:27.674" v="43" actId="478"/>
          <ac:grpSpMkLst>
            <pc:docMk/>
            <pc:sldMk cId="616367942" sldId="279"/>
            <ac:grpSpMk id="11" creationId="{5159FFAA-77DD-D714-CCC0-37D05CA87AC5}"/>
          </ac:grpSpMkLst>
        </pc:grpChg>
        <pc:cxnChg chg="del">
          <ac:chgData name="Sohag Kabir" userId="e9b0da40-aef8-480a-bb63-d1daacecf555" providerId="ADAL" clId="{1C744593-6C56-47B8-8E2D-8F322745BDAD}" dt="2024-11-01T10:03:30.486" v="45" actId="478"/>
          <ac:cxnSpMkLst>
            <pc:docMk/>
            <pc:sldMk cId="616367942" sldId="279"/>
            <ac:cxnSpMk id="12" creationId="{8B131CF7-F12C-0AED-1C64-9644413407DD}"/>
          </ac:cxnSpMkLst>
        </pc:cxnChg>
      </pc:sldChg>
      <pc:sldChg chg="addSp delSp modSp mod">
        <pc:chgData name="Sohag Kabir" userId="e9b0da40-aef8-480a-bb63-d1daacecf555" providerId="ADAL" clId="{1C744593-6C56-47B8-8E2D-8F322745BDAD}" dt="2024-11-03T12:39:30.953" v="2114" actId="207"/>
        <pc:sldMkLst>
          <pc:docMk/>
          <pc:sldMk cId="4080867092" sldId="328"/>
        </pc:sldMkLst>
        <pc:spChg chg="mod">
          <ac:chgData name="Sohag Kabir" userId="e9b0da40-aef8-480a-bb63-d1daacecf555" providerId="ADAL" clId="{1C744593-6C56-47B8-8E2D-8F322745BDAD}" dt="2024-11-01T11:07:37.696" v="110"/>
          <ac:spMkLst>
            <pc:docMk/>
            <pc:sldMk cId="4080867092" sldId="328"/>
            <ac:spMk id="2" creationId="{DE13D453-4D7B-47BF-AED4-27D56C3644AA}"/>
          </ac:spMkLst>
        </pc:spChg>
        <pc:spChg chg="add mod">
          <ac:chgData name="Sohag Kabir" userId="e9b0da40-aef8-480a-bb63-d1daacecf555" providerId="ADAL" clId="{1C744593-6C56-47B8-8E2D-8F322745BDAD}" dt="2024-11-03T12:39:30.953" v="2114" actId="207"/>
          <ac:spMkLst>
            <pc:docMk/>
            <pc:sldMk cId="4080867092" sldId="328"/>
            <ac:spMk id="3" creationId="{C5753561-433C-6ED5-A65F-D25F9210DBE7}"/>
          </ac:spMkLst>
        </pc:spChg>
        <pc:spChg chg="del">
          <ac:chgData name="Sohag Kabir" userId="e9b0da40-aef8-480a-bb63-d1daacecf555" providerId="ADAL" clId="{1C744593-6C56-47B8-8E2D-8F322745BDAD}" dt="2024-11-01T11:07:29.367" v="109" actId="478"/>
          <ac:spMkLst>
            <pc:docMk/>
            <pc:sldMk cId="4080867092" sldId="328"/>
            <ac:spMk id="19" creationId="{7E3D96B4-E318-0FF1-EF5B-AE38B4282988}"/>
          </ac:spMkLst>
        </pc:spChg>
        <pc:spChg chg="del">
          <ac:chgData name="Sohag Kabir" userId="e9b0da40-aef8-480a-bb63-d1daacecf555" providerId="ADAL" clId="{1C744593-6C56-47B8-8E2D-8F322745BDAD}" dt="2024-11-01T11:07:29.367" v="109" actId="478"/>
          <ac:spMkLst>
            <pc:docMk/>
            <pc:sldMk cId="4080867092" sldId="328"/>
            <ac:spMk id="21" creationId="{E77CAB92-8C0B-5AD4-30D7-C21DEC0951FB}"/>
          </ac:spMkLst>
        </pc:spChg>
        <pc:spChg chg="del">
          <ac:chgData name="Sohag Kabir" userId="e9b0da40-aef8-480a-bb63-d1daacecf555" providerId="ADAL" clId="{1C744593-6C56-47B8-8E2D-8F322745BDAD}" dt="2024-11-01T11:07:29.367" v="109" actId="478"/>
          <ac:spMkLst>
            <pc:docMk/>
            <pc:sldMk cId="4080867092" sldId="328"/>
            <ac:spMk id="26" creationId="{D8426012-2C32-8A45-BD1A-E10D7BEC9404}"/>
          </ac:spMkLst>
        </pc:spChg>
        <pc:picChg chg="del">
          <ac:chgData name="Sohag Kabir" userId="e9b0da40-aef8-480a-bb63-d1daacecf555" providerId="ADAL" clId="{1C744593-6C56-47B8-8E2D-8F322745BDAD}" dt="2024-11-01T11:07:29.367" v="109" actId="478"/>
          <ac:picMkLst>
            <pc:docMk/>
            <pc:sldMk cId="4080867092" sldId="328"/>
            <ac:picMk id="4" creationId="{5652AECD-799C-813D-B9D8-B2259CAE8258}"/>
          </ac:picMkLst>
        </pc:picChg>
        <pc:picChg chg="del">
          <ac:chgData name="Sohag Kabir" userId="e9b0da40-aef8-480a-bb63-d1daacecf555" providerId="ADAL" clId="{1C744593-6C56-47B8-8E2D-8F322745BDAD}" dt="2024-11-01T11:07:29.367" v="109" actId="478"/>
          <ac:picMkLst>
            <pc:docMk/>
            <pc:sldMk cId="4080867092" sldId="328"/>
            <ac:picMk id="17" creationId="{F2DD315D-5312-A6BA-E9E8-0A0EB944F833}"/>
          </ac:picMkLst>
        </pc:picChg>
        <pc:cxnChg chg="del">
          <ac:chgData name="Sohag Kabir" userId="e9b0da40-aef8-480a-bb63-d1daacecf555" providerId="ADAL" clId="{1C744593-6C56-47B8-8E2D-8F322745BDAD}" dt="2024-11-01T11:07:29.367" v="109" actId="478"/>
          <ac:cxnSpMkLst>
            <pc:docMk/>
            <pc:sldMk cId="4080867092" sldId="328"/>
            <ac:cxnSpMk id="20" creationId="{752C6BA7-4451-C504-0749-CD7ACB91AD62}"/>
          </ac:cxnSpMkLst>
        </pc:cxnChg>
        <pc:cxnChg chg="del">
          <ac:chgData name="Sohag Kabir" userId="e9b0da40-aef8-480a-bb63-d1daacecf555" providerId="ADAL" clId="{1C744593-6C56-47B8-8E2D-8F322745BDAD}" dt="2024-11-01T11:07:29.367" v="109" actId="478"/>
          <ac:cxnSpMkLst>
            <pc:docMk/>
            <pc:sldMk cId="4080867092" sldId="328"/>
            <ac:cxnSpMk id="23" creationId="{26BDD145-B2E8-B44E-0022-76674052D094}"/>
          </ac:cxnSpMkLst>
        </pc:cxnChg>
      </pc:sldChg>
      <pc:sldChg chg="addSp delSp modSp mod modAnim">
        <pc:chgData name="Sohag Kabir" userId="e9b0da40-aef8-480a-bb63-d1daacecf555" providerId="ADAL" clId="{1C744593-6C56-47B8-8E2D-8F322745BDAD}" dt="2024-11-01T11:35:14.367" v="387"/>
        <pc:sldMkLst>
          <pc:docMk/>
          <pc:sldMk cId="327274818" sldId="331"/>
        </pc:sldMkLst>
        <pc:spChg chg="mod">
          <ac:chgData name="Sohag Kabir" userId="e9b0da40-aef8-480a-bb63-d1daacecf555" providerId="ADAL" clId="{1C744593-6C56-47B8-8E2D-8F322745BDAD}" dt="2024-11-01T11:20:42.350" v="321"/>
          <ac:spMkLst>
            <pc:docMk/>
            <pc:sldMk cId="327274818" sldId="331"/>
            <ac:spMk id="2" creationId="{DE13D453-4D7B-47BF-AED4-27D56C3644AA}"/>
          </ac:spMkLst>
        </pc:spChg>
        <pc:spChg chg="add del mod">
          <ac:chgData name="Sohag Kabir" userId="e9b0da40-aef8-480a-bb63-d1daacecf555" providerId="ADAL" clId="{1C744593-6C56-47B8-8E2D-8F322745BDAD}" dt="2024-11-01T11:21:05.968" v="325" actId="478"/>
          <ac:spMkLst>
            <pc:docMk/>
            <pc:sldMk cId="327274818" sldId="331"/>
            <ac:spMk id="3" creationId="{A77CADA1-0FC8-32FD-0A07-387F05EEEB4B}"/>
          </ac:spMkLst>
        </pc:spChg>
        <pc:spChg chg="add del mod">
          <ac:chgData name="Sohag Kabir" userId="e9b0da40-aef8-480a-bb63-d1daacecf555" providerId="ADAL" clId="{1C744593-6C56-47B8-8E2D-8F322745BDAD}" dt="2024-11-01T11:24:28.365" v="329" actId="478"/>
          <ac:spMkLst>
            <pc:docMk/>
            <pc:sldMk cId="327274818" sldId="331"/>
            <ac:spMk id="4" creationId="{E348A144-470A-1C0D-A971-14A0CDFD27AF}"/>
          </ac:spMkLst>
        </pc:spChg>
        <pc:spChg chg="del">
          <ac:chgData name="Sohag Kabir" userId="e9b0da40-aef8-480a-bb63-d1daacecf555" providerId="ADAL" clId="{1C744593-6C56-47B8-8E2D-8F322745BDAD}" dt="2024-11-01T11:20:30.912" v="320" actId="478"/>
          <ac:spMkLst>
            <pc:docMk/>
            <pc:sldMk cId="327274818" sldId="331"/>
            <ac:spMk id="5" creationId="{BA243741-F2E3-682D-72EA-AE76DF20EEE8}"/>
          </ac:spMkLst>
        </pc:spChg>
        <pc:spChg chg="mod">
          <ac:chgData name="Sohag Kabir" userId="e9b0da40-aef8-480a-bb63-d1daacecf555" providerId="ADAL" clId="{1C744593-6C56-47B8-8E2D-8F322745BDAD}" dt="2024-11-01T11:21:03.605" v="324" actId="1076"/>
          <ac:spMkLst>
            <pc:docMk/>
            <pc:sldMk cId="327274818" sldId="331"/>
            <ac:spMk id="11" creationId="{0FB0C26C-1C92-8AEA-3D18-4BF22F978FBF}"/>
          </ac:spMkLst>
        </pc:spChg>
        <pc:spChg chg="mod">
          <ac:chgData name="Sohag Kabir" userId="e9b0da40-aef8-480a-bb63-d1daacecf555" providerId="ADAL" clId="{1C744593-6C56-47B8-8E2D-8F322745BDAD}" dt="2024-11-01T11:21:03.605" v="324" actId="1076"/>
          <ac:spMkLst>
            <pc:docMk/>
            <pc:sldMk cId="327274818" sldId="331"/>
            <ac:spMk id="13" creationId="{5A852AED-E4C7-400D-6024-EF4B5D60CD04}"/>
          </ac:spMkLst>
        </pc:spChg>
        <pc:spChg chg="mod">
          <ac:chgData name="Sohag Kabir" userId="e9b0da40-aef8-480a-bb63-d1daacecf555" providerId="ADAL" clId="{1C744593-6C56-47B8-8E2D-8F322745BDAD}" dt="2024-11-01T11:21:03.605" v="324" actId="1076"/>
          <ac:spMkLst>
            <pc:docMk/>
            <pc:sldMk cId="327274818" sldId="331"/>
            <ac:spMk id="15" creationId="{DD8409E2-5C23-7495-853C-8FAE7A60895F}"/>
          </ac:spMkLst>
        </pc:spChg>
        <pc:spChg chg="mod">
          <ac:chgData name="Sohag Kabir" userId="e9b0da40-aef8-480a-bb63-d1daacecf555" providerId="ADAL" clId="{1C744593-6C56-47B8-8E2D-8F322745BDAD}" dt="2024-11-01T11:34:41.285" v="374" actId="1076"/>
          <ac:spMkLst>
            <pc:docMk/>
            <pc:sldMk cId="327274818" sldId="331"/>
            <ac:spMk id="17" creationId="{29A19D4D-786A-5199-AB42-B150CFEE5574}"/>
          </ac:spMkLst>
        </pc:spChg>
        <pc:spChg chg="add del mod">
          <ac:chgData name="Sohag Kabir" userId="e9b0da40-aef8-480a-bb63-d1daacecf555" providerId="ADAL" clId="{1C744593-6C56-47B8-8E2D-8F322745BDAD}" dt="2024-11-01T11:24:13.669" v="327" actId="478"/>
          <ac:spMkLst>
            <pc:docMk/>
            <pc:sldMk cId="327274818" sldId="331"/>
            <ac:spMk id="18" creationId="{53C6176A-3EE9-30AA-339B-D4778F0B0E49}"/>
          </ac:spMkLst>
        </pc:spChg>
        <pc:spChg chg="add del mod">
          <ac:chgData name="Sohag Kabir" userId="e9b0da40-aef8-480a-bb63-d1daacecf555" providerId="ADAL" clId="{1C744593-6C56-47B8-8E2D-8F322745BDAD}" dt="2024-11-01T11:24:16.910" v="328" actId="478"/>
          <ac:spMkLst>
            <pc:docMk/>
            <pc:sldMk cId="327274818" sldId="331"/>
            <ac:spMk id="19" creationId="{2444CA96-F420-EE16-28D3-8095311D0385}"/>
          </ac:spMkLst>
        </pc:spChg>
        <pc:spChg chg="add mod">
          <ac:chgData name="Sohag Kabir" userId="e9b0da40-aef8-480a-bb63-d1daacecf555" providerId="ADAL" clId="{1C744593-6C56-47B8-8E2D-8F322745BDAD}" dt="2024-11-01T11:34:53.905" v="376" actId="164"/>
          <ac:spMkLst>
            <pc:docMk/>
            <pc:sldMk cId="327274818" sldId="331"/>
            <ac:spMk id="20" creationId="{E05ACB34-5298-E67F-F98D-E2D3CD6602F7}"/>
          </ac:spMkLst>
        </pc:spChg>
        <pc:grpChg chg="add mod">
          <ac:chgData name="Sohag Kabir" userId="e9b0da40-aef8-480a-bb63-d1daacecf555" providerId="ADAL" clId="{1C744593-6C56-47B8-8E2D-8F322745BDAD}" dt="2024-11-01T11:34:53.905" v="376" actId="164"/>
          <ac:grpSpMkLst>
            <pc:docMk/>
            <pc:sldMk cId="327274818" sldId="331"/>
            <ac:grpSpMk id="9" creationId="{03D7DC84-E5CB-744E-FE81-C3BF9F700A19}"/>
          </ac:grpSpMkLst>
        </pc:grpChg>
        <pc:grpChg chg="add mod">
          <ac:chgData name="Sohag Kabir" userId="e9b0da40-aef8-480a-bb63-d1daacecf555" providerId="ADAL" clId="{1C744593-6C56-47B8-8E2D-8F322745BDAD}" dt="2024-11-01T11:34:53.905" v="376" actId="164"/>
          <ac:grpSpMkLst>
            <pc:docMk/>
            <pc:sldMk cId="327274818" sldId="331"/>
            <ac:grpSpMk id="22" creationId="{FD57315C-1884-79D6-032F-7676B016E6F2}"/>
          </ac:grpSpMkLst>
        </pc:grpChg>
        <pc:picChg chg="add mod">
          <ac:chgData name="Sohag Kabir" userId="e9b0da40-aef8-480a-bb63-d1daacecf555" providerId="ADAL" clId="{1C744593-6C56-47B8-8E2D-8F322745BDAD}" dt="2024-11-01T11:24:45.582" v="330" actId="1076"/>
          <ac:picMkLst>
            <pc:docMk/>
            <pc:sldMk cId="327274818" sldId="331"/>
            <ac:picMk id="8" creationId="{3A8E9450-9A24-1F84-2812-B52B03BCA285}"/>
          </ac:picMkLst>
        </pc:picChg>
        <pc:cxnChg chg="mod">
          <ac:chgData name="Sohag Kabir" userId="e9b0da40-aef8-480a-bb63-d1daacecf555" providerId="ADAL" clId="{1C744593-6C56-47B8-8E2D-8F322745BDAD}" dt="2024-11-01T11:21:03.605" v="324" actId="1076"/>
          <ac:cxnSpMkLst>
            <pc:docMk/>
            <pc:sldMk cId="327274818" sldId="331"/>
            <ac:cxnSpMk id="10" creationId="{A69FC9DC-FA3E-31A5-0F56-8913E65B22C9}"/>
          </ac:cxnSpMkLst>
        </pc:cxnChg>
        <pc:cxnChg chg="mod">
          <ac:chgData name="Sohag Kabir" userId="e9b0da40-aef8-480a-bb63-d1daacecf555" providerId="ADAL" clId="{1C744593-6C56-47B8-8E2D-8F322745BDAD}" dt="2024-11-01T11:21:03.605" v="324" actId="1076"/>
          <ac:cxnSpMkLst>
            <pc:docMk/>
            <pc:sldMk cId="327274818" sldId="331"/>
            <ac:cxnSpMk id="12" creationId="{20D79E7E-EE1A-E309-9391-A73AE46D4F47}"/>
          </ac:cxnSpMkLst>
        </pc:cxnChg>
        <pc:cxnChg chg="mod">
          <ac:chgData name="Sohag Kabir" userId="e9b0da40-aef8-480a-bb63-d1daacecf555" providerId="ADAL" clId="{1C744593-6C56-47B8-8E2D-8F322745BDAD}" dt="2024-11-01T11:21:03.605" v="324" actId="1076"/>
          <ac:cxnSpMkLst>
            <pc:docMk/>
            <pc:sldMk cId="327274818" sldId="331"/>
            <ac:cxnSpMk id="14" creationId="{BD0EE6C4-71E0-58E1-F115-EF66A4D4AED4}"/>
          </ac:cxnSpMkLst>
        </pc:cxnChg>
        <pc:cxnChg chg="mod">
          <ac:chgData name="Sohag Kabir" userId="e9b0da40-aef8-480a-bb63-d1daacecf555" providerId="ADAL" clId="{1C744593-6C56-47B8-8E2D-8F322745BDAD}" dt="2024-11-01T11:21:03.605" v="324" actId="1076"/>
          <ac:cxnSpMkLst>
            <pc:docMk/>
            <pc:sldMk cId="327274818" sldId="331"/>
            <ac:cxnSpMk id="16" creationId="{D5EA5757-125E-834A-9702-F2ED549719D2}"/>
          </ac:cxnSpMkLst>
        </pc:cxnChg>
        <pc:cxnChg chg="add mod">
          <ac:chgData name="Sohag Kabir" userId="e9b0da40-aef8-480a-bb63-d1daacecf555" providerId="ADAL" clId="{1C744593-6C56-47B8-8E2D-8F322745BDAD}" dt="2024-11-01T11:34:53.905" v="376" actId="164"/>
          <ac:cxnSpMkLst>
            <pc:docMk/>
            <pc:sldMk cId="327274818" sldId="331"/>
            <ac:cxnSpMk id="21" creationId="{D151D120-CAF2-F251-596E-0DCD388FD7A3}"/>
          </ac:cxnSpMkLst>
        </pc:cxnChg>
      </pc:sldChg>
      <pc:sldChg chg="addSp delSp modSp mod delAnim">
        <pc:chgData name="Sohag Kabir" userId="e9b0da40-aef8-480a-bb63-d1daacecf555" providerId="ADAL" clId="{1C744593-6C56-47B8-8E2D-8F322745BDAD}" dt="2024-11-01T11:51:40.143" v="395" actId="1076"/>
        <pc:sldMkLst>
          <pc:docMk/>
          <pc:sldMk cId="608246039" sldId="332"/>
        </pc:sldMkLst>
        <pc:spChg chg="mod">
          <ac:chgData name="Sohag Kabir" userId="e9b0da40-aef8-480a-bb63-d1daacecf555" providerId="ADAL" clId="{1C744593-6C56-47B8-8E2D-8F322745BDAD}" dt="2024-11-01T11:27:56.821" v="341" actId="20577"/>
          <ac:spMkLst>
            <pc:docMk/>
            <pc:sldMk cId="608246039" sldId="332"/>
            <ac:spMk id="2" creationId="{DE13D453-4D7B-47BF-AED4-27D56C3644AA}"/>
          </ac:spMkLst>
        </pc:spChg>
        <pc:spChg chg="add del mod">
          <ac:chgData name="Sohag Kabir" userId="e9b0da40-aef8-480a-bb63-d1daacecf555" providerId="ADAL" clId="{1C744593-6C56-47B8-8E2D-8F322745BDAD}" dt="2024-11-01T11:28:05.701" v="345" actId="478"/>
          <ac:spMkLst>
            <pc:docMk/>
            <pc:sldMk cId="608246039" sldId="332"/>
            <ac:spMk id="3" creationId="{B5A49884-0C5F-EF25-0394-A708C4C96D9F}"/>
          </ac:spMkLst>
        </pc:spChg>
        <pc:spChg chg="del">
          <ac:chgData name="Sohag Kabir" userId="e9b0da40-aef8-480a-bb63-d1daacecf555" providerId="ADAL" clId="{1C744593-6C56-47B8-8E2D-8F322745BDAD}" dt="2024-11-01T11:28:03.878" v="344" actId="478"/>
          <ac:spMkLst>
            <pc:docMk/>
            <pc:sldMk cId="608246039" sldId="332"/>
            <ac:spMk id="4" creationId="{FD8C9862-769E-0309-426A-96226C5B4629}"/>
          </ac:spMkLst>
        </pc:spChg>
        <pc:spChg chg="del">
          <ac:chgData name="Sohag Kabir" userId="e9b0da40-aef8-480a-bb63-d1daacecf555" providerId="ADAL" clId="{1C744593-6C56-47B8-8E2D-8F322745BDAD}" dt="2024-11-01T11:28:08.870" v="346" actId="478"/>
          <ac:spMkLst>
            <pc:docMk/>
            <pc:sldMk cId="608246039" sldId="332"/>
            <ac:spMk id="10" creationId="{172DBE8E-4AE9-C21A-3971-F2A144CEC292}"/>
          </ac:spMkLst>
        </pc:spChg>
        <pc:spChg chg="del">
          <ac:chgData name="Sohag Kabir" userId="e9b0da40-aef8-480a-bb63-d1daacecf555" providerId="ADAL" clId="{1C744593-6C56-47B8-8E2D-8F322745BDAD}" dt="2024-11-01T11:28:01.387" v="342" actId="478"/>
          <ac:spMkLst>
            <pc:docMk/>
            <pc:sldMk cId="608246039" sldId="332"/>
            <ac:spMk id="11" creationId="{7975C418-2456-541A-43CA-4F16AED879FE}"/>
          </ac:spMkLst>
        </pc:spChg>
        <pc:spChg chg="del">
          <ac:chgData name="Sohag Kabir" userId="e9b0da40-aef8-480a-bb63-d1daacecf555" providerId="ADAL" clId="{1C744593-6C56-47B8-8E2D-8F322745BDAD}" dt="2024-11-01T11:28:08.870" v="346" actId="478"/>
          <ac:spMkLst>
            <pc:docMk/>
            <pc:sldMk cId="608246039" sldId="332"/>
            <ac:spMk id="12" creationId="{B426C367-AB60-2FCC-8DFA-8929D7D209BC}"/>
          </ac:spMkLst>
        </pc:spChg>
        <pc:spChg chg="del">
          <ac:chgData name="Sohag Kabir" userId="e9b0da40-aef8-480a-bb63-d1daacecf555" providerId="ADAL" clId="{1C744593-6C56-47B8-8E2D-8F322745BDAD}" dt="2024-11-01T11:28:02.814" v="343" actId="478"/>
          <ac:spMkLst>
            <pc:docMk/>
            <pc:sldMk cId="608246039" sldId="332"/>
            <ac:spMk id="13" creationId="{FAECA4C6-EEE6-3955-2249-E78CAA4D5D83}"/>
          </ac:spMkLst>
        </pc:spChg>
        <pc:grpChg chg="del">
          <ac:chgData name="Sohag Kabir" userId="e9b0da40-aef8-480a-bb63-d1daacecf555" providerId="ADAL" clId="{1C744593-6C56-47B8-8E2D-8F322745BDAD}" dt="2024-11-01T11:28:08.870" v="346" actId="478"/>
          <ac:grpSpMkLst>
            <pc:docMk/>
            <pc:sldMk cId="608246039" sldId="332"/>
            <ac:grpSpMk id="14" creationId="{37F43F2D-C592-4F9A-7288-E007D42F7B66}"/>
          </ac:grpSpMkLst>
        </pc:grpChg>
        <pc:graphicFrameChg chg="add mod modGraphic">
          <ac:chgData name="Sohag Kabir" userId="e9b0da40-aef8-480a-bb63-d1daacecf555" providerId="ADAL" clId="{1C744593-6C56-47B8-8E2D-8F322745BDAD}" dt="2024-11-01T11:51:40.143" v="395" actId="1076"/>
          <ac:graphicFrameMkLst>
            <pc:docMk/>
            <pc:sldMk cId="608246039" sldId="332"/>
            <ac:graphicFrameMk id="5" creationId="{E7B987E4-9C1F-EF6F-CF25-0D43231EA94E}"/>
          </ac:graphicFrameMkLst>
        </pc:graphicFrameChg>
      </pc:sldChg>
      <pc:sldChg chg="addSp delSp modSp mod delAnim">
        <pc:chgData name="Sohag Kabir" userId="e9b0da40-aef8-480a-bb63-d1daacecf555" providerId="ADAL" clId="{1C744593-6C56-47B8-8E2D-8F322745BDAD}" dt="2024-11-03T12:39:57.236" v="2116" actId="207"/>
        <pc:sldMkLst>
          <pc:docMk/>
          <pc:sldMk cId="1986047182" sldId="333"/>
        </pc:sldMkLst>
        <pc:spChg chg="mod">
          <ac:chgData name="Sohag Kabir" userId="e9b0da40-aef8-480a-bb63-d1daacecf555" providerId="ADAL" clId="{1C744593-6C56-47B8-8E2D-8F322745BDAD}" dt="2024-11-01T11:52:21.915" v="427" actId="20577"/>
          <ac:spMkLst>
            <pc:docMk/>
            <pc:sldMk cId="1986047182" sldId="333"/>
            <ac:spMk id="2" creationId="{DE13D453-4D7B-47BF-AED4-27D56C3644AA}"/>
          </ac:spMkLst>
        </pc:spChg>
        <pc:spChg chg="add del">
          <ac:chgData name="Sohag Kabir" userId="e9b0da40-aef8-480a-bb63-d1daacecf555" providerId="ADAL" clId="{1C744593-6C56-47B8-8E2D-8F322745BDAD}" dt="2024-11-01T11:52:57.119" v="433"/>
          <ac:spMkLst>
            <pc:docMk/>
            <pc:sldMk cId="1986047182" sldId="333"/>
            <ac:spMk id="3" creationId="{BBD73363-4E62-53A6-5977-445320736999}"/>
          </ac:spMkLst>
        </pc:spChg>
        <pc:spChg chg="add del">
          <ac:chgData name="Sohag Kabir" userId="e9b0da40-aef8-480a-bb63-d1daacecf555" providerId="ADAL" clId="{1C744593-6C56-47B8-8E2D-8F322745BDAD}" dt="2024-11-01T11:52:59.887" v="435"/>
          <ac:spMkLst>
            <pc:docMk/>
            <pc:sldMk cId="1986047182" sldId="333"/>
            <ac:spMk id="4" creationId="{7901650C-EF40-A407-DBD0-53D1E8DA1AAE}"/>
          </ac:spMkLst>
        </pc:spChg>
        <pc:spChg chg="add del mod">
          <ac:chgData name="Sohag Kabir" userId="e9b0da40-aef8-480a-bb63-d1daacecf555" providerId="ADAL" clId="{1C744593-6C56-47B8-8E2D-8F322745BDAD}" dt="2024-11-01T11:53:18.068" v="439"/>
          <ac:spMkLst>
            <pc:docMk/>
            <pc:sldMk cId="1986047182" sldId="333"/>
            <ac:spMk id="5" creationId="{625A66E7-C9EB-E8C6-582F-E9DC10C424E5}"/>
          </ac:spMkLst>
        </pc:spChg>
        <pc:spChg chg="add mod">
          <ac:chgData name="Sohag Kabir" userId="e9b0da40-aef8-480a-bb63-d1daacecf555" providerId="ADAL" clId="{1C744593-6C56-47B8-8E2D-8F322745BDAD}" dt="2024-11-03T12:39:57.236" v="2116" actId="207"/>
          <ac:spMkLst>
            <pc:docMk/>
            <pc:sldMk cId="1986047182" sldId="333"/>
            <ac:spMk id="9" creationId="{1F1576BD-7192-BDC0-7F3F-FC98F1EF0FBA}"/>
          </ac:spMkLst>
        </pc:spChg>
        <pc:spChg chg="del">
          <ac:chgData name="Sohag Kabir" userId="e9b0da40-aef8-480a-bb63-d1daacecf555" providerId="ADAL" clId="{1C744593-6C56-47B8-8E2D-8F322745BDAD}" dt="2024-11-01T11:52:36.099" v="431" actId="478"/>
          <ac:spMkLst>
            <pc:docMk/>
            <pc:sldMk cId="1986047182" sldId="333"/>
            <ac:spMk id="10" creationId="{BD8DEBDD-BCDD-136E-FC8D-102173FAF70B}"/>
          </ac:spMkLst>
        </pc:spChg>
        <pc:spChg chg="del">
          <ac:chgData name="Sohag Kabir" userId="e9b0da40-aef8-480a-bb63-d1daacecf555" providerId="ADAL" clId="{1C744593-6C56-47B8-8E2D-8F322745BDAD}" dt="2024-11-01T11:52:30.144" v="428" actId="478"/>
          <ac:spMkLst>
            <pc:docMk/>
            <pc:sldMk cId="1986047182" sldId="333"/>
            <ac:spMk id="23" creationId="{A4CC838D-A780-F821-1571-AF9FB6D28B59}"/>
          </ac:spMkLst>
        </pc:spChg>
        <pc:spChg chg="del">
          <ac:chgData name="Sohag Kabir" userId="e9b0da40-aef8-480a-bb63-d1daacecf555" providerId="ADAL" clId="{1C744593-6C56-47B8-8E2D-8F322745BDAD}" dt="2024-11-01T11:52:30.144" v="428" actId="478"/>
          <ac:spMkLst>
            <pc:docMk/>
            <pc:sldMk cId="1986047182" sldId="333"/>
            <ac:spMk id="31" creationId="{102A3C42-E54C-2EAC-B655-F09D47BFCF8A}"/>
          </ac:spMkLst>
        </pc:spChg>
        <pc:spChg chg="del">
          <ac:chgData name="Sohag Kabir" userId="e9b0da40-aef8-480a-bb63-d1daacecf555" providerId="ADAL" clId="{1C744593-6C56-47B8-8E2D-8F322745BDAD}" dt="2024-11-01T11:52:34.684" v="430" actId="478"/>
          <ac:spMkLst>
            <pc:docMk/>
            <pc:sldMk cId="1986047182" sldId="333"/>
            <ac:spMk id="34" creationId="{DC5FFFEF-4AF5-8953-0148-E133953365FA}"/>
          </ac:spMkLst>
        </pc:spChg>
        <pc:spChg chg="del">
          <ac:chgData name="Sohag Kabir" userId="e9b0da40-aef8-480a-bb63-d1daacecf555" providerId="ADAL" clId="{1C744593-6C56-47B8-8E2D-8F322745BDAD}" dt="2024-11-01T11:52:30.144" v="428" actId="478"/>
          <ac:spMkLst>
            <pc:docMk/>
            <pc:sldMk cId="1986047182" sldId="333"/>
            <ac:spMk id="36" creationId="{178BA5B3-FEBF-A9F9-A0EE-7E7489EC15F8}"/>
          </ac:spMkLst>
        </pc:spChg>
        <pc:spChg chg="del">
          <ac:chgData name="Sohag Kabir" userId="e9b0da40-aef8-480a-bb63-d1daacecf555" providerId="ADAL" clId="{1C744593-6C56-47B8-8E2D-8F322745BDAD}" dt="2024-11-01T11:52:32.933" v="429" actId="478"/>
          <ac:spMkLst>
            <pc:docMk/>
            <pc:sldMk cId="1986047182" sldId="333"/>
            <ac:spMk id="38" creationId="{56136E04-DEEE-425C-B36B-78BB4792B279}"/>
          </ac:spMkLst>
        </pc:spChg>
      </pc:sldChg>
      <pc:sldChg chg="addSp delSp modSp mod delAnim modAnim">
        <pc:chgData name="Sohag Kabir" userId="e9b0da40-aef8-480a-bb63-d1daacecf555" providerId="ADAL" clId="{1C744593-6C56-47B8-8E2D-8F322745BDAD}" dt="2024-11-03T12:40:18.836" v="2118" actId="207"/>
        <pc:sldMkLst>
          <pc:docMk/>
          <pc:sldMk cId="3910056402" sldId="334"/>
        </pc:sldMkLst>
        <pc:spChg chg="mod">
          <ac:chgData name="Sohag Kabir" userId="e9b0da40-aef8-480a-bb63-d1daacecf555" providerId="ADAL" clId="{1C744593-6C56-47B8-8E2D-8F322745BDAD}" dt="2024-11-01T12:05:53.796" v="591" actId="20577"/>
          <ac:spMkLst>
            <pc:docMk/>
            <pc:sldMk cId="3910056402" sldId="334"/>
            <ac:spMk id="2" creationId="{DE13D453-4D7B-47BF-AED4-27D56C3644AA}"/>
          </ac:spMkLst>
        </pc:spChg>
        <pc:spChg chg="add mod">
          <ac:chgData name="Sohag Kabir" userId="e9b0da40-aef8-480a-bb63-d1daacecf555" providerId="ADAL" clId="{1C744593-6C56-47B8-8E2D-8F322745BDAD}" dt="2024-11-03T12:40:11.286" v="2117" actId="207"/>
          <ac:spMkLst>
            <pc:docMk/>
            <pc:sldMk cId="3910056402" sldId="334"/>
            <ac:spMk id="3" creationId="{4F4D07EE-999F-89C4-1670-F0A0A9F1CE58}"/>
          </ac:spMkLst>
        </pc:spChg>
        <pc:spChg chg="del">
          <ac:chgData name="Sohag Kabir" userId="e9b0da40-aef8-480a-bb63-d1daacecf555" providerId="ADAL" clId="{1C744593-6C56-47B8-8E2D-8F322745BDAD}" dt="2024-11-01T12:06:04.804" v="595" actId="478"/>
          <ac:spMkLst>
            <pc:docMk/>
            <pc:sldMk cId="3910056402" sldId="334"/>
            <ac:spMk id="4" creationId="{D99A60C4-0292-9583-0E16-E1323CC6F508}"/>
          </ac:spMkLst>
        </pc:spChg>
        <pc:spChg chg="del">
          <ac:chgData name="Sohag Kabir" userId="e9b0da40-aef8-480a-bb63-d1daacecf555" providerId="ADAL" clId="{1C744593-6C56-47B8-8E2D-8F322745BDAD}" dt="2024-11-01T12:06:02.349" v="593" actId="478"/>
          <ac:spMkLst>
            <pc:docMk/>
            <pc:sldMk cId="3910056402" sldId="334"/>
            <ac:spMk id="9" creationId="{FF063DE5-90A3-FB6B-A3BB-6680DCA5A46B}"/>
          </ac:spMkLst>
        </pc:spChg>
        <pc:spChg chg="del">
          <ac:chgData name="Sohag Kabir" userId="e9b0da40-aef8-480a-bb63-d1daacecf555" providerId="ADAL" clId="{1C744593-6C56-47B8-8E2D-8F322745BDAD}" dt="2024-11-01T12:06:03.629" v="594" actId="478"/>
          <ac:spMkLst>
            <pc:docMk/>
            <pc:sldMk cId="3910056402" sldId="334"/>
            <ac:spMk id="13" creationId="{7594EDA2-B39D-FB33-DF91-0958B248B045}"/>
          </ac:spMkLst>
        </pc:spChg>
        <pc:spChg chg="add mod">
          <ac:chgData name="Sohag Kabir" userId="e9b0da40-aef8-480a-bb63-d1daacecf555" providerId="ADAL" clId="{1C744593-6C56-47B8-8E2D-8F322745BDAD}" dt="2024-11-01T12:18:24.835" v="666" actId="207"/>
          <ac:spMkLst>
            <pc:docMk/>
            <pc:sldMk cId="3910056402" sldId="334"/>
            <ac:spMk id="15" creationId="{348058F1-E6F8-4D79-8681-0BBC2A471A42}"/>
          </ac:spMkLst>
        </pc:spChg>
        <pc:spChg chg="add mod">
          <ac:chgData name="Sohag Kabir" userId="e9b0da40-aef8-480a-bb63-d1daacecf555" providerId="ADAL" clId="{1C744593-6C56-47B8-8E2D-8F322745BDAD}" dt="2024-11-03T12:40:18.836" v="2118" actId="207"/>
          <ac:spMkLst>
            <pc:docMk/>
            <pc:sldMk cId="3910056402" sldId="334"/>
            <ac:spMk id="17" creationId="{9E9C4008-41EB-0283-FC8E-24AA09280E1B}"/>
          </ac:spMkLst>
        </pc:spChg>
        <pc:graphicFrameChg chg="del">
          <ac:chgData name="Sohag Kabir" userId="e9b0da40-aef8-480a-bb63-d1daacecf555" providerId="ADAL" clId="{1C744593-6C56-47B8-8E2D-8F322745BDAD}" dt="2024-11-01T12:05:58.881" v="592" actId="478"/>
          <ac:graphicFrameMkLst>
            <pc:docMk/>
            <pc:sldMk cId="3910056402" sldId="334"/>
            <ac:graphicFrameMk id="14" creationId="{6563A80A-B499-B097-7F28-7CDE90822575}"/>
          </ac:graphicFrameMkLst>
        </pc:graphicFrameChg>
      </pc:sldChg>
      <pc:sldChg chg="addSp delSp modSp mod modAnim">
        <pc:chgData name="Sohag Kabir" userId="e9b0da40-aef8-480a-bb63-d1daacecf555" providerId="ADAL" clId="{1C744593-6C56-47B8-8E2D-8F322745BDAD}" dt="2024-11-02T11:20:21.220" v="794"/>
        <pc:sldMkLst>
          <pc:docMk/>
          <pc:sldMk cId="3420084136" sldId="335"/>
        </pc:sldMkLst>
        <pc:spChg chg="mod">
          <ac:chgData name="Sohag Kabir" userId="e9b0da40-aef8-480a-bb63-d1daacecf555" providerId="ADAL" clId="{1C744593-6C56-47B8-8E2D-8F322745BDAD}" dt="2024-11-02T11:13:50.399" v="728" actId="20577"/>
          <ac:spMkLst>
            <pc:docMk/>
            <pc:sldMk cId="3420084136" sldId="335"/>
            <ac:spMk id="2" creationId="{DE13D453-4D7B-47BF-AED4-27D56C3644AA}"/>
          </ac:spMkLst>
        </pc:spChg>
        <pc:spChg chg="del">
          <ac:chgData name="Sohag Kabir" userId="e9b0da40-aef8-480a-bb63-d1daacecf555" providerId="ADAL" clId="{1C744593-6C56-47B8-8E2D-8F322745BDAD}" dt="2024-11-02T11:10:14.335" v="695" actId="478"/>
          <ac:spMkLst>
            <pc:docMk/>
            <pc:sldMk cId="3420084136" sldId="335"/>
            <ac:spMk id="5" creationId="{CD231D9A-B07F-2867-5568-6A3A6890F34D}"/>
          </ac:spMkLst>
        </pc:spChg>
        <pc:spChg chg="add mod">
          <ac:chgData name="Sohag Kabir" userId="e9b0da40-aef8-480a-bb63-d1daacecf555" providerId="ADAL" clId="{1C744593-6C56-47B8-8E2D-8F322745BDAD}" dt="2024-11-02T11:13:09.016" v="719" actId="164"/>
          <ac:spMkLst>
            <pc:docMk/>
            <pc:sldMk cId="3420084136" sldId="335"/>
            <ac:spMk id="8" creationId="{086F8B85-4BB5-DFAA-D86A-A70B4BC58C5F}"/>
          </ac:spMkLst>
        </pc:spChg>
        <pc:spChg chg="del">
          <ac:chgData name="Sohag Kabir" userId="e9b0da40-aef8-480a-bb63-d1daacecf555" providerId="ADAL" clId="{1C744593-6C56-47B8-8E2D-8F322745BDAD}" dt="2024-11-02T11:10:15.096" v="696" actId="478"/>
          <ac:spMkLst>
            <pc:docMk/>
            <pc:sldMk cId="3420084136" sldId="335"/>
            <ac:spMk id="9" creationId="{551A0468-8B35-EAA4-F069-3374BCDE3FC2}"/>
          </ac:spMkLst>
        </pc:spChg>
        <pc:spChg chg="add mod">
          <ac:chgData name="Sohag Kabir" userId="e9b0da40-aef8-480a-bb63-d1daacecf555" providerId="ADAL" clId="{1C744593-6C56-47B8-8E2D-8F322745BDAD}" dt="2024-11-02T11:16:55.678" v="743" actId="1076"/>
          <ac:spMkLst>
            <pc:docMk/>
            <pc:sldMk cId="3420084136" sldId="335"/>
            <ac:spMk id="11" creationId="{50A86B02-D3B0-6A96-33FA-BA1D65E044AC}"/>
          </ac:spMkLst>
        </pc:spChg>
        <pc:spChg chg="del">
          <ac:chgData name="Sohag Kabir" userId="e9b0da40-aef8-480a-bb63-d1daacecf555" providerId="ADAL" clId="{1C744593-6C56-47B8-8E2D-8F322745BDAD}" dt="2024-11-02T11:10:16.200" v="697" actId="478"/>
          <ac:spMkLst>
            <pc:docMk/>
            <pc:sldMk cId="3420084136" sldId="335"/>
            <ac:spMk id="14" creationId="{02E79CC8-3907-0B2E-A906-BAC3C2546741}"/>
          </ac:spMkLst>
        </pc:spChg>
        <pc:spChg chg="add mod">
          <ac:chgData name="Sohag Kabir" userId="e9b0da40-aef8-480a-bb63-d1daacecf555" providerId="ADAL" clId="{1C744593-6C56-47B8-8E2D-8F322745BDAD}" dt="2024-11-02T11:13:09.016" v="719" actId="164"/>
          <ac:spMkLst>
            <pc:docMk/>
            <pc:sldMk cId="3420084136" sldId="335"/>
            <ac:spMk id="15" creationId="{0FE702CD-6B4D-B0C7-D140-786E0792289F}"/>
          </ac:spMkLst>
        </pc:spChg>
        <pc:spChg chg="add mod">
          <ac:chgData name="Sohag Kabir" userId="e9b0da40-aef8-480a-bb63-d1daacecf555" providerId="ADAL" clId="{1C744593-6C56-47B8-8E2D-8F322745BDAD}" dt="2024-11-02T11:17:00.926" v="745" actId="1076"/>
          <ac:spMkLst>
            <pc:docMk/>
            <pc:sldMk cId="3420084136" sldId="335"/>
            <ac:spMk id="18" creationId="{9201F03F-C1BA-48B0-91D7-2DB43FD6AB54}"/>
          </ac:spMkLst>
        </pc:spChg>
        <pc:spChg chg="add mod">
          <ac:chgData name="Sohag Kabir" userId="e9b0da40-aef8-480a-bb63-d1daacecf555" providerId="ADAL" clId="{1C744593-6C56-47B8-8E2D-8F322745BDAD}" dt="2024-11-02T11:16:58.414" v="744" actId="1076"/>
          <ac:spMkLst>
            <pc:docMk/>
            <pc:sldMk cId="3420084136" sldId="335"/>
            <ac:spMk id="19" creationId="{AEE759D1-5F9E-B8A6-B9DB-5B2B2075CF14}"/>
          </ac:spMkLst>
        </pc:spChg>
        <pc:spChg chg="add mod">
          <ac:chgData name="Sohag Kabir" userId="e9b0da40-aef8-480a-bb63-d1daacecf555" providerId="ADAL" clId="{1C744593-6C56-47B8-8E2D-8F322745BDAD}" dt="2024-11-02T11:19:37.113" v="791" actId="207"/>
          <ac:spMkLst>
            <pc:docMk/>
            <pc:sldMk cId="3420084136" sldId="335"/>
            <ac:spMk id="21" creationId="{0A4CB10F-1203-5FD8-B8E5-0A7223BFC500}"/>
          </ac:spMkLst>
        </pc:spChg>
        <pc:spChg chg="add mod">
          <ac:chgData name="Sohag Kabir" userId="e9b0da40-aef8-480a-bb63-d1daacecf555" providerId="ADAL" clId="{1C744593-6C56-47B8-8E2D-8F322745BDAD}" dt="2024-11-02T11:19:26.439" v="789" actId="164"/>
          <ac:spMkLst>
            <pc:docMk/>
            <pc:sldMk cId="3420084136" sldId="335"/>
            <ac:spMk id="22" creationId="{D01E810B-7290-545C-76F4-0E033AFB65BC}"/>
          </ac:spMkLst>
        </pc:spChg>
        <pc:grpChg chg="add mod">
          <ac:chgData name="Sohag Kabir" userId="e9b0da40-aef8-480a-bb63-d1daacecf555" providerId="ADAL" clId="{1C744593-6C56-47B8-8E2D-8F322745BDAD}" dt="2024-11-02T11:16:53.406" v="742" actId="1076"/>
          <ac:grpSpMkLst>
            <pc:docMk/>
            <pc:sldMk cId="3420084136" sldId="335"/>
            <ac:grpSpMk id="16" creationId="{4359EEF6-72E3-C553-AE0B-71A928DAE231}"/>
          </ac:grpSpMkLst>
        </pc:grpChg>
        <pc:grpChg chg="add mod">
          <ac:chgData name="Sohag Kabir" userId="e9b0da40-aef8-480a-bb63-d1daacecf555" providerId="ADAL" clId="{1C744593-6C56-47B8-8E2D-8F322745BDAD}" dt="2024-11-02T11:19:40.374" v="792" actId="1076"/>
          <ac:grpSpMkLst>
            <pc:docMk/>
            <pc:sldMk cId="3420084136" sldId="335"/>
            <ac:grpSpMk id="23" creationId="{4B31937F-1104-3315-9C1E-A7624C83A503}"/>
          </ac:grpSpMkLst>
        </pc:grpChg>
        <pc:picChg chg="del">
          <ac:chgData name="Sohag Kabir" userId="e9b0da40-aef8-480a-bb63-d1daacecf555" providerId="ADAL" clId="{1C744593-6C56-47B8-8E2D-8F322745BDAD}" dt="2024-11-02T11:10:12.898" v="694" actId="478"/>
          <ac:picMkLst>
            <pc:docMk/>
            <pc:sldMk cId="3420084136" sldId="335"/>
            <ac:picMk id="4" creationId="{F1313AE9-C4D2-2E10-91CF-9B43DE356E99}"/>
          </ac:picMkLst>
        </pc:picChg>
      </pc:sldChg>
      <pc:sldChg chg="del">
        <pc:chgData name="Sohag Kabir" userId="e9b0da40-aef8-480a-bb63-d1daacecf555" providerId="ADAL" clId="{1C744593-6C56-47B8-8E2D-8F322745BDAD}" dt="2024-11-03T12:05:48.152" v="1881" actId="2696"/>
        <pc:sldMkLst>
          <pc:docMk/>
          <pc:sldMk cId="3696350527" sldId="336"/>
        </pc:sldMkLst>
      </pc:sldChg>
      <pc:sldChg chg="addSp delSp modSp mod delAnim modAnim">
        <pc:chgData name="Sohag Kabir" userId="e9b0da40-aef8-480a-bb63-d1daacecf555" providerId="ADAL" clId="{1C744593-6C56-47B8-8E2D-8F322745BDAD}" dt="2024-11-03T12:39:43.890" v="2115" actId="207"/>
        <pc:sldMkLst>
          <pc:docMk/>
          <pc:sldMk cId="3521441372" sldId="359"/>
        </pc:sldMkLst>
        <pc:spChg chg="mod">
          <ac:chgData name="Sohag Kabir" userId="e9b0da40-aef8-480a-bb63-d1daacecf555" providerId="ADAL" clId="{1C744593-6C56-47B8-8E2D-8F322745BDAD}" dt="2024-11-01T11:10:56.367" v="148" actId="20577"/>
          <ac:spMkLst>
            <pc:docMk/>
            <pc:sldMk cId="3521441372" sldId="359"/>
            <ac:spMk id="2" creationId="{DE13D453-4D7B-47BF-AED4-27D56C3644AA}"/>
          </ac:spMkLst>
        </pc:spChg>
        <pc:spChg chg="add mod">
          <ac:chgData name="Sohag Kabir" userId="e9b0da40-aef8-480a-bb63-d1daacecf555" providerId="ADAL" clId="{1C744593-6C56-47B8-8E2D-8F322745BDAD}" dt="2024-11-03T12:39:43.890" v="2115" actId="207"/>
          <ac:spMkLst>
            <pc:docMk/>
            <pc:sldMk cId="3521441372" sldId="359"/>
            <ac:spMk id="3" creationId="{D9337897-0DDB-982C-09AF-C98E73F5D101}"/>
          </ac:spMkLst>
        </pc:spChg>
        <pc:spChg chg="add mod">
          <ac:chgData name="Sohag Kabir" userId="e9b0da40-aef8-480a-bb63-d1daacecf555" providerId="ADAL" clId="{1C744593-6C56-47B8-8E2D-8F322745BDAD}" dt="2024-11-01T11:11:31.239" v="155" actId="1076"/>
          <ac:spMkLst>
            <pc:docMk/>
            <pc:sldMk cId="3521441372" sldId="359"/>
            <ac:spMk id="4" creationId="{2434C16A-A537-B87A-FE00-F41B9FAA0F36}"/>
          </ac:spMkLst>
        </pc:spChg>
        <pc:spChg chg="add mod">
          <ac:chgData name="Sohag Kabir" userId="e9b0da40-aef8-480a-bb63-d1daacecf555" providerId="ADAL" clId="{1C744593-6C56-47B8-8E2D-8F322745BDAD}" dt="2024-11-01T11:13:39.777" v="317" actId="255"/>
          <ac:spMkLst>
            <pc:docMk/>
            <pc:sldMk cId="3521441372" sldId="359"/>
            <ac:spMk id="5" creationId="{19EC3CF0-838C-5CD8-3D99-58879E16002A}"/>
          </ac:spMkLst>
        </pc:spChg>
        <pc:spChg chg="del">
          <ac:chgData name="Sohag Kabir" userId="e9b0da40-aef8-480a-bb63-d1daacecf555" providerId="ADAL" clId="{1C744593-6C56-47B8-8E2D-8F322745BDAD}" dt="2024-11-01T11:11:03.424" v="150" actId="478"/>
          <ac:spMkLst>
            <pc:docMk/>
            <pc:sldMk cId="3521441372" sldId="359"/>
            <ac:spMk id="19" creationId="{2473AF49-04C5-2D40-79A6-73D1E66C9132}"/>
          </ac:spMkLst>
        </pc:spChg>
        <pc:spChg chg="del">
          <ac:chgData name="Sohag Kabir" userId="e9b0da40-aef8-480a-bb63-d1daacecf555" providerId="ADAL" clId="{1C744593-6C56-47B8-8E2D-8F322745BDAD}" dt="2024-11-01T11:11:07.964" v="151" actId="478"/>
          <ac:spMkLst>
            <pc:docMk/>
            <pc:sldMk cId="3521441372" sldId="359"/>
            <ac:spMk id="21" creationId="{78B8C8B7-E07C-3FD4-625A-83B72D689888}"/>
          </ac:spMkLst>
        </pc:spChg>
        <pc:spChg chg="del">
          <ac:chgData name="Sohag Kabir" userId="e9b0da40-aef8-480a-bb63-d1daacecf555" providerId="ADAL" clId="{1C744593-6C56-47B8-8E2D-8F322745BDAD}" dt="2024-11-01T11:11:07.964" v="151" actId="478"/>
          <ac:spMkLst>
            <pc:docMk/>
            <pc:sldMk cId="3521441372" sldId="359"/>
            <ac:spMk id="23" creationId="{B27DDE9D-10C8-64AA-06D1-39333E360CBA}"/>
          </ac:spMkLst>
        </pc:spChg>
        <pc:spChg chg="del">
          <ac:chgData name="Sohag Kabir" userId="e9b0da40-aef8-480a-bb63-d1daacecf555" providerId="ADAL" clId="{1C744593-6C56-47B8-8E2D-8F322745BDAD}" dt="2024-11-01T11:11:07.964" v="151" actId="478"/>
          <ac:spMkLst>
            <pc:docMk/>
            <pc:sldMk cId="3521441372" sldId="359"/>
            <ac:spMk id="29" creationId="{1A3A3DDD-A969-564E-FA6C-93E15A745201}"/>
          </ac:spMkLst>
        </pc:spChg>
        <pc:spChg chg="del">
          <ac:chgData name="Sohag Kabir" userId="e9b0da40-aef8-480a-bb63-d1daacecf555" providerId="ADAL" clId="{1C744593-6C56-47B8-8E2D-8F322745BDAD}" dt="2024-11-01T11:11:07.964" v="151" actId="478"/>
          <ac:spMkLst>
            <pc:docMk/>
            <pc:sldMk cId="3521441372" sldId="359"/>
            <ac:spMk id="39" creationId="{1DC6230F-358E-6B97-4F47-DCBC035C5BE3}"/>
          </ac:spMkLst>
        </pc:spChg>
        <pc:grpChg chg="del">
          <ac:chgData name="Sohag Kabir" userId="e9b0da40-aef8-480a-bb63-d1daacecf555" providerId="ADAL" clId="{1C744593-6C56-47B8-8E2D-8F322745BDAD}" dt="2024-11-01T11:11:07.964" v="151" actId="478"/>
          <ac:grpSpMkLst>
            <pc:docMk/>
            <pc:sldMk cId="3521441372" sldId="359"/>
            <ac:grpSpMk id="35" creationId="{313EBD0B-ADBC-E55C-A43A-04B7DFC2DFBA}"/>
          </ac:grpSpMkLst>
        </pc:grpChg>
        <pc:picChg chg="del">
          <ac:chgData name="Sohag Kabir" userId="e9b0da40-aef8-480a-bb63-d1daacecf555" providerId="ADAL" clId="{1C744593-6C56-47B8-8E2D-8F322745BDAD}" dt="2024-11-01T11:10:59.143" v="149" actId="478"/>
          <ac:picMkLst>
            <pc:docMk/>
            <pc:sldMk cId="3521441372" sldId="359"/>
            <ac:picMk id="16" creationId="{0A94740D-EE2E-87BD-28B3-05A6FE176F6E}"/>
          </ac:picMkLst>
        </pc:picChg>
        <pc:cxnChg chg="del">
          <ac:chgData name="Sohag Kabir" userId="e9b0da40-aef8-480a-bb63-d1daacecf555" providerId="ADAL" clId="{1C744593-6C56-47B8-8E2D-8F322745BDAD}" dt="2024-11-01T11:11:07.964" v="151" actId="478"/>
          <ac:cxnSpMkLst>
            <pc:docMk/>
            <pc:sldMk cId="3521441372" sldId="359"/>
            <ac:cxnSpMk id="18" creationId="{C281A92A-62E3-CE9E-0F0A-F51B55F40673}"/>
          </ac:cxnSpMkLst>
        </pc:cxnChg>
        <pc:cxnChg chg="del">
          <ac:chgData name="Sohag Kabir" userId="e9b0da40-aef8-480a-bb63-d1daacecf555" providerId="ADAL" clId="{1C744593-6C56-47B8-8E2D-8F322745BDAD}" dt="2024-11-01T11:11:07.964" v="151" actId="478"/>
          <ac:cxnSpMkLst>
            <pc:docMk/>
            <pc:sldMk cId="3521441372" sldId="359"/>
            <ac:cxnSpMk id="22" creationId="{18BB73E1-2FEC-168C-0D10-B609275CE218}"/>
          </ac:cxnSpMkLst>
        </pc:cxnChg>
        <pc:cxnChg chg="del">
          <ac:chgData name="Sohag Kabir" userId="e9b0da40-aef8-480a-bb63-d1daacecf555" providerId="ADAL" clId="{1C744593-6C56-47B8-8E2D-8F322745BDAD}" dt="2024-11-01T11:11:07.964" v="151" actId="478"/>
          <ac:cxnSpMkLst>
            <pc:docMk/>
            <pc:sldMk cId="3521441372" sldId="359"/>
            <ac:cxnSpMk id="27" creationId="{F0D9DB2E-3485-12C5-AEB5-0648AAB368F0}"/>
          </ac:cxnSpMkLst>
        </pc:cxnChg>
      </pc:sldChg>
      <pc:sldChg chg="addSp delSp modSp mod delAnim modAnim">
        <pc:chgData name="Sohag Kabir" userId="e9b0da40-aef8-480a-bb63-d1daacecf555" providerId="ADAL" clId="{1C744593-6C56-47B8-8E2D-8F322745BDAD}" dt="2024-11-02T12:12:39.578" v="1146"/>
        <pc:sldMkLst>
          <pc:docMk/>
          <pc:sldMk cId="2462774452" sldId="360"/>
        </pc:sldMkLst>
        <pc:spChg chg="mod">
          <ac:chgData name="Sohag Kabir" userId="e9b0da40-aef8-480a-bb63-d1daacecf555" providerId="ADAL" clId="{1C744593-6C56-47B8-8E2D-8F322745BDAD}" dt="2024-11-02T11:27:33.895" v="856" actId="20577"/>
          <ac:spMkLst>
            <pc:docMk/>
            <pc:sldMk cId="2462774452" sldId="360"/>
            <ac:spMk id="2" creationId="{DE13D453-4D7B-47BF-AED4-27D56C3644AA}"/>
          </ac:spMkLst>
        </pc:spChg>
        <pc:spChg chg="mod">
          <ac:chgData name="Sohag Kabir" userId="e9b0da40-aef8-480a-bb63-d1daacecf555" providerId="ADAL" clId="{1C744593-6C56-47B8-8E2D-8F322745BDAD}" dt="2024-11-02T12:08:20.555" v="1108" actId="1076"/>
          <ac:spMkLst>
            <pc:docMk/>
            <pc:sldMk cId="2462774452" sldId="360"/>
            <ac:spMk id="4" creationId="{D06BE386-906D-41D6-3301-D7E982D54893}"/>
          </ac:spMkLst>
        </pc:spChg>
        <pc:spChg chg="mod">
          <ac:chgData name="Sohag Kabir" userId="e9b0da40-aef8-480a-bb63-d1daacecf555" providerId="ADAL" clId="{1C744593-6C56-47B8-8E2D-8F322745BDAD}" dt="2024-11-02T12:08:27.188" v="1110" actId="1076"/>
          <ac:spMkLst>
            <pc:docMk/>
            <pc:sldMk cId="2462774452" sldId="360"/>
            <ac:spMk id="8" creationId="{F28F0418-8AFF-6812-B8EC-5A8E70644FEA}"/>
          </ac:spMkLst>
        </pc:spChg>
        <pc:spChg chg="del">
          <ac:chgData name="Sohag Kabir" userId="e9b0da40-aef8-480a-bb63-d1daacecf555" providerId="ADAL" clId="{1C744593-6C56-47B8-8E2D-8F322745BDAD}" dt="2024-11-02T11:54:31.088" v="983" actId="478"/>
          <ac:spMkLst>
            <pc:docMk/>
            <pc:sldMk cId="2462774452" sldId="360"/>
            <ac:spMk id="9" creationId="{BFE051BF-DE12-E2AD-2225-B73797281D10}"/>
          </ac:spMkLst>
        </pc:spChg>
        <pc:spChg chg="del">
          <ac:chgData name="Sohag Kabir" userId="e9b0da40-aef8-480a-bb63-d1daacecf555" providerId="ADAL" clId="{1C744593-6C56-47B8-8E2D-8F322745BDAD}" dt="2024-11-02T11:54:32.697" v="985" actId="478"/>
          <ac:spMkLst>
            <pc:docMk/>
            <pc:sldMk cId="2462774452" sldId="360"/>
            <ac:spMk id="11" creationId="{363B11C6-8930-8DD2-A79D-3EFB5D95B5A8}"/>
          </ac:spMkLst>
        </pc:spChg>
        <pc:spChg chg="add mod">
          <ac:chgData name="Sohag Kabir" userId="e9b0da40-aef8-480a-bb63-d1daacecf555" providerId="ADAL" clId="{1C744593-6C56-47B8-8E2D-8F322745BDAD}" dt="2024-11-02T12:08:24.892" v="1109" actId="1076"/>
          <ac:spMkLst>
            <pc:docMk/>
            <pc:sldMk cId="2462774452" sldId="360"/>
            <ac:spMk id="13" creationId="{22302704-10F1-1015-5E45-0E6E2056D2F4}"/>
          </ac:spMkLst>
        </pc:spChg>
        <pc:spChg chg="del">
          <ac:chgData name="Sohag Kabir" userId="e9b0da40-aef8-480a-bb63-d1daacecf555" providerId="ADAL" clId="{1C744593-6C56-47B8-8E2D-8F322745BDAD}" dt="2024-11-02T11:54:31.985" v="984" actId="478"/>
          <ac:spMkLst>
            <pc:docMk/>
            <pc:sldMk cId="2462774452" sldId="360"/>
            <ac:spMk id="16" creationId="{44FB9878-55AE-FCE9-6DD8-76E973B45F39}"/>
          </ac:spMkLst>
        </pc:spChg>
        <pc:spChg chg="add mod">
          <ac:chgData name="Sohag Kabir" userId="e9b0da40-aef8-480a-bb63-d1daacecf555" providerId="ADAL" clId="{1C744593-6C56-47B8-8E2D-8F322745BDAD}" dt="2024-11-02T12:08:36.100" v="1113" actId="1076"/>
          <ac:spMkLst>
            <pc:docMk/>
            <pc:sldMk cId="2462774452" sldId="360"/>
            <ac:spMk id="18" creationId="{4AE9CCDF-585E-0C8F-FB14-22EA8F01A613}"/>
          </ac:spMkLst>
        </pc:spChg>
        <pc:spChg chg="add mod">
          <ac:chgData name="Sohag Kabir" userId="e9b0da40-aef8-480a-bb63-d1daacecf555" providerId="ADAL" clId="{1C744593-6C56-47B8-8E2D-8F322745BDAD}" dt="2024-11-02T12:08:31.404" v="1111" actId="1076"/>
          <ac:spMkLst>
            <pc:docMk/>
            <pc:sldMk cId="2462774452" sldId="360"/>
            <ac:spMk id="19" creationId="{5F8241C4-AC5B-46A9-CCA7-88E1E27F913B}"/>
          </ac:spMkLst>
        </pc:spChg>
        <pc:spChg chg="add mod">
          <ac:chgData name="Sohag Kabir" userId="e9b0da40-aef8-480a-bb63-d1daacecf555" providerId="ADAL" clId="{1C744593-6C56-47B8-8E2D-8F322745BDAD}" dt="2024-11-02T12:12:33.902" v="1145" actId="164"/>
          <ac:spMkLst>
            <pc:docMk/>
            <pc:sldMk cId="2462774452" sldId="360"/>
            <ac:spMk id="20" creationId="{3D164C72-57C3-FD75-DD52-EB823B525B4F}"/>
          </ac:spMkLst>
        </pc:spChg>
        <pc:spChg chg="add mod">
          <ac:chgData name="Sohag Kabir" userId="e9b0da40-aef8-480a-bb63-d1daacecf555" providerId="ADAL" clId="{1C744593-6C56-47B8-8E2D-8F322745BDAD}" dt="2024-11-02T12:12:33.902" v="1145" actId="164"/>
          <ac:spMkLst>
            <pc:docMk/>
            <pc:sldMk cId="2462774452" sldId="360"/>
            <ac:spMk id="21" creationId="{B705548B-4648-4892-D7CE-890F907738E1}"/>
          </ac:spMkLst>
        </pc:spChg>
        <pc:grpChg chg="add mod">
          <ac:chgData name="Sohag Kabir" userId="e9b0da40-aef8-480a-bb63-d1daacecf555" providerId="ADAL" clId="{1C744593-6C56-47B8-8E2D-8F322745BDAD}" dt="2024-11-02T12:08:12.060" v="1106" actId="1076"/>
          <ac:grpSpMkLst>
            <pc:docMk/>
            <pc:sldMk cId="2462774452" sldId="360"/>
            <ac:grpSpMk id="3" creationId="{B7581B42-1B2E-E92E-BFF0-F975878078D0}"/>
          </ac:grpSpMkLst>
        </pc:grpChg>
        <pc:grpChg chg="del">
          <ac:chgData name="Sohag Kabir" userId="e9b0da40-aef8-480a-bb63-d1daacecf555" providerId="ADAL" clId="{1C744593-6C56-47B8-8E2D-8F322745BDAD}" dt="2024-11-02T11:54:30.174" v="982" actId="478"/>
          <ac:grpSpMkLst>
            <pc:docMk/>
            <pc:sldMk cId="2462774452" sldId="360"/>
            <ac:grpSpMk id="15" creationId="{30F9785C-B6D6-28AE-8142-01955A884C68}"/>
          </ac:grpSpMkLst>
        </pc:grpChg>
        <pc:grpChg chg="add mod">
          <ac:chgData name="Sohag Kabir" userId="e9b0da40-aef8-480a-bb63-d1daacecf555" providerId="ADAL" clId="{1C744593-6C56-47B8-8E2D-8F322745BDAD}" dt="2024-11-02T12:12:33.902" v="1145" actId="164"/>
          <ac:grpSpMkLst>
            <pc:docMk/>
            <pc:sldMk cId="2462774452" sldId="360"/>
            <ac:grpSpMk id="22" creationId="{801B1143-E954-0918-0E05-6E367C646A46}"/>
          </ac:grpSpMkLst>
        </pc:grpChg>
      </pc:sldChg>
      <pc:sldChg chg="addSp delSp modSp mod delAnim modAnim modNotesTx">
        <pc:chgData name="Sohag Kabir" userId="e9b0da40-aef8-480a-bb63-d1daacecf555" providerId="ADAL" clId="{1C744593-6C56-47B8-8E2D-8F322745BDAD}" dt="2024-11-03T11:54:47.052" v="1804" actId="20577"/>
        <pc:sldMkLst>
          <pc:docMk/>
          <pc:sldMk cId="763177085" sldId="361"/>
        </pc:sldMkLst>
        <pc:spChg chg="mod">
          <ac:chgData name="Sohag Kabir" userId="e9b0da40-aef8-480a-bb63-d1daacecf555" providerId="ADAL" clId="{1C744593-6C56-47B8-8E2D-8F322745BDAD}" dt="2024-11-03T11:54:32.892" v="1802" actId="20577"/>
          <ac:spMkLst>
            <pc:docMk/>
            <pc:sldMk cId="763177085" sldId="361"/>
            <ac:spMk id="2" creationId="{DE13D453-4D7B-47BF-AED4-27D56C3644AA}"/>
          </ac:spMkLst>
        </pc:spChg>
        <pc:spChg chg="add mod">
          <ac:chgData name="Sohag Kabir" userId="e9b0da40-aef8-480a-bb63-d1daacecf555" providerId="ADAL" clId="{1C744593-6C56-47B8-8E2D-8F322745BDAD}" dt="2024-11-03T11:54:47.052" v="1804" actId="20577"/>
          <ac:spMkLst>
            <pc:docMk/>
            <pc:sldMk cId="763177085" sldId="361"/>
            <ac:spMk id="3" creationId="{20574535-072D-A819-57DA-36F2BFB5A9C8}"/>
          </ac:spMkLst>
        </pc:spChg>
        <pc:spChg chg="del mod">
          <ac:chgData name="Sohag Kabir" userId="e9b0da40-aef8-480a-bb63-d1daacecf555" providerId="ADAL" clId="{1C744593-6C56-47B8-8E2D-8F322745BDAD}" dt="2024-11-02T13:08:35.970" v="1498" actId="478"/>
          <ac:spMkLst>
            <pc:docMk/>
            <pc:sldMk cId="763177085" sldId="361"/>
            <ac:spMk id="4" creationId="{9BF75067-3E0C-C76A-50DB-C18ABD610C9D}"/>
          </ac:spMkLst>
        </pc:spChg>
        <pc:spChg chg="add mod">
          <ac:chgData name="Sohag Kabir" userId="e9b0da40-aef8-480a-bb63-d1daacecf555" providerId="ADAL" clId="{1C744593-6C56-47B8-8E2D-8F322745BDAD}" dt="2024-11-02T13:12:56.286" v="1588" actId="6549"/>
          <ac:spMkLst>
            <pc:docMk/>
            <pc:sldMk cId="763177085" sldId="361"/>
            <ac:spMk id="5" creationId="{C8864128-09CC-E604-0723-A5D706025563}"/>
          </ac:spMkLst>
        </pc:spChg>
        <pc:spChg chg="add mod">
          <ac:chgData name="Sohag Kabir" userId="e9b0da40-aef8-480a-bb63-d1daacecf555" providerId="ADAL" clId="{1C744593-6C56-47B8-8E2D-8F322745BDAD}" dt="2024-11-02T13:13:29.556" v="1590" actId="20577"/>
          <ac:spMkLst>
            <pc:docMk/>
            <pc:sldMk cId="763177085" sldId="361"/>
            <ac:spMk id="8" creationId="{DC78BF47-80BC-9D9F-7C10-9EA09FE05D1C}"/>
          </ac:spMkLst>
        </pc:spChg>
        <pc:spChg chg="add mod">
          <ac:chgData name="Sohag Kabir" userId="e9b0da40-aef8-480a-bb63-d1daacecf555" providerId="ADAL" clId="{1C744593-6C56-47B8-8E2D-8F322745BDAD}" dt="2024-11-02T13:12:13.288" v="1586" actId="1076"/>
          <ac:spMkLst>
            <pc:docMk/>
            <pc:sldMk cId="763177085" sldId="361"/>
            <ac:spMk id="9" creationId="{8E63EB61-1866-BEBA-73DC-6F7A8E619F3B}"/>
          </ac:spMkLst>
        </pc:spChg>
        <pc:spChg chg="add mod">
          <ac:chgData name="Sohag Kabir" userId="e9b0da40-aef8-480a-bb63-d1daacecf555" providerId="ADAL" clId="{1C744593-6C56-47B8-8E2D-8F322745BDAD}" dt="2024-11-02T13:18:20.504" v="1611" actId="1076"/>
          <ac:spMkLst>
            <pc:docMk/>
            <pc:sldMk cId="763177085" sldId="361"/>
            <ac:spMk id="11" creationId="{B717FCEB-5D2B-763E-2B0D-F66206A0D608}"/>
          </ac:spMkLst>
        </pc:spChg>
        <pc:spChg chg="add mod">
          <ac:chgData name="Sohag Kabir" userId="e9b0da40-aef8-480a-bb63-d1daacecf555" providerId="ADAL" clId="{1C744593-6C56-47B8-8E2D-8F322745BDAD}" dt="2024-11-02T13:18:23.890" v="1612" actId="1076"/>
          <ac:spMkLst>
            <pc:docMk/>
            <pc:sldMk cId="763177085" sldId="361"/>
            <ac:spMk id="14" creationId="{5A68CCC1-79A3-CC0A-D59D-1A62F26A4CB0}"/>
          </ac:spMkLst>
        </pc:spChg>
        <pc:spChg chg="del">
          <ac:chgData name="Sohag Kabir" userId="e9b0da40-aef8-480a-bb63-d1daacecf555" providerId="ADAL" clId="{1C744593-6C56-47B8-8E2D-8F322745BDAD}" dt="2024-11-02T13:08:39.527" v="1500" actId="478"/>
          <ac:spMkLst>
            <pc:docMk/>
            <pc:sldMk cId="763177085" sldId="361"/>
            <ac:spMk id="20" creationId="{FD28F6A9-E882-8BBC-93C5-AAC6B62434E6}"/>
          </ac:spMkLst>
        </pc:spChg>
        <pc:spChg chg="del">
          <ac:chgData name="Sohag Kabir" userId="e9b0da40-aef8-480a-bb63-d1daacecf555" providerId="ADAL" clId="{1C744593-6C56-47B8-8E2D-8F322745BDAD}" dt="2024-11-02T13:08:44.786" v="1504" actId="478"/>
          <ac:spMkLst>
            <pc:docMk/>
            <pc:sldMk cId="763177085" sldId="361"/>
            <ac:spMk id="22" creationId="{6065A504-2EC4-4591-8EE2-C7162A1E6D9C}"/>
          </ac:spMkLst>
        </pc:spChg>
        <pc:spChg chg="del">
          <ac:chgData name="Sohag Kabir" userId="e9b0da40-aef8-480a-bb63-d1daacecf555" providerId="ADAL" clId="{1C744593-6C56-47B8-8E2D-8F322745BDAD}" dt="2024-11-02T13:08:37.474" v="1499" actId="478"/>
          <ac:spMkLst>
            <pc:docMk/>
            <pc:sldMk cId="763177085" sldId="361"/>
            <ac:spMk id="24" creationId="{16BA88A2-83BA-4217-25E7-DFCD424DC0AA}"/>
          </ac:spMkLst>
        </pc:spChg>
        <pc:spChg chg="del">
          <ac:chgData name="Sohag Kabir" userId="e9b0da40-aef8-480a-bb63-d1daacecf555" providerId="ADAL" clId="{1C744593-6C56-47B8-8E2D-8F322745BDAD}" dt="2024-11-02T13:08:40.349" v="1501" actId="478"/>
          <ac:spMkLst>
            <pc:docMk/>
            <pc:sldMk cId="763177085" sldId="361"/>
            <ac:spMk id="26" creationId="{D23F6352-188F-519D-E5AE-F76308044167}"/>
          </ac:spMkLst>
        </pc:spChg>
        <pc:spChg chg="del">
          <ac:chgData name="Sohag Kabir" userId="e9b0da40-aef8-480a-bb63-d1daacecf555" providerId="ADAL" clId="{1C744593-6C56-47B8-8E2D-8F322745BDAD}" dt="2024-11-02T13:08:41.571" v="1502" actId="478"/>
          <ac:spMkLst>
            <pc:docMk/>
            <pc:sldMk cId="763177085" sldId="361"/>
            <ac:spMk id="28" creationId="{A7D41A83-E63A-67AE-90CA-D1BD04294BCF}"/>
          </ac:spMkLst>
        </pc:spChg>
        <pc:spChg chg="del">
          <ac:chgData name="Sohag Kabir" userId="e9b0da40-aef8-480a-bb63-d1daacecf555" providerId="ADAL" clId="{1C744593-6C56-47B8-8E2D-8F322745BDAD}" dt="2024-11-02T13:08:43.268" v="1503" actId="478"/>
          <ac:spMkLst>
            <pc:docMk/>
            <pc:sldMk cId="763177085" sldId="361"/>
            <ac:spMk id="30" creationId="{652C7189-B1F4-CB0A-DF16-BFA5431F00CE}"/>
          </ac:spMkLst>
        </pc:spChg>
      </pc:sldChg>
      <pc:sldChg chg="addSp delSp modSp mod delAnim modAnim">
        <pc:chgData name="Sohag Kabir" userId="e9b0da40-aef8-480a-bb63-d1daacecf555" providerId="ADAL" clId="{1C744593-6C56-47B8-8E2D-8F322745BDAD}" dt="2024-11-03T11:53:15.240" v="1769" actId="20577"/>
        <pc:sldMkLst>
          <pc:docMk/>
          <pc:sldMk cId="1752164433" sldId="362"/>
        </pc:sldMkLst>
        <pc:spChg chg="mod">
          <ac:chgData name="Sohag Kabir" userId="e9b0da40-aef8-480a-bb63-d1daacecf555" providerId="ADAL" clId="{1C744593-6C56-47B8-8E2D-8F322745BDAD}" dt="2024-11-03T11:53:15.240" v="1769" actId="20577"/>
          <ac:spMkLst>
            <pc:docMk/>
            <pc:sldMk cId="1752164433" sldId="362"/>
            <ac:spMk id="2" creationId="{DE13D453-4D7B-47BF-AED4-27D56C3644AA}"/>
          </ac:spMkLst>
        </pc:spChg>
        <pc:spChg chg="add mod">
          <ac:chgData name="Sohag Kabir" userId="e9b0da40-aef8-480a-bb63-d1daacecf555" providerId="ADAL" clId="{1C744593-6C56-47B8-8E2D-8F322745BDAD}" dt="2024-11-02T13:29:57.501" v="1688" actId="113"/>
          <ac:spMkLst>
            <pc:docMk/>
            <pc:sldMk cId="1752164433" sldId="362"/>
            <ac:spMk id="4" creationId="{ADAD6F5E-52CF-D3F4-E3CB-CE6BFAC7FC8C}"/>
          </ac:spMkLst>
        </pc:spChg>
        <pc:spChg chg="add mod">
          <ac:chgData name="Sohag Kabir" userId="e9b0da40-aef8-480a-bb63-d1daacecf555" providerId="ADAL" clId="{1C744593-6C56-47B8-8E2D-8F322745BDAD}" dt="2024-11-02T13:37:28.296" v="1740" actId="14100"/>
          <ac:spMkLst>
            <pc:docMk/>
            <pc:sldMk cId="1752164433" sldId="362"/>
            <ac:spMk id="8" creationId="{B9DEA885-E6A3-CA5B-F3B0-3BEDF0091BA1}"/>
          </ac:spMkLst>
        </pc:spChg>
        <pc:spChg chg="del">
          <ac:chgData name="Sohag Kabir" userId="e9b0da40-aef8-480a-bb63-d1daacecf555" providerId="ADAL" clId="{1C744593-6C56-47B8-8E2D-8F322745BDAD}" dt="2024-11-02T13:26:55.749" v="1674" actId="478"/>
          <ac:spMkLst>
            <pc:docMk/>
            <pc:sldMk cId="1752164433" sldId="362"/>
            <ac:spMk id="9" creationId="{8546BF0C-1F6D-6945-F782-E2F6F2EFD7BA}"/>
          </ac:spMkLst>
        </pc:spChg>
        <pc:spChg chg="add mod">
          <ac:chgData name="Sohag Kabir" userId="e9b0da40-aef8-480a-bb63-d1daacecf555" providerId="ADAL" clId="{1C744593-6C56-47B8-8E2D-8F322745BDAD}" dt="2024-11-02T13:33:57.776" v="1713" actId="1076"/>
          <ac:spMkLst>
            <pc:docMk/>
            <pc:sldMk cId="1752164433" sldId="362"/>
            <ac:spMk id="11" creationId="{E8AA1973-3903-14F9-2B90-2CDCCB03D738}"/>
          </ac:spMkLst>
        </pc:spChg>
        <pc:spChg chg="del">
          <ac:chgData name="Sohag Kabir" userId="e9b0da40-aef8-480a-bb63-d1daacecf555" providerId="ADAL" clId="{1C744593-6C56-47B8-8E2D-8F322745BDAD}" dt="2024-11-02T13:27:05.364" v="1676" actId="478"/>
          <ac:spMkLst>
            <pc:docMk/>
            <pc:sldMk cId="1752164433" sldId="362"/>
            <ac:spMk id="13" creationId="{1B161899-5913-270E-92D2-68F244D4C6D1}"/>
          </ac:spMkLst>
        </pc:spChg>
        <pc:spChg chg="del">
          <ac:chgData name="Sohag Kabir" userId="e9b0da40-aef8-480a-bb63-d1daacecf555" providerId="ADAL" clId="{1C744593-6C56-47B8-8E2D-8F322745BDAD}" dt="2024-11-02T13:27:05.364" v="1676" actId="478"/>
          <ac:spMkLst>
            <pc:docMk/>
            <pc:sldMk cId="1752164433" sldId="362"/>
            <ac:spMk id="15" creationId="{BFB10CD9-0511-900B-2507-9869A1A41309}"/>
          </ac:spMkLst>
        </pc:spChg>
        <pc:spChg chg="del">
          <ac:chgData name="Sohag Kabir" userId="e9b0da40-aef8-480a-bb63-d1daacecf555" providerId="ADAL" clId="{1C744593-6C56-47B8-8E2D-8F322745BDAD}" dt="2024-11-02T13:27:05.364" v="1676" actId="478"/>
          <ac:spMkLst>
            <pc:docMk/>
            <pc:sldMk cId="1752164433" sldId="362"/>
            <ac:spMk id="16" creationId="{9F83B232-616B-A771-04A5-D93E24CE5A1E}"/>
          </ac:spMkLst>
        </pc:spChg>
        <pc:spChg chg="del">
          <ac:chgData name="Sohag Kabir" userId="e9b0da40-aef8-480a-bb63-d1daacecf555" providerId="ADAL" clId="{1C744593-6C56-47B8-8E2D-8F322745BDAD}" dt="2024-11-02T13:27:00.893" v="1675" actId="478"/>
          <ac:spMkLst>
            <pc:docMk/>
            <pc:sldMk cId="1752164433" sldId="362"/>
            <ac:spMk id="17" creationId="{5028B21D-15F5-687A-2C68-BB2F172EACE1}"/>
          </ac:spMkLst>
        </pc:spChg>
        <pc:spChg chg="del">
          <ac:chgData name="Sohag Kabir" userId="e9b0da40-aef8-480a-bb63-d1daacecf555" providerId="ADAL" clId="{1C744593-6C56-47B8-8E2D-8F322745BDAD}" dt="2024-11-02T13:27:05.364" v="1676" actId="478"/>
          <ac:spMkLst>
            <pc:docMk/>
            <pc:sldMk cId="1752164433" sldId="362"/>
            <ac:spMk id="18" creationId="{48B8F059-BBE4-2EA0-A166-892F3FB417B9}"/>
          </ac:spMkLst>
        </pc:spChg>
        <pc:spChg chg="del">
          <ac:chgData name="Sohag Kabir" userId="e9b0da40-aef8-480a-bb63-d1daacecf555" providerId="ADAL" clId="{1C744593-6C56-47B8-8E2D-8F322745BDAD}" dt="2024-11-02T13:27:05.364" v="1676" actId="478"/>
          <ac:spMkLst>
            <pc:docMk/>
            <pc:sldMk cId="1752164433" sldId="362"/>
            <ac:spMk id="19" creationId="{931C1563-D3F1-6FB5-A213-010EFF01049D}"/>
          </ac:spMkLst>
        </pc:spChg>
        <pc:spChg chg="add mod">
          <ac:chgData name="Sohag Kabir" userId="e9b0da40-aef8-480a-bb63-d1daacecf555" providerId="ADAL" clId="{1C744593-6C56-47B8-8E2D-8F322745BDAD}" dt="2024-11-02T13:37:55.624" v="1745" actId="1076"/>
          <ac:spMkLst>
            <pc:docMk/>
            <pc:sldMk cId="1752164433" sldId="362"/>
            <ac:spMk id="20" creationId="{67ECDBBE-64B6-1CB7-2C70-20B310370F38}"/>
          </ac:spMkLst>
        </pc:spChg>
        <pc:spChg chg="add mod">
          <ac:chgData name="Sohag Kabir" userId="e9b0da40-aef8-480a-bb63-d1daacecf555" providerId="ADAL" clId="{1C744593-6C56-47B8-8E2D-8F322745BDAD}" dt="2024-11-02T13:33:51.430" v="1711" actId="164"/>
          <ac:spMkLst>
            <pc:docMk/>
            <pc:sldMk cId="1752164433" sldId="362"/>
            <ac:spMk id="22" creationId="{9390A23F-B227-4DB8-E958-AFB42866D01A}"/>
          </ac:spMkLst>
        </pc:spChg>
        <pc:spChg chg="add mod">
          <ac:chgData name="Sohag Kabir" userId="e9b0da40-aef8-480a-bb63-d1daacecf555" providerId="ADAL" clId="{1C744593-6C56-47B8-8E2D-8F322745BDAD}" dt="2024-11-02T13:36:05.632" v="1730" actId="1076"/>
          <ac:spMkLst>
            <pc:docMk/>
            <pc:sldMk cId="1752164433" sldId="362"/>
            <ac:spMk id="25" creationId="{C27B2B7D-49AF-E8C9-0245-52030B3BBDEA}"/>
          </ac:spMkLst>
        </pc:spChg>
        <pc:spChg chg="add mod">
          <ac:chgData name="Sohag Kabir" userId="e9b0da40-aef8-480a-bb63-d1daacecf555" providerId="ADAL" clId="{1C744593-6C56-47B8-8E2D-8F322745BDAD}" dt="2024-11-02T13:36:38.635" v="1733" actId="207"/>
          <ac:spMkLst>
            <pc:docMk/>
            <pc:sldMk cId="1752164433" sldId="362"/>
            <ac:spMk id="26" creationId="{2B08B6B8-53C8-6EE4-0D2E-0960CC1B3D72}"/>
          </ac:spMkLst>
        </pc:spChg>
        <pc:spChg chg="add mod">
          <ac:chgData name="Sohag Kabir" userId="e9b0da40-aef8-480a-bb63-d1daacecf555" providerId="ADAL" clId="{1C744593-6C56-47B8-8E2D-8F322745BDAD}" dt="2024-11-02T13:39:47.481" v="1760" actId="114"/>
          <ac:spMkLst>
            <pc:docMk/>
            <pc:sldMk cId="1752164433" sldId="362"/>
            <ac:spMk id="28" creationId="{FD325F88-5A32-DDD7-148D-18E6F7D4EC1E}"/>
          </ac:spMkLst>
        </pc:spChg>
        <pc:grpChg chg="add mod">
          <ac:chgData name="Sohag Kabir" userId="e9b0da40-aef8-480a-bb63-d1daacecf555" providerId="ADAL" clId="{1C744593-6C56-47B8-8E2D-8F322745BDAD}" dt="2024-11-02T13:33:54.832" v="1712" actId="1076"/>
          <ac:grpSpMkLst>
            <pc:docMk/>
            <pc:sldMk cId="1752164433" sldId="362"/>
            <ac:grpSpMk id="23" creationId="{F78D1EF3-F522-6F6F-93BD-81869B38C46C}"/>
          </ac:grpSpMkLst>
        </pc:grpChg>
      </pc:sldChg>
      <pc:sldChg chg="del">
        <pc:chgData name="Sohag Kabir" userId="e9b0da40-aef8-480a-bb63-d1daacecf555" providerId="ADAL" clId="{1C744593-6C56-47B8-8E2D-8F322745BDAD}" dt="2024-11-03T12:05:29.643" v="1876" actId="2696"/>
        <pc:sldMkLst>
          <pc:docMk/>
          <pc:sldMk cId="1413421255" sldId="363"/>
        </pc:sldMkLst>
      </pc:sldChg>
      <pc:sldChg chg="del">
        <pc:chgData name="Sohag Kabir" userId="e9b0da40-aef8-480a-bb63-d1daacecf555" providerId="ADAL" clId="{1C744593-6C56-47B8-8E2D-8F322745BDAD}" dt="2024-11-03T12:05:43.977" v="1880" actId="2696"/>
        <pc:sldMkLst>
          <pc:docMk/>
          <pc:sldMk cId="966355620" sldId="364"/>
        </pc:sldMkLst>
      </pc:sldChg>
      <pc:sldChg chg="del">
        <pc:chgData name="Sohag Kabir" userId="e9b0da40-aef8-480a-bb63-d1daacecf555" providerId="ADAL" clId="{1C744593-6C56-47B8-8E2D-8F322745BDAD}" dt="2024-11-03T12:05:51.931" v="1882" actId="2696"/>
        <pc:sldMkLst>
          <pc:docMk/>
          <pc:sldMk cId="3747748722" sldId="372"/>
        </pc:sldMkLst>
      </pc:sldChg>
      <pc:sldChg chg="del">
        <pc:chgData name="Sohag Kabir" userId="e9b0da40-aef8-480a-bb63-d1daacecf555" providerId="ADAL" clId="{1C744593-6C56-47B8-8E2D-8F322745BDAD}" dt="2024-11-03T12:06:03.622" v="1885" actId="2696"/>
        <pc:sldMkLst>
          <pc:docMk/>
          <pc:sldMk cId="3375668013" sldId="373"/>
        </pc:sldMkLst>
      </pc:sldChg>
      <pc:sldChg chg="addSp delSp modSp mod delAnim modAnim">
        <pc:chgData name="Sohag Kabir" userId="e9b0da40-aef8-480a-bb63-d1daacecf555" providerId="ADAL" clId="{1C744593-6C56-47B8-8E2D-8F322745BDAD}" dt="2024-11-02T12:46:56.998" v="1331"/>
        <pc:sldMkLst>
          <pc:docMk/>
          <pc:sldMk cId="3873848662" sldId="379"/>
        </pc:sldMkLst>
        <pc:spChg chg="mod">
          <ac:chgData name="Sohag Kabir" userId="e9b0da40-aef8-480a-bb63-d1daacecf555" providerId="ADAL" clId="{1C744593-6C56-47B8-8E2D-8F322745BDAD}" dt="2024-11-02T12:35:01.140" v="1271" actId="27636"/>
          <ac:spMkLst>
            <pc:docMk/>
            <pc:sldMk cId="3873848662" sldId="379"/>
            <ac:spMk id="2" creationId="{DE13D453-4D7B-47BF-AED4-27D56C3644AA}"/>
          </ac:spMkLst>
        </pc:spChg>
        <pc:spChg chg="del">
          <ac:chgData name="Sohag Kabir" userId="e9b0da40-aef8-480a-bb63-d1daacecf555" providerId="ADAL" clId="{1C744593-6C56-47B8-8E2D-8F322745BDAD}" dt="2024-11-02T12:34:51.876" v="1268" actId="478"/>
          <ac:spMkLst>
            <pc:docMk/>
            <pc:sldMk cId="3873848662" sldId="379"/>
            <ac:spMk id="3" creationId="{D005AB0A-66B2-627B-43B0-7D41997ECF54}"/>
          </ac:spMkLst>
        </pc:spChg>
        <pc:spChg chg="add mod">
          <ac:chgData name="Sohag Kabir" userId="e9b0da40-aef8-480a-bb63-d1daacecf555" providerId="ADAL" clId="{1C744593-6C56-47B8-8E2D-8F322745BDAD}" dt="2024-11-02T12:42:45.159" v="1287" actId="113"/>
          <ac:spMkLst>
            <pc:docMk/>
            <pc:sldMk cId="3873848662" sldId="379"/>
            <ac:spMk id="8" creationId="{67ECBC3E-9A7F-DAD8-A4D0-A3FFA90041E7}"/>
          </ac:spMkLst>
        </pc:spChg>
        <pc:spChg chg="del">
          <ac:chgData name="Sohag Kabir" userId="e9b0da40-aef8-480a-bb63-d1daacecf555" providerId="ADAL" clId="{1C744593-6C56-47B8-8E2D-8F322745BDAD}" dt="2024-11-02T12:34:50.351" v="1267" actId="478"/>
          <ac:spMkLst>
            <pc:docMk/>
            <pc:sldMk cId="3873848662" sldId="379"/>
            <ac:spMk id="9" creationId="{BFE051BF-DE12-E2AD-2225-B73797281D10}"/>
          </ac:spMkLst>
        </pc:spChg>
        <pc:spChg chg="mod">
          <ac:chgData name="Sohag Kabir" userId="e9b0da40-aef8-480a-bb63-d1daacecf555" providerId="ADAL" clId="{1C744593-6C56-47B8-8E2D-8F322745BDAD}" dt="2024-11-02T12:41:44.781" v="1277"/>
          <ac:spMkLst>
            <pc:docMk/>
            <pc:sldMk cId="3873848662" sldId="379"/>
            <ac:spMk id="11" creationId="{0E9BCB38-6A11-B742-3E93-7833B6879E09}"/>
          </ac:spMkLst>
        </pc:spChg>
        <pc:spChg chg="mod">
          <ac:chgData name="Sohag Kabir" userId="e9b0da40-aef8-480a-bb63-d1daacecf555" providerId="ADAL" clId="{1C744593-6C56-47B8-8E2D-8F322745BDAD}" dt="2024-11-02T12:41:44.781" v="1277"/>
          <ac:spMkLst>
            <pc:docMk/>
            <pc:sldMk cId="3873848662" sldId="379"/>
            <ac:spMk id="13" creationId="{E4C6D025-39A5-3910-5723-AE78A0AE4D93}"/>
          </ac:spMkLst>
        </pc:spChg>
        <pc:spChg chg="del">
          <ac:chgData name="Sohag Kabir" userId="e9b0da40-aef8-480a-bb63-d1daacecf555" providerId="ADAL" clId="{1C744593-6C56-47B8-8E2D-8F322745BDAD}" dt="2024-11-02T12:34:53.079" v="1269" actId="478"/>
          <ac:spMkLst>
            <pc:docMk/>
            <pc:sldMk cId="3873848662" sldId="379"/>
            <ac:spMk id="16" creationId="{44FB9878-55AE-FCE9-6DD8-76E973B45F39}"/>
          </ac:spMkLst>
        </pc:spChg>
        <pc:spChg chg="add mod">
          <ac:chgData name="Sohag Kabir" userId="e9b0da40-aef8-480a-bb63-d1daacecf555" providerId="ADAL" clId="{1C744593-6C56-47B8-8E2D-8F322745BDAD}" dt="2024-11-02T12:43:26.600" v="1295" actId="207"/>
          <ac:spMkLst>
            <pc:docMk/>
            <pc:sldMk cId="3873848662" sldId="379"/>
            <ac:spMk id="18" creationId="{1061BC92-A06B-2F6C-3AF1-EE6573EDE710}"/>
          </ac:spMkLst>
        </pc:spChg>
        <pc:spChg chg="add mod">
          <ac:chgData name="Sohag Kabir" userId="e9b0da40-aef8-480a-bb63-d1daacecf555" providerId="ADAL" clId="{1C744593-6C56-47B8-8E2D-8F322745BDAD}" dt="2024-11-02T12:46:35.348" v="1326" actId="164"/>
          <ac:spMkLst>
            <pc:docMk/>
            <pc:sldMk cId="3873848662" sldId="379"/>
            <ac:spMk id="20" creationId="{B7B952F9-BFB9-0388-330C-0CD7CF9B2BBE}"/>
          </ac:spMkLst>
        </pc:spChg>
        <pc:spChg chg="add mod">
          <ac:chgData name="Sohag Kabir" userId="e9b0da40-aef8-480a-bb63-d1daacecf555" providerId="ADAL" clId="{1C744593-6C56-47B8-8E2D-8F322745BDAD}" dt="2024-11-02T12:46:05.146" v="1312" actId="164"/>
          <ac:spMkLst>
            <pc:docMk/>
            <pc:sldMk cId="3873848662" sldId="379"/>
            <ac:spMk id="22" creationId="{D4A938B1-E80A-A10F-102C-63996C246DFE}"/>
          </ac:spMkLst>
        </pc:spChg>
        <pc:spChg chg="add mod">
          <ac:chgData name="Sohag Kabir" userId="e9b0da40-aef8-480a-bb63-d1daacecf555" providerId="ADAL" clId="{1C744593-6C56-47B8-8E2D-8F322745BDAD}" dt="2024-11-02T12:46:05.146" v="1312" actId="164"/>
          <ac:spMkLst>
            <pc:docMk/>
            <pc:sldMk cId="3873848662" sldId="379"/>
            <ac:spMk id="23" creationId="{90FF7607-2401-AB26-3FFC-887380B731D4}"/>
          </ac:spMkLst>
        </pc:spChg>
        <pc:spChg chg="add mod">
          <ac:chgData name="Sohag Kabir" userId="e9b0da40-aef8-480a-bb63-d1daacecf555" providerId="ADAL" clId="{1C744593-6C56-47B8-8E2D-8F322745BDAD}" dt="2024-11-02T12:46:43.194" v="1328" actId="14100"/>
          <ac:spMkLst>
            <pc:docMk/>
            <pc:sldMk cId="3873848662" sldId="379"/>
            <ac:spMk id="25" creationId="{14C0AE0D-7A8E-3A5A-EFA5-EE56837F7865}"/>
          </ac:spMkLst>
        </pc:spChg>
        <pc:grpChg chg="add mod">
          <ac:chgData name="Sohag Kabir" userId="e9b0da40-aef8-480a-bb63-d1daacecf555" providerId="ADAL" clId="{1C744593-6C56-47B8-8E2D-8F322745BDAD}" dt="2024-11-02T12:41:49.723" v="1278" actId="1076"/>
          <ac:grpSpMkLst>
            <pc:docMk/>
            <pc:sldMk cId="3873848662" sldId="379"/>
            <ac:grpSpMk id="10" creationId="{77AC37D9-F90B-0814-C8B0-110954538C62}"/>
          </ac:grpSpMkLst>
        </pc:grpChg>
        <pc:grpChg chg="del">
          <ac:chgData name="Sohag Kabir" userId="e9b0da40-aef8-480a-bb63-d1daacecf555" providerId="ADAL" clId="{1C744593-6C56-47B8-8E2D-8F322745BDAD}" dt="2024-11-02T12:34:46.791" v="1266" actId="478"/>
          <ac:grpSpMkLst>
            <pc:docMk/>
            <pc:sldMk cId="3873848662" sldId="379"/>
            <ac:grpSpMk id="15" creationId="{30F9785C-B6D6-28AE-8142-01955A884C68}"/>
          </ac:grpSpMkLst>
        </pc:grpChg>
        <pc:grpChg chg="add mod">
          <ac:chgData name="Sohag Kabir" userId="e9b0da40-aef8-480a-bb63-d1daacecf555" providerId="ADAL" clId="{1C744593-6C56-47B8-8E2D-8F322745BDAD}" dt="2024-11-02T12:46:07.283" v="1313" actId="1076"/>
          <ac:grpSpMkLst>
            <pc:docMk/>
            <pc:sldMk cId="3873848662" sldId="379"/>
            <ac:grpSpMk id="24" creationId="{1B83F4DF-F815-74A8-1D64-85D07572AF06}"/>
          </ac:grpSpMkLst>
        </pc:grpChg>
        <pc:grpChg chg="add mod">
          <ac:chgData name="Sohag Kabir" userId="e9b0da40-aef8-480a-bb63-d1daacecf555" providerId="ADAL" clId="{1C744593-6C56-47B8-8E2D-8F322745BDAD}" dt="2024-11-02T12:46:35.348" v="1326" actId="164"/>
          <ac:grpSpMkLst>
            <pc:docMk/>
            <pc:sldMk cId="3873848662" sldId="379"/>
            <ac:grpSpMk id="26" creationId="{DB9A22F3-4D73-A7F3-1BA9-F48E454C3FDA}"/>
          </ac:grpSpMkLst>
        </pc:grpChg>
      </pc:sldChg>
      <pc:sldChg chg="addSp delSp modSp mod delAnim modAnim">
        <pc:chgData name="Sohag Kabir" userId="e9b0da40-aef8-480a-bb63-d1daacecf555" providerId="ADAL" clId="{1C744593-6C56-47B8-8E2D-8F322745BDAD}" dt="2024-11-02T13:06:02.994" v="1493"/>
        <pc:sldMkLst>
          <pc:docMk/>
          <pc:sldMk cId="3656481736" sldId="380"/>
        </pc:sldMkLst>
        <pc:spChg chg="mod">
          <ac:chgData name="Sohag Kabir" userId="e9b0da40-aef8-480a-bb63-d1daacecf555" providerId="ADAL" clId="{1C744593-6C56-47B8-8E2D-8F322745BDAD}" dt="2024-11-02T12:52:56.688" v="1440" actId="27636"/>
          <ac:spMkLst>
            <pc:docMk/>
            <pc:sldMk cId="3656481736" sldId="380"/>
            <ac:spMk id="2" creationId="{DE13D453-4D7B-47BF-AED4-27D56C3644AA}"/>
          </ac:spMkLst>
        </pc:spChg>
        <pc:spChg chg="del">
          <ac:chgData name="Sohag Kabir" userId="e9b0da40-aef8-480a-bb63-d1daacecf555" providerId="ADAL" clId="{1C744593-6C56-47B8-8E2D-8F322745BDAD}" dt="2024-11-02T12:48:12.234" v="1360" actId="478"/>
          <ac:spMkLst>
            <pc:docMk/>
            <pc:sldMk cId="3656481736" sldId="380"/>
            <ac:spMk id="3" creationId="{D005AB0A-66B2-627B-43B0-7D41997ECF54}"/>
          </ac:spMkLst>
        </pc:spChg>
        <pc:spChg chg="mod">
          <ac:chgData name="Sohag Kabir" userId="e9b0da40-aef8-480a-bb63-d1daacecf555" providerId="ADAL" clId="{1C744593-6C56-47B8-8E2D-8F322745BDAD}" dt="2024-11-02T12:48:48.864" v="1361"/>
          <ac:spMkLst>
            <pc:docMk/>
            <pc:sldMk cId="3656481736" sldId="380"/>
            <ac:spMk id="8" creationId="{0DE8E5AB-6FD6-EF24-0841-8BAF8E963DB0}"/>
          </ac:spMkLst>
        </pc:spChg>
        <pc:spChg chg="del">
          <ac:chgData name="Sohag Kabir" userId="e9b0da40-aef8-480a-bb63-d1daacecf555" providerId="ADAL" clId="{1C744593-6C56-47B8-8E2D-8F322745BDAD}" dt="2024-11-02T12:48:10.199" v="1358" actId="478"/>
          <ac:spMkLst>
            <pc:docMk/>
            <pc:sldMk cId="3656481736" sldId="380"/>
            <ac:spMk id="9" creationId="{BFE051BF-DE12-E2AD-2225-B73797281D10}"/>
          </ac:spMkLst>
        </pc:spChg>
        <pc:spChg chg="mod">
          <ac:chgData name="Sohag Kabir" userId="e9b0da40-aef8-480a-bb63-d1daacecf555" providerId="ADAL" clId="{1C744593-6C56-47B8-8E2D-8F322745BDAD}" dt="2024-11-02T12:48:48.864" v="1361"/>
          <ac:spMkLst>
            <pc:docMk/>
            <pc:sldMk cId="3656481736" sldId="380"/>
            <ac:spMk id="10" creationId="{67854D39-C6E7-1D92-3874-93552F57ADB4}"/>
          </ac:spMkLst>
        </pc:spChg>
        <pc:spChg chg="add mod">
          <ac:chgData name="Sohag Kabir" userId="e9b0da40-aef8-480a-bb63-d1daacecf555" providerId="ADAL" clId="{1C744593-6C56-47B8-8E2D-8F322745BDAD}" dt="2024-11-02T13:03:07.554" v="1453" actId="1076"/>
          <ac:spMkLst>
            <pc:docMk/>
            <pc:sldMk cId="3656481736" sldId="380"/>
            <ac:spMk id="11" creationId="{1396BA56-1DD7-23D0-A79C-E5D837385B7C}"/>
          </ac:spMkLst>
        </pc:spChg>
        <pc:spChg chg="del">
          <ac:chgData name="Sohag Kabir" userId="e9b0da40-aef8-480a-bb63-d1daacecf555" providerId="ADAL" clId="{1C744593-6C56-47B8-8E2D-8F322745BDAD}" dt="2024-11-02T12:48:11.416" v="1359" actId="478"/>
          <ac:spMkLst>
            <pc:docMk/>
            <pc:sldMk cId="3656481736" sldId="380"/>
            <ac:spMk id="16" creationId="{44FB9878-55AE-FCE9-6DD8-76E973B45F39}"/>
          </ac:spMkLst>
        </pc:spChg>
        <pc:spChg chg="mod">
          <ac:chgData name="Sohag Kabir" userId="e9b0da40-aef8-480a-bb63-d1daacecf555" providerId="ADAL" clId="{1C744593-6C56-47B8-8E2D-8F322745BDAD}" dt="2024-11-02T12:54:14.491" v="1442" actId="14100"/>
          <ac:spMkLst>
            <pc:docMk/>
            <pc:sldMk cId="3656481736" sldId="380"/>
            <ac:spMk id="17" creationId="{4962A57D-A428-81FA-7925-CE6E0DDE7CAA}"/>
          </ac:spMkLst>
        </pc:spChg>
        <pc:spChg chg="mod">
          <ac:chgData name="Sohag Kabir" userId="e9b0da40-aef8-480a-bb63-d1daacecf555" providerId="ADAL" clId="{1C744593-6C56-47B8-8E2D-8F322745BDAD}" dt="2024-11-02T12:48:48.864" v="1361"/>
          <ac:spMkLst>
            <pc:docMk/>
            <pc:sldMk cId="3656481736" sldId="380"/>
            <ac:spMk id="18" creationId="{CA48ED66-26C0-CB10-B15B-EC755562BADB}"/>
          </ac:spMkLst>
        </pc:spChg>
        <pc:spChg chg="mod">
          <ac:chgData name="Sohag Kabir" userId="e9b0da40-aef8-480a-bb63-d1daacecf555" providerId="ADAL" clId="{1C744593-6C56-47B8-8E2D-8F322745BDAD}" dt="2024-11-02T13:01:57.282" v="1445"/>
          <ac:spMkLst>
            <pc:docMk/>
            <pc:sldMk cId="3656481736" sldId="380"/>
            <ac:spMk id="20" creationId="{91E881FB-BC96-0256-BCC0-BD0B9F94CAAB}"/>
          </ac:spMkLst>
        </pc:spChg>
        <pc:spChg chg="mod">
          <ac:chgData name="Sohag Kabir" userId="e9b0da40-aef8-480a-bb63-d1daacecf555" providerId="ADAL" clId="{1C744593-6C56-47B8-8E2D-8F322745BDAD}" dt="2024-11-02T13:03:39.170" v="1465" actId="1076"/>
          <ac:spMkLst>
            <pc:docMk/>
            <pc:sldMk cId="3656481736" sldId="380"/>
            <ac:spMk id="21" creationId="{283FE9DD-99A9-B0B0-8C25-3DD45DB9BB5C}"/>
          </ac:spMkLst>
        </pc:spChg>
        <pc:spChg chg="add mod">
          <ac:chgData name="Sohag Kabir" userId="e9b0da40-aef8-480a-bb63-d1daacecf555" providerId="ADAL" clId="{1C744593-6C56-47B8-8E2D-8F322745BDAD}" dt="2024-11-02T13:04:34.072" v="1480" actId="164"/>
          <ac:spMkLst>
            <pc:docMk/>
            <pc:sldMk cId="3656481736" sldId="380"/>
            <ac:spMk id="23" creationId="{02313A73-52A3-739B-C186-3915FEB29647}"/>
          </ac:spMkLst>
        </pc:spChg>
        <pc:spChg chg="add mod">
          <ac:chgData name="Sohag Kabir" userId="e9b0da40-aef8-480a-bb63-d1daacecf555" providerId="ADAL" clId="{1C744593-6C56-47B8-8E2D-8F322745BDAD}" dt="2024-11-02T13:04:34.072" v="1480" actId="164"/>
          <ac:spMkLst>
            <pc:docMk/>
            <pc:sldMk cId="3656481736" sldId="380"/>
            <ac:spMk id="24" creationId="{DC7F5C43-D30E-4B2F-BE82-FEDFC0B356C7}"/>
          </ac:spMkLst>
        </pc:spChg>
        <pc:grpChg chg="add mod">
          <ac:chgData name="Sohag Kabir" userId="e9b0da40-aef8-480a-bb63-d1daacecf555" providerId="ADAL" clId="{1C744593-6C56-47B8-8E2D-8F322745BDAD}" dt="2024-11-02T13:01:05.042" v="1443" actId="1076"/>
          <ac:grpSpMkLst>
            <pc:docMk/>
            <pc:sldMk cId="3656481736" sldId="380"/>
            <ac:grpSpMk id="4" creationId="{3DEEC76D-2B3A-3CE9-F4A0-AF6F820ED6E9}"/>
          </ac:grpSpMkLst>
        </pc:grpChg>
        <pc:grpChg chg="add mod">
          <ac:chgData name="Sohag Kabir" userId="e9b0da40-aef8-480a-bb63-d1daacecf555" providerId="ADAL" clId="{1C744593-6C56-47B8-8E2D-8F322745BDAD}" dt="2024-11-02T13:01:44.874" v="1444" actId="1076"/>
          <ac:grpSpMkLst>
            <pc:docMk/>
            <pc:sldMk cId="3656481736" sldId="380"/>
            <ac:grpSpMk id="13" creationId="{DF54A40B-9BF7-F831-7672-9853111BA258}"/>
          </ac:grpSpMkLst>
        </pc:grpChg>
        <pc:grpChg chg="del">
          <ac:chgData name="Sohag Kabir" userId="e9b0da40-aef8-480a-bb63-d1daacecf555" providerId="ADAL" clId="{1C744593-6C56-47B8-8E2D-8F322745BDAD}" dt="2024-11-02T12:48:09.019" v="1357" actId="478"/>
          <ac:grpSpMkLst>
            <pc:docMk/>
            <pc:sldMk cId="3656481736" sldId="380"/>
            <ac:grpSpMk id="15" creationId="{30F9785C-B6D6-28AE-8142-01955A884C68}"/>
          </ac:grpSpMkLst>
        </pc:grpChg>
        <pc:grpChg chg="add mod">
          <ac:chgData name="Sohag Kabir" userId="e9b0da40-aef8-480a-bb63-d1daacecf555" providerId="ADAL" clId="{1C744593-6C56-47B8-8E2D-8F322745BDAD}" dt="2024-11-02T13:04:14.826" v="1476" actId="1076"/>
          <ac:grpSpMkLst>
            <pc:docMk/>
            <pc:sldMk cId="3656481736" sldId="380"/>
            <ac:grpSpMk id="19" creationId="{604D12A6-120B-861E-3719-81905FD65343}"/>
          </ac:grpSpMkLst>
        </pc:grpChg>
        <pc:grpChg chg="add mod">
          <ac:chgData name="Sohag Kabir" userId="e9b0da40-aef8-480a-bb63-d1daacecf555" providerId="ADAL" clId="{1C744593-6C56-47B8-8E2D-8F322745BDAD}" dt="2024-11-02T13:04:34.072" v="1480" actId="164"/>
          <ac:grpSpMkLst>
            <pc:docMk/>
            <pc:sldMk cId="3656481736" sldId="380"/>
            <ac:grpSpMk id="25" creationId="{6F20A7D0-B395-8CC2-B97E-A32AE095E3A7}"/>
          </ac:grpSpMkLst>
        </pc:grpChg>
      </pc:sldChg>
      <pc:sldChg chg="addSp delSp modSp mod delAnim modAnim">
        <pc:chgData name="Sohag Kabir" userId="e9b0da40-aef8-480a-bb63-d1daacecf555" providerId="ADAL" clId="{1C744593-6C56-47B8-8E2D-8F322745BDAD}" dt="2024-11-03T12:03:50.880" v="1875" actId="1076"/>
        <pc:sldMkLst>
          <pc:docMk/>
          <pc:sldMk cId="635394638" sldId="381"/>
        </pc:sldMkLst>
        <pc:spChg chg="del">
          <ac:chgData name="Sohag Kabir" userId="e9b0da40-aef8-480a-bb63-d1daacecf555" providerId="ADAL" clId="{1C744593-6C56-47B8-8E2D-8F322745BDAD}" dt="2024-11-03T11:55:15.523" v="1806" actId="478"/>
          <ac:spMkLst>
            <pc:docMk/>
            <pc:sldMk cId="635394638" sldId="381"/>
            <ac:spMk id="2" creationId="{DE13D453-4D7B-47BF-AED4-27D56C3644AA}"/>
          </ac:spMkLst>
        </pc:spChg>
        <pc:spChg chg="add del mod">
          <ac:chgData name="Sohag Kabir" userId="e9b0da40-aef8-480a-bb63-d1daacecf555" providerId="ADAL" clId="{1C744593-6C56-47B8-8E2D-8F322745BDAD}" dt="2024-11-03T11:55:18.564" v="1808" actId="478"/>
          <ac:spMkLst>
            <pc:docMk/>
            <pc:sldMk cId="635394638" sldId="381"/>
            <ac:spMk id="3" creationId="{16795B16-9A84-314A-11A5-8B90781EB47F}"/>
          </ac:spMkLst>
        </pc:spChg>
        <pc:spChg chg="add mod">
          <ac:chgData name="Sohag Kabir" userId="e9b0da40-aef8-480a-bb63-d1daacecf555" providerId="ADAL" clId="{1C744593-6C56-47B8-8E2D-8F322745BDAD}" dt="2024-11-03T12:01:57.408" v="1856" actId="1076"/>
          <ac:spMkLst>
            <pc:docMk/>
            <pc:sldMk cId="635394638" sldId="381"/>
            <ac:spMk id="4" creationId="{3A218259-FC1E-6BAC-2671-C3CBCAEED89A}"/>
          </ac:spMkLst>
        </pc:spChg>
        <pc:spChg chg="del">
          <ac:chgData name="Sohag Kabir" userId="e9b0da40-aef8-480a-bb63-d1daacecf555" providerId="ADAL" clId="{1C744593-6C56-47B8-8E2D-8F322745BDAD}" dt="2024-11-03T11:55:40.599" v="1826" actId="478"/>
          <ac:spMkLst>
            <pc:docMk/>
            <pc:sldMk cId="635394638" sldId="381"/>
            <ac:spMk id="5" creationId="{F521E5CA-6362-227D-26D5-8B3A231647B9}"/>
          </ac:spMkLst>
        </pc:spChg>
        <pc:spChg chg="del mod">
          <ac:chgData name="Sohag Kabir" userId="e9b0da40-aef8-480a-bb63-d1daacecf555" providerId="ADAL" clId="{1C744593-6C56-47B8-8E2D-8F322745BDAD}" dt="2024-11-03T11:55:37.207" v="1825" actId="478"/>
          <ac:spMkLst>
            <pc:docMk/>
            <pc:sldMk cId="635394638" sldId="381"/>
            <ac:spMk id="9" creationId="{8546BF0C-1F6D-6945-F782-E2F6F2EFD7BA}"/>
          </ac:spMkLst>
        </pc:spChg>
        <pc:spChg chg="add mod">
          <ac:chgData name="Sohag Kabir" userId="e9b0da40-aef8-480a-bb63-d1daacecf555" providerId="ADAL" clId="{1C744593-6C56-47B8-8E2D-8F322745BDAD}" dt="2024-11-03T12:02:00.505" v="1859" actId="1035"/>
          <ac:spMkLst>
            <pc:docMk/>
            <pc:sldMk cId="635394638" sldId="381"/>
            <ac:spMk id="13" creationId="{54EE2036-ACD2-928B-0773-74F191B11A75}"/>
          </ac:spMkLst>
        </pc:spChg>
        <pc:spChg chg="add mod">
          <ac:chgData name="Sohag Kabir" userId="e9b0da40-aef8-480a-bb63-d1daacecf555" providerId="ADAL" clId="{1C744593-6C56-47B8-8E2D-8F322745BDAD}" dt="2024-11-03T12:02:04.142" v="1861" actId="1035"/>
          <ac:spMkLst>
            <pc:docMk/>
            <pc:sldMk cId="635394638" sldId="381"/>
            <ac:spMk id="16" creationId="{11E256B1-2C2E-E1B5-011E-AF97C6700104}"/>
          </ac:spMkLst>
        </pc:spChg>
        <pc:spChg chg="add mod">
          <ac:chgData name="Sohag Kabir" userId="e9b0da40-aef8-480a-bb63-d1daacecf555" providerId="ADAL" clId="{1C744593-6C56-47B8-8E2D-8F322745BDAD}" dt="2024-11-03T12:03:50.880" v="1875" actId="1076"/>
          <ac:spMkLst>
            <pc:docMk/>
            <pc:sldMk cId="635394638" sldId="381"/>
            <ac:spMk id="18" creationId="{C47ADA2B-873F-D55B-5254-D3B9659AD4CD}"/>
          </ac:spMkLst>
        </pc:spChg>
        <pc:grpChg chg="del">
          <ac:chgData name="Sohag Kabir" userId="e9b0da40-aef8-480a-bb63-d1daacecf555" providerId="ADAL" clId="{1C744593-6C56-47B8-8E2D-8F322745BDAD}" dt="2024-11-03T11:55:42.969" v="1827" actId="478"/>
          <ac:grpSpMkLst>
            <pc:docMk/>
            <pc:sldMk cId="635394638" sldId="381"/>
            <ac:grpSpMk id="8" creationId="{BFA0A41A-4DFE-2A37-E3B4-4034E84F9E74}"/>
          </ac:grpSpMkLst>
        </pc:grpChg>
      </pc:sldChg>
      <pc:sldChg chg="del">
        <pc:chgData name="Sohag Kabir" userId="e9b0da40-aef8-480a-bb63-d1daacecf555" providerId="ADAL" clId="{1C744593-6C56-47B8-8E2D-8F322745BDAD}" dt="2024-11-03T12:05:33.981" v="1877" actId="2696"/>
        <pc:sldMkLst>
          <pc:docMk/>
          <pc:sldMk cId="3673720568" sldId="382"/>
        </pc:sldMkLst>
      </pc:sldChg>
      <pc:sldChg chg="del">
        <pc:chgData name="Sohag Kabir" userId="e9b0da40-aef8-480a-bb63-d1daacecf555" providerId="ADAL" clId="{1C744593-6C56-47B8-8E2D-8F322745BDAD}" dt="2024-11-03T12:05:37.376" v="1878" actId="2696"/>
        <pc:sldMkLst>
          <pc:docMk/>
          <pc:sldMk cId="3878483686" sldId="383"/>
        </pc:sldMkLst>
      </pc:sldChg>
      <pc:sldChg chg="del">
        <pc:chgData name="Sohag Kabir" userId="e9b0da40-aef8-480a-bb63-d1daacecf555" providerId="ADAL" clId="{1C744593-6C56-47B8-8E2D-8F322745BDAD}" dt="2024-11-03T12:05:40.672" v="1879" actId="2696"/>
        <pc:sldMkLst>
          <pc:docMk/>
          <pc:sldMk cId="1278378718" sldId="384"/>
        </pc:sldMkLst>
      </pc:sldChg>
      <pc:sldChg chg="del">
        <pc:chgData name="Sohag Kabir" userId="e9b0da40-aef8-480a-bb63-d1daacecf555" providerId="ADAL" clId="{1C744593-6C56-47B8-8E2D-8F322745BDAD}" dt="2024-11-03T12:05:54.980" v="1883" actId="2696"/>
        <pc:sldMkLst>
          <pc:docMk/>
          <pc:sldMk cId="2980208357" sldId="385"/>
        </pc:sldMkLst>
      </pc:sldChg>
      <pc:sldChg chg="del">
        <pc:chgData name="Sohag Kabir" userId="e9b0da40-aef8-480a-bb63-d1daacecf555" providerId="ADAL" clId="{1C744593-6C56-47B8-8E2D-8F322745BDAD}" dt="2024-11-03T12:06:00.286" v="1884" actId="2696"/>
        <pc:sldMkLst>
          <pc:docMk/>
          <pc:sldMk cId="165245552" sldId="386"/>
        </pc:sldMkLst>
      </pc:sldChg>
      <pc:sldChg chg="del">
        <pc:chgData name="Sohag Kabir" userId="e9b0da40-aef8-480a-bb63-d1daacecf555" providerId="ADAL" clId="{1C744593-6C56-47B8-8E2D-8F322745BDAD}" dt="2024-11-03T12:06:06.239" v="1886" actId="2696"/>
        <pc:sldMkLst>
          <pc:docMk/>
          <pc:sldMk cId="942254707" sldId="387"/>
        </pc:sldMkLst>
      </pc:sldChg>
      <pc:sldChg chg="modSp add mod">
        <pc:chgData name="Sohag Kabir" userId="e9b0da40-aef8-480a-bb63-d1daacecf555" providerId="ADAL" clId="{1C744593-6C56-47B8-8E2D-8F322745BDAD}" dt="2024-11-02T11:25:32.983" v="823" actId="20577"/>
        <pc:sldMkLst>
          <pc:docMk/>
          <pc:sldMk cId="2393207387" sldId="388"/>
        </pc:sldMkLst>
        <pc:spChg chg="mod">
          <ac:chgData name="Sohag Kabir" userId="e9b0da40-aef8-480a-bb63-d1daacecf555" providerId="ADAL" clId="{1C744593-6C56-47B8-8E2D-8F322745BDAD}" dt="2024-11-02T11:21:04.967" v="797" actId="20577"/>
          <ac:spMkLst>
            <pc:docMk/>
            <pc:sldMk cId="2393207387" sldId="388"/>
            <ac:spMk id="2" creationId="{DE13D453-4D7B-47BF-AED4-27D56C3644AA}"/>
          </ac:spMkLst>
        </pc:spChg>
        <pc:spChg chg="mod">
          <ac:chgData name="Sohag Kabir" userId="e9b0da40-aef8-480a-bb63-d1daacecf555" providerId="ADAL" clId="{1C744593-6C56-47B8-8E2D-8F322745BDAD}" dt="2024-11-02T11:22:12.087" v="801" actId="20577"/>
          <ac:spMkLst>
            <pc:docMk/>
            <pc:sldMk cId="2393207387" sldId="388"/>
            <ac:spMk id="11" creationId="{50A86B02-D3B0-6A96-33FA-BA1D65E044AC}"/>
          </ac:spMkLst>
        </pc:spChg>
        <pc:spChg chg="mod">
          <ac:chgData name="Sohag Kabir" userId="e9b0da40-aef8-480a-bb63-d1daacecf555" providerId="ADAL" clId="{1C744593-6C56-47B8-8E2D-8F322745BDAD}" dt="2024-11-02T11:25:32.983" v="823" actId="20577"/>
          <ac:spMkLst>
            <pc:docMk/>
            <pc:sldMk cId="2393207387" sldId="388"/>
            <ac:spMk id="18" creationId="{9201F03F-C1BA-48B0-91D7-2DB43FD6AB54}"/>
          </ac:spMkLst>
        </pc:spChg>
        <pc:spChg chg="mod">
          <ac:chgData name="Sohag Kabir" userId="e9b0da40-aef8-480a-bb63-d1daacecf555" providerId="ADAL" clId="{1C744593-6C56-47B8-8E2D-8F322745BDAD}" dt="2024-11-02T11:23:07.758" v="809" actId="20577"/>
          <ac:spMkLst>
            <pc:docMk/>
            <pc:sldMk cId="2393207387" sldId="388"/>
            <ac:spMk id="21" creationId="{0A4CB10F-1203-5FD8-B8E5-0A7223BFC500}"/>
          </ac:spMkLst>
        </pc:spChg>
      </pc:sldChg>
      <pc:sldChg chg="modSp add mod">
        <pc:chgData name="Sohag Kabir" userId="e9b0da40-aef8-480a-bb63-d1daacecf555" providerId="ADAL" clId="{1C744593-6C56-47B8-8E2D-8F322745BDAD}" dt="2024-11-02T11:26:29.615" v="840" actId="20577"/>
        <pc:sldMkLst>
          <pc:docMk/>
          <pc:sldMk cId="1601248851" sldId="389"/>
        </pc:sldMkLst>
        <pc:spChg chg="mod">
          <ac:chgData name="Sohag Kabir" userId="e9b0da40-aef8-480a-bb63-d1daacecf555" providerId="ADAL" clId="{1C744593-6C56-47B8-8E2D-8F322745BDAD}" dt="2024-11-02T11:24:18.503" v="813" actId="20577"/>
          <ac:spMkLst>
            <pc:docMk/>
            <pc:sldMk cId="1601248851" sldId="389"/>
            <ac:spMk id="2" creationId="{DE13D453-4D7B-47BF-AED4-27D56C3644AA}"/>
          </ac:spMkLst>
        </pc:spChg>
        <pc:spChg chg="mod">
          <ac:chgData name="Sohag Kabir" userId="e9b0da40-aef8-480a-bb63-d1daacecf555" providerId="ADAL" clId="{1C744593-6C56-47B8-8E2D-8F322745BDAD}" dt="2024-11-02T11:25:03.411" v="819" actId="20577"/>
          <ac:spMkLst>
            <pc:docMk/>
            <pc:sldMk cId="1601248851" sldId="389"/>
            <ac:spMk id="11" creationId="{50A86B02-D3B0-6A96-33FA-BA1D65E044AC}"/>
          </ac:spMkLst>
        </pc:spChg>
        <pc:spChg chg="mod">
          <ac:chgData name="Sohag Kabir" userId="e9b0da40-aef8-480a-bb63-d1daacecf555" providerId="ADAL" clId="{1C744593-6C56-47B8-8E2D-8F322745BDAD}" dt="2024-11-02T11:26:03.830" v="834" actId="20577"/>
          <ac:spMkLst>
            <pc:docMk/>
            <pc:sldMk cId="1601248851" sldId="389"/>
            <ac:spMk id="18" creationId="{9201F03F-C1BA-48B0-91D7-2DB43FD6AB54}"/>
          </ac:spMkLst>
        </pc:spChg>
        <pc:spChg chg="mod">
          <ac:chgData name="Sohag Kabir" userId="e9b0da40-aef8-480a-bb63-d1daacecf555" providerId="ADAL" clId="{1C744593-6C56-47B8-8E2D-8F322745BDAD}" dt="2024-11-02T11:26:29.615" v="840" actId="20577"/>
          <ac:spMkLst>
            <pc:docMk/>
            <pc:sldMk cId="1601248851" sldId="389"/>
            <ac:spMk id="21" creationId="{0A4CB10F-1203-5FD8-B8E5-0A7223BFC500}"/>
          </ac:spMkLst>
        </pc:spChg>
      </pc:sldChg>
      <pc:sldChg chg="addSp delSp modSp add mod delAnim modAnim">
        <pc:chgData name="Sohag Kabir" userId="e9b0da40-aef8-480a-bb63-d1daacecf555" providerId="ADAL" clId="{1C744593-6C56-47B8-8E2D-8F322745BDAD}" dt="2024-11-02T11:45:35.452" v="959"/>
        <pc:sldMkLst>
          <pc:docMk/>
          <pc:sldMk cId="3399621653" sldId="390"/>
        </pc:sldMkLst>
        <pc:spChg chg="add mod">
          <ac:chgData name="Sohag Kabir" userId="e9b0da40-aef8-480a-bb63-d1daacecf555" providerId="ADAL" clId="{1C744593-6C56-47B8-8E2D-8F322745BDAD}" dt="2024-11-02T11:45:21.051" v="958"/>
          <ac:spMkLst>
            <pc:docMk/>
            <pc:sldMk cId="3399621653" sldId="390"/>
            <ac:spMk id="3" creationId="{A3645B91-7726-4E7A-B0B0-C142301B4765}"/>
          </ac:spMkLst>
        </pc:spChg>
        <pc:spChg chg="add mod">
          <ac:chgData name="Sohag Kabir" userId="e9b0da40-aef8-480a-bb63-d1daacecf555" providerId="ADAL" clId="{1C744593-6C56-47B8-8E2D-8F322745BDAD}" dt="2024-11-02T11:35:27.896" v="887" actId="164"/>
          <ac:spMkLst>
            <pc:docMk/>
            <pc:sldMk cId="3399621653" sldId="390"/>
            <ac:spMk id="4" creationId="{170D9F0D-C070-D01B-83C3-09BC19EC1ECD}"/>
          </ac:spMkLst>
        </pc:spChg>
        <pc:spChg chg="mod">
          <ac:chgData name="Sohag Kabir" userId="e9b0da40-aef8-480a-bb63-d1daacecf555" providerId="ADAL" clId="{1C744593-6C56-47B8-8E2D-8F322745BDAD}" dt="2024-11-02T11:30:17.686" v="863" actId="1076"/>
          <ac:spMkLst>
            <pc:docMk/>
            <pc:sldMk cId="3399621653" sldId="390"/>
            <ac:spMk id="11" creationId="{50A86B02-D3B0-6A96-33FA-BA1D65E044AC}"/>
          </ac:spMkLst>
        </pc:spChg>
        <pc:spChg chg="del">
          <ac:chgData name="Sohag Kabir" userId="e9b0da40-aef8-480a-bb63-d1daacecf555" providerId="ADAL" clId="{1C744593-6C56-47B8-8E2D-8F322745BDAD}" dt="2024-11-02T11:30:04.331" v="858" actId="478"/>
          <ac:spMkLst>
            <pc:docMk/>
            <pc:sldMk cId="3399621653" sldId="390"/>
            <ac:spMk id="18" creationId="{9201F03F-C1BA-48B0-91D7-2DB43FD6AB54}"/>
          </ac:spMkLst>
        </pc:spChg>
        <pc:spChg chg="mod">
          <ac:chgData name="Sohag Kabir" userId="e9b0da40-aef8-480a-bb63-d1daacecf555" providerId="ADAL" clId="{1C744593-6C56-47B8-8E2D-8F322745BDAD}" dt="2024-11-02T11:30:27.406" v="866" actId="1076"/>
          <ac:spMkLst>
            <pc:docMk/>
            <pc:sldMk cId="3399621653" sldId="390"/>
            <ac:spMk id="19" creationId="{AEE759D1-5F9E-B8A6-B9DB-5B2B2075CF14}"/>
          </ac:spMkLst>
        </pc:spChg>
        <pc:grpChg chg="add mod">
          <ac:chgData name="Sohag Kabir" userId="e9b0da40-aef8-480a-bb63-d1daacecf555" providerId="ADAL" clId="{1C744593-6C56-47B8-8E2D-8F322745BDAD}" dt="2024-11-02T11:35:27.896" v="887" actId="164"/>
          <ac:grpSpMkLst>
            <pc:docMk/>
            <pc:sldMk cId="3399621653" sldId="390"/>
            <ac:grpSpMk id="5" creationId="{A34A0655-81DD-86C8-8037-3CEF3C980DB0}"/>
          </ac:grpSpMkLst>
        </pc:grpChg>
        <pc:grpChg chg="del">
          <ac:chgData name="Sohag Kabir" userId="e9b0da40-aef8-480a-bb63-d1daacecf555" providerId="ADAL" clId="{1C744593-6C56-47B8-8E2D-8F322745BDAD}" dt="2024-11-02T11:30:14.846" v="862" actId="478"/>
          <ac:grpSpMkLst>
            <pc:docMk/>
            <pc:sldMk cId="3399621653" sldId="390"/>
            <ac:grpSpMk id="16" creationId="{4359EEF6-72E3-C553-AE0B-71A928DAE231}"/>
          </ac:grpSpMkLst>
        </pc:grpChg>
        <pc:grpChg chg="del">
          <ac:chgData name="Sohag Kabir" userId="e9b0da40-aef8-480a-bb63-d1daacecf555" providerId="ADAL" clId="{1C744593-6C56-47B8-8E2D-8F322745BDAD}" dt="2024-11-02T11:30:11.050" v="861" actId="478"/>
          <ac:grpSpMkLst>
            <pc:docMk/>
            <pc:sldMk cId="3399621653" sldId="390"/>
            <ac:grpSpMk id="23" creationId="{4B31937F-1104-3315-9C1E-A7624C83A503}"/>
          </ac:grpSpMkLst>
        </pc:grpChg>
      </pc:sldChg>
      <pc:sldChg chg="addSp delSp modSp add mod addAnim delAnim modAnim">
        <pc:chgData name="Sohag Kabir" userId="e9b0da40-aef8-480a-bb63-d1daacecf555" providerId="ADAL" clId="{1C744593-6C56-47B8-8E2D-8F322745BDAD}" dt="2024-11-02T11:46:05.794" v="961"/>
        <pc:sldMkLst>
          <pc:docMk/>
          <pc:sldMk cId="2218170664" sldId="391"/>
        </pc:sldMkLst>
        <pc:spChg chg="mod">
          <ac:chgData name="Sohag Kabir" userId="e9b0da40-aef8-480a-bb63-d1daacecf555" providerId="ADAL" clId="{1C744593-6C56-47B8-8E2D-8F322745BDAD}" dt="2024-11-02T11:43:21.125" v="940"/>
          <ac:spMkLst>
            <pc:docMk/>
            <pc:sldMk cId="2218170664" sldId="391"/>
            <ac:spMk id="4" creationId="{7C282ACE-23E7-9DBA-D691-6548E334C259}"/>
          </ac:spMkLst>
        </pc:spChg>
        <pc:spChg chg="mod">
          <ac:chgData name="Sohag Kabir" userId="e9b0da40-aef8-480a-bb63-d1daacecf555" providerId="ADAL" clId="{1C744593-6C56-47B8-8E2D-8F322745BDAD}" dt="2024-11-02T11:38:31.239" v="895"/>
          <ac:spMkLst>
            <pc:docMk/>
            <pc:sldMk cId="2218170664" sldId="391"/>
            <ac:spMk id="5" creationId="{A5246543-CD7C-0FD0-022D-1B5727F91F73}"/>
          </ac:spMkLst>
        </pc:spChg>
        <pc:spChg chg="mod">
          <ac:chgData name="Sohag Kabir" userId="e9b0da40-aef8-480a-bb63-d1daacecf555" providerId="ADAL" clId="{1C744593-6C56-47B8-8E2D-8F322745BDAD}" dt="2024-11-02T11:38:44.999" v="900" actId="1076"/>
          <ac:spMkLst>
            <pc:docMk/>
            <pc:sldMk cId="2218170664" sldId="391"/>
            <ac:spMk id="11" creationId="{50A86B02-D3B0-6A96-33FA-BA1D65E044AC}"/>
          </ac:spMkLst>
        </pc:spChg>
        <pc:spChg chg="del">
          <ac:chgData name="Sohag Kabir" userId="e9b0da40-aef8-480a-bb63-d1daacecf555" providerId="ADAL" clId="{1C744593-6C56-47B8-8E2D-8F322745BDAD}" dt="2024-11-02T11:38:22.275" v="891" actId="478"/>
          <ac:spMkLst>
            <pc:docMk/>
            <pc:sldMk cId="2218170664" sldId="391"/>
            <ac:spMk id="18" creationId="{9201F03F-C1BA-48B0-91D7-2DB43FD6AB54}"/>
          </ac:spMkLst>
        </pc:spChg>
        <pc:spChg chg="mod">
          <ac:chgData name="Sohag Kabir" userId="e9b0da40-aef8-480a-bb63-d1daacecf555" providerId="ADAL" clId="{1C744593-6C56-47B8-8E2D-8F322745BDAD}" dt="2024-11-02T11:38:47.342" v="901" actId="1076"/>
          <ac:spMkLst>
            <pc:docMk/>
            <pc:sldMk cId="2218170664" sldId="391"/>
            <ac:spMk id="19" creationId="{AEE759D1-5F9E-B8A6-B9DB-5B2B2075CF14}"/>
          </ac:spMkLst>
        </pc:spChg>
        <pc:grpChg chg="add del mod">
          <ac:chgData name="Sohag Kabir" userId="e9b0da40-aef8-480a-bb63-d1daacecf555" providerId="ADAL" clId="{1C744593-6C56-47B8-8E2D-8F322745BDAD}" dt="2024-11-02T11:38:56.359" v="906" actId="1035"/>
          <ac:grpSpMkLst>
            <pc:docMk/>
            <pc:sldMk cId="2218170664" sldId="391"/>
            <ac:grpSpMk id="3" creationId="{7B054640-4E33-5FE6-CDA1-9FDDBD53AF4E}"/>
          </ac:grpSpMkLst>
        </pc:grpChg>
        <pc:grpChg chg="del">
          <ac:chgData name="Sohag Kabir" userId="e9b0da40-aef8-480a-bb63-d1daacecf555" providerId="ADAL" clId="{1C744593-6C56-47B8-8E2D-8F322745BDAD}" dt="2024-11-02T11:38:23.729" v="892" actId="478"/>
          <ac:grpSpMkLst>
            <pc:docMk/>
            <pc:sldMk cId="2218170664" sldId="391"/>
            <ac:grpSpMk id="16" creationId="{4359EEF6-72E3-C553-AE0B-71A928DAE231}"/>
          </ac:grpSpMkLst>
        </pc:grpChg>
        <pc:grpChg chg="del">
          <ac:chgData name="Sohag Kabir" userId="e9b0da40-aef8-480a-bb63-d1daacecf555" providerId="ADAL" clId="{1C744593-6C56-47B8-8E2D-8F322745BDAD}" dt="2024-11-02T11:38:24.770" v="893" actId="478"/>
          <ac:grpSpMkLst>
            <pc:docMk/>
            <pc:sldMk cId="2218170664" sldId="391"/>
            <ac:grpSpMk id="23" creationId="{4B31937F-1104-3315-9C1E-A7624C83A503}"/>
          </ac:grpSpMkLst>
        </pc:grpChg>
      </pc:sldChg>
      <pc:sldChg chg="addSp delSp modSp add mod delAnim modAnim">
        <pc:chgData name="Sohag Kabir" userId="e9b0da40-aef8-480a-bb63-d1daacecf555" providerId="ADAL" clId="{1C744593-6C56-47B8-8E2D-8F322745BDAD}" dt="2024-11-02T11:48:02.846" v="981" actId="1076"/>
        <pc:sldMkLst>
          <pc:docMk/>
          <pc:sldMk cId="125047475" sldId="392"/>
        </pc:sldMkLst>
        <pc:spChg chg="add mod">
          <ac:chgData name="Sohag Kabir" userId="e9b0da40-aef8-480a-bb63-d1daacecf555" providerId="ADAL" clId="{1C744593-6C56-47B8-8E2D-8F322745BDAD}" dt="2024-11-02T11:48:02.846" v="981" actId="1076"/>
          <ac:spMkLst>
            <pc:docMk/>
            <pc:sldMk cId="125047475" sldId="392"/>
            <ac:spMk id="3" creationId="{C977AE74-C655-5A7C-007B-0B2E649A7AA3}"/>
          </ac:spMkLst>
        </pc:spChg>
        <pc:spChg chg="mod">
          <ac:chgData name="Sohag Kabir" userId="e9b0da40-aef8-480a-bb63-d1daacecf555" providerId="ADAL" clId="{1C744593-6C56-47B8-8E2D-8F322745BDAD}" dt="2024-11-02T11:47:23.325" v="977" actId="20577"/>
          <ac:spMkLst>
            <pc:docMk/>
            <pc:sldMk cId="125047475" sldId="392"/>
            <ac:spMk id="5" creationId="{93D9A147-C0CC-AB7B-F9B0-819BC18B4D10}"/>
          </ac:spMkLst>
        </pc:spChg>
        <pc:spChg chg="del topLvl">
          <ac:chgData name="Sohag Kabir" userId="e9b0da40-aef8-480a-bb63-d1daacecf555" providerId="ADAL" clId="{1C744593-6C56-47B8-8E2D-8F322745BDAD}" dt="2024-11-02T11:46:38.761" v="963" actId="478"/>
          <ac:spMkLst>
            <pc:docMk/>
            <pc:sldMk cId="125047475" sldId="392"/>
            <ac:spMk id="8" creationId="{086F8B85-4BB5-DFAA-D86A-A70B4BC58C5F}"/>
          </ac:spMkLst>
        </pc:spChg>
        <pc:spChg chg="mod">
          <ac:chgData name="Sohag Kabir" userId="e9b0da40-aef8-480a-bb63-d1daacecf555" providerId="ADAL" clId="{1C744593-6C56-47B8-8E2D-8F322745BDAD}" dt="2024-11-02T11:47:10.941" v="971"/>
          <ac:spMkLst>
            <pc:docMk/>
            <pc:sldMk cId="125047475" sldId="392"/>
            <ac:spMk id="9" creationId="{0433F84A-84F5-4CF7-5144-CFB4410545A5}"/>
          </ac:spMkLst>
        </pc:spChg>
        <pc:spChg chg="mod">
          <ac:chgData name="Sohag Kabir" userId="e9b0da40-aef8-480a-bb63-d1daacecf555" providerId="ADAL" clId="{1C744593-6C56-47B8-8E2D-8F322745BDAD}" dt="2024-11-02T11:47:52.214" v="979" actId="1076"/>
          <ac:spMkLst>
            <pc:docMk/>
            <pc:sldMk cId="125047475" sldId="392"/>
            <ac:spMk id="11" creationId="{50A86B02-D3B0-6A96-33FA-BA1D65E044AC}"/>
          </ac:spMkLst>
        </pc:spChg>
        <pc:spChg chg="del topLvl">
          <ac:chgData name="Sohag Kabir" userId="e9b0da40-aef8-480a-bb63-d1daacecf555" providerId="ADAL" clId="{1C744593-6C56-47B8-8E2D-8F322745BDAD}" dt="2024-11-02T11:46:45.142" v="968" actId="478"/>
          <ac:spMkLst>
            <pc:docMk/>
            <pc:sldMk cId="125047475" sldId="392"/>
            <ac:spMk id="15" creationId="{0FE702CD-6B4D-B0C7-D140-786E0792289F}"/>
          </ac:spMkLst>
        </pc:spChg>
        <pc:spChg chg="del">
          <ac:chgData name="Sohag Kabir" userId="e9b0da40-aef8-480a-bb63-d1daacecf555" providerId="ADAL" clId="{1C744593-6C56-47B8-8E2D-8F322745BDAD}" dt="2024-11-02T11:46:39.768" v="964" actId="478"/>
          <ac:spMkLst>
            <pc:docMk/>
            <pc:sldMk cId="125047475" sldId="392"/>
            <ac:spMk id="18" creationId="{9201F03F-C1BA-48B0-91D7-2DB43FD6AB54}"/>
          </ac:spMkLst>
        </pc:spChg>
        <pc:spChg chg="del">
          <ac:chgData name="Sohag Kabir" userId="e9b0da40-aef8-480a-bb63-d1daacecf555" providerId="ADAL" clId="{1C744593-6C56-47B8-8E2D-8F322745BDAD}" dt="2024-11-02T11:46:40.428" v="965" actId="478"/>
          <ac:spMkLst>
            <pc:docMk/>
            <pc:sldMk cId="125047475" sldId="392"/>
            <ac:spMk id="19" creationId="{AEE759D1-5F9E-B8A6-B9DB-5B2B2075CF14}"/>
          </ac:spMkLst>
        </pc:spChg>
        <pc:grpChg chg="add mod">
          <ac:chgData name="Sohag Kabir" userId="e9b0da40-aef8-480a-bb63-d1daacecf555" providerId="ADAL" clId="{1C744593-6C56-47B8-8E2D-8F322745BDAD}" dt="2024-11-02T11:47:47.638" v="978" actId="1076"/>
          <ac:grpSpMkLst>
            <pc:docMk/>
            <pc:sldMk cId="125047475" sldId="392"/>
            <ac:grpSpMk id="4" creationId="{EB28509A-1D8B-746B-1A6E-602B940D0A42}"/>
          </ac:grpSpMkLst>
        </pc:grpChg>
        <pc:grpChg chg="del">
          <ac:chgData name="Sohag Kabir" userId="e9b0da40-aef8-480a-bb63-d1daacecf555" providerId="ADAL" clId="{1C744593-6C56-47B8-8E2D-8F322745BDAD}" dt="2024-11-02T11:46:38.761" v="963" actId="478"/>
          <ac:grpSpMkLst>
            <pc:docMk/>
            <pc:sldMk cId="125047475" sldId="392"/>
            <ac:grpSpMk id="16" creationId="{4359EEF6-72E3-C553-AE0B-71A928DAE231}"/>
          </ac:grpSpMkLst>
        </pc:grpChg>
        <pc:grpChg chg="del">
          <ac:chgData name="Sohag Kabir" userId="e9b0da40-aef8-480a-bb63-d1daacecf555" providerId="ADAL" clId="{1C744593-6C56-47B8-8E2D-8F322745BDAD}" dt="2024-11-02T11:46:41.096" v="966" actId="478"/>
          <ac:grpSpMkLst>
            <pc:docMk/>
            <pc:sldMk cId="125047475" sldId="392"/>
            <ac:grpSpMk id="23" creationId="{4B31937F-1104-3315-9C1E-A7624C83A503}"/>
          </ac:grpSpMkLst>
        </pc:grpChg>
      </pc:sldChg>
      <pc:sldChg chg="modSp add mod">
        <pc:chgData name="Sohag Kabir" userId="e9b0da40-aef8-480a-bb63-d1daacecf555" providerId="ADAL" clId="{1C744593-6C56-47B8-8E2D-8F322745BDAD}" dt="2024-11-02T12:16:49.254" v="1179" actId="20577"/>
        <pc:sldMkLst>
          <pc:docMk/>
          <pc:sldMk cId="1324705983" sldId="393"/>
        </pc:sldMkLst>
        <pc:spChg chg="mod">
          <ac:chgData name="Sohag Kabir" userId="e9b0da40-aef8-480a-bb63-d1daacecf555" providerId="ADAL" clId="{1C744593-6C56-47B8-8E2D-8F322745BDAD}" dt="2024-11-02T12:13:31.705" v="1151" actId="20577"/>
          <ac:spMkLst>
            <pc:docMk/>
            <pc:sldMk cId="1324705983" sldId="393"/>
            <ac:spMk id="2" creationId="{DE13D453-4D7B-47BF-AED4-27D56C3644AA}"/>
          </ac:spMkLst>
        </pc:spChg>
        <pc:spChg chg="mod">
          <ac:chgData name="Sohag Kabir" userId="e9b0da40-aef8-480a-bb63-d1daacecf555" providerId="ADAL" clId="{1C744593-6C56-47B8-8E2D-8F322745BDAD}" dt="2024-11-02T12:14:23.332" v="1161" actId="20577"/>
          <ac:spMkLst>
            <pc:docMk/>
            <pc:sldMk cId="1324705983" sldId="393"/>
            <ac:spMk id="13" creationId="{22302704-10F1-1015-5E45-0E6E2056D2F4}"/>
          </ac:spMkLst>
        </pc:spChg>
        <pc:spChg chg="mod">
          <ac:chgData name="Sohag Kabir" userId="e9b0da40-aef8-480a-bb63-d1daacecf555" providerId="ADAL" clId="{1C744593-6C56-47B8-8E2D-8F322745BDAD}" dt="2024-11-02T12:14:34.151" v="1171" actId="20577"/>
          <ac:spMkLst>
            <pc:docMk/>
            <pc:sldMk cId="1324705983" sldId="393"/>
            <ac:spMk id="18" creationId="{4AE9CCDF-585E-0C8F-FB14-22EA8F01A613}"/>
          </ac:spMkLst>
        </pc:spChg>
        <pc:spChg chg="mod">
          <ac:chgData name="Sohag Kabir" userId="e9b0da40-aef8-480a-bb63-d1daacecf555" providerId="ADAL" clId="{1C744593-6C56-47B8-8E2D-8F322745BDAD}" dt="2024-11-02T12:16:49.254" v="1179" actId="20577"/>
          <ac:spMkLst>
            <pc:docMk/>
            <pc:sldMk cId="1324705983" sldId="393"/>
            <ac:spMk id="20" creationId="{3D164C72-57C3-FD75-DD52-EB823B525B4F}"/>
          </ac:spMkLst>
        </pc:spChg>
      </pc:sldChg>
      <pc:sldChg chg="addSp modSp add mod modAnim">
        <pc:chgData name="Sohag Kabir" userId="e9b0da40-aef8-480a-bb63-d1daacecf555" providerId="ADAL" clId="{1C744593-6C56-47B8-8E2D-8F322745BDAD}" dt="2024-11-02T12:33:24.778" v="1265"/>
        <pc:sldMkLst>
          <pc:docMk/>
          <pc:sldMk cId="1283336980" sldId="394"/>
        </pc:sldMkLst>
        <pc:spChg chg="mod">
          <ac:chgData name="Sohag Kabir" userId="e9b0da40-aef8-480a-bb63-d1daacecf555" providerId="ADAL" clId="{1C744593-6C56-47B8-8E2D-8F322745BDAD}" dt="2024-11-02T12:18:34.520" v="1183" actId="20577"/>
          <ac:spMkLst>
            <pc:docMk/>
            <pc:sldMk cId="1283336980" sldId="394"/>
            <ac:spMk id="2" creationId="{DE13D453-4D7B-47BF-AED4-27D56C3644AA}"/>
          </ac:spMkLst>
        </pc:spChg>
        <pc:spChg chg="mod">
          <ac:chgData name="Sohag Kabir" userId="e9b0da40-aef8-480a-bb63-d1daacecf555" providerId="ADAL" clId="{1C744593-6C56-47B8-8E2D-8F322745BDAD}" dt="2024-11-02T12:33:07.796" v="1261" actId="14100"/>
          <ac:spMkLst>
            <pc:docMk/>
            <pc:sldMk cId="1283336980" sldId="394"/>
            <ac:spMk id="4" creationId="{D06BE386-906D-41D6-3301-D7E982D54893}"/>
          </ac:spMkLst>
        </pc:spChg>
        <pc:spChg chg="mod">
          <ac:chgData name="Sohag Kabir" userId="e9b0da40-aef8-480a-bb63-d1daacecf555" providerId="ADAL" clId="{1C744593-6C56-47B8-8E2D-8F322745BDAD}" dt="2024-11-02T12:33:01.627" v="1260" actId="14100"/>
          <ac:spMkLst>
            <pc:docMk/>
            <pc:sldMk cId="1283336980" sldId="394"/>
            <ac:spMk id="9" creationId="{F3BDC165-757E-A32C-EA2F-38665ADA056D}"/>
          </ac:spMkLst>
        </pc:spChg>
        <pc:spChg chg="mod">
          <ac:chgData name="Sohag Kabir" userId="e9b0da40-aef8-480a-bb63-d1daacecf555" providerId="ADAL" clId="{1C744593-6C56-47B8-8E2D-8F322745BDAD}" dt="2024-11-02T12:32:40.113" v="1257"/>
          <ac:spMkLst>
            <pc:docMk/>
            <pc:sldMk cId="1283336980" sldId="394"/>
            <ac:spMk id="10" creationId="{29BB2654-6D5D-2331-C3BB-B0FDE1432085}"/>
          </ac:spMkLst>
        </pc:spChg>
        <pc:spChg chg="mod">
          <ac:chgData name="Sohag Kabir" userId="e9b0da40-aef8-480a-bb63-d1daacecf555" providerId="ADAL" clId="{1C744593-6C56-47B8-8E2D-8F322745BDAD}" dt="2024-11-02T12:19:47.108" v="1190" actId="1076"/>
          <ac:spMkLst>
            <pc:docMk/>
            <pc:sldMk cId="1283336980" sldId="394"/>
            <ac:spMk id="13" creationId="{22302704-10F1-1015-5E45-0E6E2056D2F4}"/>
          </ac:spMkLst>
        </pc:spChg>
        <pc:spChg chg="mod">
          <ac:chgData name="Sohag Kabir" userId="e9b0da40-aef8-480a-bb63-d1daacecf555" providerId="ADAL" clId="{1C744593-6C56-47B8-8E2D-8F322745BDAD}" dt="2024-11-02T12:20:51.644" v="1193" actId="14100"/>
          <ac:spMkLst>
            <pc:docMk/>
            <pc:sldMk cId="1283336980" sldId="394"/>
            <ac:spMk id="18" creationId="{4AE9CCDF-585E-0C8F-FB14-22EA8F01A613}"/>
          </ac:spMkLst>
        </pc:spChg>
        <pc:spChg chg="mod">
          <ac:chgData name="Sohag Kabir" userId="e9b0da40-aef8-480a-bb63-d1daacecf555" providerId="ADAL" clId="{1C744593-6C56-47B8-8E2D-8F322745BDAD}" dt="2024-11-02T12:20:09.276" v="1191" actId="14100"/>
          <ac:spMkLst>
            <pc:docMk/>
            <pc:sldMk cId="1283336980" sldId="394"/>
            <ac:spMk id="19" creationId="{5F8241C4-AC5B-46A9-CCA7-88E1E27F913B}"/>
          </ac:spMkLst>
        </pc:spChg>
        <pc:spChg chg="mod">
          <ac:chgData name="Sohag Kabir" userId="e9b0da40-aef8-480a-bb63-d1daacecf555" providerId="ADAL" clId="{1C744593-6C56-47B8-8E2D-8F322745BDAD}" dt="2024-11-02T12:21:49.419" v="1199"/>
          <ac:spMkLst>
            <pc:docMk/>
            <pc:sldMk cId="1283336980" sldId="394"/>
            <ac:spMk id="20" creationId="{3D164C72-57C3-FD75-DD52-EB823B525B4F}"/>
          </ac:spMkLst>
        </pc:spChg>
        <pc:grpChg chg="mod">
          <ac:chgData name="Sohag Kabir" userId="e9b0da40-aef8-480a-bb63-d1daacecf555" providerId="ADAL" clId="{1C744593-6C56-47B8-8E2D-8F322745BDAD}" dt="2024-11-02T12:33:18.611" v="1264" actId="1076"/>
          <ac:grpSpMkLst>
            <pc:docMk/>
            <pc:sldMk cId="1283336980" sldId="394"/>
            <ac:grpSpMk id="3" creationId="{B7581B42-1B2E-E92E-BFF0-F975878078D0}"/>
          </ac:grpSpMkLst>
        </pc:grpChg>
        <pc:grpChg chg="add mod">
          <ac:chgData name="Sohag Kabir" userId="e9b0da40-aef8-480a-bb63-d1daacecf555" providerId="ADAL" clId="{1C744593-6C56-47B8-8E2D-8F322745BDAD}" dt="2024-11-02T12:33:13.490" v="1263" actId="14100"/>
          <ac:grpSpMkLst>
            <pc:docMk/>
            <pc:sldMk cId="1283336980" sldId="394"/>
            <ac:grpSpMk id="5" creationId="{C5680716-7629-E2E2-45F1-1DC387656763}"/>
          </ac:grpSpMkLst>
        </pc:grpChg>
      </pc:sldChg>
      <pc:sldChg chg="addSp modSp add mod modAnim">
        <pc:chgData name="Sohag Kabir" userId="e9b0da40-aef8-480a-bb63-d1daacecf555" providerId="ADAL" clId="{1C744593-6C56-47B8-8E2D-8F322745BDAD}" dt="2024-11-02T12:31:14.762" v="1255"/>
        <pc:sldMkLst>
          <pc:docMk/>
          <pc:sldMk cId="1741835963" sldId="395"/>
        </pc:sldMkLst>
        <pc:spChg chg="add mod">
          <ac:chgData name="Sohag Kabir" userId="e9b0da40-aef8-480a-bb63-d1daacecf555" providerId="ADAL" clId="{1C744593-6C56-47B8-8E2D-8F322745BDAD}" dt="2024-11-02T12:31:01.011" v="1253" actId="164"/>
          <ac:spMkLst>
            <pc:docMk/>
            <pc:sldMk cId="1741835963" sldId="395"/>
            <ac:spMk id="9" creationId="{5A751ACA-5C9D-4F7C-F8C2-3D7EB6BF70FB}"/>
          </ac:spMkLst>
        </pc:spChg>
        <pc:spChg chg="add mod">
          <ac:chgData name="Sohag Kabir" userId="e9b0da40-aef8-480a-bb63-d1daacecf555" providerId="ADAL" clId="{1C744593-6C56-47B8-8E2D-8F322745BDAD}" dt="2024-11-02T12:31:01.011" v="1253" actId="164"/>
          <ac:spMkLst>
            <pc:docMk/>
            <pc:sldMk cId="1741835963" sldId="395"/>
            <ac:spMk id="10" creationId="{8B17991E-6ACB-6A4F-0DC8-1BB1CA3D45C4}"/>
          </ac:spMkLst>
        </pc:spChg>
        <pc:spChg chg="mod">
          <ac:chgData name="Sohag Kabir" userId="e9b0da40-aef8-480a-bb63-d1daacecf555" providerId="ADAL" clId="{1C744593-6C56-47B8-8E2D-8F322745BDAD}" dt="2024-11-02T12:26:38.653" v="1222" actId="20577"/>
          <ac:spMkLst>
            <pc:docMk/>
            <pc:sldMk cId="1741835963" sldId="395"/>
            <ac:spMk id="13" creationId="{22302704-10F1-1015-5E45-0E6E2056D2F4}"/>
          </ac:spMkLst>
        </pc:spChg>
        <pc:spChg chg="mod">
          <ac:chgData name="Sohag Kabir" userId="e9b0da40-aef8-480a-bb63-d1daacecf555" providerId="ADAL" clId="{1C744593-6C56-47B8-8E2D-8F322745BDAD}" dt="2024-11-02T12:27:07.230" v="1224"/>
          <ac:spMkLst>
            <pc:docMk/>
            <pc:sldMk cId="1741835963" sldId="395"/>
            <ac:spMk id="18" creationId="{4AE9CCDF-585E-0C8F-FB14-22EA8F01A613}"/>
          </ac:spMkLst>
        </pc:spChg>
        <pc:spChg chg="mod">
          <ac:chgData name="Sohag Kabir" userId="e9b0da40-aef8-480a-bb63-d1daacecf555" providerId="ADAL" clId="{1C744593-6C56-47B8-8E2D-8F322745BDAD}" dt="2024-11-02T12:25:47.285" v="1215" actId="20577"/>
          <ac:spMkLst>
            <pc:docMk/>
            <pc:sldMk cId="1741835963" sldId="395"/>
            <ac:spMk id="20" creationId="{3D164C72-57C3-FD75-DD52-EB823B525B4F}"/>
          </ac:spMkLst>
        </pc:spChg>
        <pc:grpChg chg="mod">
          <ac:chgData name="Sohag Kabir" userId="e9b0da40-aef8-480a-bb63-d1daacecf555" providerId="ADAL" clId="{1C744593-6C56-47B8-8E2D-8F322745BDAD}" dt="2024-11-02T12:29:26.204" v="1243" actId="1076"/>
          <ac:grpSpMkLst>
            <pc:docMk/>
            <pc:sldMk cId="1741835963" sldId="395"/>
            <ac:grpSpMk id="3" creationId="{B7581B42-1B2E-E92E-BFF0-F975878078D0}"/>
          </ac:grpSpMkLst>
        </pc:grpChg>
        <pc:grpChg chg="add mod">
          <ac:chgData name="Sohag Kabir" userId="e9b0da40-aef8-480a-bb63-d1daacecf555" providerId="ADAL" clId="{1C744593-6C56-47B8-8E2D-8F322745BDAD}" dt="2024-11-02T12:31:01.011" v="1253" actId="164"/>
          <ac:grpSpMkLst>
            <pc:docMk/>
            <pc:sldMk cId="1741835963" sldId="395"/>
            <ac:grpSpMk id="11" creationId="{F71E5EB5-C1FB-7AD5-FC6A-16851694A8ED}"/>
          </ac:grpSpMkLst>
        </pc:grpChg>
        <pc:grpChg chg="mod">
          <ac:chgData name="Sohag Kabir" userId="e9b0da40-aef8-480a-bb63-d1daacecf555" providerId="ADAL" clId="{1C744593-6C56-47B8-8E2D-8F322745BDAD}" dt="2024-11-02T12:28:13.165" v="1225" actId="1076"/>
          <ac:grpSpMkLst>
            <pc:docMk/>
            <pc:sldMk cId="1741835963" sldId="395"/>
            <ac:grpSpMk id="22" creationId="{801B1143-E954-0918-0E05-6E367C646A46}"/>
          </ac:grpSpMkLst>
        </pc:grpChg>
      </pc:sldChg>
      <pc:sldChg chg="modSp add mod">
        <pc:chgData name="Sohag Kabir" userId="e9b0da40-aef8-480a-bb63-d1daacecf555" providerId="ADAL" clId="{1C744593-6C56-47B8-8E2D-8F322745BDAD}" dt="2024-11-03T11:54:55.428" v="1805" actId="20577"/>
        <pc:sldMkLst>
          <pc:docMk/>
          <pc:sldMk cId="1857152197" sldId="396"/>
        </pc:sldMkLst>
        <pc:spChg chg="mod">
          <ac:chgData name="Sohag Kabir" userId="e9b0da40-aef8-480a-bb63-d1daacecf555" providerId="ADAL" clId="{1C744593-6C56-47B8-8E2D-8F322745BDAD}" dt="2024-11-03T11:53:54.802" v="1774" actId="20577"/>
          <ac:spMkLst>
            <pc:docMk/>
            <pc:sldMk cId="1857152197" sldId="396"/>
            <ac:spMk id="2" creationId="{DE13D453-4D7B-47BF-AED4-27D56C3644AA}"/>
          </ac:spMkLst>
        </pc:spChg>
        <pc:spChg chg="mod">
          <ac:chgData name="Sohag Kabir" userId="e9b0da40-aef8-480a-bb63-d1daacecf555" providerId="ADAL" clId="{1C744593-6C56-47B8-8E2D-8F322745BDAD}" dt="2024-11-03T11:54:55.428" v="1805" actId="20577"/>
          <ac:spMkLst>
            <pc:docMk/>
            <pc:sldMk cId="1857152197" sldId="396"/>
            <ac:spMk id="3" creationId="{20574535-072D-A819-57DA-36F2BFB5A9C8}"/>
          </ac:spMkLst>
        </pc:spChg>
        <pc:spChg chg="mod">
          <ac:chgData name="Sohag Kabir" userId="e9b0da40-aef8-480a-bb63-d1daacecf555" providerId="ADAL" clId="{1C744593-6C56-47B8-8E2D-8F322745BDAD}" dt="2024-11-02T13:23:19.392" v="1644" actId="20577"/>
          <ac:spMkLst>
            <pc:docMk/>
            <pc:sldMk cId="1857152197" sldId="396"/>
            <ac:spMk id="5" creationId="{C8864128-09CC-E604-0723-A5D706025563}"/>
          </ac:spMkLst>
        </pc:spChg>
        <pc:spChg chg="mod">
          <ac:chgData name="Sohag Kabir" userId="e9b0da40-aef8-480a-bb63-d1daacecf555" providerId="ADAL" clId="{1C744593-6C56-47B8-8E2D-8F322745BDAD}" dt="2024-11-02T13:26:03.974" v="1653" actId="6549"/>
          <ac:spMkLst>
            <pc:docMk/>
            <pc:sldMk cId="1857152197" sldId="396"/>
            <ac:spMk id="8" creationId="{DC78BF47-80BC-9D9F-7C10-9EA09FE05D1C}"/>
          </ac:spMkLst>
        </pc:spChg>
        <pc:spChg chg="mod">
          <ac:chgData name="Sohag Kabir" userId="e9b0da40-aef8-480a-bb63-d1daacecf555" providerId="ADAL" clId="{1C744593-6C56-47B8-8E2D-8F322745BDAD}" dt="2024-11-02T13:24:59.633" v="1651" actId="14100"/>
          <ac:spMkLst>
            <pc:docMk/>
            <pc:sldMk cId="1857152197" sldId="396"/>
            <ac:spMk id="11" creationId="{B717FCEB-5D2B-763E-2B0D-F66206A0D608}"/>
          </ac:spMkLst>
        </pc:spChg>
        <pc:spChg chg="mod">
          <ac:chgData name="Sohag Kabir" userId="e9b0da40-aef8-480a-bb63-d1daacecf555" providerId="ADAL" clId="{1C744593-6C56-47B8-8E2D-8F322745BDAD}" dt="2024-11-02T13:25:48.632" v="1652"/>
          <ac:spMkLst>
            <pc:docMk/>
            <pc:sldMk cId="1857152197" sldId="396"/>
            <ac:spMk id="14" creationId="{5A68CCC1-79A3-CC0A-D59D-1A62F26A4CB0}"/>
          </ac:spMkLst>
        </pc:spChg>
      </pc:sldChg>
      <pc:sldChg chg="addSp delSp modSp add mod delAnim">
        <pc:chgData name="Sohag Kabir" userId="e9b0da40-aef8-480a-bb63-d1daacecf555" providerId="ADAL" clId="{1C744593-6C56-47B8-8E2D-8F322745BDAD}" dt="2024-11-03T12:19:32.965" v="2059" actId="20577"/>
        <pc:sldMkLst>
          <pc:docMk/>
          <pc:sldMk cId="3946204115" sldId="397"/>
        </pc:sldMkLst>
        <pc:spChg chg="add mod">
          <ac:chgData name="Sohag Kabir" userId="e9b0da40-aef8-480a-bb63-d1daacecf555" providerId="ADAL" clId="{1C744593-6C56-47B8-8E2D-8F322745BDAD}" dt="2024-11-03T12:10:08.302" v="1925" actId="207"/>
          <ac:spMkLst>
            <pc:docMk/>
            <pc:sldMk cId="3946204115" sldId="397"/>
            <ac:spMk id="3" creationId="{25629FED-E034-8AFC-A2FC-77C39B297DEC}"/>
          </ac:spMkLst>
        </pc:spChg>
        <pc:spChg chg="mod">
          <ac:chgData name="Sohag Kabir" userId="e9b0da40-aef8-480a-bb63-d1daacecf555" providerId="ADAL" clId="{1C744593-6C56-47B8-8E2D-8F322745BDAD}" dt="2024-11-03T12:09:34.622" v="1916" actId="1076"/>
          <ac:spMkLst>
            <pc:docMk/>
            <pc:sldMk cId="3946204115" sldId="397"/>
            <ac:spMk id="4" creationId="{3A218259-FC1E-6BAC-2671-C3CBCAEED89A}"/>
          </ac:spMkLst>
        </pc:spChg>
        <pc:spChg chg="add mod">
          <ac:chgData name="Sohag Kabir" userId="e9b0da40-aef8-480a-bb63-d1daacecf555" providerId="ADAL" clId="{1C744593-6C56-47B8-8E2D-8F322745BDAD}" dt="2024-11-03T12:19:32.965" v="2059" actId="20577"/>
          <ac:spMkLst>
            <pc:docMk/>
            <pc:sldMk cId="3946204115" sldId="397"/>
            <ac:spMk id="8" creationId="{6EAF5E23-69D5-977B-7A59-C4D6127380B5}"/>
          </ac:spMkLst>
        </pc:spChg>
        <pc:spChg chg="add mod">
          <ac:chgData name="Sohag Kabir" userId="e9b0da40-aef8-480a-bb63-d1daacecf555" providerId="ADAL" clId="{1C744593-6C56-47B8-8E2D-8F322745BDAD}" dt="2024-11-03T12:09:54.803" v="1922" actId="113"/>
          <ac:spMkLst>
            <pc:docMk/>
            <pc:sldMk cId="3946204115" sldId="397"/>
            <ac:spMk id="10" creationId="{CE4FF983-CAE3-292A-83D0-2322E75C4D10}"/>
          </ac:spMkLst>
        </pc:spChg>
        <pc:spChg chg="add mod">
          <ac:chgData name="Sohag Kabir" userId="e9b0da40-aef8-480a-bb63-d1daacecf555" providerId="ADAL" clId="{1C744593-6C56-47B8-8E2D-8F322745BDAD}" dt="2024-11-03T12:10:35.627" v="1944" actId="6549"/>
          <ac:spMkLst>
            <pc:docMk/>
            <pc:sldMk cId="3946204115" sldId="397"/>
            <ac:spMk id="11" creationId="{51766A9A-D0BD-BD17-088B-CF2E1985E539}"/>
          </ac:spMkLst>
        </pc:spChg>
        <pc:spChg chg="del">
          <ac:chgData name="Sohag Kabir" userId="e9b0da40-aef8-480a-bb63-d1daacecf555" providerId="ADAL" clId="{1C744593-6C56-47B8-8E2D-8F322745BDAD}" dt="2024-11-03T12:06:24.546" v="1891" actId="478"/>
          <ac:spMkLst>
            <pc:docMk/>
            <pc:sldMk cId="3946204115" sldId="397"/>
            <ac:spMk id="13" creationId="{54EE2036-ACD2-928B-0773-74F191B11A75}"/>
          </ac:spMkLst>
        </pc:spChg>
        <pc:spChg chg="del mod">
          <ac:chgData name="Sohag Kabir" userId="e9b0da40-aef8-480a-bb63-d1daacecf555" providerId="ADAL" clId="{1C744593-6C56-47B8-8E2D-8F322745BDAD}" dt="2024-11-03T12:06:21.351" v="1890" actId="478"/>
          <ac:spMkLst>
            <pc:docMk/>
            <pc:sldMk cId="3946204115" sldId="397"/>
            <ac:spMk id="16" creationId="{11E256B1-2C2E-E1B5-011E-AF97C6700104}"/>
          </ac:spMkLst>
        </pc:spChg>
        <pc:spChg chg="del">
          <ac:chgData name="Sohag Kabir" userId="e9b0da40-aef8-480a-bb63-d1daacecf555" providerId="ADAL" clId="{1C744593-6C56-47B8-8E2D-8F322745BDAD}" dt="2024-11-03T12:06:17.957" v="1888" actId="478"/>
          <ac:spMkLst>
            <pc:docMk/>
            <pc:sldMk cId="3946204115" sldId="397"/>
            <ac:spMk id="18" creationId="{C47ADA2B-873F-D55B-5254-D3B9659AD4CD}"/>
          </ac:spMkLst>
        </pc:spChg>
      </pc:sldChg>
      <pc:sldChg chg="addSp delSp modSp add mod">
        <pc:chgData name="Sohag Kabir" userId="e9b0da40-aef8-480a-bb63-d1daacecf555" providerId="ADAL" clId="{1C744593-6C56-47B8-8E2D-8F322745BDAD}" dt="2024-11-03T12:34:19.090" v="2102" actId="1076"/>
        <pc:sldMkLst>
          <pc:docMk/>
          <pc:sldMk cId="4209826432" sldId="398"/>
        </pc:sldMkLst>
        <pc:spChg chg="del">
          <ac:chgData name="Sohag Kabir" userId="e9b0da40-aef8-480a-bb63-d1daacecf555" providerId="ADAL" clId="{1C744593-6C56-47B8-8E2D-8F322745BDAD}" dt="2024-11-03T12:11:42.603" v="1949" actId="478"/>
          <ac:spMkLst>
            <pc:docMk/>
            <pc:sldMk cId="4209826432" sldId="398"/>
            <ac:spMk id="3" creationId="{25629FED-E034-8AFC-A2FC-77C39B297DEC}"/>
          </ac:spMkLst>
        </pc:spChg>
        <pc:spChg chg="add mod">
          <ac:chgData name="Sohag Kabir" userId="e9b0da40-aef8-480a-bb63-d1daacecf555" providerId="ADAL" clId="{1C744593-6C56-47B8-8E2D-8F322745BDAD}" dt="2024-11-03T12:34:19.090" v="2102" actId="1076"/>
          <ac:spMkLst>
            <pc:docMk/>
            <pc:sldMk cId="4209826432" sldId="398"/>
            <ac:spMk id="5" creationId="{04EDD694-B6D6-AB6B-F1C3-4317AAC9FE5A}"/>
          </ac:spMkLst>
        </pc:spChg>
        <pc:spChg chg="del">
          <ac:chgData name="Sohag Kabir" userId="e9b0da40-aef8-480a-bb63-d1daacecf555" providerId="ADAL" clId="{1C744593-6C56-47B8-8E2D-8F322745BDAD}" dt="2024-11-03T12:11:44.812" v="1950" actId="478"/>
          <ac:spMkLst>
            <pc:docMk/>
            <pc:sldMk cId="4209826432" sldId="398"/>
            <ac:spMk id="8" creationId="{6EAF5E23-69D5-977B-7A59-C4D6127380B5}"/>
          </ac:spMkLst>
        </pc:spChg>
        <pc:spChg chg="add mod">
          <ac:chgData name="Sohag Kabir" userId="e9b0da40-aef8-480a-bb63-d1daacecf555" providerId="ADAL" clId="{1C744593-6C56-47B8-8E2D-8F322745BDAD}" dt="2024-11-03T12:33:54.710" v="2099" actId="1076"/>
          <ac:spMkLst>
            <pc:docMk/>
            <pc:sldMk cId="4209826432" sldId="398"/>
            <ac:spMk id="9" creationId="{2197702E-BDC5-657C-D356-CB9319EC855B}"/>
          </ac:spMkLst>
        </pc:spChg>
        <pc:spChg chg="del">
          <ac:chgData name="Sohag Kabir" userId="e9b0da40-aef8-480a-bb63-d1daacecf555" providerId="ADAL" clId="{1C744593-6C56-47B8-8E2D-8F322745BDAD}" dt="2024-11-03T12:11:47.532" v="1951" actId="478"/>
          <ac:spMkLst>
            <pc:docMk/>
            <pc:sldMk cId="4209826432" sldId="398"/>
            <ac:spMk id="10" creationId="{CE4FF983-CAE3-292A-83D0-2322E75C4D10}"/>
          </ac:spMkLst>
        </pc:spChg>
        <pc:spChg chg="del">
          <ac:chgData name="Sohag Kabir" userId="e9b0da40-aef8-480a-bb63-d1daacecf555" providerId="ADAL" clId="{1C744593-6C56-47B8-8E2D-8F322745BDAD}" dt="2024-11-03T12:11:49.892" v="1952" actId="478"/>
          <ac:spMkLst>
            <pc:docMk/>
            <pc:sldMk cId="4209826432" sldId="398"/>
            <ac:spMk id="11" creationId="{51766A9A-D0BD-BD17-088B-CF2E1985E539}"/>
          </ac:spMkLst>
        </pc:spChg>
      </pc:sldChg>
      <pc:sldChg chg="addSp delSp modSp add mod">
        <pc:chgData name="Sohag Kabir" userId="e9b0da40-aef8-480a-bb63-d1daacecf555" providerId="ADAL" clId="{1C744593-6C56-47B8-8E2D-8F322745BDAD}" dt="2024-11-03T12:44:28.669" v="2137" actId="1076"/>
        <pc:sldMkLst>
          <pc:docMk/>
          <pc:sldMk cId="2566229152" sldId="399"/>
        </pc:sldMkLst>
        <pc:spChg chg="del">
          <ac:chgData name="Sohag Kabir" userId="e9b0da40-aef8-480a-bb63-d1daacecf555" providerId="ADAL" clId="{1C744593-6C56-47B8-8E2D-8F322745BDAD}" dt="2024-11-03T12:13:50.235" v="1959" actId="478"/>
          <ac:spMkLst>
            <pc:docMk/>
            <pc:sldMk cId="2566229152" sldId="399"/>
            <ac:spMk id="3" creationId="{25629FED-E034-8AFC-A2FC-77C39B297DEC}"/>
          </ac:spMkLst>
        </pc:spChg>
        <pc:spChg chg="add mod">
          <ac:chgData name="Sohag Kabir" userId="e9b0da40-aef8-480a-bb63-d1daacecf555" providerId="ADAL" clId="{1C744593-6C56-47B8-8E2D-8F322745BDAD}" dt="2024-11-03T12:20:39.191" v="2071" actId="1076"/>
          <ac:spMkLst>
            <pc:docMk/>
            <pc:sldMk cId="2566229152" sldId="399"/>
            <ac:spMk id="5" creationId="{53ED4C81-A76A-622D-3661-DBC00A43DC81}"/>
          </ac:spMkLst>
        </pc:spChg>
        <pc:spChg chg="del">
          <ac:chgData name="Sohag Kabir" userId="e9b0da40-aef8-480a-bb63-d1daacecf555" providerId="ADAL" clId="{1C744593-6C56-47B8-8E2D-8F322745BDAD}" dt="2024-11-03T12:13:57.219" v="1962" actId="478"/>
          <ac:spMkLst>
            <pc:docMk/>
            <pc:sldMk cId="2566229152" sldId="399"/>
            <ac:spMk id="8" creationId="{6EAF5E23-69D5-977B-7A59-C4D6127380B5}"/>
          </ac:spMkLst>
        </pc:spChg>
        <pc:spChg chg="del">
          <ac:chgData name="Sohag Kabir" userId="e9b0da40-aef8-480a-bb63-d1daacecf555" providerId="ADAL" clId="{1C744593-6C56-47B8-8E2D-8F322745BDAD}" dt="2024-11-03T12:13:52.321" v="1960" actId="478"/>
          <ac:spMkLst>
            <pc:docMk/>
            <pc:sldMk cId="2566229152" sldId="399"/>
            <ac:spMk id="10" creationId="{CE4FF983-CAE3-292A-83D0-2322E75C4D10}"/>
          </ac:spMkLst>
        </pc:spChg>
        <pc:spChg chg="del">
          <ac:chgData name="Sohag Kabir" userId="e9b0da40-aef8-480a-bb63-d1daacecf555" providerId="ADAL" clId="{1C744593-6C56-47B8-8E2D-8F322745BDAD}" dt="2024-11-03T12:13:55.362" v="1961" actId="478"/>
          <ac:spMkLst>
            <pc:docMk/>
            <pc:sldMk cId="2566229152" sldId="399"/>
            <ac:spMk id="11" creationId="{51766A9A-D0BD-BD17-088B-CF2E1985E539}"/>
          </ac:spMkLst>
        </pc:spChg>
        <pc:spChg chg="add mod">
          <ac:chgData name="Sohag Kabir" userId="e9b0da40-aef8-480a-bb63-d1daacecf555" providerId="ADAL" clId="{1C744593-6C56-47B8-8E2D-8F322745BDAD}" dt="2024-11-03T12:44:28.669" v="2137" actId="1076"/>
          <ac:spMkLst>
            <pc:docMk/>
            <pc:sldMk cId="2566229152" sldId="399"/>
            <ac:spMk id="13" creationId="{488289DC-965D-3D5B-462E-DF7617F03B6B}"/>
          </ac:spMkLst>
        </pc:spChg>
        <pc:spChg chg="add mod">
          <ac:chgData name="Sohag Kabir" userId="e9b0da40-aef8-480a-bb63-d1daacecf555" providerId="ADAL" clId="{1C744593-6C56-47B8-8E2D-8F322745BDAD}" dt="2024-11-03T12:44:26.104" v="2136" actId="255"/>
          <ac:spMkLst>
            <pc:docMk/>
            <pc:sldMk cId="2566229152" sldId="399"/>
            <ac:spMk id="14" creationId="{AB3C0642-219C-F46D-AD40-8FE0728B0561}"/>
          </ac:spMkLst>
        </pc:spChg>
      </pc:sldChg>
    </pc:docChg>
  </pc:docChgLst>
  <pc:docChgLst>
    <pc:chgData name="Sohag Kabir" userId="e9b0da40-aef8-480a-bb63-d1daacecf555" providerId="ADAL" clId="{1F38D4F1-04EA-4679-AABE-783D48579403}"/>
    <pc:docChg chg="undo custSel addSld delSld modSld sldOrd">
      <pc:chgData name="Sohag Kabir" userId="e9b0da40-aef8-480a-bb63-d1daacecf555" providerId="ADAL" clId="{1F38D4F1-04EA-4679-AABE-783D48579403}" dt="2024-10-19T17:55:24.213" v="4621" actId="20577"/>
      <pc:docMkLst>
        <pc:docMk/>
      </pc:docMkLst>
      <pc:sldChg chg="modSp mod">
        <pc:chgData name="Sohag Kabir" userId="e9b0da40-aef8-480a-bb63-d1daacecf555" providerId="ADAL" clId="{1F38D4F1-04EA-4679-AABE-783D48579403}" dt="2024-10-17T16:15:09.537" v="1" actId="27636"/>
        <pc:sldMkLst>
          <pc:docMk/>
          <pc:sldMk cId="2795566495" sldId="256"/>
        </pc:sldMkLst>
        <pc:spChg chg="mod">
          <ac:chgData name="Sohag Kabir" userId="e9b0da40-aef8-480a-bb63-d1daacecf555" providerId="ADAL" clId="{1F38D4F1-04EA-4679-AABE-783D48579403}" dt="2024-10-17T16:15:09.537" v="1" actId="27636"/>
          <ac:spMkLst>
            <pc:docMk/>
            <pc:sldMk cId="2795566495" sldId="256"/>
            <ac:spMk id="7" creationId="{2A7F24C1-BF6E-43D8-A57F-60FFBF172E51}"/>
          </ac:spMkLst>
        </pc:spChg>
      </pc:sldChg>
      <pc:sldChg chg="modSp mod">
        <pc:chgData name="Sohag Kabir" userId="e9b0da40-aef8-480a-bb63-d1daacecf555" providerId="ADAL" clId="{1F38D4F1-04EA-4679-AABE-783D48579403}" dt="2024-10-19T17:41:04.416" v="4612" actId="20577"/>
        <pc:sldMkLst>
          <pc:docMk/>
          <pc:sldMk cId="1234101355" sldId="258"/>
        </pc:sldMkLst>
        <pc:spChg chg="mod">
          <ac:chgData name="Sohag Kabir" userId="e9b0da40-aef8-480a-bb63-d1daacecf555" providerId="ADAL" clId="{1F38D4F1-04EA-4679-AABE-783D48579403}" dt="2024-10-19T17:41:04.416" v="4612" actId="20577"/>
          <ac:spMkLst>
            <pc:docMk/>
            <pc:sldMk cId="1234101355" sldId="258"/>
            <ac:spMk id="3" creationId="{2FEE6F10-BAF0-90B1-17AF-10D6EFC928B2}"/>
          </ac:spMkLst>
        </pc:spChg>
      </pc:sldChg>
      <pc:sldChg chg="del">
        <pc:chgData name="Sohag Kabir" userId="e9b0da40-aef8-480a-bb63-d1daacecf555" providerId="ADAL" clId="{1F38D4F1-04EA-4679-AABE-783D48579403}" dt="2024-10-18T13:29:12.253" v="3097" actId="47"/>
        <pc:sldMkLst>
          <pc:docMk/>
          <pc:sldMk cId="4136712713" sldId="268"/>
        </pc:sldMkLst>
      </pc:sldChg>
      <pc:sldChg chg="addSp delSp modSp mod">
        <pc:chgData name="Sohag Kabir" userId="e9b0da40-aef8-480a-bb63-d1daacecf555" providerId="ADAL" clId="{1F38D4F1-04EA-4679-AABE-783D48579403}" dt="2024-10-17T18:13:08.328" v="16" actId="255"/>
        <pc:sldMkLst>
          <pc:docMk/>
          <pc:sldMk cId="616367942" sldId="279"/>
        </pc:sldMkLst>
        <pc:spChg chg="mod">
          <ac:chgData name="Sohag Kabir" userId="e9b0da40-aef8-480a-bb63-d1daacecf555" providerId="ADAL" clId="{1F38D4F1-04EA-4679-AABE-783D48579403}" dt="2024-10-17T18:09:31.762" v="10" actId="313"/>
          <ac:spMkLst>
            <pc:docMk/>
            <pc:sldMk cId="616367942" sldId="279"/>
            <ac:spMk id="2" creationId="{DE13D453-4D7B-47BF-AED4-27D56C3644AA}"/>
          </ac:spMkLst>
        </pc:spChg>
        <pc:spChg chg="add mod">
          <ac:chgData name="Sohag Kabir" userId="e9b0da40-aef8-480a-bb63-d1daacecf555" providerId="ADAL" clId="{1F38D4F1-04EA-4679-AABE-783D48579403}" dt="2024-10-17T18:13:08.328" v="16" actId="255"/>
          <ac:spMkLst>
            <pc:docMk/>
            <pc:sldMk cId="616367942" sldId="279"/>
            <ac:spMk id="4" creationId="{18342D14-1095-3562-195F-09B6C19B269F}"/>
          </ac:spMkLst>
        </pc:spChg>
        <pc:graphicFrameChg chg="del">
          <ac:chgData name="Sohag Kabir" userId="e9b0da40-aef8-480a-bb63-d1daacecf555" providerId="ADAL" clId="{1F38D4F1-04EA-4679-AABE-783D48579403}" dt="2024-10-17T16:17:23.930" v="6" actId="478"/>
          <ac:graphicFrameMkLst>
            <pc:docMk/>
            <pc:sldMk cId="616367942" sldId="279"/>
            <ac:graphicFrameMk id="3" creationId="{2899255D-2088-5A5F-D53B-4CFBE682E9BD}"/>
          </ac:graphicFrameMkLst>
        </pc:graphicFrameChg>
      </pc:sldChg>
      <pc:sldChg chg="addSp delSp modSp mod modAnim">
        <pc:chgData name="Sohag Kabir" userId="e9b0da40-aef8-480a-bb63-d1daacecf555" providerId="ADAL" clId="{1F38D4F1-04EA-4679-AABE-783D48579403}" dt="2024-10-17T19:49:51.070" v="586" actId="6549"/>
        <pc:sldMkLst>
          <pc:docMk/>
          <pc:sldMk cId="4080867092" sldId="328"/>
        </pc:sldMkLst>
        <pc:spChg chg="mod">
          <ac:chgData name="Sohag Kabir" userId="e9b0da40-aef8-480a-bb63-d1daacecf555" providerId="ADAL" clId="{1F38D4F1-04EA-4679-AABE-783D48579403}" dt="2024-10-17T18:13:27.862" v="17"/>
          <ac:spMkLst>
            <pc:docMk/>
            <pc:sldMk cId="4080867092" sldId="328"/>
            <ac:spMk id="2" creationId="{DE13D453-4D7B-47BF-AED4-27D56C3644AA}"/>
          </ac:spMkLst>
        </pc:spChg>
        <pc:spChg chg="del">
          <ac:chgData name="Sohag Kabir" userId="e9b0da40-aef8-480a-bb63-d1daacecf555" providerId="ADAL" clId="{1F38D4F1-04EA-4679-AABE-783D48579403}" dt="2024-10-17T18:13:30.776" v="18" actId="478"/>
          <ac:spMkLst>
            <pc:docMk/>
            <pc:sldMk cId="4080867092" sldId="328"/>
            <ac:spMk id="3" creationId="{A079262B-1A0A-547B-9FA6-893E4717870F}"/>
          </ac:spMkLst>
        </pc:spChg>
        <pc:spChg chg="add del mod">
          <ac:chgData name="Sohag Kabir" userId="e9b0da40-aef8-480a-bb63-d1daacecf555" providerId="ADAL" clId="{1F38D4F1-04EA-4679-AABE-783D48579403}" dt="2024-10-17T18:13:38.209" v="19" actId="478"/>
          <ac:spMkLst>
            <pc:docMk/>
            <pc:sldMk cId="4080867092" sldId="328"/>
            <ac:spMk id="4" creationId="{7F2176B1-BCAA-09BE-C6E9-6CE67EAD2401}"/>
          </ac:spMkLst>
        </pc:spChg>
        <pc:spChg chg="add mod">
          <ac:chgData name="Sohag Kabir" userId="e9b0da40-aef8-480a-bb63-d1daacecf555" providerId="ADAL" clId="{1F38D4F1-04EA-4679-AABE-783D48579403}" dt="2024-10-17T18:57:28.086" v="262" actId="164"/>
          <ac:spMkLst>
            <pc:docMk/>
            <pc:sldMk cId="4080867092" sldId="328"/>
            <ac:spMk id="5" creationId="{C6D7735F-F162-0E08-ACA0-0F54188AAA84}"/>
          </ac:spMkLst>
        </pc:spChg>
        <pc:spChg chg="add mod">
          <ac:chgData name="Sohag Kabir" userId="e9b0da40-aef8-480a-bb63-d1daacecf555" providerId="ADAL" clId="{1F38D4F1-04EA-4679-AABE-783D48579403}" dt="2024-10-17T18:59:50.023" v="318" actId="20577"/>
          <ac:spMkLst>
            <pc:docMk/>
            <pc:sldMk cId="4080867092" sldId="328"/>
            <ac:spMk id="8" creationId="{1D014E93-CA55-FCF1-8DA7-D7FC6D0842C7}"/>
          </ac:spMkLst>
        </pc:spChg>
        <pc:spChg chg="add mod">
          <ac:chgData name="Sohag Kabir" userId="e9b0da40-aef8-480a-bb63-d1daacecf555" providerId="ADAL" clId="{1F38D4F1-04EA-4679-AABE-783D48579403}" dt="2024-10-17T18:57:28.086" v="262" actId="164"/>
          <ac:spMkLst>
            <pc:docMk/>
            <pc:sldMk cId="4080867092" sldId="328"/>
            <ac:spMk id="9" creationId="{EECC3AFF-5346-301A-D8E1-CDB6FCF8F105}"/>
          </ac:spMkLst>
        </pc:spChg>
        <pc:spChg chg="add mod">
          <ac:chgData name="Sohag Kabir" userId="e9b0da40-aef8-480a-bb63-d1daacecf555" providerId="ADAL" clId="{1F38D4F1-04EA-4679-AABE-783D48579403}" dt="2024-10-17T18:57:37.657" v="264" actId="164"/>
          <ac:spMkLst>
            <pc:docMk/>
            <pc:sldMk cId="4080867092" sldId="328"/>
            <ac:spMk id="10" creationId="{BBEB469A-735C-60BA-89F9-BB1BF499F650}"/>
          </ac:spMkLst>
        </pc:spChg>
        <pc:spChg chg="mod">
          <ac:chgData name="Sohag Kabir" userId="e9b0da40-aef8-480a-bb63-d1daacecf555" providerId="ADAL" clId="{1F38D4F1-04EA-4679-AABE-783D48579403}" dt="2024-10-17T19:49:51.070" v="586" actId="6549"/>
          <ac:spMkLst>
            <pc:docMk/>
            <pc:sldMk cId="4080867092" sldId="328"/>
            <ac:spMk id="14" creationId="{965DBBB2-A5F0-EAF4-FD18-9CB048B744E4}"/>
          </ac:spMkLst>
        </pc:spChg>
        <pc:spChg chg="mod">
          <ac:chgData name="Sohag Kabir" userId="e9b0da40-aef8-480a-bb63-d1daacecf555" providerId="ADAL" clId="{1F38D4F1-04EA-4679-AABE-783D48579403}" dt="2024-10-17T18:57:57.213" v="274" actId="20577"/>
          <ac:spMkLst>
            <pc:docMk/>
            <pc:sldMk cId="4080867092" sldId="328"/>
            <ac:spMk id="15" creationId="{67F4B352-6F46-53EC-1198-9A27B14270D2}"/>
          </ac:spMkLst>
        </pc:spChg>
        <pc:spChg chg="add mod">
          <ac:chgData name="Sohag Kabir" userId="e9b0da40-aef8-480a-bb63-d1daacecf555" providerId="ADAL" clId="{1F38D4F1-04EA-4679-AABE-783D48579403}" dt="2024-10-17T19:05:00.270" v="349" actId="2711"/>
          <ac:spMkLst>
            <pc:docMk/>
            <pc:sldMk cId="4080867092" sldId="328"/>
            <ac:spMk id="16" creationId="{E739903D-1046-9AFC-C02D-161D48CC60A5}"/>
          </ac:spMkLst>
        </pc:spChg>
        <pc:spChg chg="add mod">
          <ac:chgData name="Sohag Kabir" userId="e9b0da40-aef8-480a-bb63-d1daacecf555" providerId="ADAL" clId="{1F38D4F1-04EA-4679-AABE-783D48579403}" dt="2024-10-17T19:06:41.106" v="371" actId="1076"/>
          <ac:spMkLst>
            <pc:docMk/>
            <pc:sldMk cId="4080867092" sldId="328"/>
            <ac:spMk id="24" creationId="{CFE8EEFF-21CD-69A0-91AE-D007C3DD231F}"/>
          </ac:spMkLst>
        </pc:spChg>
        <pc:spChg chg="add mod">
          <ac:chgData name="Sohag Kabir" userId="e9b0da40-aef8-480a-bb63-d1daacecf555" providerId="ADAL" clId="{1F38D4F1-04EA-4679-AABE-783D48579403}" dt="2024-10-17T19:06:35.459" v="370" actId="1076"/>
          <ac:spMkLst>
            <pc:docMk/>
            <pc:sldMk cId="4080867092" sldId="328"/>
            <ac:spMk id="25" creationId="{2696368D-2278-4610-6BF2-C035D000FEE2}"/>
          </ac:spMkLst>
        </pc:spChg>
        <pc:grpChg chg="add mod">
          <ac:chgData name="Sohag Kabir" userId="e9b0da40-aef8-480a-bb63-d1daacecf555" providerId="ADAL" clId="{1F38D4F1-04EA-4679-AABE-783D48579403}" dt="2024-10-17T18:57:28.086" v="262" actId="164"/>
          <ac:grpSpMkLst>
            <pc:docMk/>
            <pc:sldMk cId="4080867092" sldId="328"/>
            <ac:grpSpMk id="11" creationId="{649A098E-EB3A-ECA8-F1C3-30E051B4DA65}"/>
          </ac:grpSpMkLst>
        </pc:grpChg>
        <pc:grpChg chg="add mod">
          <ac:chgData name="Sohag Kabir" userId="e9b0da40-aef8-480a-bb63-d1daacecf555" providerId="ADAL" clId="{1F38D4F1-04EA-4679-AABE-783D48579403}" dt="2024-10-17T18:57:37.657" v="264" actId="164"/>
          <ac:grpSpMkLst>
            <pc:docMk/>
            <pc:sldMk cId="4080867092" sldId="328"/>
            <ac:grpSpMk id="12" creationId="{97022B0A-A8BE-A608-B455-9B6F2B294D85}"/>
          </ac:grpSpMkLst>
        </pc:grpChg>
        <pc:grpChg chg="add mod">
          <ac:chgData name="Sohag Kabir" userId="e9b0da40-aef8-480a-bb63-d1daacecf555" providerId="ADAL" clId="{1F38D4F1-04EA-4679-AABE-783D48579403}" dt="2024-10-17T19:01:30.242" v="323" actId="1076"/>
          <ac:grpSpMkLst>
            <pc:docMk/>
            <pc:sldMk cId="4080867092" sldId="328"/>
            <ac:grpSpMk id="13" creationId="{5E576F33-AF8A-7E7B-39A8-B6160880B2A9}"/>
          </ac:grpSpMkLst>
        </pc:grpChg>
        <pc:cxnChg chg="add mod">
          <ac:chgData name="Sohag Kabir" userId="e9b0da40-aef8-480a-bb63-d1daacecf555" providerId="ADAL" clId="{1F38D4F1-04EA-4679-AABE-783D48579403}" dt="2024-10-17T19:02:06.219" v="334" actId="14100"/>
          <ac:cxnSpMkLst>
            <pc:docMk/>
            <pc:sldMk cId="4080867092" sldId="328"/>
            <ac:cxnSpMk id="18" creationId="{8D1B62B7-69F7-A15D-BC44-DC9CE260D9BC}"/>
          </ac:cxnSpMkLst>
        </pc:cxnChg>
        <pc:cxnChg chg="add mod">
          <ac:chgData name="Sohag Kabir" userId="e9b0da40-aef8-480a-bb63-d1daacecf555" providerId="ADAL" clId="{1F38D4F1-04EA-4679-AABE-783D48579403}" dt="2024-10-17T19:04:41.843" v="348" actId="14100"/>
          <ac:cxnSpMkLst>
            <pc:docMk/>
            <pc:sldMk cId="4080867092" sldId="328"/>
            <ac:cxnSpMk id="22" creationId="{A6F69FC7-D81F-83A4-D324-AC187B48625E}"/>
          </ac:cxnSpMkLst>
        </pc:cxnChg>
      </pc:sldChg>
      <pc:sldChg chg="addSp delSp modSp mod delAnim">
        <pc:chgData name="Sohag Kabir" userId="e9b0da40-aef8-480a-bb63-d1daacecf555" providerId="ADAL" clId="{1F38D4F1-04EA-4679-AABE-783D48579403}" dt="2024-10-18T11:44:37.068" v="2906" actId="14100"/>
        <pc:sldMkLst>
          <pc:docMk/>
          <pc:sldMk cId="4199687532" sldId="330"/>
        </pc:sldMkLst>
        <pc:spChg chg="mod">
          <ac:chgData name="Sohag Kabir" userId="e9b0da40-aef8-480a-bb63-d1daacecf555" providerId="ADAL" clId="{1F38D4F1-04EA-4679-AABE-783D48579403}" dt="2024-10-18T11:38:54.303" v="2811"/>
          <ac:spMkLst>
            <pc:docMk/>
            <pc:sldMk cId="4199687532" sldId="330"/>
            <ac:spMk id="2" creationId="{DE13D453-4D7B-47BF-AED4-27D56C3644AA}"/>
          </ac:spMkLst>
        </pc:spChg>
        <pc:spChg chg="add mod">
          <ac:chgData name="Sohag Kabir" userId="e9b0da40-aef8-480a-bb63-d1daacecf555" providerId="ADAL" clId="{1F38D4F1-04EA-4679-AABE-783D48579403}" dt="2024-10-18T11:44:37.068" v="2906" actId="14100"/>
          <ac:spMkLst>
            <pc:docMk/>
            <pc:sldMk cId="4199687532" sldId="330"/>
            <ac:spMk id="3" creationId="{FAE63D6D-BD0A-D7AF-56DE-F85ECACF0D22}"/>
          </ac:spMkLst>
        </pc:spChg>
        <pc:spChg chg="add del mod">
          <ac:chgData name="Sohag Kabir" userId="e9b0da40-aef8-480a-bb63-d1daacecf555" providerId="ADAL" clId="{1F38D4F1-04EA-4679-AABE-783D48579403}" dt="2024-10-18T11:39:18.892" v="2815"/>
          <ac:spMkLst>
            <pc:docMk/>
            <pc:sldMk cId="4199687532" sldId="330"/>
            <ac:spMk id="5" creationId="{7466E7BD-2E17-87A9-7969-9BA6C34EBF02}"/>
          </ac:spMkLst>
        </pc:spChg>
        <pc:spChg chg="del">
          <ac:chgData name="Sohag Kabir" userId="e9b0da40-aef8-480a-bb63-d1daacecf555" providerId="ADAL" clId="{1F38D4F1-04EA-4679-AABE-783D48579403}" dt="2024-10-18T11:38:43.364" v="2809" actId="478"/>
          <ac:spMkLst>
            <pc:docMk/>
            <pc:sldMk cId="4199687532" sldId="330"/>
            <ac:spMk id="8" creationId="{4AF715B6-FF78-C48B-D030-BBA14FC06D14}"/>
          </ac:spMkLst>
        </pc:spChg>
        <pc:spChg chg="add del mod">
          <ac:chgData name="Sohag Kabir" userId="e9b0da40-aef8-480a-bb63-d1daacecf555" providerId="ADAL" clId="{1F38D4F1-04EA-4679-AABE-783D48579403}" dt="2024-10-18T11:39:18.892" v="2815"/>
          <ac:spMkLst>
            <pc:docMk/>
            <pc:sldMk cId="4199687532" sldId="330"/>
            <ac:spMk id="9" creationId="{3E078C47-FB81-D8B5-3385-0F1BE4CEBEA8}"/>
          </ac:spMkLst>
        </pc:spChg>
        <pc:spChg chg="add mod">
          <ac:chgData name="Sohag Kabir" userId="e9b0da40-aef8-480a-bb63-d1daacecf555" providerId="ADAL" clId="{1F38D4F1-04EA-4679-AABE-783D48579403}" dt="2024-10-18T11:43:01.418" v="2891" actId="1076"/>
          <ac:spMkLst>
            <pc:docMk/>
            <pc:sldMk cId="4199687532" sldId="330"/>
            <ac:spMk id="12" creationId="{BF8BF7FE-086A-26AB-1C64-E999FF23A898}"/>
          </ac:spMkLst>
        </pc:spChg>
        <pc:spChg chg="add mod">
          <ac:chgData name="Sohag Kabir" userId="e9b0da40-aef8-480a-bb63-d1daacecf555" providerId="ADAL" clId="{1F38D4F1-04EA-4679-AABE-783D48579403}" dt="2024-10-18T11:43:08.748" v="2893" actId="255"/>
          <ac:spMkLst>
            <pc:docMk/>
            <pc:sldMk cId="4199687532" sldId="330"/>
            <ac:spMk id="13" creationId="{852FB0DC-987C-A978-DF8A-AC84528B6B6C}"/>
          </ac:spMkLst>
        </pc:spChg>
        <pc:grpChg chg="del">
          <ac:chgData name="Sohag Kabir" userId="e9b0da40-aef8-480a-bb63-d1daacecf555" providerId="ADAL" clId="{1F38D4F1-04EA-4679-AABE-783D48579403}" dt="2024-10-18T11:38:46.054" v="2810" actId="478"/>
          <ac:grpSpMkLst>
            <pc:docMk/>
            <pc:sldMk cId="4199687532" sldId="330"/>
            <ac:grpSpMk id="11" creationId="{A5992564-0041-4AEB-88F5-E88D42C32DDE}"/>
          </ac:grpSpMkLst>
        </pc:grpChg>
      </pc:sldChg>
      <pc:sldChg chg="addSp delSp modSp mod modAnim">
        <pc:chgData name="Sohag Kabir" userId="e9b0da40-aef8-480a-bb63-d1daacecf555" providerId="ADAL" clId="{1F38D4F1-04EA-4679-AABE-783D48579403}" dt="2024-10-17T20:13:02.855" v="978" actId="207"/>
        <pc:sldMkLst>
          <pc:docMk/>
          <pc:sldMk cId="327274818" sldId="331"/>
        </pc:sldMkLst>
        <pc:spChg chg="mod">
          <ac:chgData name="Sohag Kabir" userId="e9b0da40-aef8-480a-bb63-d1daacecf555" providerId="ADAL" clId="{1F38D4F1-04EA-4679-AABE-783D48579403}" dt="2024-10-17T19:48:18.109" v="582"/>
          <ac:spMkLst>
            <pc:docMk/>
            <pc:sldMk cId="327274818" sldId="331"/>
            <ac:spMk id="2" creationId="{DE13D453-4D7B-47BF-AED4-27D56C3644AA}"/>
          </ac:spMkLst>
        </pc:spChg>
        <pc:spChg chg="add mod">
          <ac:chgData name="Sohag Kabir" userId="e9b0da40-aef8-480a-bb63-d1daacecf555" providerId="ADAL" clId="{1F38D4F1-04EA-4679-AABE-783D48579403}" dt="2024-10-17T20:13:02.855" v="978" actId="207"/>
          <ac:spMkLst>
            <pc:docMk/>
            <pc:sldMk cId="327274818" sldId="331"/>
            <ac:spMk id="3" creationId="{4FCCE64C-6148-12B2-86BB-477DAF83C6EE}"/>
          </ac:spMkLst>
        </pc:spChg>
        <pc:spChg chg="del">
          <ac:chgData name="Sohag Kabir" userId="e9b0da40-aef8-480a-bb63-d1daacecf555" providerId="ADAL" clId="{1F38D4F1-04EA-4679-AABE-783D48579403}" dt="2024-10-17T19:48:08.721" v="581" actId="478"/>
          <ac:spMkLst>
            <pc:docMk/>
            <pc:sldMk cId="327274818" sldId="331"/>
            <ac:spMk id="5" creationId="{19101EEB-425F-04B5-D700-A14EE81FA804}"/>
          </ac:spMkLst>
        </pc:spChg>
        <pc:spChg chg="add mod">
          <ac:chgData name="Sohag Kabir" userId="e9b0da40-aef8-480a-bb63-d1daacecf555" providerId="ADAL" clId="{1F38D4F1-04EA-4679-AABE-783D48579403}" dt="2024-10-17T20:01:25.510" v="857" actId="207"/>
          <ac:spMkLst>
            <pc:docMk/>
            <pc:sldMk cId="327274818" sldId="331"/>
            <ac:spMk id="9" creationId="{24BD288A-3A4D-735F-0BAB-87983673A39E}"/>
          </ac:spMkLst>
        </pc:spChg>
        <pc:spChg chg="add mod">
          <ac:chgData name="Sohag Kabir" userId="e9b0da40-aef8-480a-bb63-d1daacecf555" providerId="ADAL" clId="{1F38D4F1-04EA-4679-AABE-783D48579403}" dt="2024-10-17T20:02:56.168" v="885" actId="1076"/>
          <ac:spMkLst>
            <pc:docMk/>
            <pc:sldMk cId="327274818" sldId="331"/>
            <ac:spMk id="10" creationId="{951173FE-3725-C12C-92A4-2628C677E5A8}"/>
          </ac:spMkLst>
        </pc:spChg>
        <pc:spChg chg="add mod">
          <ac:chgData name="Sohag Kabir" userId="e9b0da40-aef8-480a-bb63-d1daacecf555" providerId="ADAL" clId="{1F38D4F1-04EA-4679-AABE-783D48579403}" dt="2024-10-17T20:03:51.848" v="897" actId="692"/>
          <ac:spMkLst>
            <pc:docMk/>
            <pc:sldMk cId="327274818" sldId="331"/>
            <ac:spMk id="11" creationId="{91043737-EF9B-EA7C-FB6E-F60F420CE17E}"/>
          </ac:spMkLst>
        </pc:spChg>
        <pc:spChg chg="add mod">
          <ac:chgData name="Sohag Kabir" userId="e9b0da40-aef8-480a-bb63-d1daacecf555" providerId="ADAL" clId="{1F38D4F1-04EA-4679-AABE-783D48579403}" dt="2024-10-17T20:04:31.019" v="902" actId="692"/>
          <ac:spMkLst>
            <pc:docMk/>
            <pc:sldMk cId="327274818" sldId="331"/>
            <ac:spMk id="12" creationId="{7E0BB723-FBBF-7290-8C97-DAC2191D0EBE}"/>
          </ac:spMkLst>
        </pc:spChg>
        <pc:spChg chg="add mod">
          <ac:chgData name="Sohag Kabir" userId="e9b0da40-aef8-480a-bb63-d1daacecf555" providerId="ADAL" clId="{1F38D4F1-04EA-4679-AABE-783D48579403}" dt="2024-10-17T20:07:49.922" v="954" actId="20577"/>
          <ac:spMkLst>
            <pc:docMk/>
            <pc:sldMk cId="327274818" sldId="331"/>
            <ac:spMk id="27" creationId="{304A0D9E-5353-F45E-7CC9-047CD3A25E70}"/>
          </ac:spMkLst>
        </pc:spChg>
        <pc:spChg chg="add mod">
          <ac:chgData name="Sohag Kabir" userId="e9b0da40-aef8-480a-bb63-d1daacecf555" providerId="ADAL" clId="{1F38D4F1-04EA-4679-AABE-783D48579403}" dt="2024-10-17T20:08:07.895" v="963" actId="20577"/>
          <ac:spMkLst>
            <pc:docMk/>
            <pc:sldMk cId="327274818" sldId="331"/>
            <ac:spMk id="28" creationId="{A2360C2F-76F0-DAD1-C216-9A1859F9B5D0}"/>
          </ac:spMkLst>
        </pc:spChg>
        <pc:graphicFrameChg chg="add mod modGraphic">
          <ac:chgData name="Sohag Kabir" userId="e9b0da40-aef8-480a-bb63-d1daacecf555" providerId="ADAL" clId="{1F38D4F1-04EA-4679-AABE-783D48579403}" dt="2024-10-17T20:04:47.895" v="903" actId="14734"/>
          <ac:graphicFrameMkLst>
            <pc:docMk/>
            <pc:sldMk cId="327274818" sldId="331"/>
            <ac:graphicFrameMk id="4" creationId="{2ADEF6E5-8666-59ED-356F-7DA41B502DFB}"/>
          </ac:graphicFrameMkLst>
        </pc:graphicFrameChg>
        <pc:graphicFrameChg chg="add mod modGraphic">
          <ac:chgData name="Sohag Kabir" userId="e9b0da40-aef8-480a-bb63-d1daacecf555" providerId="ADAL" clId="{1F38D4F1-04EA-4679-AABE-783D48579403}" dt="2024-10-17T20:02:53.950" v="884" actId="1076"/>
          <ac:graphicFrameMkLst>
            <pc:docMk/>
            <pc:sldMk cId="327274818" sldId="331"/>
            <ac:graphicFrameMk id="8" creationId="{C4267432-AE02-5CB5-C52D-8FCCD8ADE670}"/>
          </ac:graphicFrameMkLst>
        </pc:graphicFrameChg>
        <pc:cxnChg chg="add mod">
          <ac:chgData name="Sohag Kabir" userId="e9b0da40-aef8-480a-bb63-d1daacecf555" providerId="ADAL" clId="{1F38D4F1-04EA-4679-AABE-783D48579403}" dt="2024-10-17T20:10:17.533" v="970" actId="1076"/>
          <ac:cxnSpMkLst>
            <pc:docMk/>
            <pc:sldMk cId="327274818" sldId="331"/>
            <ac:cxnSpMk id="14" creationId="{974FCC38-81D8-85EB-2C37-6B254797A5DF}"/>
          </ac:cxnSpMkLst>
        </pc:cxnChg>
        <pc:cxnChg chg="add mod">
          <ac:chgData name="Sohag Kabir" userId="e9b0da40-aef8-480a-bb63-d1daacecf555" providerId="ADAL" clId="{1F38D4F1-04EA-4679-AABE-783D48579403}" dt="2024-10-17T20:11:43.437" v="976" actId="14100"/>
          <ac:cxnSpMkLst>
            <pc:docMk/>
            <pc:sldMk cId="327274818" sldId="331"/>
            <ac:cxnSpMk id="17" creationId="{7A86F193-D069-A18A-7B46-A7FD1EA94472}"/>
          </ac:cxnSpMkLst>
        </pc:cxnChg>
        <pc:cxnChg chg="add mod">
          <ac:chgData name="Sohag Kabir" userId="e9b0da40-aef8-480a-bb63-d1daacecf555" providerId="ADAL" clId="{1F38D4F1-04EA-4679-AABE-783D48579403}" dt="2024-10-17T20:06:27.487" v="924" actId="14100"/>
          <ac:cxnSpMkLst>
            <pc:docMk/>
            <pc:sldMk cId="327274818" sldId="331"/>
            <ac:cxnSpMk id="19" creationId="{26A7F4ED-14C4-5784-DB2E-896534EA9921}"/>
          </ac:cxnSpMkLst>
        </pc:cxnChg>
        <pc:cxnChg chg="add mod">
          <ac:chgData name="Sohag Kabir" userId="e9b0da40-aef8-480a-bb63-d1daacecf555" providerId="ADAL" clId="{1F38D4F1-04EA-4679-AABE-783D48579403}" dt="2024-10-17T20:11:48.678" v="977" actId="14100"/>
          <ac:cxnSpMkLst>
            <pc:docMk/>
            <pc:sldMk cId="327274818" sldId="331"/>
            <ac:cxnSpMk id="26" creationId="{BEFFAE50-C136-5ACF-46E2-33B868019A82}"/>
          </ac:cxnSpMkLst>
        </pc:cxnChg>
      </pc:sldChg>
      <pc:sldChg chg="addSp delSp modSp mod modAnim">
        <pc:chgData name="Sohag Kabir" userId="e9b0da40-aef8-480a-bb63-d1daacecf555" providerId="ADAL" clId="{1F38D4F1-04EA-4679-AABE-783D48579403}" dt="2024-10-18T08:11:50.364" v="1028" actId="20577"/>
        <pc:sldMkLst>
          <pc:docMk/>
          <pc:sldMk cId="608246039" sldId="332"/>
        </pc:sldMkLst>
        <pc:spChg chg="mod">
          <ac:chgData name="Sohag Kabir" userId="e9b0da40-aef8-480a-bb63-d1daacecf555" providerId="ADAL" clId="{1F38D4F1-04EA-4679-AABE-783D48579403}" dt="2024-10-18T08:02:33.290" v="984"/>
          <ac:spMkLst>
            <pc:docMk/>
            <pc:sldMk cId="608246039" sldId="332"/>
            <ac:spMk id="2" creationId="{DE13D453-4D7B-47BF-AED4-27D56C3644AA}"/>
          </ac:spMkLst>
        </pc:spChg>
        <pc:spChg chg="del">
          <ac:chgData name="Sohag Kabir" userId="e9b0da40-aef8-480a-bb63-d1daacecf555" providerId="ADAL" clId="{1F38D4F1-04EA-4679-AABE-783D48579403}" dt="2024-10-18T08:01:42.883" v="980" actId="478"/>
          <ac:spMkLst>
            <pc:docMk/>
            <pc:sldMk cId="608246039" sldId="332"/>
            <ac:spMk id="3" creationId="{1B3867B0-FCD9-2649-37E1-93D8FF883D19}"/>
          </ac:spMkLst>
        </pc:spChg>
        <pc:spChg chg="add del mod">
          <ac:chgData name="Sohag Kabir" userId="e9b0da40-aef8-480a-bb63-d1daacecf555" providerId="ADAL" clId="{1F38D4F1-04EA-4679-AABE-783D48579403}" dt="2024-10-18T08:01:45.682" v="981" actId="478"/>
          <ac:spMkLst>
            <pc:docMk/>
            <pc:sldMk cId="608246039" sldId="332"/>
            <ac:spMk id="4" creationId="{65FC569D-DC01-F2D2-2B3B-74231D2F4F84}"/>
          </ac:spMkLst>
        </pc:spChg>
        <pc:spChg chg="add mod">
          <ac:chgData name="Sohag Kabir" userId="e9b0da40-aef8-480a-bb63-d1daacecf555" providerId="ADAL" clId="{1F38D4F1-04EA-4679-AABE-783D48579403}" dt="2024-10-18T08:11:50.364" v="1028" actId="20577"/>
          <ac:spMkLst>
            <pc:docMk/>
            <pc:sldMk cId="608246039" sldId="332"/>
            <ac:spMk id="5" creationId="{BDB72930-C5D4-9579-3D98-57C93C2132B8}"/>
          </ac:spMkLst>
        </pc:spChg>
        <pc:spChg chg="add mod">
          <ac:chgData name="Sohag Kabir" userId="e9b0da40-aef8-480a-bb63-d1daacecf555" providerId="ADAL" clId="{1F38D4F1-04EA-4679-AABE-783D48579403}" dt="2024-10-18T08:09:27.811" v="1023" actId="1076"/>
          <ac:spMkLst>
            <pc:docMk/>
            <pc:sldMk cId="608246039" sldId="332"/>
            <ac:spMk id="9" creationId="{83AFF9AD-0DEE-0F95-1B86-E5493A15E383}"/>
          </ac:spMkLst>
        </pc:spChg>
      </pc:sldChg>
      <pc:sldChg chg="addSp delSp modSp mod delAnim modAnim">
        <pc:chgData name="Sohag Kabir" userId="e9b0da40-aef8-480a-bb63-d1daacecf555" providerId="ADAL" clId="{1F38D4F1-04EA-4679-AABE-783D48579403}" dt="2024-10-18T08:59:49.959" v="1605" actId="6549"/>
        <pc:sldMkLst>
          <pc:docMk/>
          <pc:sldMk cId="1986047182" sldId="333"/>
        </pc:sldMkLst>
        <pc:spChg chg="mod">
          <ac:chgData name="Sohag Kabir" userId="e9b0da40-aef8-480a-bb63-d1daacecf555" providerId="ADAL" clId="{1F38D4F1-04EA-4679-AABE-783D48579403}" dt="2024-10-18T08:14:12.454" v="1039" actId="20577"/>
          <ac:spMkLst>
            <pc:docMk/>
            <pc:sldMk cId="1986047182" sldId="333"/>
            <ac:spMk id="2" creationId="{DE13D453-4D7B-47BF-AED4-27D56C3644AA}"/>
          </ac:spMkLst>
        </pc:spChg>
        <pc:spChg chg="add mod">
          <ac:chgData name="Sohag Kabir" userId="e9b0da40-aef8-480a-bb63-d1daacecf555" providerId="ADAL" clId="{1F38D4F1-04EA-4679-AABE-783D48579403}" dt="2024-10-18T08:59:49.959" v="1605" actId="6549"/>
          <ac:spMkLst>
            <pc:docMk/>
            <pc:sldMk cId="1986047182" sldId="333"/>
            <ac:spMk id="4" creationId="{1BE0DFB3-ED4E-2CC8-3065-61CC172E4DEC}"/>
          </ac:spMkLst>
        </pc:spChg>
        <pc:spChg chg="add mod">
          <ac:chgData name="Sohag Kabir" userId="e9b0da40-aef8-480a-bb63-d1daacecf555" providerId="ADAL" clId="{1F38D4F1-04EA-4679-AABE-783D48579403}" dt="2024-10-18T08:19:37.265" v="1140" actId="164"/>
          <ac:spMkLst>
            <pc:docMk/>
            <pc:sldMk cId="1986047182" sldId="333"/>
            <ac:spMk id="5" creationId="{62047553-7D7C-7DDF-8196-5C633526BB64}"/>
          </ac:spMkLst>
        </pc:spChg>
        <pc:spChg chg="del">
          <ac:chgData name="Sohag Kabir" userId="e9b0da40-aef8-480a-bb63-d1daacecf555" providerId="ADAL" clId="{1F38D4F1-04EA-4679-AABE-783D48579403}" dt="2024-10-18T08:14:16.718" v="1040" actId="478"/>
          <ac:spMkLst>
            <pc:docMk/>
            <pc:sldMk cId="1986047182" sldId="333"/>
            <ac:spMk id="8" creationId="{89CD06E9-1780-8B3C-6C3D-1017FCCB6FE1}"/>
          </ac:spMkLst>
        </pc:spChg>
        <pc:spChg chg="add del">
          <ac:chgData name="Sohag Kabir" userId="e9b0da40-aef8-480a-bb63-d1daacecf555" providerId="ADAL" clId="{1F38D4F1-04EA-4679-AABE-783D48579403}" dt="2024-10-18T08:19:46.239" v="1142" actId="22"/>
          <ac:spMkLst>
            <pc:docMk/>
            <pc:sldMk cId="1986047182" sldId="333"/>
            <ac:spMk id="11" creationId="{6B0562DA-079E-12DF-5144-DA8BC54F421B}"/>
          </ac:spMkLst>
        </pc:spChg>
        <pc:spChg chg="mod">
          <ac:chgData name="Sohag Kabir" userId="e9b0da40-aef8-480a-bb63-d1daacecf555" providerId="ADAL" clId="{1F38D4F1-04EA-4679-AABE-783D48579403}" dt="2024-10-18T08:26:54.911" v="1309"/>
          <ac:spMkLst>
            <pc:docMk/>
            <pc:sldMk cId="1986047182" sldId="333"/>
            <ac:spMk id="13" creationId="{80BD901B-76A2-BD2A-57B6-BEEBB7026F12}"/>
          </ac:spMkLst>
        </pc:spChg>
        <pc:spChg chg="mod">
          <ac:chgData name="Sohag Kabir" userId="e9b0da40-aef8-480a-bb63-d1daacecf555" providerId="ADAL" clId="{1F38D4F1-04EA-4679-AABE-783D48579403}" dt="2024-10-18T08:20:09.754" v="1154" actId="20577"/>
          <ac:spMkLst>
            <pc:docMk/>
            <pc:sldMk cId="1986047182" sldId="333"/>
            <ac:spMk id="14" creationId="{1DD7D28B-D5D3-B5D0-9B61-C4657AA9B4AD}"/>
          </ac:spMkLst>
        </pc:spChg>
        <pc:spChg chg="mod">
          <ac:chgData name="Sohag Kabir" userId="e9b0da40-aef8-480a-bb63-d1daacecf555" providerId="ADAL" clId="{1F38D4F1-04EA-4679-AABE-783D48579403}" dt="2024-10-18T08:27:25.582" v="1312"/>
          <ac:spMkLst>
            <pc:docMk/>
            <pc:sldMk cId="1986047182" sldId="333"/>
            <ac:spMk id="16" creationId="{90EBC4D0-55F2-288C-F133-496D02BEFFD4}"/>
          </ac:spMkLst>
        </pc:spChg>
        <pc:spChg chg="mod">
          <ac:chgData name="Sohag Kabir" userId="e9b0da40-aef8-480a-bb63-d1daacecf555" providerId="ADAL" clId="{1F38D4F1-04EA-4679-AABE-783D48579403}" dt="2024-10-18T08:24:30.582" v="1248" actId="20577"/>
          <ac:spMkLst>
            <pc:docMk/>
            <pc:sldMk cId="1986047182" sldId="333"/>
            <ac:spMk id="17" creationId="{5242C782-25EC-E191-D94B-7059A932CF1D}"/>
          </ac:spMkLst>
        </pc:spChg>
        <pc:spChg chg="add mod">
          <ac:chgData name="Sohag Kabir" userId="e9b0da40-aef8-480a-bb63-d1daacecf555" providerId="ADAL" clId="{1F38D4F1-04EA-4679-AABE-783D48579403}" dt="2024-10-18T08:30:15.433" v="1403" actId="207"/>
          <ac:spMkLst>
            <pc:docMk/>
            <pc:sldMk cId="1986047182" sldId="333"/>
            <ac:spMk id="18" creationId="{546B288F-314E-6D42-57B3-EA145EB6A35B}"/>
          </ac:spMkLst>
        </pc:spChg>
        <pc:spChg chg="add mod">
          <ac:chgData name="Sohag Kabir" userId="e9b0da40-aef8-480a-bb63-d1daacecf555" providerId="ADAL" clId="{1F38D4F1-04EA-4679-AABE-783D48579403}" dt="2024-10-18T08:30:43.438" v="1407" actId="207"/>
          <ac:spMkLst>
            <pc:docMk/>
            <pc:sldMk cId="1986047182" sldId="333"/>
            <ac:spMk id="19" creationId="{FB147F44-B650-7839-5DD6-3CE401EE0B10}"/>
          </ac:spMkLst>
        </pc:spChg>
        <pc:spChg chg="add mod">
          <ac:chgData name="Sohag Kabir" userId="e9b0da40-aef8-480a-bb63-d1daacecf555" providerId="ADAL" clId="{1F38D4F1-04EA-4679-AABE-783D48579403}" dt="2024-10-18T08:33:02.522" v="1422" actId="1076"/>
          <ac:spMkLst>
            <pc:docMk/>
            <pc:sldMk cId="1986047182" sldId="333"/>
            <ac:spMk id="22" creationId="{476F2BBB-3EE5-3888-5A2A-9A6FB28981C4}"/>
          </ac:spMkLst>
        </pc:spChg>
        <pc:spChg chg="add mod">
          <ac:chgData name="Sohag Kabir" userId="e9b0da40-aef8-480a-bb63-d1daacecf555" providerId="ADAL" clId="{1F38D4F1-04EA-4679-AABE-783D48579403}" dt="2024-10-18T08:35:08.342" v="1440" actId="1076"/>
          <ac:spMkLst>
            <pc:docMk/>
            <pc:sldMk cId="1986047182" sldId="333"/>
            <ac:spMk id="25" creationId="{E229D1CC-230A-4474-974C-15BCB2B064F5}"/>
          </ac:spMkLst>
        </pc:spChg>
        <pc:spChg chg="mod">
          <ac:chgData name="Sohag Kabir" userId="e9b0da40-aef8-480a-bb63-d1daacecf555" providerId="ADAL" clId="{1F38D4F1-04EA-4679-AABE-783D48579403}" dt="2024-10-18T08:42:43.228" v="1455" actId="255"/>
          <ac:spMkLst>
            <pc:docMk/>
            <pc:sldMk cId="1986047182" sldId="333"/>
            <ac:spMk id="27" creationId="{B879A689-2DC0-07C9-565D-807395B356EC}"/>
          </ac:spMkLst>
        </pc:spChg>
        <pc:spChg chg="mod">
          <ac:chgData name="Sohag Kabir" userId="e9b0da40-aef8-480a-bb63-d1daacecf555" providerId="ADAL" clId="{1F38D4F1-04EA-4679-AABE-783D48579403}" dt="2024-10-18T08:42:52.330" v="1457" actId="255"/>
          <ac:spMkLst>
            <pc:docMk/>
            <pc:sldMk cId="1986047182" sldId="333"/>
            <ac:spMk id="28" creationId="{16CE7A72-601A-30C0-DDC0-B09B272C526D}"/>
          </ac:spMkLst>
        </pc:spChg>
        <pc:grpChg chg="add mod">
          <ac:chgData name="Sohag Kabir" userId="e9b0da40-aef8-480a-bb63-d1daacecf555" providerId="ADAL" clId="{1F38D4F1-04EA-4679-AABE-783D48579403}" dt="2024-10-18T08:19:58.440" v="1145" actId="1076"/>
          <ac:grpSpMkLst>
            <pc:docMk/>
            <pc:sldMk cId="1986047182" sldId="333"/>
            <ac:grpSpMk id="9" creationId="{A70D5324-F1A1-8184-D0EA-E8991CA41BC9}"/>
          </ac:grpSpMkLst>
        </pc:grpChg>
        <pc:grpChg chg="add mod">
          <ac:chgData name="Sohag Kabir" userId="e9b0da40-aef8-480a-bb63-d1daacecf555" providerId="ADAL" clId="{1F38D4F1-04EA-4679-AABE-783D48579403}" dt="2024-10-18T08:26:02.282" v="1306" actId="1076"/>
          <ac:grpSpMkLst>
            <pc:docMk/>
            <pc:sldMk cId="1986047182" sldId="333"/>
            <ac:grpSpMk id="12" creationId="{78E4EB88-F969-CA37-DB8D-66E92020AAAC}"/>
          </ac:grpSpMkLst>
        </pc:grpChg>
        <pc:grpChg chg="add mod">
          <ac:chgData name="Sohag Kabir" userId="e9b0da40-aef8-480a-bb63-d1daacecf555" providerId="ADAL" clId="{1F38D4F1-04EA-4679-AABE-783D48579403}" dt="2024-10-18T08:26:07.432" v="1307" actId="1076"/>
          <ac:grpSpMkLst>
            <pc:docMk/>
            <pc:sldMk cId="1986047182" sldId="333"/>
            <ac:grpSpMk id="15" creationId="{9642B160-8367-5990-B47D-B0CB0582838A}"/>
          </ac:grpSpMkLst>
        </pc:grpChg>
        <pc:grpChg chg="add mod">
          <ac:chgData name="Sohag Kabir" userId="e9b0da40-aef8-480a-bb63-d1daacecf555" providerId="ADAL" clId="{1F38D4F1-04EA-4679-AABE-783D48579403}" dt="2024-10-18T08:42:59.200" v="1458" actId="1076"/>
          <ac:grpSpMkLst>
            <pc:docMk/>
            <pc:sldMk cId="1986047182" sldId="333"/>
            <ac:grpSpMk id="26" creationId="{ED17AE3A-4D7D-50FE-465E-654E64100D2C}"/>
          </ac:grpSpMkLst>
        </pc:grpChg>
        <pc:cxnChg chg="add mod">
          <ac:chgData name="Sohag Kabir" userId="e9b0da40-aef8-480a-bb63-d1daacecf555" providerId="ADAL" clId="{1F38D4F1-04EA-4679-AABE-783D48579403}" dt="2024-10-18T08:31:14.305" v="1412" actId="692"/>
          <ac:cxnSpMkLst>
            <pc:docMk/>
            <pc:sldMk cId="1986047182" sldId="333"/>
            <ac:cxnSpMk id="21" creationId="{4C9DD703-A8F8-C8F3-FC3B-C3FC68B84093}"/>
          </ac:cxnSpMkLst>
        </pc:cxnChg>
        <pc:cxnChg chg="add mod">
          <ac:chgData name="Sohag Kabir" userId="e9b0da40-aef8-480a-bb63-d1daacecf555" providerId="ADAL" clId="{1F38D4F1-04EA-4679-AABE-783D48579403}" dt="2024-10-18T08:33:27.219" v="1427" actId="692"/>
          <ac:cxnSpMkLst>
            <pc:docMk/>
            <pc:sldMk cId="1986047182" sldId="333"/>
            <ac:cxnSpMk id="24" creationId="{7A09CAFD-ADD4-A5A7-412C-89CF1F70A44B}"/>
          </ac:cxnSpMkLst>
        </pc:cxnChg>
      </pc:sldChg>
      <pc:sldChg chg="addSp delSp modSp mod modNotesTx">
        <pc:chgData name="Sohag Kabir" userId="e9b0da40-aef8-480a-bb63-d1daacecf555" providerId="ADAL" clId="{1F38D4F1-04EA-4679-AABE-783D48579403}" dt="2024-10-18T08:52:45.246" v="1517"/>
        <pc:sldMkLst>
          <pc:docMk/>
          <pc:sldMk cId="3910056402" sldId="334"/>
        </pc:sldMkLst>
        <pc:spChg chg="mod">
          <ac:chgData name="Sohag Kabir" userId="e9b0da40-aef8-480a-bb63-d1daacecf555" providerId="ADAL" clId="{1F38D4F1-04EA-4679-AABE-783D48579403}" dt="2024-10-18T08:35:46.846" v="1445"/>
          <ac:spMkLst>
            <pc:docMk/>
            <pc:sldMk cId="3910056402" sldId="334"/>
            <ac:spMk id="2" creationId="{DE13D453-4D7B-47BF-AED4-27D56C3644AA}"/>
          </ac:spMkLst>
        </pc:spChg>
        <pc:spChg chg="del">
          <ac:chgData name="Sohag Kabir" userId="e9b0da40-aef8-480a-bb63-d1daacecf555" providerId="ADAL" clId="{1F38D4F1-04EA-4679-AABE-783D48579403}" dt="2024-10-18T08:35:35.486" v="1443" actId="478"/>
          <ac:spMkLst>
            <pc:docMk/>
            <pc:sldMk cId="3910056402" sldId="334"/>
            <ac:spMk id="3" creationId="{B802A3EA-D7EE-B728-7082-7D101638DD54}"/>
          </ac:spMkLst>
        </pc:spChg>
        <pc:spChg chg="add del mod">
          <ac:chgData name="Sohag Kabir" userId="e9b0da40-aef8-480a-bb63-d1daacecf555" providerId="ADAL" clId="{1F38D4F1-04EA-4679-AABE-783D48579403}" dt="2024-10-18T08:35:37.845" v="1444" actId="478"/>
          <ac:spMkLst>
            <pc:docMk/>
            <pc:sldMk cId="3910056402" sldId="334"/>
            <ac:spMk id="5" creationId="{E494E8DF-F978-4BF7-73D8-0B1BA9A0A9A9}"/>
          </ac:spMkLst>
        </pc:spChg>
        <pc:spChg chg="add mod">
          <ac:chgData name="Sohag Kabir" userId="e9b0da40-aef8-480a-bb63-d1daacecf555" providerId="ADAL" clId="{1F38D4F1-04EA-4679-AABE-783D48579403}" dt="2024-10-18T08:50:45.616" v="1516" actId="1076"/>
          <ac:spMkLst>
            <pc:docMk/>
            <pc:sldMk cId="3910056402" sldId="334"/>
            <ac:spMk id="8" creationId="{4F6DF347-B63A-1EB5-85CD-7166D166746B}"/>
          </ac:spMkLst>
        </pc:spChg>
        <pc:picChg chg="del">
          <ac:chgData name="Sohag Kabir" userId="e9b0da40-aef8-480a-bb63-d1daacecf555" providerId="ADAL" clId="{1F38D4F1-04EA-4679-AABE-783D48579403}" dt="2024-10-18T08:35:33.767" v="1442" actId="478"/>
          <ac:picMkLst>
            <pc:docMk/>
            <pc:sldMk cId="3910056402" sldId="334"/>
            <ac:picMk id="4" creationId="{06E18D80-6D35-4CDA-0D45-D43FC6EA22C4}"/>
          </ac:picMkLst>
        </pc:picChg>
      </pc:sldChg>
      <pc:sldChg chg="addSp delSp modSp mod modAnim">
        <pc:chgData name="Sohag Kabir" userId="e9b0da40-aef8-480a-bb63-d1daacecf555" providerId="ADAL" clId="{1F38D4F1-04EA-4679-AABE-783D48579403}" dt="2024-10-18T09:10:11.614" v="1786"/>
        <pc:sldMkLst>
          <pc:docMk/>
          <pc:sldMk cId="3420084136" sldId="335"/>
        </pc:sldMkLst>
        <pc:spChg chg="mod">
          <ac:chgData name="Sohag Kabir" userId="e9b0da40-aef8-480a-bb63-d1daacecf555" providerId="ADAL" clId="{1F38D4F1-04EA-4679-AABE-783D48579403}" dt="2024-10-18T08:54:48.901" v="1518"/>
          <ac:spMkLst>
            <pc:docMk/>
            <pc:sldMk cId="3420084136" sldId="335"/>
            <ac:spMk id="2" creationId="{DE13D453-4D7B-47BF-AED4-27D56C3644AA}"/>
          </ac:spMkLst>
        </pc:spChg>
        <pc:spChg chg="add mod">
          <ac:chgData name="Sohag Kabir" userId="e9b0da40-aef8-480a-bb63-d1daacecf555" providerId="ADAL" clId="{1F38D4F1-04EA-4679-AABE-783D48579403}" dt="2024-10-18T09:08:27.698" v="1775" actId="12"/>
          <ac:spMkLst>
            <pc:docMk/>
            <pc:sldMk cId="3420084136" sldId="335"/>
            <ac:spMk id="3" creationId="{65BE66CB-2139-2CA9-809F-4C23A5677F2A}"/>
          </ac:spMkLst>
        </pc:spChg>
        <pc:spChg chg="del">
          <ac:chgData name="Sohag Kabir" userId="e9b0da40-aef8-480a-bb63-d1daacecf555" providerId="ADAL" clId="{1F38D4F1-04EA-4679-AABE-783D48579403}" dt="2024-10-18T08:54:51.572" v="1519" actId="478"/>
          <ac:spMkLst>
            <pc:docMk/>
            <pc:sldMk cId="3420084136" sldId="335"/>
            <ac:spMk id="5" creationId="{F43A948D-1B72-FA50-35DA-B4CBDCC10F5F}"/>
          </ac:spMkLst>
        </pc:spChg>
        <pc:spChg chg="mod topLvl">
          <ac:chgData name="Sohag Kabir" userId="e9b0da40-aef8-480a-bb63-d1daacecf555" providerId="ADAL" clId="{1F38D4F1-04EA-4679-AABE-783D48579403}" dt="2024-10-18T09:02:10.389" v="1674" actId="1076"/>
          <ac:spMkLst>
            <pc:docMk/>
            <pc:sldMk cId="3420084136" sldId="335"/>
            <ac:spMk id="8" creationId="{D2EAE643-D830-6BC8-F762-3FDD94CB7A9E}"/>
          </ac:spMkLst>
        </pc:spChg>
        <pc:spChg chg="del mod topLvl">
          <ac:chgData name="Sohag Kabir" userId="e9b0da40-aef8-480a-bb63-d1daacecf555" providerId="ADAL" clId="{1F38D4F1-04EA-4679-AABE-783D48579403}" dt="2024-10-18T08:56:20.960" v="1526" actId="478"/>
          <ac:spMkLst>
            <pc:docMk/>
            <pc:sldMk cId="3420084136" sldId="335"/>
            <ac:spMk id="9" creationId="{DEBCE5A5-B62F-F819-2275-5D83CD6BD06B}"/>
          </ac:spMkLst>
        </pc:spChg>
        <pc:spChg chg="add mod">
          <ac:chgData name="Sohag Kabir" userId="e9b0da40-aef8-480a-bb63-d1daacecf555" providerId="ADAL" clId="{1F38D4F1-04EA-4679-AABE-783D48579403}" dt="2024-10-18T09:06:47.021" v="1734" actId="207"/>
          <ac:spMkLst>
            <pc:docMk/>
            <pc:sldMk cId="3420084136" sldId="335"/>
            <ac:spMk id="10" creationId="{1F6157C4-86F7-4249-9841-D2CD00C46598}"/>
          </ac:spMkLst>
        </pc:spChg>
        <pc:spChg chg="add mod">
          <ac:chgData name="Sohag Kabir" userId="e9b0da40-aef8-480a-bb63-d1daacecf555" providerId="ADAL" clId="{1F38D4F1-04EA-4679-AABE-783D48579403}" dt="2024-10-18T09:07:00.325" v="1736" actId="1076"/>
          <ac:spMkLst>
            <pc:docMk/>
            <pc:sldMk cId="3420084136" sldId="335"/>
            <ac:spMk id="11" creationId="{25E371EB-DF8D-C617-1360-927916F0E313}"/>
          </ac:spMkLst>
        </pc:spChg>
        <pc:spChg chg="add mod">
          <ac:chgData name="Sohag Kabir" userId="e9b0da40-aef8-480a-bb63-d1daacecf555" providerId="ADAL" clId="{1F38D4F1-04EA-4679-AABE-783D48579403}" dt="2024-10-18T09:09:41.221" v="1781" actId="1076"/>
          <ac:spMkLst>
            <pc:docMk/>
            <pc:sldMk cId="3420084136" sldId="335"/>
            <ac:spMk id="13" creationId="{532E8854-0B5D-F61F-EA37-FE46C4ED4E54}"/>
          </ac:spMkLst>
        </pc:spChg>
        <pc:grpChg chg="add del mod">
          <ac:chgData name="Sohag Kabir" userId="e9b0da40-aef8-480a-bb63-d1daacecf555" providerId="ADAL" clId="{1F38D4F1-04EA-4679-AABE-783D48579403}" dt="2024-10-18T08:56:14.954" v="1525" actId="165"/>
          <ac:grpSpMkLst>
            <pc:docMk/>
            <pc:sldMk cId="3420084136" sldId="335"/>
            <ac:grpSpMk id="4" creationId="{3E95DCA4-51C4-6485-1913-CCD23A16E1DD}"/>
          </ac:grpSpMkLst>
        </pc:grpChg>
        <pc:cxnChg chg="add mod">
          <ac:chgData name="Sohag Kabir" userId="e9b0da40-aef8-480a-bb63-d1daacecf555" providerId="ADAL" clId="{1F38D4F1-04EA-4679-AABE-783D48579403}" dt="2024-10-18T09:09:51.517" v="1783" actId="13822"/>
          <ac:cxnSpMkLst>
            <pc:docMk/>
            <pc:sldMk cId="3420084136" sldId="335"/>
            <ac:cxnSpMk id="15" creationId="{EAA8962D-9C41-17E2-9EB7-899AD3896D9B}"/>
          </ac:cxnSpMkLst>
        </pc:cxnChg>
        <pc:cxnChg chg="add mod">
          <ac:chgData name="Sohag Kabir" userId="e9b0da40-aef8-480a-bb63-d1daacecf555" providerId="ADAL" clId="{1F38D4F1-04EA-4679-AABE-783D48579403}" dt="2024-10-18T09:10:00.832" v="1785" actId="13822"/>
          <ac:cxnSpMkLst>
            <pc:docMk/>
            <pc:sldMk cId="3420084136" sldId="335"/>
            <ac:cxnSpMk id="17" creationId="{24A37113-115A-5710-4CD7-852D02D31D8A}"/>
          </ac:cxnSpMkLst>
        </pc:cxnChg>
      </pc:sldChg>
      <pc:sldChg chg="addSp delSp modSp mod modAnim modNotesTx">
        <pc:chgData name="Sohag Kabir" userId="e9b0da40-aef8-480a-bb63-d1daacecf555" providerId="ADAL" clId="{1F38D4F1-04EA-4679-AABE-783D48579403}" dt="2024-10-18T10:37:06.878" v="2510" actId="1076"/>
        <pc:sldMkLst>
          <pc:docMk/>
          <pc:sldMk cId="3696350527" sldId="336"/>
        </pc:sldMkLst>
        <pc:spChg chg="mod">
          <ac:chgData name="Sohag Kabir" userId="e9b0da40-aef8-480a-bb63-d1daacecf555" providerId="ADAL" clId="{1F38D4F1-04EA-4679-AABE-783D48579403}" dt="2024-10-18T10:29:13.971" v="2381" actId="1076"/>
          <ac:spMkLst>
            <pc:docMk/>
            <pc:sldMk cId="3696350527" sldId="336"/>
            <ac:spMk id="2" creationId="{DE13D453-4D7B-47BF-AED4-27D56C3644AA}"/>
          </ac:spMkLst>
        </pc:spChg>
        <pc:spChg chg="del">
          <ac:chgData name="Sohag Kabir" userId="e9b0da40-aef8-480a-bb63-d1daacecf555" providerId="ADAL" clId="{1F38D4F1-04EA-4679-AABE-783D48579403}" dt="2024-10-18T10:29:17.003" v="2382" actId="478"/>
          <ac:spMkLst>
            <pc:docMk/>
            <pc:sldMk cId="3696350527" sldId="336"/>
            <ac:spMk id="3" creationId="{229C2D86-F42C-1FF7-F48A-54AEA690A483}"/>
          </ac:spMkLst>
        </pc:spChg>
        <pc:spChg chg="del">
          <ac:chgData name="Sohag Kabir" userId="e9b0da40-aef8-480a-bb63-d1daacecf555" providerId="ADAL" clId="{1F38D4F1-04EA-4679-AABE-783D48579403}" dt="2024-10-18T10:29:18.922" v="2383" actId="478"/>
          <ac:spMkLst>
            <pc:docMk/>
            <pc:sldMk cId="3696350527" sldId="336"/>
            <ac:spMk id="4" creationId="{1A188D3E-432D-7D77-C5B2-76D555679EB8}"/>
          </ac:spMkLst>
        </pc:spChg>
        <pc:spChg chg="add del mod">
          <ac:chgData name="Sohag Kabir" userId="e9b0da40-aef8-480a-bb63-d1daacecf555" providerId="ADAL" clId="{1F38D4F1-04EA-4679-AABE-783D48579403}" dt="2024-10-18T10:29:20.533" v="2384" actId="478"/>
          <ac:spMkLst>
            <pc:docMk/>
            <pc:sldMk cId="3696350527" sldId="336"/>
            <ac:spMk id="5" creationId="{46CD3244-9634-3EB6-C632-4329A58E6290}"/>
          </ac:spMkLst>
        </pc:spChg>
        <pc:spChg chg="add del mod">
          <ac:chgData name="Sohag Kabir" userId="e9b0da40-aef8-480a-bb63-d1daacecf555" providerId="ADAL" clId="{1F38D4F1-04EA-4679-AABE-783D48579403}" dt="2024-10-18T10:29:22.532" v="2385" actId="478"/>
          <ac:spMkLst>
            <pc:docMk/>
            <pc:sldMk cId="3696350527" sldId="336"/>
            <ac:spMk id="8" creationId="{05AF5DB1-2B0E-2BF8-C978-AEB9E0B5CBF4}"/>
          </ac:spMkLst>
        </pc:spChg>
        <pc:graphicFrameChg chg="add mod">
          <ac:chgData name="Sohag Kabir" userId="e9b0da40-aef8-480a-bb63-d1daacecf555" providerId="ADAL" clId="{1F38D4F1-04EA-4679-AABE-783D48579403}" dt="2024-10-18T10:37:06.878" v="2510" actId="1076"/>
          <ac:graphicFrameMkLst>
            <pc:docMk/>
            <pc:sldMk cId="3696350527" sldId="336"/>
            <ac:graphicFrameMk id="9" creationId="{848FD32F-771A-2CD8-1D64-ADBABEBFA493}"/>
          </ac:graphicFrameMkLst>
        </pc:graphicFrameChg>
      </pc:sldChg>
      <pc:sldChg chg="addSp delSp modSp del mod modShow">
        <pc:chgData name="Sohag Kabir" userId="e9b0da40-aef8-480a-bb63-d1daacecf555" providerId="ADAL" clId="{1F38D4F1-04EA-4679-AABE-783D48579403}" dt="2024-10-18T13:41:59.692" v="3157" actId="2696"/>
        <pc:sldMkLst>
          <pc:docMk/>
          <pc:sldMk cId="739970556" sldId="337"/>
        </pc:sldMkLst>
        <pc:spChg chg="mod">
          <ac:chgData name="Sohag Kabir" userId="e9b0da40-aef8-480a-bb63-d1daacecf555" providerId="ADAL" clId="{1F38D4F1-04EA-4679-AABE-783D48579403}" dt="2024-10-18T10:38:05.733" v="2515" actId="20577"/>
          <ac:spMkLst>
            <pc:docMk/>
            <pc:sldMk cId="739970556" sldId="337"/>
            <ac:spMk id="2" creationId="{DE13D453-4D7B-47BF-AED4-27D56C3644AA}"/>
          </ac:spMkLst>
        </pc:spChg>
        <pc:spChg chg="del">
          <ac:chgData name="Sohag Kabir" userId="e9b0da40-aef8-480a-bb63-d1daacecf555" providerId="ADAL" clId="{1F38D4F1-04EA-4679-AABE-783D48579403}" dt="2024-10-18T10:37:38.601" v="2513" actId="478"/>
          <ac:spMkLst>
            <pc:docMk/>
            <pc:sldMk cId="739970556" sldId="337"/>
            <ac:spMk id="10" creationId="{94BC38EC-4D7E-7D5B-FB9A-6E0F3A3050C9}"/>
          </ac:spMkLst>
        </pc:spChg>
        <pc:graphicFrameChg chg="add del mod">
          <ac:chgData name="Sohag Kabir" userId="e9b0da40-aef8-480a-bb63-d1daacecf555" providerId="ADAL" clId="{1F38D4F1-04EA-4679-AABE-783D48579403}" dt="2024-10-18T10:39:18.118" v="2522" actId="478"/>
          <ac:graphicFrameMkLst>
            <pc:docMk/>
            <pc:sldMk cId="739970556" sldId="337"/>
            <ac:graphicFrameMk id="3" creationId="{61820AAF-903A-D2C4-0ACC-296326CEDBEB}"/>
          </ac:graphicFrameMkLst>
        </pc:graphicFrameChg>
        <pc:graphicFrameChg chg="add mod modGraphic">
          <ac:chgData name="Sohag Kabir" userId="e9b0da40-aef8-480a-bb63-d1daacecf555" providerId="ADAL" clId="{1F38D4F1-04EA-4679-AABE-783D48579403}" dt="2024-10-18T11:00:56.044" v="2747" actId="14100"/>
          <ac:graphicFrameMkLst>
            <pc:docMk/>
            <pc:sldMk cId="739970556" sldId="337"/>
            <ac:graphicFrameMk id="4" creationId="{E2E688DE-503F-9977-49F3-4E3903096A55}"/>
          </ac:graphicFrameMkLst>
        </pc:graphicFrameChg>
      </pc:sldChg>
      <pc:sldChg chg="addSp delSp modSp mod ord delAnim modAnim">
        <pc:chgData name="Sohag Kabir" userId="e9b0da40-aef8-480a-bb63-d1daacecf555" providerId="ADAL" clId="{1F38D4F1-04EA-4679-AABE-783D48579403}" dt="2024-10-19T10:14:48.421" v="4405" actId="14100"/>
        <pc:sldMkLst>
          <pc:docMk/>
          <pc:sldMk cId="3682386880" sldId="338"/>
        </pc:sldMkLst>
        <pc:spChg chg="mod">
          <ac:chgData name="Sohag Kabir" userId="e9b0da40-aef8-480a-bb63-d1daacecf555" providerId="ADAL" clId="{1F38D4F1-04EA-4679-AABE-783D48579403}" dt="2024-10-18T11:36:23.639" v="2802"/>
          <ac:spMkLst>
            <pc:docMk/>
            <pc:sldMk cId="3682386880" sldId="338"/>
            <ac:spMk id="2" creationId="{DE13D453-4D7B-47BF-AED4-27D56C3644AA}"/>
          </ac:spMkLst>
        </pc:spChg>
        <pc:spChg chg="del">
          <ac:chgData name="Sohag Kabir" userId="e9b0da40-aef8-480a-bb63-d1daacecf555" providerId="ADAL" clId="{1F38D4F1-04EA-4679-AABE-783D48579403}" dt="2024-10-18T11:26:12.440" v="2799" actId="478"/>
          <ac:spMkLst>
            <pc:docMk/>
            <pc:sldMk cId="3682386880" sldId="338"/>
            <ac:spMk id="4" creationId="{022ADBD7-F717-0B5C-7945-0733C5F80EDA}"/>
          </ac:spMkLst>
        </pc:spChg>
        <pc:spChg chg="add del">
          <ac:chgData name="Sohag Kabir" userId="e9b0da40-aef8-480a-bb63-d1daacecf555" providerId="ADAL" clId="{1F38D4F1-04EA-4679-AABE-783D48579403}" dt="2024-10-18T16:16:06.465" v="3738" actId="478"/>
          <ac:spMkLst>
            <pc:docMk/>
            <pc:sldMk cId="3682386880" sldId="338"/>
            <ac:spMk id="8" creationId="{90D93113-723B-8A49-5B7B-AD196E57ED8B}"/>
          </ac:spMkLst>
        </pc:spChg>
        <pc:spChg chg="add mod">
          <ac:chgData name="Sohag Kabir" userId="e9b0da40-aef8-480a-bb63-d1daacecf555" providerId="ADAL" clId="{1F38D4F1-04EA-4679-AABE-783D48579403}" dt="2024-10-19T10:14:40.614" v="4400" actId="1076"/>
          <ac:spMkLst>
            <pc:docMk/>
            <pc:sldMk cId="3682386880" sldId="338"/>
            <ac:spMk id="10" creationId="{DF533840-5635-19B5-AAFB-5D157346FFE5}"/>
          </ac:spMkLst>
        </pc:spChg>
        <pc:spChg chg="add mod ord">
          <ac:chgData name="Sohag Kabir" userId="e9b0da40-aef8-480a-bb63-d1daacecf555" providerId="ADAL" clId="{1F38D4F1-04EA-4679-AABE-783D48579403}" dt="2024-10-18T18:46:55.377" v="4037" actId="1037"/>
          <ac:spMkLst>
            <pc:docMk/>
            <pc:sldMk cId="3682386880" sldId="338"/>
            <ac:spMk id="37" creationId="{228B1234-11F3-B454-5E6B-5570F14A1281}"/>
          </ac:spMkLst>
        </pc:spChg>
        <pc:spChg chg="add mod">
          <ac:chgData name="Sohag Kabir" userId="e9b0da40-aef8-480a-bb63-d1daacecf555" providerId="ADAL" clId="{1F38D4F1-04EA-4679-AABE-783D48579403}" dt="2024-10-19T09:54:21.177" v="4089" actId="1076"/>
          <ac:spMkLst>
            <pc:docMk/>
            <pc:sldMk cId="3682386880" sldId="338"/>
            <ac:spMk id="39" creationId="{31728918-1576-B9B5-2F4F-F760AD0B0904}"/>
          </ac:spMkLst>
        </pc:spChg>
        <pc:spChg chg="add mod">
          <ac:chgData name="Sohag Kabir" userId="e9b0da40-aef8-480a-bb63-d1daacecf555" providerId="ADAL" clId="{1F38D4F1-04EA-4679-AABE-783D48579403}" dt="2024-10-18T18:48:59.363" v="4044" actId="1076"/>
          <ac:spMkLst>
            <pc:docMk/>
            <pc:sldMk cId="3682386880" sldId="338"/>
            <ac:spMk id="41" creationId="{9ECBAEBE-2DB8-0C0E-DDBE-34A62A805271}"/>
          </ac:spMkLst>
        </pc:spChg>
        <pc:spChg chg="add mod">
          <ac:chgData name="Sohag Kabir" userId="e9b0da40-aef8-480a-bb63-d1daacecf555" providerId="ADAL" clId="{1F38D4F1-04EA-4679-AABE-783D48579403}" dt="2024-10-18T18:46:30.563" v="4029" actId="2711"/>
          <ac:spMkLst>
            <pc:docMk/>
            <pc:sldMk cId="3682386880" sldId="338"/>
            <ac:spMk id="42" creationId="{0BC99F56-6DB6-D969-4554-A88D6E9A2B01}"/>
          </ac:spMkLst>
        </pc:spChg>
        <pc:spChg chg="add mod">
          <ac:chgData name="Sohag Kabir" userId="e9b0da40-aef8-480a-bb63-d1daacecf555" providerId="ADAL" clId="{1F38D4F1-04EA-4679-AABE-783D48579403}" dt="2024-10-19T09:53:30.091" v="4087" actId="164"/>
          <ac:spMkLst>
            <pc:docMk/>
            <pc:sldMk cId="3682386880" sldId="338"/>
            <ac:spMk id="43" creationId="{455012B5-86DC-A203-6279-529F8C7DB5F5}"/>
          </ac:spMkLst>
        </pc:spChg>
        <pc:spChg chg="add mod">
          <ac:chgData name="Sohag Kabir" userId="e9b0da40-aef8-480a-bb63-d1daacecf555" providerId="ADAL" clId="{1F38D4F1-04EA-4679-AABE-783D48579403}" dt="2024-10-19T10:03:04.719" v="4205" actId="207"/>
          <ac:spMkLst>
            <pc:docMk/>
            <pc:sldMk cId="3682386880" sldId="338"/>
            <ac:spMk id="44" creationId="{90D3A605-C69D-C75E-9661-34EECB238BE8}"/>
          </ac:spMkLst>
        </pc:spChg>
        <pc:spChg chg="add mod">
          <ac:chgData name="Sohag Kabir" userId="e9b0da40-aef8-480a-bb63-d1daacecf555" providerId="ADAL" clId="{1F38D4F1-04EA-4679-AABE-783D48579403}" dt="2024-10-19T10:04:49.496" v="4220" actId="164"/>
          <ac:spMkLst>
            <pc:docMk/>
            <pc:sldMk cId="3682386880" sldId="338"/>
            <ac:spMk id="46" creationId="{0B0AB80E-6387-B6FC-AC8A-660C7FFFCD7C}"/>
          </ac:spMkLst>
        </pc:spChg>
        <pc:spChg chg="add mod">
          <ac:chgData name="Sohag Kabir" userId="e9b0da40-aef8-480a-bb63-d1daacecf555" providerId="ADAL" clId="{1F38D4F1-04EA-4679-AABE-783D48579403}" dt="2024-10-19T10:14:48.421" v="4405" actId="14100"/>
          <ac:spMkLst>
            <pc:docMk/>
            <pc:sldMk cId="3682386880" sldId="338"/>
            <ac:spMk id="4186" creationId="{6037FA7E-7EA6-D750-1872-39BE9BC01597}"/>
          </ac:spMkLst>
        </pc:spChg>
        <pc:grpChg chg="add mod">
          <ac:chgData name="Sohag Kabir" userId="e9b0da40-aef8-480a-bb63-d1daacecf555" providerId="ADAL" clId="{1F38D4F1-04EA-4679-AABE-783D48579403}" dt="2024-10-18T18:46:55.377" v="4037" actId="1037"/>
          <ac:grpSpMkLst>
            <pc:docMk/>
            <pc:sldMk cId="3682386880" sldId="338"/>
            <ac:grpSpMk id="16" creationId="{C6A90484-08F1-0882-C42B-3714C65E14D8}"/>
          </ac:grpSpMkLst>
        </pc:grpChg>
        <pc:grpChg chg="add mod">
          <ac:chgData name="Sohag Kabir" userId="e9b0da40-aef8-480a-bb63-d1daacecf555" providerId="ADAL" clId="{1F38D4F1-04EA-4679-AABE-783D48579403}" dt="2024-10-18T18:46:55.377" v="4037" actId="1037"/>
          <ac:grpSpMkLst>
            <pc:docMk/>
            <pc:sldMk cId="3682386880" sldId="338"/>
            <ac:grpSpMk id="17" creationId="{BCFAB78B-4266-D8E1-875B-2C302769D170}"/>
          </ac:grpSpMkLst>
        </pc:grpChg>
        <pc:grpChg chg="add mod">
          <ac:chgData name="Sohag Kabir" userId="e9b0da40-aef8-480a-bb63-d1daacecf555" providerId="ADAL" clId="{1F38D4F1-04EA-4679-AABE-783D48579403}" dt="2024-10-18T18:46:55.377" v="4037" actId="1037"/>
          <ac:grpSpMkLst>
            <pc:docMk/>
            <pc:sldMk cId="3682386880" sldId="338"/>
            <ac:grpSpMk id="22" creationId="{6770CC4D-AD8D-A9E9-A4E5-F8C6ECF617A3}"/>
          </ac:grpSpMkLst>
        </pc:grpChg>
        <pc:grpChg chg="add mod">
          <ac:chgData name="Sohag Kabir" userId="e9b0da40-aef8-480a-bb63-d1daacecf555" providerId="ADAL" clId="{1F38D4F1-04EA-4679-AABE-783D48579403}" dt="2024-10-18T18:46:55.377" v="4037" actId="1037"/>
          <ac:grpSpMkLst>
            <pc:docMk/>
            <pc:sldMk cId="3682386880" sldId="338"/>
            <ac:grpSpMk id="31" creationId="{5E0FA0F4-59EB-667C-1A84-5B03333773A2}"/>
          </ac:grpSpMkLst>
        </pc:grpChg>
        <pc:grpChg chg="add mod">
          <ac:chgData name="Sohag Kabir" userId="e9b0da40-aef8-480a-bb63-d1daacecf555" providerId="ADAL" clId="{1F38D4F1-04EA-4679-AABE-783D48579403}" dt="2024-10-18T18:46:55.377" v="4037" actId="1037"/>
          <ac:grpSpMkLst>
            <pc:docMk/>
            <pc:sldMk cId="3682386880" sldId="338"/>
            <ac:grpSpMk id="36" creationId="{4449D3CE-A27B-774C-3769-A3E68409F226}"/>
          </ac:grpSpMkLst>
        </pc:grpChg>
        <pc:grpChg chg="add mod">
          <ac:chgData name="Sohag Kabir" userId="e9b0da40-aef8-480a-bb63-d1daacecf555" providerId="ADAL" clId="{1F38D4F1-04EA-4679-AABE-783D48579403}" dt="2024-10-18T18:46:55.377" v="4037" actId="1037"/>
          <ac:grpSpMkLst>
            <pc:docMk/>
            <pc:sldMk cId="3682386880" sldId="338"/>
            <ac:grpSpMk id="38" creationId="{CE49C9E7-E544-ADC1-52BC-1FD64E143E22}"/>
          </ac:grpSpMkLst>
        </pc:grpChg>
        <pc:grpChg chg="add mod">
          <ac:chgData name="Sohag Kabir" userId="e9b0da40-aef8-480a-bb63-d1daacecf555" providerId="ADAL" clId="{1F38D4F1-04EA-4679-AABE-783D48579403}" dt="2024-10-18T18:46:55.377" v="4037" actId="1037"/>
          <ac:grpSpMkLst>
            <pc:docMk/>
            <pc:sldMk cId="3682386880" sldId="338"/>
            <ac:grpSpMk id="40" creationId="{4C5F986D-3F42-741A-315D-6E58301C2D14}"/>
          </ac:grpSpMkLst>
        </pc:grpChg>
        <pc:grpChg chg="add mod">
          <ac:chgData name="Sohag Kabir" userId="e9b0da40-aef8-480a-bb63-d1daacecf555" providerId="ADAL" clId="{1F38D4F1-04EA-4679-AABE-783D48579403}" dt="2024-10-19T10:04:49.496" v="4220" actId="164"/>
          <ac:grpSpMkLst>
            <pc:docMk/>
            <pc:sldMk cId="3682386880" sldId="338"/>
            <ac:grpSpMk id="45" creationId="{77BE4377-3703-4DF4-386F-B36CB609D8A1}"/>
          </ac:grpSpMkLst>
        </pc:grpChg>
        <pc:grpChg chg="add mod">
          <ac:chgData name="Sohag Kabir" userId="e9b0da40-aef8-480a-bb63-d1daacecf555" providerId="ADAL" clId="{1F38D4F1-04EA-4679-AABE-783D48579403}" dt="2024-10-19T10:05:10.421" v="4221" actId="164"/>
          <ac:grpSpMkLst>
            <pc:docMk/>
            <pc:sldMk cId="3682386880" sldId="338"/>
            <ac:grpSpMk id="53" creationId="{3623F40E-2BE8-D90E-4CA6-24BB50C7400E}"/>
          </ac:grpSpMkLst>
        </pc:grpChg>
        <pc:grpChg chg="add mod">
          <ac:chgData name="Sohag Kabir" userId="e9b0da40-aef8-480a-bb63-d1daacecf555" providerId="ADAL" clId="{1F38D4F1-04EA-4679-AABE-783D48579403}" dt="2024-10-19T10:05:10.421" v="4221" actId="164"/>
          <ac:grpSpMkLst>
            <pc:docMk/>
            <pc:sldMk cId="3682386880" sldId="338"/>
            <ac:grpSpMk id="54" creationId="{BC4DA62F-ACA8-CEA6-0D55-B1EA1CEA2122}"/>
          </ac:grpSpMkLst>
        </pc:grpChg>
        <pc:grpChg chg="add mod">
          <ac:chgData name="Sohag Kabir" userId="e9b0da40-aef8-480a-bb63-d1daacecf555" providerId="ADAL" clId="{1F38D4F1-04EA-4679-AABE-783D48579403}" dt="2024-10-19T10:05:10.421" v="4221" actId="164"/>
          <ac:grpSpMkLst>
            <pc:docMk/>
            <pc:sldMk cId="3682386880" sldId="338"/>
            <ac:grpSpMk id="57" creationId="{E585DE29-9697-B1CF-20B1-F36EE64D2257}"/>
          </ac:grpSpMkLst>
        </pc:grpChg>
        <pc:grpChg chg="add mod">
          <ac:chgData name="Sohag Kabir" userId="e9b0da40-aef8-480a-bb63-d1daacecf555" providerId="ADAL" clId="{1F38D4F1-04EA-4679-AABE-783D48579403}" dt="2024-10-19T10:05:10.421" v="4221" actId="164"/>
          <ac:grpSpMkLst>
            <pc:docMk/>
            <pc:sldMk cId="3682386880" sldId="338"/>
            <ac:grpSpMk id="60" creationId="{DA0AEAD7-228D-A509-F42B-55DA2ABAE4A9}"/>
          </ac:grpSpMkLst>
        </pc:grpChg>
        <pc:grpChg chg="add mod">
          <ac:chgData name="Sohag Kabir" userId="e9b0da40-aef8-480a-bb63-d1daacecf555" providerId="ADAL" clId="{1F38D4F1-04EA-4679-AABE-783D48579403}" dt="2024-10-19T10:05:10.421" v="4221" actId="164"/>
          <ac:grpSpMkLst>
            <pc:docMk/>
            <pc:sldMk cId="3682386880" sldId="338"/>
            <ac:grpSpMk id="63" creationId="{945BCA70-78B1-4392-25D7-14234F0ED88B}"/>
          </ac:grpSpMkLst>
        </pc:grpChg>
        <pc:grpChg chg="add mod">
          <ac:chgData name="Sohag Kabir" userId="e9b0da40-aef8-480a-bb63-d1daacecf555" providerId="ADAL" clId="{1F38D4F1-04EA-4679-AABE-783D48579403}" dt="2024-10-19T10:05:10.421" v="4221" actId="164"/>
          <ac:grpSpMkLst>
            <pc:docMk/>
            <pc:sldMk cId="3682386880" sldId="338"/>
            <ac:grpSpMk id="4099" creationId="{8EE744F8-2108-4EE4-83C0-440D5C8643D4}"/>
          </ac:grpSpMkLst>
        </pc:grpChg>
        <pc:grpChg chg="add mod">
          <ac:chgData name="Sohag Kabir" userId="e9b0da40-aef8-480a-bb63-d1daacecf555" providerId="ADAL" clId="{1F38D4F1-04EA-4679-AABE-783D48579403}" dt="2024-10-19T10:05:10.421" v="4221" actId="164"/>
          <ac:grpSpMkLst>
            <pc:docMk/>
            <pc:sldMk cId="3682386880" sldId="338"/>
            <ac:grpSpMk id="4102" creationId="{EE8B9272-E28A-518E-1513-D5314200F9BA}"/>
          </ac:grpSpMkLst>
        </pc:grpChg>
        <pc:grpChg chg="add mod">
          <ac:chgData name="Sohag Kabir" userId="e9b0da40-aef8-480a-bb63-d1daacecf555" providerId="ADAL" clId="{1F38D4F1-04EA-4679-AABE-783D48579403}" dt="2024-10-19T10:05:10.421" v="4221" actId="164"/>
          <ac:grpSpMkLst>
            <pc:docMk/>
            <pc:sldMk cId="3682386880" sldId="338"/>
            <ac:grpSpMk id="4105" creationId="{5210C786-DB7A-BFFB-E341-5F9C65946A9D}"/>
          </ac:grpSpMkLst>
        </pc:grpChg>
        <pc:grpChg chg="add mod">
          <ac:chgData name="Sohag Kabir" userId="e9b0da40-aef8-480a-bb63-d1daacecf555" providerId="ADAL" clId="{1F38D4F1-04EA-4679-AABE-783D48579403}" dt="2024-10-19T10:05:10.421" v="4221" actId="164"/>
          <ac:grpSpMkLst>
            <pc:docMk/>
            <pc:sldMk cId="3682386880" sldId="338"/>
            <ac:grpSpMk id="4108" creationId="{7E67CA2D-8B89-C89C-94A7-2D3BE04AB997}"/>
          </ac:grpSpMkLst>
        </pc:grpChg>
        <pc:grpChg chg="add mod">
          <ac:chgData name="Sohag Kabir" userId="e9b0da40-aef8-480a-bb63-d1daacecf555" providerId="ADAL" clId="{1F38D4F1-04EA-4679-AABE-783D48579403}" dt="2024-10-19T10:04:49.496" v="4220" actId="164"/>
          <ac:grpSpMkLst>
            <pc:docMk/>
            <pc:sldMk cId="3682386880" sldId="338"/>
            <ac:grpSpMk id="4111" creationId="{D5FC062A-983D-7043-9815-17F1631505F7}"/>
          </ac:grpSpMkLst>
        </pc:grpChg>
        <pc:grpChg chg="add del mod">
          <ac:chgData name="Sohag Kabir" userId="e9b0da40-aef8-480a-bb63-d1daacecf555" providerId="ADAL" clId="{1F38D4F1-04EA-4679-AABE-783D48579403}" dt="2024-10-19T10:09:28.366" v="4240" actId="478"/>
          <ac:grpSpMkLst>
            <pc:docMk/>
            <pc:sldMk cId="3682386880" sldId="338"/>
            <ac:grpSpMk id="4112" creationId="{D6DE4C4E-7852-1179-711F-36F61103421B}"/>
          </ac:grpSpMkLst>
        </pc:grpChg>
        <pc:grpChg chg="add del mod">
          <ac:chgData name="Sohag Kabir" userId="e9b0da40-aef8-480a-bb63-d1daacecf555" providerId="ADAL" clId="{1F38D4F1-04EA-4679-AABE-783D48579403}" dt="2024-10-19T10:09:33.332" v="4242" actId="478"/>
          <ac:grpSpMkLst>
            <pc:docMk/>
            <pc:sldMk cId="3682386880" sldId="338"/>
            <ac:grpSpMk id="4113" creationId="{4B42679B-F657-8F7A-25D3-047DDD300D95}"/>
          </ac:grpSpMkLst>
        </pc:grpChg>
        <pc:grpChg chg="mod">
          <ac:chgData name="Sohag Kabir" userId="e9b0da40-aef8-480a-bb63-d1daacecf555" providerId="ADAL" clId="{1F38D4F1-04EA-4679-AABE-783D48579403}" dt="2024-10-19T10:06:21.234" v="4227" actId="571"/>
          <ac:grpSpMkLst>
            <pc:docMk/>
            <pc:sldMk cId="3682386880" sldId="338"/>
            <ac:grpSpMk id="4114" creationId="{FC82257F-A3D2-8DEC-5B8C-E7374502A30F}"/>
          </ac:grpSpMkLst>
        </pc:grpChg>
        <pc:grpChg chg="mod">
          <ac:chgData name="Sohag Kabir" userId="e9b0da40-aef8-480a-bb63-d1daacecf555" providerId="ADAL" clId="{1F38D4F1-04EA-4679-AABE-783D48579403}" dt="2024-10-19T10:06:21.234" v="4227" actId="571"/>
          <ac:grpSpMkLst>
            <pc:docMk/>
            <pc:sldMk cId="3682386880" sldId="338"/>
            <ac:grpSpMk id="4115" creationId="{ED076F4E-E230-B9E7-92CB-4F9263B4A0F9}"/>
          </ac:grpSpMkLst>
        </pc:grpChg>
        <pc:grpChg chg="mod">
          <ac:chgData name="Sohag Kabir" userId="e9b0da40-aef8-480a-bb63-d1daacecf555" providerId="ADAL" clId="{1F38D4F1-04EA-4679-AABE-783D48579403}" dt="2024-10-19T10:06:21.234" v="4227" actId="571"/>
          <ac:grpSpMkLst>
            <pc:docMk/>
            <pc:sldMk cId="3682386880" sldId="338"/>
            <ac:grpSpMk id="4116" creationId="{45F9823D-A761-491B-B5D3-F0AD935CB66C}"/>
          </ac:grpSpMkLst>
        </pc:grpChg>
        <pc:grpChg chg="mod">
          <ac:chgData name="Sohag Kabir" userId="e9b0da40-aef8-480a-bb63-d1daacecf555" providerId="ADAL" clId="{1F38D4F1-04EA-4679-AABE-783D48579403}" dt="2024-10-19T10:06:21.234" v="4227" actId="571"/>
          <ac:grpSpMkLst>
            <pc:docMk/>
            <pc:sldMk cId="3682386880" sldId="338"/>
            <ac:grpSpMk id="4117" creationId="{D9936DBB-7F42-2CBA-31FD-98A26342265E}"/>
          </ac:grpSpMkLst>
        </pc:grpChg>
        <pc:grpChg chg="mod">
          <ac:chgData name="Sohag Kabir" userId="e9b0da40-aef8-480a-bb63-d1daacecf555" providerId="ADAL" clId="{1F38D4F1-04EA-4679-AABE-783D48579403}" dt="2024-10-19T10:06:21.234" v="4227" actId="571"/>
          <ac:grpSpMkLst>
            <pc:docMk/>
            <pc:sldMk cId="3682386880" sldId="338"/>
            <ac:grpSpMk id="4118" creationId="{8799B430-1158-EDBB-9E08-CA4A5D4B8290}"/>
          </ac:grpSpMkLst>
        </pc:grpChg>
        <pc:grpChg chg="mod">
          <ac:chgData name="Sohag Kabir" userId="e9b0da40-aef8-480a-bb63-d1daacecf555" providerId="ADAL" clId="{1F38D4F1-04EA-4679-AABE-783D48579403}" dt="2024-10-19T10:06:21.234" v="4227" actId="571"/>
          <ac:grpSpMkLst>
            <pc:docMk/>
            <pc:sldMk cId="3682386880" sldId="338"/>
            <ac:grpSpMk id="4119" creationId="{6791E254-2098-C6C6-F762-7679D8715168}"/>
          </ac:grpSpMkLst>
        </pc:grpChg>
        <pc:grpChg chg="mod">
          <ac:chgData name="Sohag Kabir" userId="e9b0da40-aef8-480a-bb63-d1daacecf555" providerId="ADAL" clId="{1F38D4F1-04EA-4679-AABE-783D48579403}" dt="2024-10-19T10:06:21.234" v="4227" actId="571"/>
          <ac:grpSpMkLst>
            <pc:docMk/>
            <pc:sldMk cId="3682386880" sldId="338"/>
            <ac:grpSpMk id="4120" creationId="{93873652-5472-54C8-9C64-39AA5B2B1874}"/>
          </ac:grpSpMkLst>
        </pc:grpChg>
        <pc:grpChg chg="mod">
          <ac:chgData name="Sohag Kabir" userId="e9b0da40-aef8-480a-bb63-d1daacecf555" providerId="ADAL" clId="{1F38D4F1-04EA-4679-AABE-783D48579403}" dt="2024-10-19T10:06:21.234" v="4227" actId="571"/>
          <ac:grpSpMkLst>
            <pc:docMk/>
            <pc:sldMk cId="3682386880" sldId="338"/>
            <ac:grpSpMk id="4121" creationId="{B3B592DE-23D3-E48A-9735-BA6AAF7FF690}"/>
          </ac:grpSpMkLst>
        </pc:grpChg>
        <pc:grpChg chg="mod">
          <ac:chgData name="Sohag Kabir" userId="e9b0da40-aef8-480a-bb63-d1daacecf555" providerId="ADAL" clId="{1F38D4F1-04EA-4679-AABE-783D48579403}" dt="2024-10-19T10:06:21.234" v="4227" actId="571"/>
          <ac:grpSpMkLst>
            <pc:docMk/>
            <pc:sldMk cId="3682386880" sldId="338"/>
            <ac:grpSpMk id="4122" creationId="{0FA83E66-5C20-F485-20B7-7B0031674FF4}"/>
          </ac:grpSpMkLst>
        </pc:grpChg>
        <pc:grpChg chg="add del mod">
          <ac:chgData name="Sohag Kabir" userId="e9b0da40-aef8-480a-bb63-d1daacecf555" providerId="ADAL" clId="{1F38D4F1-04EA-4679-AABE-783D48579403}" dt="2024-10-19T10:07:42.682" v="4230" actId="165"/>
          <ac:grpSpMkLst>
            <pc:docMk/>
            <pc:sldMk cId="3682386880" sldId="338"/>
            <ac:grpSpMk id="4141" creationId="{F0751EAB-8C20-513D-DD3E-2EEE77013ED7}"/>
          </ac:grpSpMkLst>
        </pc:grpChg>
        <pc:grpChg chg="del mod topLvl">
          <ac:chgData name="Sohag Kabir" userId="e9b0da40-aef8-480a-bb63-d1daacecf555" providerId="ADAL" clId="{1F38D4F1-04EA-4679-AABE-783D48579403}" dt="2024-10-19T10:10:22.623" v="4250" actId="478"/>
          <ac:grpSpMkLst>
            <pc:docMk/>
            <pc:sldMk cId="3682386880" sldId="338"/>
            <ac:grpSpMk id="4142" creationId="{B9EF5EE1-13A6-9C7C-9564-2C9450EB1288}"/>
          </ac:grpSpMkLst>
        </pc:grpChg>
        <pc:grpChg chg="del mod topLvl">
          <ac:chgData name="Sohag Kabir" userId="e9b0da40-aef8-480a-bb63-d1daacecf555" providerId="ADAL" clId="{1F38D4F1-04EA-4679-AABE-783D48579403}" dt="2024-10-19T10:10:22.623" v="4250" actId="478"/>
          <ac:grpSpMkLst>
            <pc:docMk/>
            <pc:sldMk cId="3682386880" sldId="338"/>
            <ac:grpSpMk id="4143" creationId="{A88C7D7B-AB44-4078-A3B8-E844DD50F473}"/>
          </ac:grpSpMkLst>
        </pc:grpChg>
        <pc:grpChg chg="del mod topLvl">
          <ac:chgData name="Sohag Kabir" userId="e9b0da40-aef8-480a-bb63-d1daacecf555" providerId="ADAL" clId="{1F38D4F1-04EA-4679-AABE-783D48579403}" dt="2024-10-19T10:10:22.623" v="4250" actId="478"/>
          <ac:grpSpMkLst>
            <pc:docMk/>
            <pc:sldMk cId="3682386880" sldId="338"/>
            <ac:grpSpMk id="4144" creationId="{FE016CA6-18FE-7395-E440-9E34A7B6DABA}"/>
          </ac:grpSpMkLst>
        </pc:grpChg>
        <pc:grpChg chg="del mod topLvl">
          <ac:chgData name="Sohag Kabir" userId="e9b0da40-aef8-480a-bb63-d1daacecf555" providerId="ADAL" clId="{1F38D4F1-04EA-4679-AABE-783D48579403}" dt="2024-10-19T10:10:22.623" v="4250" actId="478"/>
          <ac:grpSpMkLst>
            <pc:docMk/>
            <pc:sldMk cId="3682386880" sldId="338"/>
            <ac:grpSpMk id="4145" creationId="{8C6FAACA-966D-FA45-9054-76D711BBAF1E}"/>
          </ac:grpSpMkLst>
        </pc:grpChg>
        <pc:grpChg chg="del mod topLvl">
          <ac:chgData name="Sohag Kabir" userId="e9b0da40-aef8-480a-bb63-d1daacecf555" providerId="ADAL" clId="{1F38D4F1-04EA-4679-AABE-783D48579403}" dt="2024-10-19T10:10:22.623" v="4250" actId="478"/>
          <ac:grpSpMkLst>
            <pc:docMk/>
            <pc:sldMk cId="3682386880" sldId="338"/>
            <ac:grpSpMk id="4146" creationId="{92A55511-2D2A-30F4-41B0-3C2C256537D8}"/>
          </ac:grpSpMkLst>
        </pc:grpChg>
        <pc:grpChg chg="mod topLvl">
          <ac:chgData name="Sohag Kabir" userId="e9b0da40-aef8-480a-bb63-d1daacecf555" providerId="ADAL" clId="{1F38D4F1-04EA-4679-AABE-783D48579403}" dt="2024-10-19T10:08:04.406" v="4232" actId="164"/>
          <ac:grpSpMkLst>
            <pc:docMk/>
            <pc:sldMk cId="3682386880" sldId="338"/>
            <ac:grpSpMk id="4147" creationId="{1F788E75-B13F-1F69-1411-AEA08DDD8D31}"/>
          </ac:grpSpMkLst>
        </pc:grpChg>
        <pc:grpChg chg="mod topLvl">
          <ac:chgData name="Sohag Kabir" userId="e9b0da40-aef8-480a-bb63-d1daacecf555" providerId="ADAL" clId="{1F38D4F1-04EA-4679-AABE-783D48579403}" dt="2024-10-19T10:08:04.406" v="4232" actId="164"/>
          <ac:grpSpMkLst>
            <pc:docMk/>
            <pc:sldMk cId="3682386880" sldId="338"/>
            <ac:grpSpMk id="4148" creationId="{E965E3B3-8260-2935-1165-D39A1718FA23}"/>
          </ac:grpSpMkLst>
        </pc:grpChg>
        <pc:grpChg chg="mod topLvl">
          <ac:chgData name="Sohag Kabir" userId="e9b0da40-aef8-480a-bb63-d1daacecf555" providerId="ADAL" clId="{1F38D4F1-04EA-4679-AABE-783D48579403}" dt="2024-10-19T10:08:04.406" v="4232" actId="164"/>
          <ac:grpSpMkLst>
            <pc:docMk/>
            <pc:sldMk cId="3682386880" sldId="338"/>
            <ac:grpSpMk id="4149" creationId="{F5778E7B-A864-F465-45C9-5EFA0051909D}"/>
          </ac:grpSpMkLst>
        </pc:grpChg>
        <pc:grpChg chg="mod topLvl">
          <ac:chgData name="Sohag Kabir" userId="e9b0da40-aef8-480a-bb63-d1daacecf555" providerId="ADAL" clId="{1F38D4F1-04EA-4679-AABE-783D48579403}" dt="2024-10-19T10:08:04.406" v="4232" actId="164"/>
          <ac:grpSpMkLst>
            <pc:docMk/>
            <pc:sldMk cId="3682386880" sldId="338"/>
            <ac:grpSpMk id="4150" creationId="{497EF730-6F14-3722-235B-AAF233B8F13E}"/>
          </ac:grpSpMkLst>
        </pc:grpChg>
        <pc:grpChg chg="add mod">
          <ac:chgData name="Sohag Kabir" userId="e9b0da40-aef8-480a-bb63-d1daacecf555" providerId="ADAL" clId="{1F38D4F1-04EA-4679-AABE-783D48579403}" dt="2024-10-19T10:08:04.406" v="4232" actId="164"/>
          <ac:grpSpMkLst>
            <pc:docMk/>
            <pc:sldMk cId="3682386880" sldId="338"/>
            <ac:grpSpMk id="4170" creationId="{B5ABBEA0-6184-CB30-932F-660B9DC71C81}"/>
          </ac:grpSpMkLst>
        </pc:grpChg>
        <pc:grpChg chg="add mod">
          <ac:chgData name="Sohag Kabir" userId="e9b0da40-aef8-480a-bb63-d1daacecf555" providerId="ADAL" clId="{1F38D4F1-04EA-4679-AABE-783D48579403}" dt="2024-10-19T10:08:04.406" v="4232" actId="164"/>
          <ac:grpSpMkLst>
            <pc:docMk/>
            <pc:sldMk cId="3682386880" sldId="338"/>
            <ac:grpSpMk id="4173" creationId="{BA0D812B-073A-5501-3465-81DB36BF4737}"/>
          </ac:grpSpMkLst>
        </pc:grpChg>
        <pc:grpChg chg="add mod">
          <ac:chgData name="Sohag Kabir" userId="e9b0da40-aef8-480a-bb63-d1daacecf555" providerId="ADAL" clId="{1F38D4F1-04EA-4679-AABE-783D48579403}" dt="2024-10-19T10:08:04.406" v="4232" actId="164"/>
          <ac:grpSpMkLst>
            <pc:docMk/>
            <pc:sldMk cId="3682386880" sldId="338"/>
            <ac:grpSpMk id="4176" creationId="{36C15EB2-6BE8-CA7B-CB00-5A76B76B2A4D}"/>
          </ac:grpSpMkLst>
        </pc:grpChg>
        <pc:grpChg chg="add mod">
          <ac:chgData name="Sohag Kabir" userId="e9b0da40-aef8-480a-bb63-d1daacecf555" providerId="ADAL" clId="{1F38D4F1-04EA-4679-AABE-783D48579403}" dt="2024-10-19T10:08:04.406" v="4232" actId="164"/>
          <ac:grpSpMkLst>
            <pc:docMk/>
            <pc:sldMk cId="3682386880" sldId="338"/>
            <ac:grpSpMk id="4179" creationId="{6C15603B-A244-9A5D-3EBD-2285CBCFF1FB}"/>
          </ac:grpSpMkLst>
        </pc:grpChg>
        <pc:grpChg chg="add mod">
          <ac:chgData name="Sohag Kabir" userId="e9b0da40-aef8-480a-bb63-d1daacecf555" providerId="ADAL" clId="{1F38D4F1-04EA-4679-AABE-783D48579403}" dt="2024-10-19T10:08:04.406" v="4232" actId="164"/>
          <ac:grpSpMkLst>
            <pc:docMk/>
            <pc:sldMk cId="3682386880" sldId="338"/>
            <ac:grpSpMk id="4182" creationId="{9964B750-0DBE-3428-290F-96CEEA851680}"/>
          </ac:grpSpMkLst>
        </pc:grpChg>
        <pc:grpChg chg="add mod">
          <ac:chgData name="Sohag Kabir" userId="e9b0da40-aef8-480a-bb63-d1daacecf555" providerId="ADAL" clId="{1F38D4F1-04EA-4679-AABE-783D48579403}" dt="2024-10-19T10:10:00.383" v="4249" actId="1076"/>
          <ac:grpSpMkLst>
            <pc:docMk/>
            <pc:sldMk cId="3682386880" sldId="338"/>
            <ac:grpSpMk id="4185" creationId="{8F0006F5-6DE7-A4D0-50D4-52656A4F3320}"/>
          </ac:grpSpMkLst>
        </pc:grpChg>
        <pc:picChg chg="del">
          <ac:chgData name="Sohag Kabir" userId="e9b0da40-aef8-480a-bb63-d1daacecf555" providerId="ADAL" clId="{1F38D4F1-04EA-4679-AABE-783D48579403}" dt="2024-10-18T11:26:13.427" v="2800" actId="478"/>
          <ac:picMkLst>
            <pc:docMk/>
            <pc:sldMk cId="3682386880" sldId="338"/>
            <ac:picMk id="3" creationId="{09B4866D-B483-AAC5-9530-443882A3C2CF}"/>
          </ac:picMkLst>
        </pc:picChg>
        <pc:picChg chg="add mod">
          <ac:chgData name="Sohag Kabir" userId="e9b0da40-aef8-480a-bb63-d1daacecf555" providerId="ADAL" clId="{1F38D4F1-04EA-4679-AABE-783D48579403}" dt="2024-10-18T18:46:55.377" v="4037" actId="1037"/>
          <ac:picMkLst>
            <pc:docMk/>
            <pc:sldMk cId="3682386880" sldId="338"/>
            <ac:picMk id="11" creationId="{5E44230F-682B-6E73-CFF4-150299B81F37}"/>
          </ac:picMkLst>
        </pc:picChg>
        <pc:picChg chg="add mod">
          <ac:chgData name="Sohag Kabir" userId="e9b0da40-aef8-480a-bb63-d1daacecf555" providerId="ADAL" clId="{1F38D4F1-04EA-4679-AABE-783D48579403}" dt="2024-10-18T18:46:55.377" v="4037" actId="1037"/>
          <ac:picMkLst>
            <pc:docMk/>
            <pc:sldMk cId="3682386880" sldId="338"/>
            <ac:picMk id="13" creationId="{2B0F3AA1-A66A-7EE1-1C06-B08050CAE0EE}"/>
          </ac:picMkLst>
        </pc:picChg>
        <pc:picChg chg="add del mod">
          <ac:chgData name="Sohag Kabir" userId="e9b0da40-aef8-480a-bb63-d1daacecf555" providerId="ADAL" clId="{1F38D4F1-04EA-4679-AABE-783D48579403}" dt="2024-10-18T18:36:57.262" v="3801" actId="478"/>
          <ac:picMkLst>
            <pc:docMk/>
            <pc:sldMk cId="3682386880" sldId="338"/>
            <ac:picMk id="14" creationId="{82D6B974-F96B-D89A-9C5E-AAF8DD68C1F7}"/>
          </ac:picMkLst>
        </pc:picChg>
        <pc:picChg chg="add mod">
          <ac:chgData name="Sohag Kabir" userId="e9b0da40-aef8-480a-bb63-d1daacecf555" providerId="ADAL" clId="{1F38D4F1-04EA-4679-AABE-783D48579403}" dt="2024-10-18T18:46:55.377" v="4037" actId="1037"/>
          <ac:picMkLst>
            <pc:docMk/>
            <pc:sldMk cId="3682386880" sldId="338"/>
            <ac:picMk id="15" creationId="{1D2E8E06-EBA2-6583-814C-EA878C36C14B}"/>
          </ac:picMkLst>
        </pc:picChg>
        <pc:picChg chg="mod">
          <ac:chgData name="Sohag Kabir" userId="e9b0da40-aef8-480a-bb63-d1daacecf555" providerId="ADAL" clId="{1F38D4F1-04EA-4679-AABE-783D48579403}" dt="2024-10-18T18:46:55.377" v="4037" actId="1037"/>
          <ac:picMkLst>
            <pc:docMk/>
            <pc:sldMk cId="3682386880" sldId="338"/>
            <ac:picMk id="18" creationId="{666A2DFD-114E-768C-13BB-47835864674C}"/>
          </ac:picMkLst>
        </pc:picChg>
        <pc:picChg chg="mod">
          <ac:chgData name="Sohag Kabir" userId="e9b0da40-aef8-480a-bb63-d1daacecf555" providerId="ADAL" clId="{1F38D4F1-04EA-4679-AABE-783D48579403}" dt="2024-10-18T18:46:55.377" v="4037" actId="1037"/>
          <ac:picMkLst>
            <pc:docMk/>
            <pc:sldMk cId="3682386880" sldId="338"/>
            <ac:picMk id="19" creationId="{0A1F720C-50B8-D01B-FF80-D7B63975EECB}"/>
          </ac:picMkLst>
        </pc:picChg>
        <pc:picChg chg="mod">
          <ac:chgData name="Sohag Kabir" userId="e9b0da40-aef8-480a-bb63-d1daacecf555" providerId="ADAL" clId="{1F38D4F1-04EA-4679-AABE-783D48579403}" dt="2024-10-18T18:46:55.377" v="4037" actId="1037"/>
          <ac:picMkLst>
            <pc:docMk/>
            <pc:sldMk cId="3682386880" sldId="338"/>
            <ac:picMk id="20" creationId="{C658ECA0-7833-8D45-3A17-3DD17F9F87DF}"/>
          </ac:picMkLst>
        </pc:picChg>
        <pc:picChg chg="mod">
          <ac:chgData name="Sohag Kabir" userId="e9b0da40-aef8-480a-bb63-d1daacecf555" providerId="ADAL" clId="{1F38D4F1-04EA-4679-AABE-783D48579403}" dt="2024-10-18T18:46:55.377" v="4037" actId="1037"/>
          <ac:picMkLst>
            <pc:docMk/>
            <pc:sldMk cId="3682386880" sldId="338"/>
            <ac:picMk id="21" creationId="{BF31DC6C-E333-150D-EB41-9711C0DA1DEA}"/>
          </ac:picMkLst>
        </pc:picChg>
        <pc:picChg chg="mod">
          <ac:chgData name="Sohag Kabir" userId="e9b0da40-aef8-480a-bb63-d1daacecf555" providerId="ADAL" clId="{1F38D4F1-04EA-4679-AABE-783D48579403}" dt="2024-10-18T18:46:55.377" v="4037" actId="1037"/>
          <ac:picMkLst>
            <pc:docMk/>
            <pc:sldMk cId="3682386880" sldId="338"/>
            <ac:picMk id="23" creationId="{8FE5077B-99FE-DA94-C003-11679C7857A2}"/>
          </ac:picMkLst>
        </pc:picChg>
        <pc:picChg chg="mod">
          <ac:chgData name="Sohag Kabir" userId="e9b0da40-aef8-480a-bb63-d1daacecf555" providerId="ADAL" clId="{1F38D4F1-04EA-4679-AABE-783D48579403}" dt="2024-10-18T18:46:55.377" v="4037" actId="1037"/>
          <ac:picMkLst>
            <pc:docMk/>
            <pc:sldMk cId="3682386880" sldId="338"/>
            <ac:picMk id="24" creationId="{C6FD7008-AF5D-754F-679C-B1323AADCFD7}"/>
          </ac:picMkLst>
        </pc:picChg>
        <pc:picChg chg="mod">
          <ac:chgData name="Sohag Kabir" userId="e9b0da40-aef8-480a-bb63-d1daacecf555" providerId="ADAL" clId="{1F38D4F1-04EA-4679-AABE-783D48579403}" dt="2024-10-18T18:46:55.377" v="4037" actId="1037"/>
          <ac:picMkLst>
            <pc:docMk/>
            <pc:sldMk cId="3682386880" sldId="338"/>
            <ac:picMk id="25" creationId="{41E73C8D-30DF-5871-BD6D-CD472AAA34E9}"/>
          </ac:picMkLst>
        </pc:picChg>
        <pc:picChg chg="mod">
          <ac:chgData name="Sohag Kabir" userId="e9b0da40-aef8-480a-bb63-d1daacecf555" providerId="ADAL" clId="{1F38D4F1-04EA-4679-AABE-783D48579403}" dt="2024-10-18T18:46:55.377" v="4037" actId="1037"/>
          <ac:picMkLst>
            <pc:docMk/>
            <pc:sldMk cId="3682386880" sldId="338"/>
            <ac:picMk id="26" creationId="{BB009431-88B5-110C-440D-0023E3FE12CE}"/>
          </ac:picMkLst>
        </pc:picChg>
        <pc:picChg chg="mod">
          <ac:chgData name="Sohag Kabir" userId="e9b0da40-aef8-480a-bb63-d1daacecf555" providerId="ADAL" clId="{1F38D4F1-04EA-4679-AABE-783D48579403}" dt="2024-10-18T18:46:55.377" v="4037" actId="1037"/>
          <ac:picMkLst>
            <pc:docMk/>
            <pc:sldMk cId="3682386880" sldId="338"/>
            <ac:picMk id="32" creationId="{77C9956B-00CD-460A-E89A-A78DA6DA3515}"/>
          </ac:picMkLst>
        </pc:picChg>
        <pc:picChg chg="mod">
          <ac:chgData name="Sohag Kabir" userId="e9b0da40-aef8-480a-bb63-d1daacecf555" providerId="ADAL" clId="{1F38D4F1-04EA-4679-AABE-783D48579403}" dt="2024-10-18T18:46:55.377" v="4037" actId="1037"/>
          <ac:picMkLst>
            <pc:docMk/>
            <pc:sldMk cId="3682386880" sldId="338"/>
            <ac:picMk id="33" creationId="{02F03F33-8065-45C0-53FE-413ACAF1A6D9}"/>
          </ac:picMkLst>
        </pc:picChg>
        <pc:picChg chg="mod">
          <ac:chgData name="Sohag Kabir" userId="e9b0da40-aef8-480a-bb63-d1daacecf555" providerId="ADAL" clId="{1F38D4F1-04EA-4679-AABE-783D48579403}" dt="2024-10-18T18:46:55.377" v="4037" actId="1037"/>
          <ac:picMkLst>
            <pc:docMk/>
            <pc:sldMk cId="3682386880" sldId="338"/>
            <ac:picMk id="34" creationId="{1FBF73C5-0363-7FBE-A821-5D2F97EFB8F7}"/>
          </ac:picMkLst>
        </pc:picChg>
        <pc:picChg chg="mod">
          <ac:chgData name="Sohag Kabir" userId="e9b0da40-aef8-480a-bb63-d1daacecf555" providerId="ADAL" clId="{1F38D4F1-04EA-4679-AABE-783D48579403}" dt="2024-10-18T18:46:55.377" v="4037" actId="1037"/>
          <ac:picMkLst>
            <pc:docMk/>
            <pc:sldMk cId="3682386880" sldId="338"/>
            <ac:picMk id="35" creationId="{76006EA5-8D60-2BA8-E61A-29F7F4EDA19D}"/>
          </ac:picMkLst>
        </pc:picChg>
        <pc:picChg chg="add mod">
          <ac:chgData name="Sohag Kabir" userId="e9b0da40-aef8-480a-bb63-d1daacecf555" providerId="ADAL" clId="{1F38D4F1-04EA-4679-AABE-783D48579403}" dt="2024-10-18T18:46:55.377" v="4037" actId="1037"/>
          <ac:picMkLst>
            <pc:docMk/>
            <pc:sldMk cId="3682386880" sldId="338"/>
            <ac:picMk id="4098" creationId="{19F155DB-19BB-40CF-5B37-ED90B2D79C9C}"/>
          </ac:picMkLst>
        </pc:picChg>
        <pc:cxnChg chg="add mod">
          <ac:chgData name="Sohag Kabir" userId="e9b0da40-aef8-480a-bb63-d1daacecf555" providerId="ADAL" clId="{1F38D4F1-04EA-4679-AABE-783D48579403}" dt="2024-10-18T18:46:55.377" v="4037" actId="1037"/>
          <ac:cxnSpMkLst>
            <pc:docMk/>
            <pc:sldMk cId="3682386880" sldId="338"/>
            <ac:cxnSpMk id="28" creationId="{CA23D51B-12B8-BCBD-603E-3157D0F51A1E}"/>
          </ac:cxnSpMkLst>
        </pc:cxnChg>
        <pc:cxnChg chg="add mod">
          <ac:chgData name="Sohag Kabir" userId="e9b0da40-aef8-480a-bb63-d1daacecf555" providerId="ADAL" clId="{1F38D4F1-04EA-4679-AABE-783D48579403}" dt="2024-10-18T18:46:55.377" v="4037" actId="1037"/>
          <ac:cxnSpMkLst>
            <pc:docMk/>
            <pc:sldMk cId="3682386880" sldId="338"/>
            <ac:cxnSpMk id="29" creationId="{C592F24C-5187-12BC-D8BA-483E993C6275}"/>
          </ac:cxnSpMkLst>
        </pc:cxnChg>
        <pc:cxnChg chg="add mod">
          <ac:chgData name="Sohag Kabir" userId="e9b0da40-aef8-480a-bb63-d1daacecf555" providerId="ADAL" clId="{1F38D4F1-04EA-4679-AABE-783D48579403}" dt="2024-10-18T18:46:55.377" v="4037" actId="1037"/>
          <ac:cxnSpMkLst>
            <pc:docMk/>
            <pc:sldMk cId="3682386880" sldId="338"/>
            <ac:cxnSpMk id="30" creationId="{EB3B8BF4-3818-81B4-69A6-CF1685D897A8}"/>
          </ac:cxnSpMkLst>
        </pc:cxnChg>
        <pc:cxnChg chg="add del mod">
          <ac:chgData name="Sohag Kabir" userId="e9b0da40-aef8-480a-bb63-d1daacecf555" providerId="ADAL" clId="{1F38D4F1-04EA-4679-AABE-783D48579403}" dt="2024-10-19T10:10:22.623" v="4250" actId="478"/>
          <ac:cxnSpMkLst>
            <pc:docMk/>
            <pc:sldMk cId="3682386880" sldId="338"/>
            <ac:cxnSpMk id="48" creationId="{706B61FE-98DB-C513-0B1C-645FF99A99DD}"/>
          </ac:cxnSpMkLst>
        </pc:cxnChg>
        <pc:cxnChg chg="add del mod">
          <ac:chgData name="Sohag Kabir" userId="e9b0da40-aef8-480a-bb63-d1daacecf555" providerId="ADAL" clId="{1F38D4F1-04EA-4679-AABE-783D48579403}" dt="2024-10-19T10:10:22.623" v="4250" actId="478"/>
          <ac:cxnSpMkLst>
            <pc:docMk/>
            <pc:sldMk cId="3682386880" sldId="338"/>
            <ac:cxnSpMk id="50" creationId="{450D639E-E049-FB66-58A8-C361937962C2}"/>
          </ac:cxnSpMkLst>
        </pc:cxnChg>
        <pc:cxnChg chg="add mod">
          <ac:chgData name="Sohag Kabir" userId="e9b0da40-aef8-480a-bb63-d1daacecf555" providerId="ADAL" clId="{1F38D4F1-04EA-4679-AABE-783D48579403}" dt="2024-10-19T10:00:37.609" v="4174" actId="164"/>
          <ac:cxnSpMkLst>
            <pc:docMk/>
            <pc:sldMk cId="3682386880" sldId="338"/>
            <ac:cxnSpMk id="51" creationId="{0CF85571-7B5F-BB3C-9E5B-AC088DB5C803}"/>
          </ac:cxnSpMkLst>
        </pc:cxnChg>
        <pc:cxnChg chg="add mod">
          <ac:chgData name="Sohag Kabir" userId="e9b0da40-aef8-480a-bb63-d1daacecf555" providerId="ADAL" clId="{1F38D4F1-04EA-4679-AABE-783D48579403}" dt="2024-10-19T10:00:37.609" v="4174" actId="164"/>
          <ac:cxnSpMkLst>
            <pc:docMk/>
            <pc:sldMk cId="3682386880" sldId="338"/>
            <ac:cxnSpMk id="52" creationId="{5170A332-A792-4633-BB98-C39D744ABBAE}"/>
          </ac:cxnSpMkLst>
        </pc:cxnChg>
        <pc:cxnChg chg="mod">
          <ac:chgData name="Sohag Kabir" userId="e9b0da40-aef8-480a-bb63-d1daacecf555" providerId="ADAL" clId="{1F38D4F1-04EA-4679-AABE-783D48579403}" dt="2024-10-19T10:00:40.859" v="4175"/>
          <ac:cxnSpMkLst>
            <pc:docMk/>
            <pc:sldMk cId="3682386880" sldId="338"/>
            <ac:cxnSpMk id="55" creationId="{07A8DD9D-D033-1AC9-A88F-4D6545A2688D}"/>
          </ac:cxnSpMkLst>
        </pc:cxnChg>
        <pc:cxnChg chg="mod">
          <ac:chgData name="Sohag Kabir" userId="e9b0da40-aef8-480a-bb63-d1daacecf555" providerId="ADAL" clId="{1F38D4F1-04EA-4679-AABE-783D48579403}" dt="2024-10-19T10:00:40.859" v="4175"/>
          <ac:cxnSpMkLst>
            <pc:docMk/>
            <pc:sldMk cId="3682386880" sldId="338"/>
            <ac:cxnSpMk id="56" creationId="{848205A9-4E93-BAF1-6589-4FE056C2CA07}"/>
          </ac:cxnSpMkLst>
        </pc:cxnChg>
        <pc:cxnChg chg="mod">
          <ac:chgData name="Sohag Kabir" userId="e9b0da40-aef8-480a-bb63-d1daacecf555" providerId="ADAL" clId="{1F38D4F1-04EA-4679-AABE-783D48579403}" dt="2024-10-19T10:00:55.555" v="4180"/>
          <ac:cxnSpMkLst>
            <pc:docMk/>
            <pc:sldMk cId="3682386880" sldId="338"/>
            <ac:cxnSpMk id="58" creationId="{B6CF0E1B-B8D6-30BB-A379-1668519BC226}"/>
          </ac:cxnSpMkLst>
        </pc:cxnChg>
        <pc:cxnChg chg="mod">
          <ac:chgData name="Sohag Kabir" userId="e9b0da40-aef8-480a-bb63-d1daacecf555" providerId="ADAL" clId="{1F38D4F1-04EA-4679-AABE-783D48579403}" dt="2024-10-19T10:00:55.555" v="4180"/>
          <ac:cxnSpMkLst>
            <pc:docMk/>
            <pc:sldMk cId="3682386880" sldId="338"/>
            <ac:cxnSpMk id="59" creationId="{9863EDDC-049E-D6B2-C1A9-01B5DAC7FA19}"/>
          </ac:cxnSpMkLst>
        </pc:cxnChg>
        <pc:cxnChg chg="mod">
          <ac:chgData name="Sohag Kabir" userId="e9b0da40-aef8-480a-bb63-d1daacecf555" providerId="ADAL" clId="{1F38D4F1-04EA-4679-AABE-783D48579403}" dt="2024-10-19T10:01:14.116" v="4183"/>
          <ac:cxnSpMkLst>
            <pc:docMk/>
            <pc:sldMk cId="3682386880" sldId="338"/>
            <ac:cxnSpMk id="61" creationId="{4E458DC5-5C7C-D911-F654-24E303FCE24F}"/>
          </ac:cxnSpMkLst>
        </pc:cxnChg>
        <pc:cxnChg chg="mod">
          <ac:chgData name="Sohag Kabir" userId="e9b0da40-aef8-480a-bb63-d1daacecf555" providerId="ADAL" clId="{1F38D4F1-04EA-4679-AABE-783D48579403}" dt="2024-10-19T10:01:14.116" v="4183"/>
          <ac:cxnSpMkLst>
            <pc:docMk/>
            <pc:sldMk cId="3682386880" sldId="338"/>
            <ac:cxnSpMk id="62" creationId="{D0334427-B97B-88CD-0744-6866D124D802}"/>
          </ac:cxnSpMkLst>
        </pc:cxnChg>
        <pc:cxnChg chg="mod">
          <ac:chgData name="Sohag Kabir" userId="e9b0da40-aef8-480a-bb63-d1daacecf555" providerId="ADAL" clId="{1F38D4F1-04EA-4679-AABE-783D48579403}" dt="2024-10-19T10:01:22.266" v="4185"/>
          <ac:cxnSpMkLst>
            <pc:docMk/>
            <pc:sldMk cId="3682386880" sldId="338"/>
            <ac:cxnSpMk id="4096" creationId="{4EA45286-BA74-2563-60E8-2D3D5ACC7C69}"/>
          </ac:cxnSpMkLst>
        </pc:cxnChg>
        <pc:cxnChg chg="mod">
          <ac:chgData name="Sohag Kabir" userId="e9b0da40-aef8-480a-bb63-d1daacecf555" providerId="ADAL" clId="{1F38D4F1-04EA-4679-AABE-783D48579403}" dt="2024-10-19T10:01:22.266" v="4185"/>
          <ac:cxnSpMkLst>
            <pc:docMk/>
            <pc:sldMk cId="3682386880" sldId="338"/>
            <ac:cxnSpMk id="4097" creationId="{86112ED2-EABE-22CD-DB66-AEE2099F3298}"/>
          </ac:cxnSpMkLst>
        </pc:cxnChg>
        <pc:cxnChg chg="mod">
          <ac:chgData name="Sohag Kabir" userId="e9b0da40-aef8-480a-bb63-d1daacecf555" providerId="ADAL" clId="{1F38D4F1-04EA-4679-AABE-783D48579403}" dt="2024-10-19T10:01:31.109" v="4187"/>
          <ac:cxnSpMkLst>
            <pc:docMk/>
            <pc:sldMk cId="3682386880" sldId="338"/>
            <ac:cxnSpMk id="4100" creationId="{2CFF354F-F485-0839-BEE8-1771D7820B76}"/>
          </ac:cxnSpMkLst>
        </pc:cxnChg>
        <pc:cxnChg chg="mod">
          <ac:chgData name="Sohag Kabir" userId="e9b0da40-aef8-480a-bb63-d1daacecf555" providerId="ADAL" clId="{1F38D4F1-04EA-4679-AABE-783D48579403}" dt="2024-10-19T10:01:31.109" v="4187"/>
          <ac:cxnSpMkLst>
            <pc:docMk/>
            <pc:sldMk cId="3682386880" sldId="338"/>
            <ac:cxnSpMk id="4101" creationId="{C8A099A2-4FCE-06E1-7656-32C141719432}"/>
          </ac:cxnSpMkLst>
        </pc:cxnChg>
        <pc:cxnChg chg="mod">
          <ac:chgData name="Sohag Kabir" userId="e9b0da40-aef8-480a-bb63-d1daacecf555" providerId="ADAL" clId="{1F38D4F1-04EA-4679-AABE-783D48579403}" dt="2024-10-19T10:01:40.419" v="4189"/>
          <ac:cxnSpMkLst>
            <pc:docMk/>
            <pc:sldMk cId="3682386880" sldId="338"/>
            <ac:cxnSpMk id="4103" creationId="{F7A7D17D-1631-417D-1FEC-207161B4C8B7}"/>
          </ac:cxnSpMkLst>
        </pc:cxnChg>
        <pc:cxnChg chg="mod">
          <ac:chgData name="Sohag Kabir" userId="e9b0da40-aef8-480a-bb63-d1daacecf555" providerId="ADAL" clId="{1F38D4F1-04EA-4679-AABE-783D48579403}" dt="2024-10-19T10:01:40.419" v="4189"/>
          <ac:cxnSpMkLst>
            <pc:docMk/>
            <pc:sldMk cId="3682386880" sldId="338"/>
            <ac:cxnSpMk id="4104" creationId="{EA04728A-39B0-55B7-8CF4-09DB88091874}"/>
          </ac:cxnSpMkLst>
        </pc:cxnChg>
        <pc:cxnChg chg="mod">
          <ac:chgData name="Sohag Kabir" userId="e9b0da40-aef8-480a-bb63-d1daacecf555" providerId="ADAL" clId="{1F38D4F1-04EA-4679-AABE-783D48579403}" dt="2024-10-19T10:01:52.723" v="4194"/>
          <ac:cxnSpMkLst>
            <pc:docMk/>
            <pc:sldMk cId="3682386880" sldId="338"/>
            <ac:cxnSpMk id="4106" creationId="{A7E04190-445E-21B7-784C-41D96CDB4E13}"/>
          </ac:cxnSpMkLst>
        </pc:cxnChg>
        <pc:cxnChg chg="mod">
          <ac:chgData name="Sohag Kabir" userId="e9b0da40-aef8-480a-bb63-d1daacecf555" providerId="ADAL" clId="{1F38D4F1-04EA-4679-AABE-783D48579403}" dt="2024-10-19T10:01:52.723" v="4194"/>
          <ac:cxnSpMkLst>
            <pc:docMk/>
            <pc:sldMk cId="3682386880" sldId="338"/>
            <ac:cxnSpMk id="4107" creationId="{E1910EFF-5143-9F36-4787-C571B18D476B}"/>
          </ac:cxnSpMkLst>
        </pc:cxnChg>
        <pc:cxnChg chg="mod">
          <ac:chgData name="Sohag Kabir" userId="e9b0da40-aef8-480a-bb63-d1daacecf555" providerId="ADAL" clId="{1F38D4F1-04EA-4679-AABE-783D48579403}" dt="2024-10-19T10:02:35.981" v="4201"/>
          <ac:cxnSpMkLst>
            <pc:docMk/>
            <pc:sldMk cId="3682386880" sldId="338"/>
            <ac:cxnSpMk id="4109" creationId="{3C112BC3-65B8-C7AA-CD2E-53CC7EB4F9C9}"/>
          </ac:cxnSpMkLst>
        </pc:cxnChg>
        <pc:cxnChg chg="mod">
          <ac:chgData name="Sohag Kabir" userId="e9b0da40-aef8-480a-bb63-d1daacecf555" providerId="ADAL" clId="{1F38D4F1-04EA-4679-AABE-783D48579403}" dt="2024-10-19T10:02:35.981" v="4201"/>
          <ac:cxnSpMkLst>
            <pc:docMk/>
            <pc:sldMk cId="3682386880" sldId="338"/>
            <ac:cxnSpMk id="4110" creationId="{AD7659FF-08A9-B0B1-0232-1797DBEF4027}"/>
          </ac:cxnSpMkLst>
        </pc:cxnChg>
        <pc:cxnChg chg="mod">
          <ac:chgData name="Sohag Kabir" userId="e9b0da40-aef8-480a-bb63-d1daacecf555" providerId="ADAL" clId="{1F38D4F1-04EA-4679-AABE-783D48579403}" dt="2024-10-19T10:06:21.234" v="4227" actId="571"/>
          <ac:cxnSpMkLst>
            <pc:docMk/>
            <pc:sldMk cId="3682386880" sldId="338"/>
            <ac:cxnSpMk id="4123" creationId="{485B0C29-4329-27B4-752C-5B93E867C732}"/>
          </ac:cxnSpMkLst>
        </pc:cxnChg>
        <pc:cxnChg chg="mod">
          <ac:chgData name="Sohag Kabir" userId="e9b0da40-aef8-480a-bb63-d1daacecf555" providerId="ADAL" clId="{1F38D4F1-04EA-4679-AABE-783D48579403}" dt="2024-10-19T10:06:21.234" v="4227" actId="571"/>
          <ac:cxnSpMkLst>
            <pc:docMk/>
            <pc:sldMk cId="3682386880" sldId="338"/>
            <ac:cxnSpMk id="4124" creationId="{CD386FB7-4039-8F6F-9F0D-B9C0121CB59E}"/>
          </ac:cxnSpMkLst>
        </pc:cxnChg>
        <pc:cxnChg chg="mod">
          <ac:chgData name="Sohag Kabir" userId="e9b0da40-aef8-480a-bb63-d1daacecf555" providerId="ADAL" clId="{1F38D4F1-04EA-4679-AABE-783D48579403}" dt="2024-10-19T10:06:21.234" v="4227" actId="571"/>
          <ac:cxnSpMkLst>
            <pc:docMk/>
            <pc:sldMk cId="3682386880" sldId="338"/>
            <ac:cxnSpMk id="4125" creationId="{3FBDCCD8-5D3A-1F19-FCD9-CD5F97988FC9}"/>
          </ac:cxnSpMkLst>
        </pc:cxnChg>
        <pc:cxnChg chg="mod">
          <ac:chgData name="Sohag Kabir" userId="e9b0da40-aef8-480a-bb63-d1daacecf555" providerId="ADAL" clId="{1F38D4F1-04EA-4679-AABE-783D48579403}" dt="2024-10-19T10:06:21.234" v="4227" actId="571"/>
          <ac:cxnSpMkLst>
            <pc:docMk/>
            <pc:sldMk cId="3682386880" sldId="338"/>
            <ac:cxnSpMk id="4126" creationId="{1AE59A15-C0B5-C4D8-A3A1-B7D5E993A38C}"/>
          </ac:cxnSpMkLst>
        </pc:cxnChg>
        <pc:cxnChg chg="mod">
          <ac:chgData name="Sohag Kabir" userId="e9b0da40-aef8-480a-bb63-d1daacecf555" providerId="ADAL" clId="{1F38D4F1-04EA-4679-AABE-783D48579403}" dt="2024-10-19T10:06:21.234" v="4227" actId="571"/>
          <ac:cxnSpMkLst>
            <pc:docMk/>
            <pc:sldMk cId="3682386880" sldId="338"/>
            <ac:cxnSpMk id="4127" creationId="{674E7BBD-C29A-6DB7-A96E-7258C3C48C46}"/>
          </ac:cxnSpMkLst>
        </pc:cxnChg>
        <pc:cxnChg chg="mod">
          <ac:chgData name="Sohag Kabir" userId="e9b0da40-aef8-480a-bb63-d1daacecf555" providerId="ADAL" clId="{1F38D4F1-04EA-4679-AABE-783D48579403}" dt="2024-10-19T10:06:21.234" v="4227" actId="571"/>
          <ac:cxnSpMkLst>
            <pc:docMk/>
            <pc:sldMk cId="3682386880" sldId="338"/>
            <ac:cxnSpMk id="4128" creationId="{F2CC1F7D-222F-E76B-647C-4702957D4451}"/>
          </ac:cxnSpMkLst>
        </pc:cxnChg>
        <pc:cxnChg chg="mod">
          <ac:chgData name="Sohag Kabir" userId="e9b0da40-aef8-480a-bb63-d1daacecf555" providerId="ADAL" clId="{1F38D4F1-04EA-4679-AABE-783D48579403}" dt="2024-10-19T10:06:21.234" v="4227" actId="571"/>
          <ac:cxnSpMkLst>
            <pc:docMk/>
            <pc:sldMk cId="3682386880" sldId="338"/>
            <ac:cxnSpMk id="4129" creationId="{24082DD0-7E1E-1410-A2D0-D187ACF293E7}"/>
          </ac:cxnSpMkLst>
        </pc:cxnChg>
        <pc:cxnChg chg="mod">
          <ac:chgData name="Sohag Kabir" userId="e9b0da40-aef8-480a-bb63-d1daacecf555" providerId="ADAL" clId="{1F38D4F1-04EA-4679-AABE-783D48579403}" dt="2024-10-19T10:06:21.234" v="4227" actId="571"/>
          <ac:cxnSpMkLst>
            <pc:docMk/>
            <pc:sldMk cId="3682386880" sldId="338"/>
            <ac:cxnSpMk id="4130" creationId="{F5D376B2-E359-80B3-F1FF-9A252E99CFE8}"/>
          </ac:cxnSpMkLst>
        </pc:cxnChg>
        <pc:cxnChg chg="mod">
          <ac:chgData name="Sohag Kabir" userId="e9b0da40-aef8-480a-bb63-d1daacecf555" providerId="ADAL" clId="{1F38D4F1-04EA-4679-AABE-783D48579403}" dt="2024-10-19T10:06:21.234" v="4227" actId="571"/>
          <ac:cxnSpMkLst>
            <pc:docMk/>
            <pc:sldMk cId="3682386880" sldId="338"/>
            <ac:cxnSpMk id="4131" creationId="{4508548E-09B0-70CA-2E43-E740B647DF2F}"/>
          </ac:cxnSpMkLst>
        </pc:cxnChg>
        <pc:cxnChg chg="mod">
          <ac:chgData name="Sohag Kabir" userId="e9b0da40-aef8-480a-bb63-d1daacecf555" providerId="ADAL" clId="{1F38D4F1-04EA-4679-AABE-783D48579403}" dt="2024-10-19T10:06:21.234" v="4227" actId="571"/>
          <ac:cxnSpMkLst>
            <pc:docMk/>
            <pc:sldMk cId="3682386880" sldId="338"/>
            <ac:cxnSpMk id="4132" creationId="{749B63FE-F194-E289-D390-FEA965AA4F54}"/>
          </ac:cxnSpMkLst>
        </pc:cxnChg>
        <pc:cxnChg chg="mod">
          <ac:chgData name="Sohag Kabir" userId="e9b0da40-aef8-480a-bb63-d1daacecf555" providerId="ADAL" clId="{1F38D4F1-04EA-4679-AABE-783D48579403}" dt="2024-10-19T10:06:21.234" v="4227" actId="571"/>
          <ac:cxnSpMkLst>
            <pc:docMk/>
            <pc:sldMk cId="3682386880" sldId="338"/>
            <ac:cxnSpMk id="4133" creationId="{D283EE2A-0C36-89D6-3E3F-9CF54060D68A}"/>
          </ac:cxnSpMkLst>
        </pc:cxnChg>
        <pc:cxnChg chg="mod">
          <ac:chgData name="Sohag Kabir" userId="e9b0da40-aef8-480a-bb63-d1daacecf555" providerId="ADAL" clId="{1F38D4F1-04EA-4679-AABE-783D48579403}" dt="2024-10-19T10:06:21.234" v="4227" actId="571"/>
          <ac:cxnSpMkLst>
            <pc:docMk/>
            <pc:sldMk cId="3682386880" sldId="338"/>
            <ac:cxnSpMk id="4134" creationId="{49AE9E76-8E40-3315-E312-75D2753F3D5F}"/>
          </ac:cxnSpMkLst>
        </pc:cxnChg>
        <pc:cxnChg chg="mod">
          <ac:chgData name="Sohag Kabir" userId="e9b0da40-aef8-480a-bb63-d1daacecf555" providerId="ADAL" clId="{1F38D4F1-04EA-4679-AABE-783D48579403}" dt="2024-10-19T10:06:21.234" v="4227" actId="571"/>
          <ac:cxnSpMkLst>
            <pc:docMk/>
            <pc:sldMk cId="3682386880" sldId="338"/>
            <ac:cxnSpMk id="4135" creationId="{2AC79723-9B03-AD0C-D45D-5DB3F85600E6}"/>
          </ac:cxnSpMkLst>
        </pc:cxnChg>
        <pc:cxnChg chg="mod">
          <ac:chgData name="Sohag Kabir" userId="e9b0da40-aef8-480a-bb63-d1daacecf555" providerId="ADAL" clId="{1F38D4F1-04EA-4679-AABE-783D48579403}" dt="2024-10-19T10:06:21.234" v="4227" actId="571"/>
          <ac:cxnSpMkLst>
            <pc:docMk/>
            <pc:sldMk cId="3682386880" sldId="338"/>
            <ac:cxnSpMk id="4136" creationId="{12563902-920D-56D5-2AD8-39F9AE12ED7A}"/>
          </ac:cxnSpMkLst>
        </pc:cxnChg>
        <pc:cxnChg chg="mod">
          <ac:chgData name="Sohag Kabir" userId="e9b0da40-aef8-480a-bb63-d1daacecf555" providerId="ADAL" clId="{1F38D4F1-04EA-4679-AABE-783D48579403}" dt="2024-10-19T10:06:21.234" v="4227" actId="571"/>
          <ac:cxnSpMkLst>
            <pc:docMk/>
            <pc:sldMk cId="3682386880" sldId="338"/>
            <ac:cxnSpMk id="4137" creationId="{C9CE96AE-05D0-B449-BA47-0A7C4FE793E5}"/>
          </ac:cxnSpMkLst>
        </pc:cxnChg>
        <pc:cxnChg chg="mod">
          <ac:chgData name="Sohag Kabir" userId="e9b0da40-aef8-480a-bb63-d1daacecf555" providerId="ADAL" clId="{1F38D4F1-04EA-4679-AABE-783D48579403}" dt="2024-10-19T10:06:21.234" v="4227" actId="571"/>
          <ac:cxnSpMkLst>
            <pc:docMk/>
            <pc:sldMk cId="3682386880" sldId="338"/>
            <ac:cxnSpMk id="4138" creationId="{C58BA884-9CEE-DA22-0D40-CF0F685991DA}"/>
          </ac:cxnSpMkLst>
        </pc:cxnChg>
        <pc:cxnChg chg="mod">
          <ac:chgData name="Sohag Kabir" userId="e9b0da40-aef8-480a-bb63-d1daacecf555" providerId="ADAL" clId="{1F38D4F1-04EA-4679-AABE-783D48579403}" dt="2024-10-19T10:06:21.234" v="4227" actId="571"/>
          <ac:cxnSpMkLst>
            <pc:docMk/>
            <pc:sldMk cId="3682386880" sldId="338"/>
            <ac:cxnSpMk id="4139" creationId="{5C088F22-41B6-853F-8451-A51DB52B230A}"/>
          </ac:cxnSpMkLst>
        </pc:cxnChg>
        <pc:cxnChg chg="mod">
          <ac:chgData name="Sohag Kabir" userId="e9b0da40-aef8-480a-bb63-d1daacecf555" providerId="ADAL" clId="{1F38D4F1-04EA-4679-AABE-783D48579403}" dt="2024-10-19T10:06:21.234" v="4227" actId="571"/>
          <ac:cxnSpMkLst>
            <pc:docMk/>
            <pc:sldMk cId="3682386880" sldId="338"/>
            <ac:cxnSpMk id="4140" creationId="{431FC598-5FF9-F996-545A-BD30CDDA2E64}"/>
          </ac:cxnSpMkLst>
        </pc:cxnChg>
        <pc:cxnChg chg="mod">
          <ac:chgData name="Sohag Kabir" userId="e9b0da40-aef8-480a-bb63-d1daacecf555" providerId="ADAL" clId="{1F38D4F1-04EA-4679-AABE-783D48579403}" dt="2024-10-19T10:07:42.682" v="4230" actId="165"/>
          <ac:cxnSpMkLst>
            <pc:docMk/>
            <pc:sldMk cId="3682386880" sldId="338"/>
            <ac:cxnSpMk id="4151" creationId="{05761E07-94F8-3D58-213C-7F4CFF1F5EB3}"/>
          </ac:cxnSpMkLst>
        </pc:cxnChg>
        <pc:cxnChg chg="mod">
          <ac:chgData name="Sohag Kabir" userId="e9b0da40-aef8-480a-bb63-d1daacecf555" providerId="ADAL" clId="{1F38D4F1-04EA-4679-AABE-783D48579403}" dt="2024-10-19T10:07:42.682" v="4230" actId="165"/>
          <ac:cxnSpMkLst>
            <pc:docMk/>
            <pc:sldMk cId="3682386880" sldId="338"/>
            <ac:cxnSpMk id="4152" creationId="{580BDEB8-0FE6-DBB9-F696-ECA71045DB2A}"/>
          </ac:cxnSpMkLst>
        </pc:cxnChg>
        <pc:cxnChg chg="mod">
          <ac:chgData name="Sohag Kabir" userId="e9b0da40-aef8-480a-bb63-d1daacecf555" providerId="ADAL" clId="{1F38D4F1-04EA-4679-AABE-783D48579403}" dt="2024-10-19T10:07:42.682" v="4230" actId="165"/>
          <ac:cxnSpMkLst>
            <pc:docMk/>
            <pc:sldMk cId="3682386880" sldId="338"/>
            <ac:cxnSpMk id="4153" creationId="{1EC1F125-BDA1-35F1-BB59-10CF473AD418}"/>
          </ac:cxnSpMkLst>
        </pc:cxnChg>
        <pc:cxnChg chg="mod">
          <ac:chgData name="Sohag Kabir" userId="e9b0da40-aef8-480a-bb63-d1daacecf555" providerId="ADAL" clId="{1F38D4F1-04EA-4679-AABE-783D48579403}" dt="2024-10-19T10:07:42.682" v="4230" actId="165"/>
          <ac:cxnSpMkLst>
            <pc:docMk/>
            <pc:sldMk cId="3682386880" sldId="338"/>
            <ac:cxnSpMk id="4154" creationId="{C4130AD0-89A4-00BE-65AA-1A0F635AA59C}"/>
          </ac:cxnSpMkLst>
        </pc:cxnChg>
        <pc:cxnChg chg="mod">
          <ac:chgData name="Sohag Kabir" userId="e9b0da40-aef8-480a-bb63-d1daacecf555" providerId="ADAL" clId="{1F38D4F1-04EA-4679-AABE-783D48579403}" dt="2024-10-19T10:07:42.682" v="4230" actId="165"/>
          <ac:cxnSpMkLst>
            <pc:docMk/>
            <pc:sldMk cId="3682386880" sldId="338"/>
            <ac:cxnSpMk id="4155" creationId="{0D0F6881-1C0B-66A0-6121-11CD61EF27BA}"/>
          </ac:cxnSpMkLst>
        </pc:cxnChg>
        <pc:cxnChg chg="mod">
          <ac:chgData name="Sohag Kabir" userId="e9b0da40-aef8-480a-bb63-d1daacecf555" providerId="ADAL" clId="{1F38D4F1-04EA-4679-AABE-783D48579403}" dt="2024-10-19T10:07:42.682" v="4230" actId="165"/>
          <ac:cxnSpMkLst>
            <pc:docMk/>
            <pc:sldMk cId="3682386880" sldId="338"/>
            <ac:cxnSpMk id="4156" creationId="{CE20E8B3-F157-9E83-99CE-B75E38FE193F}"/>
          </ac:cxnSpMkLst>
        </pc:cxnChg>
        <pc:cxnChg chg="mod">
          <ac:chgData name="Sohag Kabir" userId="e9b0da40-aef8-480a-bb63-d1daacecf555" providerId="ADAL" clId="{1F38D4F1-04EA-4679-AABE-783D48579403}" dt="2024-10-19T10:07:42.682" v="4230" actId="165"/>
          <ac:cxnSpMkLst>
            <pc:docMk/>
            <pc:sldMk cId="3682386880" sldId="338"/>
            <ac:cxnSpMk id="4157" creationId="{64FCE478-3B22-0C90-49AA-0D80757A7852}"/>
          </ac:cxnSpMkLst>
        </pc:cxnChg>
        <pc:cxnChg chg="mod">
          <ac:chgData name="Sohag Kabir" userId="e9b0da40-aef8-480a-bb63-d1daacecf555" providerId="ADAL" clId="{1F38D4F1-04EA-4679-AABE-783D48579403}" dt="2024-10-19T10:07:42.682" v="4230" actId="165"/>
          <ac:cxnSpMkLst>
            <pc:docMk/>
            <pc:sldMk cId="3682386880" sldId="338"/>
            <ac:cxnSpMk id="4158" creationId="{029F3EF1-793A-B5A6-12FE-70CEB442A553}"/>
          </ac:cxnSpMkLst>
        </pc:cxnChg>
        <pc:cxnChg chg="mod">
          <ac:chgData name="Sohag Kabir" userId="e9b0da40-aef8-480a-bb63-d1daacecf555" providerId="ADAL" clId="{1F38D4F1-04EA-4679-AABE-783D48579403}" dt="2024-10-19T10:07:42.682" v="4230" actId="165"/>
          <ac:cxnSpMkLst>
            <pc:docMk/>
            <pc:sldMk cId="3682386880" sldId="338"/>
            <ac:cxnSpMk id="4159" creationId="{5384003F-4402-A182-9932-F5E2BD4CA11F}"/>
          </ac:cxnSpMkLst>
        </pc:cxnChg>
        <pc:cxnChg chg="mod">
          <ac:chgData name="Sohag Kabir" userId="e9b0da40-aef8-480a-bb63-d1daacecf555" providerId="ADAL" clId="{1F38D4F1-04EA-4679-AABE-783D48579403}" dt="2024-10-19T10:07:42.682" v="4230" actId="165"/>
          <ac:cxnSpMkLst>
            <pc:docMk/>
            <pc:sldMk cId="3682386880" sldId="338"/>
            <ac:cxnSpMk id="4160" creationId="{C12E1B77-54C5-FC0D-BF28-24729D4A56F2}"/>
          </ac:cxnSpMkLst>
        </pc:cxnChg>
        <pc:cxnChg chg="mod">
          <ac:chgData name="Sohag Kabir" userId="e9b0da40-aef8-480a-bb63-d1daacecf555" providerId="ADAL" clId="{1F38D4F1-04EA-4679-AABE-783D48579403}" dt="2024-10-19T10:07:42.682" v="4230" actId="165"/>
          <ac:cxnSpMkLst>
            <pc:docMk/>
            <pc:sldMk cId="3682386880" sldId="338"/>
            <ac:cxnSpMk id="4161" creationId="{3E140599-7B13-B3E8-E801-50B59266F894}"/>
          </ac:cxnSpMkLst>
        </pc:cxnChg>
        <pc:cxnChg chg="mod">
          <ac:chgData name="Sohag Kabir" userId="e9b0da40-aef8-480a-bb63-d1daacecf555" providerId="ADAL" clId="{1F38D4F1-04EA-4679-AABE-783D48579403}" dt="2024-10-19T10:07:42.682" v="4230" actId="165"/>
          <ac:cxnSpMkLst>
            <pc:docMk/>
            <pc:sldMk cId="3682386880" sldId="338"/>
            <ac:cxnSpMk id="4162" creationId="{74F83B1A-ACDF-51F5-5785-7ADDC854BBAC}"/>
          </ac:cxnSpMkLst>
        </pc:cxnChg>
        <pc:cxnChg chg="mod">
          <ac:chgData name="Sohag Kabir" userId="e9b0da40-aef8-480a-bb63-d1daacecf555" providerId="ADAL" clId="{1F38D4F1-04EA-4679-AABE-783D48579403}" dt="2024-10-19T10:07:42.682" v="4230" actId="165"/>
          <ac:cxnSpMkLst>
            <pc:docMk/>
            <pc:sldMk cId="3682386880" sldId="338"/>
            <ac:cxnSpMk id="4163" creationId="{C7A2CCCC-5699-D3AA-38CB-2F519F0349C1}"/>
          </ac:cxnSpMkLst>
        </pc:cxnChg>
        <pc:cxnChg chg="mod">
          <ac:chgData name="Sohag Kabir" userId="e9b0da40-aef8-480a-bb63-d1daacecf555" providerId="ADAL" clId="{1F38D4F1-04EA-4679-AABE-783D48579403}" dt="2024-10-19T10:07:42.682" v="4230" actId="165"/>
          <ac:cxnSpMkLst>
            <pc:docMk/>
            <pc:sldMk cId="3682386880" sldId="338"/>
            <ac:cxnSpMk id="4164" creationId="{27AE06AC-0D00-E73A-10BE-6E61BC378F7A}"/>
          </ac:cxnSpMkLst>
        </pc:cxnChg>
        <pc:cxnChg chg="mod">
          <ac:chgData name="Sohag Kabir" userId="e9b0da40-aef8-480a-bb63-d1daacecf555" providerId="ADAL" clId="{1F38D4F1-04EA-4679-AABE-783D48579403}" dt="2024-10-19T10:07:42.682" v="4230" actId="165"/>
          <ac:cxnSpMkLst>
            <pc:docMk/>
            <pc:sldMk cId="3682386880" sldId="338"/>
            <ac:cxnSpMk id="4165" creationId="{56B4652E-C67A-CA6A-344A-4C040D3515F5}"/>
          </ac:cxnSpMkLst>
        </pc:cxnChg>
        <pc:cxnChg chg="mod">
          <ac:chgData name="Sohag Kabir" userId="e9b0da40-aef8-480a-bb63-d1daacecf555" providerId="ADAL" clId="{1F38D4F1-04EA-4679-AABE-783D48579403}" dt="2024-10-19T10:07:42.682" v="4230" actId="165"/>
          <ac:cxnSpMkLst>
            <pc:docMk/>
            <pc:sldMk cId="3682386880" sldId="338"/>
            <ac:cxnSpMk id="4166" creationId="{78E97760-BD8C-B207-571D-07409FB26B6F}"/>
          </ac:cxnSpMkLst>
        </pc:cxnChg>
        <pc:cxnChg chg="mod">
          <ac:chgData name="Sohag Kabir" userId="e9b0da40-aef8-480a-bb63-d1daacecf555" providerId="ADAL" clId="{1F38D4F1-04EA-4679-AABE-783D48579403}" dt="2024-10-19T10:07:42.682" v="4230" actId="165"/>
          <ac:cxnSpMkLst>
            <pc:docMk/>
            <pc:sldMk cId="3682386880" sldId="338"/>
            <ac:cxnSpMk id="4167" creationId="{0C2477AB-B4F8-6B47-4A5E-CEEC84F439FC}"/>
          </ac:cxnSpMkLst>
        </pc:cxnChg>
        <pc:cxnChg chg="mod">
          <ac:chgData name="Sohag Kabir" userId="e9b0da40-aef8-480a-bb63-d1daacecf555" providerId="ADAL" clId="{1F38D4F1-04EA-4679-AABE-783D48579403}" dt="2024-10-19T10:07:42.682" v="4230" actId="165"/>
          <ac:cxnSpMkLst>
            <pc:docMk/>
            <pc:sldMk cId="3682386880" sldId="338"/>
            <ac:cxnSpMk id="4168" creationId="{B4003413-53D3-73C1-412E-2327E0BF714F}"/>
          </ac:cxnSpMkLst>
        </pc:cxnChg>
        <pc:cxnChg chg="mod">
          <ac:chgData name="Sohag Kabir" userId="e9b0da40-aef8-480a-bb63-d1daacecf555" providerId="ADAL" clId="{1F38D4F1-04EA-4679-AABE-783D48579403}" dt="2024-10-19T10:07:54.335" v="4231" actId="571"/>
          <ac:cxnSpMkLst>
            <pc:docMk/>
            <pc:sldMk cId="3682386880" sldId="338"/>
            <ac:cxnSpMk id="4171" creationId="{EBEE7BA0-3406-C34E-2999-73C0E4D93030}"/>
          </ac:cxnSpMkLst>
        </pc:cxnChg>
        <pc:cxnChg chg="mod">
          <ac:chgData name="Sohag Kabir" userId="e9b0da40-aef8-480a-bb63-d1daacecf555" providerId="ADAL" clId="{1F38D4F1-04EA-4679-AABE-783D48579403}" dt="2024-10-19T10:07:54.335" v="4231" actId="571"/>
          <ac:cxnSpMkLst>
            <pc:docMk/>
            <pc:sldMk cId="3682386880" sldId="338"/>
            <ac:cxnSpMk id="4172" creationId="{54554BA2-E1AB-5682-7624-47059CD23005}"/>
          </ac:cxnSpMkLst>
        </pc:cxnChg>
        <pc:cxnChg chg="mod">
          <ac:chgData name="Sohag Kabir" userId="e9b0da40-aef8-480a-bb63-d1daacecf555" providerId="ADAL" clId="{1F38D4F1-04EA-4679-AABE-783D48579403}" dt="2024-10-19T10:07:54.335" v="4231" actId="571"/>
          <ac:cxnSpMkLst>
            <pc:docMk/>
            <pc:sldMk cId="3682386880" sldId="338"/>
            <ac:cxnSpMk id="4174" creationId="{1D4FA91F-B5BF-0D2C-E817-00DBCF77DCA8}"/>
          </ac:cxnSpMkLst>
        </pc:cxnChg>
        <pc:cxnChg chg="mod">
          <ac:chgData name="Sohag Kabir" userId="e9b0da40-aef8-480a-bb63-d1daacecf555" providerId="ADAL" clId="{1F38D4F1-04EA-4679-AABE-783D48579403}" dt="2024-10-19T10:07:54.335" v="4231" actId="571"/>
          <ac:cxnSpMkLst>
            <pc:docMk/>
            <pc:sldMk cId="3682386880" sldId="338"/>
            <ac:cxnSpMk id="4175" creationId="{E722586A-72EC-5F3B-9CDF-13F67EF28473}"/>
          </ac:cxnSpMkLst>
        </pc:cxnChg>
        <pc:cxnChg chg="mod">
          <ac:chgData name="Sohag Kabir" userId="e9b0da40-aef8-480a-bb63-d1daacecf555" providerId="ADAL" clId="{1F38D4F1-04EA-4679-AABE-783D48579403}" dt="2024-10-19T10:07:54.335" v="4231" actId="571"/>
          <ac:cxnSpMkLst>
            <pc:docMk/>
            <pc:sldMk cId="3682386880" sldId="338"/>
            <ac:cxnSpMk id="4177" creationId="{139C6F5F-2343-C610-D93D-C21F05797C1D}"/>
          </ac:cxnSpMkLst>
        </pc:cxnChg>
        <pc:cxnChg chg="mod">
          <ac:chgData name="Sohag Kabir" userId="e9b0da40-aef8-480a-bb63-d1daacecf555" providerId="ADAL" clId="{1F38D4F1-04EA-4679-AABE-783D48579403}" dt="2024-10-19T10:07:54.335" v="4231" actId="571"/>
          <ac:cxnSpMkLst>
            <pc:docMk/>
            <pc:sldMk cId="3682386880" sldId="338"/>
            <ac:cxnSpMk id="4178" creationId="{3CD75403-C005-BEBF-522E-CFC8AFCFA1E9}"/>
          </ac:cxnSpMkLst>
        </pc:cxnChg>
        <pc:cxnChg chg="mod">
          <ac:chgData name="Sohag Kabir" userId="e9b0da40-aef8-480a-bb63-d1daacecf555" providerId="ADAL" clId="{1F38D4F1-04EA-4679-AABE-783D48579403}" dt="2024-10-19T10:07:54.335" v="4231" actId="571"/>
          <ac:cxnSpMkLst>
            <pc:docMk/>
            <pc:sldMk cId="3682386880" sldId="338"/>
            <ac:cxnSpMk id="4180" creationId="{2EE2CD6F-D9BF-ADC7-EE9F-6B7F5C09FEDE}"/>
          </ac:cxnSpMkLst>
        </pc:cxnChg>
        <pc:cxnChg chg="mod">
          <ac:chgData name="Sohag Kabir" userId="e9b0da40-aef8-480a-bb63-d1daacecf555" providerId="ADAL" clId="{1F38D4F1-04EA-4679-AABE-783D48579403}" dt="2024-10-19T10:07:54.335" v="4231" actId="571"/>
          <ac:cxnSpMkLst>
            <pc:docMk/>
            <pc:sldMk cId="3682386880" sldId="338"/>
            <ac:cxnSpMk id="4181" creationId="{078A7EB7-746A-6C42-83C2-6554C123B42C}"/>
          </ac:cxnSpMkLst>
        </pc:cxnChg>
        <pc:cxnChg chg="mod">
          <ac:chgData name="Sohag Kabir" userId="e9b0da40-aef8-480a-bb63-d1daacecf555" providerId="ADAL" clId="{1F38D4F1-04EA-4679-AABE-783D48579403}" dt="2024-10-19T10:07:54.335" v="4231" actId="571"/>
          <ac:cxnSpMkLst>
            <pc:docMk/>
            <pc:sldMk cId="3682386880" sldId="338"/>
            <ac:cxnSpMk id="4183" creationId="{8D47CB63-93A1-6EDE-866F-0620885A8912}"/>
          </ac:cxnSpMkLst>
        </pc:cxnChg>
        <pc:cxnChg chg="mod">
          <ac:chgData name="Sohag Kabir" userId="e9b0da40-aef8-480a-bb63-d1daacecf555" providerId="ADAL" clId="{1F38D4F1-04EA-4679-AABE-783D48579403}" dt="2024-10-19T10:07:54.335" v="4231" actId="571"/>
          <ac:cxnSpMkLst>
            <pc:docMk/>
            <pc:sldMk cId="3682386880" sldId="338"/>
            <ac:cxnSpMk id="4184" creationId="{D89640E1-EB66-BD5F-6B21-090E5FD9D247}"/>
          </ac:cxnSpMkLst>
        </pc:cxnChg>
      </pc:sldChg>
      <pc:sldChg chg="del">
        <pc:chgData name="Sohag Kabir" userId="e9b0da40-aef8-480a-bb63-d1daacecf555" providerId="ADAL" clId="{1F38D4F1-04EA-4679-AABE-783D48579403}" dt="2024-10-18T13:28:45.501" v="3091" actId="47"/>
        <pc:sldMkLst>
          <pc:docMk/>
          <pc:sldMk cId="3444584483" sldId="339"/>
        </pc:sldMkLst>
      </pc:sldChg>
      <pc:sldChg chg="del">
        <pc:chgData name="Sohag Kabir" userId="e9b0da40-aef8-480a-bb63-d1daacecf555" providerId="ADAL" clId="{1F38D4F1-04EA-4679-AABE-783D48579403}" dt="2024-10-18T13:28:45.501" v="3091" actId="47"/>
        <pc:sldMkLst>
          <pc:docMk/>
          <pc:sldMk cId="3511856738" sldId="340"/>
        </pc:sldMkLst>
      </pc:sldChg>
      <pc:sldChg chg="del">
        <pc:chgData name="Sohag Kabir" userId="e9b0da40-aef8-480a-bb63-d1daacecf555" providerId="ADAL" clId="{1F38D4F1-04EA-4679-AABE-783D48579403}" dt="2024-10-18T13:28:45.501" v="3091" actId="47"/>
        <pc:sldMkLst>
          <pc:docMk/>
          <pc:sldMk cId="2197500237" sldId="341"/>
        </pc:sldMkLst>
      </pc:sldChg>
      <pc:sldChg chg="del">
        <pc:chgData name="Sohag Kabir" userId="e9b0da40-aef8-480a-bb63-d1daacecf555" providerId="ADAL" clId="{1F38D4F1-04EA-4679-AABE-783D48579403}" dt="2024-10-18T13:28:49.386" v="3092" actId="47"/>
        <pc:sldMkLst>
          <pc:docMk/>
          <pc:sldMk cId="1786433302" sldId="342"/>
        </pc:sldMkLst>
      </pc:sldChg>
      <pc:sldChg chg="del">
        <pc:chgData name="Sohag Kabir" userId="e9b0da40-aef8-480a-bb63-d1daacecf555" providerId="ADAL" clId="{1F38D4F1-04EA-4679-AABE-783D48579403}" dt="2024-10-18T13:28:49.386" v="3092" actId="47"/>
        <pc:sldMkLst>
          <pc:docMk/>
          <pc:sldMk cId="2327111097" sldId="343"/>
        </pc:sldMkLst>
      </pc:sldChg>
      <pc:sldChg chg="del">
        <pc:chgData name="Sohag Kabir" userId="e9b0da40-aef8-480a-bb63-d1daacecf555" providerId="ADAL" clId="{1F38D4F1-04EA-4679-AABE-783D48579403}" dt="2024-10-18T18:32:34.369" v="3767" actId="2696"/>
        <pc:sldMkLst>
          <pc:docMk/>
          <pc:sldMk cId="4225455615" sldId="344"/>
        </pc:sldMkLst>
      </pc:sldChg>
      <pc:sldChg chg="del">
        <pc:chgData name="Sohag Kabir" userId="e9b0da40-aef8-480a-bb63-d1daacecf555" providerId="ADAL" clId="{1F38D4F1-04EA-4679-AABE-783D48579403}" dt="2024-10-18T13:28:56.086" v="3093" actId="47"/>
        <pc:sldMkLst>
          <pc:docMk/>
          <pc:sldMk cId="2559135638" sldId="345"/>
        </pc:sldMkLst>
      </pc:sldChg>
      <pc:sldChg chg="del">
        <pc:chgData name="Sohag Kabir" userId="e9b0da40-aef8-480a-bb63-d1daacecf555" providerId="ADAL" clId="{1F38D4F1-04EA-4679-AABE-783D48579403}" dt="2024-10-18T13:29:01.295" v="3094" actId="47"/>
        <pc:sldMkLst>
          <pc:docMk/>
          <pc:sldMk cId="762888986" sldId="346"/>
        </pc:sldMkLst>
      </pc:sldChg>
      <pc:sldChg chg="del">
        <pc:chgData name="Sohag Kabir" userId="e9b0da40-aef8-480a-bb63-d1daacecf555" providerId="ADAL" clId="{1F38D4F1-04EA-4679-AABE-783D48579403}" dt="2024-10-18T13:28:56.086" v="3093" actId="47"/>
        <pc:sldMkLst>
          <pc:docMk/>
          <pc:sldMk cId="2461323512" sldId="347"/>
        </pc:sldMkLst>
      </pc:sldChg>
      <pc:sldChg chg="del">
        <pc:chgData name="Sohag Kabir" userId="e9b0da40-aef8-480a-bb63-d1daacecf555" providerId="ADAL" clId="{1F38D4F1-04EA-4679-AABE-783D48579403}" dt="2024-10-18T13:28:56.086" v="3093" actId="47"/>
        <pc:sldMkLst>
          <pc:docMk/>
          <pc:sldMk cId="1845294591" sldId="348"/>
        </pc:sldMkLst>
      </pc:sldChg>
      <pc:sldChg chg="del">
        <pc:chgData name="Sohag Kabir" userId="e9b0da40-aef8-480a-bb63-d1daacecf555" providerId="ADAL" clId="{1F38D4F1-04EA-4679-AABE-783D48579403}" dt="2024-10-18T13:29:01.295" v="3094" actId="47"/>
        <pc:sldMkLst>
          <pc:docMk/>
          <pc:sldMk cId="2002675635" sldId="349"/>
        </pc:sldMkLst>
      </pc:sldChg>
      <pc:sldChg chg="del">
        <pc:chgData name="Sohag Kabir" userId="e9b0da40-aef8-480a-bb63-d1daacecf555" providerId="ADAL" clId="{1F38D4F1-04EA-4679-AABE-783D48579403}" dt="2024-10-18T13:29:01.295" v="3094" actId="47"/>
        <pc:sldMkLst>
          <pc:docMk/>
          <pc:sldMk cId="1938412704" sldId="350"/>
        </pc:sldMkLst>
      </pc:sldChg>
      <pc:sldChg chg="del">
        <pc:chgData name="Sohag Kabir" userId="e9b0da40-aef8-480a-bb63-d1daacecf555" providerId="ADAL" clId="{1F38D4F1-04EA-4679-AABE-783D48579403}" dt="2024-10-18T13:29:04.984" v="3095" actId="47"/>
        <pc:sldMkLst>
          <pc:docMk/>
          <pc:sldMk cId="2509588860" sldId="351"/>
        </pc:sldMkLst>
      </pc:sldChg>
      <pc:sldChg chg="del">
        <pc:chgData name="Sohag Kabir" userId="e9b0da40-aef8-480a-bb63-d1daacecf555" providerId="ADAL" clId="{1F38D4F1-04EA-4679-AABE-783D48579403}" dt="2024-10-18T13:29:04.984" v="3095" actId="47"/>
        <pc:sldMkLst>
          <pc:docMk/>
          <pc:sldMk cId="150724232" sldId="352"/>
        </pc:sldMkLst>
      </pc:sldChg>
      <pc:sldChg chg="del">
        <pc:chgData name="Sohag Kabir" userId="e9b0da40-aef8-480a-bb63-d1daacecf555" providerId="ADAL" clId="{1F38D4F1-04EA-4679-AABE-783D48579403}" dt="2024-10-18T13:29:04.984" v="3095" actId="47"/>
        <pc:sldMkLst>
          <pc:docMk/>
          <pc:sldMk cId="3151991894" sldId="353"/>
        </pc:sldMkLst>
      </pc:sldChg>
      <pc:sldChg chg="del">
        <pc:chgData name="Sohag Kabir" userId="e9b0da40-aef8-480a-bb63-d1daacecf555" providerId="ADAL" clId="{1F38D4F1-04EA-4679-AABE-783D48579403}" dt="2024-10-18T13:29:08.747" v="3096" actId="47"/>
        <pc:sldMkLst>
          <pc:docMk/>
          <pc:sldMk cId="2309226154" sldId="355"/>
        </pc:sldMkLst>
      </pc:sldChg>
      <pc:sldChg chg="del">
        <pc:chgData name="Sohag Kabir" userId="e9b0da40-aef8-480a-bb63-d1daacecf555" providerId="ADAL" clId="{1F38D4F1-04EA-4679-AABE-783D48579403}" dt="2024-10-18T13:29:08.747" v="3096" actId="47"/>
        <pc:sldMkLst>
          <pc:docMk/>
          <pc:sldMk cId="2096277952" sldId="356"/>
        </pc:sldMkLst>
      </pc:sldChg>
      <pc:sldChg chg="del">
        <pc:chgData name="Sohag Kabir" userId="e9b0da40-aef8-480a-bb63-d1daacecf555" providerId="ADAL" clId="{1F38D4F1-04EA-4679-AABE-783D48579403}" dt="2024-10-18T13:29:12.253" v="3097" actId="47"/>
        <pc:sldMkLst>
          <pc:docMk/>
          <pc:sldMk cId="3468557606" sldId="357"/>
        </pc:sldMkLst>
      </pc:sldChg>
      <pc:sldChg chg="del">
        <pc:chgData name="Sohag Kabir" userId="e9b0da40-aef8-480a-bb63-d1daacecf555" providerId="ADAL" clId="{1F38D4F1-04EA-4679-AABE-783D48579403}" dt="2024-10-18T13:29:12.253" v="3097" actId="47"/>
        <pc:sldMkLst>
          <pc:docMk/>
          <pc:sldMk cId="1718556749" sldId="358"/>
        </pc:sldMkLst>
      </pc:sldChg>
      <pc:sldChg chg="addSp delSp modSp add mod delAnim">
        <pc:chgData name="Sohag Kabir" userId="e9b0da40-aef8-480a-bb63-d1daacecf555" providerId="ADAL" clId="{1F38D4F1-04EA-4679-AABE-783D48579403}" dt="2024-10-19T17:42:31.149" v="4613" actId="20577"/>
        <pc:sldMkLst>
          <pc:docMk/>
          <pc:sldMk cId="3521441372" sldId="359"/>
        </pc:sldMkLst>
        <pc:spChg chg="mod">
          <ac:chgData name="Sohag Kabir" userId="e9b0da40-aef8-480a-bb63-d1daacecf555" providerId="ADAL" clId="{1F38D4F1-04EA-4679-AABE-783D48579403}" dt="2024-10-17T19:08:21.237" v="381"/>
          <ac:spMkLst>
            <pc:docMk/>
            <pc:sldMk cId="3521441372" sldId="359"/>
            <ac:spMk id="2" creationId="{DE13D453-4D7B-47BF-AED4-27D56C3644AA}"/>
          </ac:spMkLst>
        </pc:spChg>
        <pc:spChg chg="add mod">
          <ac:chgData name="Sohag Kabir" userId="e9b0da40-aef8-480a-bb63-d1daacecf555" providerId="ADAL" clId="{1F38D4F1-04EA-4679-AABE-783D48579403}" dt="2024-10-19T17:42:31.149" v="4613" actId="20577"/>
          <ac:spMkLst>
            <pc:docMk/>
            <pc:sldMk cId="3521441372" sldId="359"/>
            <ac:spMk id="3" creationId="{E9248166-F999-9870-66D2-392C53ACB838}"/>
          </ac:spMkLst>
        </pc:spChg>
        <pc:spChg chg="mod">
          <ac:chgData name="Sohag Kabir" userId="e9b0da40-aef8-480a-bb63-d1daacecf555" providerId="ADAL" clId="{1F38D4F1-04EA-4679-AABE-783D48579403}" dt="2024-10-17T19:10:51.639" v="432" actId="255"/>
          <ac:spMkLst>
            <pc:docMk/>
            <pc:sldMk cId="3521441372" sldId="359"/>
            <ac:spMk id="5" creationId="{C6D7735F-F162-0E08-ACA0-0F54188AAA84}"/>
          </ac:spMkLst>
        </pc:spChg>
        <pc:spChg chg="mod">
          <ac:chgData name="Sohag Kabir" userId="e9b0da40-aef8-480a-bb63-d1daacecf555" providerId="ADAL" clId="{1F38D4F1-04EA-4679-AABE-783D48579403}" dt="2024-10-17T19:11:02.748" v="434" actId="207"/>
          <ac:spMkLst>
            <pc:docMk/>
            <pc:sldMk cId="3521441372" sldId="359"/>
            <ac:spMk id="8" creationId="{1D014E93-CA55-FCF1-8DA7-D7FC6D0842C7}"/>
          </ac:spMkLst>
        </pc:spChg>
        <pc:spChg chg="mod">
          <ac:chgData name="Sohag Kabir" userId="e9b0da40-aef8-480a-bb63-d1daacecf555" providerId="ADAL" clId="{1F38D4F1-04EA-4679-AABE-783D48579403}" dt="2024-10-17T19:50:35.746" v="590" actId="6549"/>
          <ac:spMkLst>
            <pc:docMk/>
            <pc:sldMk cId="3521441372" sldId="359"/>
            <ac:spMk id="14" creationId="{965DBBB2-A5F0-EAF4-FD18-9CB048B744E4}"/>
          </ac:spMkLst>
        </pc:spChg>
        <pc:spChg chg="mod">
          <ac:chgData name="Sohag Kabir" userId="e9b0da40-aef8-480a-bb63-d1daacecf555" providerId="ADAL" clId="{1F38D4F1-04EA-4679-AABE-783D48579403}" dt="2024-10-17T19:35:47.778" v="580" actId="1076"/>
          <ac:spMkLst>
            <pc:docMk/>
            <pc:sldMk cId="3521441372" sldId="359"/>
            <ac:spMk id="15" creationId="{67F4B352-6F46-53EC-1198-9A27B14270D2}"/>
          </ac:spMkLst>
        </pc:spChg>
        <pc:spChg chg="del">
          <ac:chgData name="Sohag Kabir" userId="e9b0da40-aef8-480a-bb63-d1daacecf555" providerId="ADAL" clId="{1F38D4F1-04EA-4679-AABE-783D48579403}" dt="2024-10-17T19:08:38.419" v="387" actId="478"/>
          <ac:spMkLst>
            <pc:docMk/>
            <pc:sldMk cId="3521441372" sldId="359"/>
            <ac:spMk id="16" creationId="{E739903D-1046-9AFC-C02D-161D48CC60A5}"/>
          </ac:spMkLst>
        </pc:spChg>
        <pc:spChg chg="del">
          <ac:chgData name="Sohag Kabir" userId="e9b0da40-aef8-480a-bb63-d1daacecf555" providerId="ADAL" clId="{1F38D4F1-04EA-4679-AABE-783D48579403}" dt="2024-10-17T19:08:29.416" v="382" actId="478"/>
          <ac:spMkLst>
            <pc:docMk/>
            <pc:sldMk cId="3521441372" sldId="359"/>
            <ac:spMk id="24" creationId="{CFE8EEFF-21CD-69A0-91AE-D007C3DD231F}"/>
          </ac:spMkLst>
        </pc:spChg>
        <pc:spChg chg="del mod">
          <ac:chgData name="Sohag Kabir" userId="e9b0da40-aef8-480a-bb63-d1daacecf555" providerId="ADAL" clId="{1F38D4F1-04EA-4679-AABE-783D48579403}" dt="2024-10-17T19:08:33.835" v="386" actId="478"/>
          <ac:spMkLst>
            <pc:docMk/>
            <pc:sldMk cId="3521441372" sldId="359"/>
            <ac:spMk id="25" creationId="{2696368D-2278-4610-6BF2-C035D000FEE2}"/>
          </ac:spMkLst>
        </pc:spChg>
        <pc:grpChg chg="mod">
          <ac:chgData name="Sohag Kabir" userId="e9b0da40-aef8-480a-bb63-d1daacecf555" providerId="ADAL" clId="{1F38D4F1-04EA-4679-AABE-783D48579403}" dt="2024-10-17T19:10:44.124" v="431" actId="1076"/>
          <ac:grpSpMkLst>
            <pc:docMk/>
            <pc:sldMk cId="3521441372" sldId="359"/>
            <ac:grpSpMk id="11" creationId="{649A098E-EB3A-ECA8-F1C3-30E051B4DA65}"/>
          </ac:grpSpMkLst>
        </pc:grpChg>
        <pc:grpChg chg="mod">
          <ac:chgData name="Sohag Kabir" userId="e9b0da40-aef8-480a-bb63-d1daacecf555" providerId="ADAL" clId="{1F38D4F1-04EA-4679-AABE-783D48579403}" dt="2024-10-17T19:35:27.843" v="579" actId="1076"/>
          <ac:grpSpMkLst>
            <pc:docMk/>
            <pc:sldMk cId="3521441372" sldId="359"/>
            <ac:grpSpMk id="13" creationId="{5E576F33-AF8A-7E7B-39A8-B6160880B2A9}"/>
          </ac:grpSpMkLst>
        </pc:grpChg>
        <pc:cxnChg chg="add mod">
          <ac:chgData name="Sohag Kabir" userId="e9b0da40-aef8-480a-bb63-d1daacecf555" providerId="ADAL" clId="{1F38D4F1-04EA-4679-AABE-783D48579403}" dt="2024-10-17T19:50:53.879" v="593" actId="14100"/>
          <ac:cxnSpMkLst>
            <pc:docMk/>
            <pc:sldMk cId="3521441372" sldId="359"/>
            <ac:cxnSpMk id="17" creationId="{97E01A49-DEDA-9952-DE51-18A91ADE2220}"/>
          </ac:cxnSpMkLst>
        </pc:cxnChg>
        <pc:cxnChg chg="del">
          <ac:chgData name="Sohag Kabir" userId="e9b0da40-aef8-480a-bb63-d1daacecf555" providerId="ADAL" clId="{1F38D4F1-04EA-4679-AABE-783D48579403}" dt="2024-10-17T19:08:30.367" v="383" actId="478"/>
          <ac:cxnSpMkLst>
            <pc:docMk/>
            <pc:sldMk cId="3521441372" sldId="359"/>
            <ac:cxnSpMk id="18" creationId="{8D1B62B7-69F7-A15D-BC44-DC9CE260D9BC}"/>
          </ac:cxnSpMkLst>
        </pc:cxnChg>
        <pc:cxnChg chg="add mod">
          <ac:chgData name="Sohag Kabir" userId="e9b0da40-aef8-480a-bb63-d1daacecf555" providerId="ADAL" clId="{1F38D4F1-04EA-4679-AABE-783D48579403}" dt="2024-10-17T19:50:58.982" v="595" actId="14100"/>
          <ac:cxnSpMkLst>
            <pc:docMk/>
            <pc:sldMk cId="3521441372" sldId="359"/>
            <ac:cxnSpMk id="20" creationId="{6695B81C-CC16-E59A-537F-731402629CD9}"/>
          </ac:cxnSpMkLst>
        </pc:cxnChg>
        <pc:cxnChg chg="del">
          <ac:chgData name="Sohag Kabir" userId="e9b0da40-aef8-480a-bb63-d1daacecf555" providerId="ADAL" clId="{1F38D4F1-04EA-4679-AABE-783D48579403}" dt="2024-10-17T19:08:31.943" v="384" actId="478"/>
          <ac:cxnSpMkLst>
            <pc:docMk/>
            <pc:sldMk cId="3521441372" sldId="359"/>
            <ac:cxnSpMk id="22" creationId="{A6F69FC7-D81F-83A4-D324-AC187B48625E}"/>
          </ac:cxnSpMkLst>
        </pc:cxnChg>
      </pc:sldChg>
      <pc:sldChg chg="addSp delSp modSp add mod delAnim modAnim">
        <pc:chgData name="Sohag Kabir" userId="e9b0da40-aef8-480a-bb63-d1daacecf555" providerId="ADAL" clId="{1F38D4F1-04EA-4679-AABE-783D48579403}" dt="2024-10-18T09:21:08.749" v="1817" actId="1076"/>
        <pc:sldMkLst>
          <pc:docMk/>
          <pc:sldMk cId="2462774452" sldId="360"/>
        </pc:sldMkLst>
        <pc:spChg chg="del">
          <ac:chgData name="Sohag Kabir" userId="e9b0da40-aef8-480a-bb63-d1daacecf555" providerId="ADAL" clId="{1F38D4F1-04EA-4679-AABE-783D48579403}" dt="2024-10-18T09:14:41.972" v="1788" actId="478"/>
          <ac:spMkLst>
            <pc:docMk/>
            <pc:sldMk cId="2462774452" sldId="360"/>
            <ac:spMk id="3" creationId="{65BE66CB-2139-2CA9-809F-4C23A5677F2A}"/>
          </ac:spMkLst>
        </pc:spChg>
        <pc:spChg chg="add mod">
          <ac:chgData name="Sohag Kabir" userId="e9b0da40-aef8-480a-bb63-d1daacecf555" providerId="ADAL" clId="{1F38D4F1-04EA-4679-AABE-783D48579403}" dt="2024-10-18T09:21:08.749" v="1817" actId="1076"/>
          <ac:spMkLst>
            <pc:docMk/>
            <pc:sldMk cId="2462774452" sldId="360"/>
            <ac:spMk id="4" creationId="{052D30F9-0330-318C-484E-D19B057BE1F4}"/>
          </ac:spMkLst>
        </pc:spChg>
        <pc:spChg chg="del">
          <ac:chgData name="Sohag Kabir" userId="e9b0da40-aef8-480a-bb63-d1daacecf555" providerId="ADAL" clId="{1F38D4F1-04EA-4679-AABE-783D48579403}" dt="2024-10-18T09:14:47.737" v="1789" actId="478"/>
          <ac:spMkLst>
            <pc:docMk/>
            <pc:sldMk cId="2462774452" sldId="360"/>
            <ac:spMk id="8" creationId="{D2EAE643-D830-6BC8-F762-3FDD94CB7A9E}"/>
          </ac:spMkLst>
        </pc:spChg>
        <pc:spChg chg="del">
          <ac:chgData name="Sohag Kabir" userId="e9b0da40-aef8-480a-bb63-d1daacecf555" providerId="ADAL" clId="{1F38D4F1-04EA-4679-AABE-783D48579403}" dt="2024-10-18T09:14:48.802" v="1790" actId="478"/>
          <ac:spMkLst>
            <pc:docMk/>
            <pc:sldMk cId="2462774452" sldId="360"/>
            <ac:spMk id="10" creationId="{1F6157C4-86F7-4249-9841-D2CD00C46598}"/>
          </ac:spMkLst>
        </pc:spChg>
        <pc:spChg chg="del">
          <ac:chgData name="Sohag Kabir" userId="e9b0da40-aef8-480a-bb63-d1daacecf555" providerId="ADAL" clId="{1F38D4F1-04EA-4679-AABE-783D48579403}" dt="2024-10-18T09:14:50.206" v="1791" actId="478"/>
          <ac:spMkLst>
            <pc:docMk/>
            <pc:sldMk cId="2462774452" sldId="360"/>
            <ac:spMk id="11" creationId="{25E371EB-DF8D-C617-1360-927916F0E313}"/>
          </ac:spMkLst>
        </pc:spChg>
        <pc:spChg chg="del">
          <ac:chgData name="Sohag Kabir" userId="e9b0da40-aef8-480a-bb63-d1daacecf555" providerId="ADAL" clId="{1F38D4F1-04EA-4679-AABE-783D48579403}" dt="2024-10-18T09:14:55.790" v="1794" actId="478"/>
          <ac:spMkLst>
            <pc:docMk/>
            <pc:sldMk cId="2462774452" sldId="360"/>
            <ac:spMk id="13" creationId="{532E8854-0B5D-F61F-EA37-FE46C4ED4E54}"/>
          </ac:spMkLst>
        </pc:spChg>
        <pc:cxnChg chg="del mod">
          <ac:chgData name="Sohag Kabir" userId="e9b0da40-aef8-480a-bb63-d1daacecf555" providerId="ADAL" clId="{1F38D4F1-04EA-4679-AABE-783D48579403}" dt="2024-10-18T09:14:51.434" v="1792" actId="478"/>
          <ac:cxnSpMkLst>
            <pc:docMk/>
            <pc:sldMk cId="2462774452" sldId="360"/>
            <ac:cxnSpMk id="15" creationId="{EAA8962D-9C41-17E2-9EB7-899AD3896D9B}"/>
          </ac:cxnSpMkLst>
        </pc:cxnChg>
        <pc:cxnChg chg="del mod">
          <ac:chgData name="Sohag Kabir" userId="e9b0da40-aef8-480a-bb63-d1daacecf555" providerId="ADAL" clId="{1F38D4F1-04EA-4679-AABE-783D48579403}" dt="2024-10-18T09:14:52.706" v="1793" actId="478"/>
          <ac:cxnSpMkLst>
            <pc:docMk/>
            <pc:sldMk cId="2462774452" sldId="360"/>
            <ac:cxnSpMk id="17" creationId="{24A37113-115A-5710-4CD7-852D02D31D8A}"/>
          </ac:cxnSpMkLst>
        </pc:cxnChg>
      </pc:sldChg>
      <pc:sldChg chg="addSp delSp modSp add mod delAnim modAnim">
        <pc:chgData name="Sohag Kabir" userId="e9b0da40-aef8-480a-bb63-d1daacecf555" providerId="ADAL" clId="{1F38D4F1-04EA-4679-AABE-783D48579403}" dt="2024-10-18T10:07:27.088" v="2031" actId="6549"/>
        <pc:sldMkLst>
          <pc:docMk/>
          <pc:sldMk cId="763177085" sldId="361"/>
        </pc:sldMkLst>
        <pc:spChg chg="del">
          <ac:chgData name="Sohag Kabir" userId="e9b0da40-aef8-480a-bb63-d1daacecf555" providerId="ADAL" clId="{1F38D4F1-04EA-4679-AABE-783D48579403}" dt="2024-10-18T09:44:10.918" v="1819" actId="478"/>
          <ac:spMkLst>
            <pc:docMk/>
            <pc:sldMk cId="763177085" sldId="361"/>
            <ac:spMk id="4" creationId="{052D30F9-0330-318C-484E-D19B057BE1F4}"/>
          </ac:spMkLst>
        </pc:spChg>
        <pc:spChg chg="add mod">
          <ac:chgData name="Sohag Kabir" userId="e9b0da40-aef8-480a-bb63-d1daacecf555" providerId="ADAL" clId="{1F38D4F1-04EA-4679-AABE-783D48579403}" dt="2024-10-18T09:45:02.538" v="1833" actId="1076"/>
          <ac:spMkLst>
            <pc:docMk/>
            <pc:sldMk cId="763177085" sldId="361"/>
            <ac:spMk id="5" creationId="{58E70ACA-2DC4-3E8E-3183-A1AD0163E691}"/>
          </ac:spMkLst>
        </pc:spChg>
        <pc:spChg chg="mod">
          <ac:chgData name="Sohag Kabir" userId="e9b0da40-aef8-480a-bb63-d1daacecf555" providerId="ADAL" clId="{1F38D4F1-04EA-4679-AABE-783D48579403}" dt="2024-10-18T09:51:17.065" v="1991" actId="20577"/>
          <ac:spMkLst>
            <pc:docMk/>
            <pc:sldMk cId="763177085" sldId="361"/>
            <ac:spMk id="9" creationId="{8546BF0C-1F6D-6945-F782-E2F6F2EFD7BA}"/>
          </ac:spMkLst>
        </pc:spChg>
        <pc:spChg chg="mod">
          <ac:chgData name="Sohag Kabir" userId="e9b0da40-aef8-480a-bb63-d1daacecf555" providerId="ADAL" clId="{1F38D4F1-04EA-4679-AABE-783D48579403}" dt="2024-10-18T09:45:52.908" v="1840" actId="20577"/>
          <ac:spMkLst>
            <pc:docMk/>
            <pc:sldMk cId="763177085" sldId="361"/>
            <ac:spMk id="10" creationId="{C975B470-7D00-CA68-A23B-C46654351311}"/>
          </ac:spMkLst>
        </pc:spChg>
        <pc:spChg chg="mod">
          <ac:chgData name="Sohag Kabir" userId="e9b0da40-aef8-480a-bb63-d1daacecf555" providerId="ADAL" clId="{1F38D4F1-04EA-4679-AABE-783D48579403}" dt="2024-10-18T09:52:06.094" v="1999"/>
          <ac:spMkLst>
            <pc:docMk/>
            <pc:sldMk cId="763177085" sldId="361"/>
            <ac:spMk id="13" creationId="{A37788A9-22F2-06A2-229F-80D6A2ADC0FD}"/>
          </ac:spMkLst>
        </pc:spChg>
        <pc:spChg chg="mod">
          <ac:chgData name="Sohag Kabir" userId="e9b0da40-aef8-480a-bb63-d1daacecf555" providerId="ADAL" clId="{1F38D4F1-04EA-4679-AABE-783D48579403}" dt="2024-10-18T10:07:27.088" v="2031" actId="6549"/>
          <ac:spMkLst>
            <pc:docMk/>
            <pc:sldMk cId="763177085" sldId="361"/>
            <ac:spMk id="14" creationId="{276F3C59-1988-4F0A-F6A5-73513537D1DF}"/>
          </ac:spMkLst>
        </pc:spChg>
        <pc:spChg chg="add mod">
          <ac:chgData name="Sohag Kabir" userId="e9b0da40-aef8-480a-bb63-d1daacecf555" providerId="ADAL" clId="{1F38D4F1-04EA-4679-AABE-783D48579403}" dt="2024-10-18T10:06:51.281" v="2029" actId="1037"/>
          <ac:spMkLst>
            <pc:docMk/>
            <pc:sldMk cId="763177085" sldId="361"/>
            <ac:spMk id="15" creationId="{D480CDF3-2611-C500-1EC0-16CB01CD1A97}"/>
          </ac:spMkLst>
        </pc:spChg>
        <pc:spChg chg="add mod">
          <ac:chgData name="Sohag Kabir" userId="e9b0da40-aef8-480a-bb63-d1daacecf555" providerId="ADAL" clId="{1F38D4F1-04EA-4679-AABE-783D48579403}" dt="2024-10-18T10:06:10.598" v="2014" actId="1076"/>
          <ac:spMkLst>
            <pc:docMk/>
            <pc:sldMk cId="763177085" sldId="361"/>
            <ac:spMk id="16" creationId="{58B7C28D-9667-F4E1-7233-3032B892C19E}"/>
          </ac:spMkLst>
        </pc:spChg>
        <pc:spChg chg="add mod">
          <ac:chgData name="Sohag Kabir" userId="e9b0da40-aef8-480a-bb63-d1daacecf555" providerId="ADAL" clId="{1F38D4F1-04EA-4679-AABE-783D48579403}" dt="2024-10-18T09:53:05.090" v="2008" actId="1076"/>
          <ac:spMkLst>
            <pc:docMk/>
            <pc:sldMk cId="763177085" sldId="361"/>
            <ac:spMk id="17" creationId="{786AD883-0DED-E4EA-1216-F5D82DEA8344}"/>
          </ac:spMkLst>
        </pc:spChg>
        <pc:spChg chg="add mod">
          <ac:chgData name="Sohag Kabir" userId="e9b0da40-aef8-480a-bb63-d1daacecf555" providerId="ADAL" clId="{1F38D4F1-04EA-4679-AABE-783D48579403}" dt="2024-10-18T09:53:05.090" v="2008" actId="1076"/>
          <ac:spMkLst>
            <pc:docMk/>
            <pc:sldMk cId="763177085" sldId="361"/>
            <ac:spMk id="18" creationId="{7657A596-C0D9-BB29-D9FC-145AEDCD0E46}"/>
          </ac:spMkLst>
        </pc:spChg>
        <pc:grpChg chg="add mod">
          <ac:chgData name="Sohag Kabir" userId="e9b0da40-aef8-480a-bb63-d1daacecf555" providerId="ADAL" clId="{1F38D4F1-04EA-4679-AABE-783D48579403}" dt="2024-10-18T10:06:51.281" v="2029" actId="1037"/>
          <ac:grpSpMkLst>
            <pc:docMk/>
            <pc:sldMk cId="763177085" sldId="361"/>
            <ac:grpSpMk id="8" creationId="{9271CA43-F069-1F25-11DB-CF562689840C}"/>
          </ac:grpSpMkLst>
        </pc:grpChg>
        <pc:grpChg chg="add mod">
          <ac:chgData name="Sohag Kabir" userId="e9b0da40-aef8-480a-bb63-d1daacecf555" providerId="ADAL" clId="{1F38D4F1-04EA-4679-AABE-783D48579403}" dt="2024-10-18T10:06:51.281" v="2029" actId="1037"/>
          <ac:grpSpMkLst>
            <pc:docMk/>
            <pc:sldMk cId="763177085" sldId="361"/>
            <ac:grpSpMk id="11" creationId="{9A535DC2-22AC-B320-E805-E3A9B58AE8E6}"/>
          </ac:grpSpMkLst>
        </pc:grpChg>
      </pc:sldChg>
      <pc:sldChg chg="addSp delSp modSp add mod delAnim">
        <pc:chgData name="Sohag Kabir" userId="e9b0da40-aef8-480a-bb63-d1daacecf555" providerId="ADAL" clId="{1F38D4F1-04EA-4679-AABE-783D48579403}" dt="2024-10-18T10:12:53.638" v="2143" actId="207"/>
        <pc:sldMkLst>
          <pc:docMk/>
          <pc:sldMk cId="1752164433" sldId="362"/>
        </pc:sldMkLst>
        <pc:spChg chg="add mod">
          <ac:chgData name="Sohag Kabir" userId="e9b0da40-aef8-480a-bb63-d1daacecf555" providerId="ADAL" clId="{1F38D4F1-04EA-4679-AABE-783D48579403}" dt="2024-10-18T10:12:22.143" v="2139" actId="1076"/>
          <ac:spMkLst>
            <pc:docMk/>
            <pc:sldMk cId="1752164433" sldId="362"/>
            <ac:spMk id="3" creationId="{321687DF-E5AF-5AD3-269E-17CBC843A971}"/>
          </ac:spMkLst>
        </pc:spChg>
        <pc:spChg chg="add mod">
          <ac:chgData name="Sohag Kabir" userId="e9b0da40-aef8-480a-bb63-d1daacecf555" providerId="ADAL" clId="{1F38D4F1-04EA-4679-AABE-783D48579403}" dt="2024-10-18T10:12:53.638" v="2143" actId="207"/>
          <ac:spMkLst>
            <pc:docMk/>
            <pc:sldMk cId="1752164433" sldId="362"/>
            <ac:spMk id="4" creationId="{F053BB20-1BBC-901F-2661-9A60CF826D7A}"/>
          </ac:spMkLst>
        </pc:spChg>
        <pc:spChg chg="mod">
          <ac:chgData name="Sohag Kabir" userId="e9b0da40-aef8-480a-bb63-d1daacecf555" providerId="ADAL" clId="{1F38D4F1-04EA-4679-AABE-783D48579403}" dt="2024-10-18T10:09:10.847" v="2033" actId="20577"/>
          <ac:spMkLst>
            <pc:docMk/>
            <pc:sldMk cId="1752164433" sldId="362"/>
            <ac:spMk id="5" creationId="{58E70ACA-2DC4-3E8E-3183-A1AD0163E691}"/>
          </ac:spMkLst>
        </pc:spChg>
        <pc:spChg chg="mod">
          <ac:chgData name="Sohag Kabir" userId="e9b0da40-aef8-480a-bb63-d1daacecf555" providerId="ADAL" clId="{1F38D4F1-04EA-4679-AABE-783D48579403}" dt="2024-10-18T10:12:00.285" v="2135" actId="20577"/>
          <ac:spMkLst>
            <pc:docMk/>
            <pc:sldMk cId="1752164433" sldId="362"/>
            <ac:spMk id="9" creationId="{8546BF0C-1F6D-6945-F782-E2F6F2EFD7BA}"/>
          </ac:spMkLst>
        </pc:spChg>
        <pc:spChg chg="mod">
          <ac:chgData name="Sohag Kabir" userId="e9b0da40-aef8-480a-bb63-d1daacecf555" providerId="ADAL" clId="{1F38D4F1-04EA-4679-AABE-783D48579403}" dt="2024-10-18T10:10:20.511" v="2070" actId="20577"/>
          <ac:spMkLst>
            <pc:docMk/>
            <pc:sldMk cId="1752164433" sldId="362"/>
            <ac:spMk id="10" creationId="{C975B470-7D00-CA68-A23B-C46654351311}"/>
          </ac:spMkLst>
        </pc:spChg>
        <pc:spChg chg="del topLvl">
          <ac:chgData name="Sohag Kabir" userId="e9b0da40-aef8-480a-bb63-d1daacecf555" providerId="ADAL" clId="{1F38D4F1-04EA-4679-AABE-783D48579403}" dt="2024-10-18T10:10:01.505" v="2056" actId="478"/>
          <ac:spMkLst>
            <pc:docMk/>
            <pc:sldMk cId="1752164433" sldId="362"/>
            <ac:spMk id="13" creationId="{A37788A9-22F2-06A2-229F-80D6A2ADC0FD}"/>
          </ac:spMkLst>
        </pc:spChg>
        <pc:spChg chg="del topLvl">
          <ac:chgData name="Sohag Kabir" userId="e9b0da40-aef8-480a-bb63-d1daacecf555" providerId="ADAL" clId="{1F38D4F1-04EA-4679-AABE-783D48579403}" dt="2024-10-18T10:10:02.950" v="2057" actId="478"/>
          <ac:spMkLst>
            <pc:docMk/>
            <pc:sldMk cId="1752164433" sldId="362"/>
            <ac:spMk id="14" creationId="{276F3C59-1988-4F0A-F6A5-73513537D1DF}"/>
          </ac:spMkLst>
        </pc:spChg>
        <pc:spChg chg="del mod">
          <ac:chgData name="Sohag Kabir" userId="e9b0da40-aef8-480a-bb63-d1daacecf555" providerId="ADAL" clId="{1F38D4F1-04EA-4679-AABE-783D48579403}" dt="2024-10-18T10:12:06.429" v="2136" actId="478"/>
          <ac:spMkLst>
            <pc:docMk/>
            <pc:sldMk cId="1752164433" sldId="362"/>
            <ac:spMk id="15" creationId="{D480CDF3-2611-C500-1EC0-16CB01CD1A97}"/>
          </ac:spMkLst>
        </pc:spChg>
        <pc:spChg chg="del">
          <ac:chgData name="Sohag Kabir" userId="e9b0da40-aef8-480a-bb63-d1daacecf555" providerId="ADAL" clId="{1F38D4F1-04EA-4679-AABE-783D48579403}" dt="2024-10-18T10:10:25.436" v="2071" actId="478"/>
          <ac:spMkLst>
            <pc:docMk/>
            <pc:sldMk cId="1752164433" sldId="362"/>
            <ac:spMk id="16" creationId="{58B7C28D-9667-F4E1-7233-3032B892C19E}"/>
          </ac:spMkLst>
        </pc:spChg>
        <pc:spChg chg="del">
          <ac:chgData name="Sohag Kabir" userId="e9b0da40-aef8-480a-bb63-d1daacecf555" providerId="ADAL" clId="{1F38D4F1-04EA-4679-AABE-783D48579403}" dt="2024-10-18T10:10:27.857" v="2073" actId="478"/>
          <ac:spMkLst>
            <pc:docMk/>
            <pc:sldMk cId="1752164433" sldId="362"/>
            <ac:spMk id="17" creationId="{786AD883-0DED-E4EA-1216-F5D82DEA8344}"/>
          </ac:spMkLst>
        </pc:spChg>
        <pc:spChg chg="del">
          <ac:chgData name="Sohag Kabir" userId="e9b0da40-aef8-480a-bb63-d1daacecf555" providerId="ADAL" clId="{1F38D4F1-04EA-4679-AABE-783D48579403}" dt="2024-10-18T10:10:26.701" v="2072" actId="478"/>
          <ac:spMkLst>
            <pc:docMk/>
            <pc:sldMk cId="1752164433" sldId="362"/>
            <ac:spMk id="18" creationId="{7657A596-C0D9-BB29-D9FC-145AEDCD0E46}"/>
          </ac:spMkLst>
        </pc:spChg>
        <pc:grpChg chg="mod">
          <ac:chgData name="Sohag Kabir" userId="e9b0da40-aef8-480a-bb63-d1daacecf555" providerId="ADAL" clId="{1F38D4F1-04EA-4679-AABE-783D48579403}" dt="2024-10-18T10:12:14.046" v="2137" actId="1076"/>
          <ac:grpSpMkLst>
            <pc:docMk/>
            <pc:sldMk cId="1752164433" sldId="362"/>
            <ac:grpSpMk id="8" creationId="{9271CA43-F069-1F25-11DB-CF562689840C}"/>
          </ac:grpSpMkLst>
        </pc:grpChg>
        <pc:grpChg chg="del mod">
          <ac:chgData name="Sohag Kabir" userId="e9b0da40-aef8-480a-bb63-d1daacecf555" providerId="ADAL" clId="{1F38D4F1-04EA-4679-AABE-783D48579403}" dt="2024-10-18T10:10:01.505" v="2056" actId="478"/>
          <ac:grpSpMkLst>
            <pc:docMk/>
            <pc:sldMk cId="1752164433" sldId="362"/>
            <ac:grpSpMk id="11" creationId="{9A535DC2-22AC-B320-E805-E3A9B58AE8E6}"/>
          </ac:grpSpMkLst>
        </pc:grpChg>
      </pc:sldChg>
      <pc:sldChg chg="addSp delSp modSp add mod ord delAnim modAnim">
        <pc:chgData name="Sohag Kabir" userId="e9b0da40-aef8-480a-bb63-d1daacecf555" providerId="ADAL" clId="{1F38D4F1-04EA-4679-AABE-783D48579403}" dt="2024-10-18T10:19:35.552" v="2210"/>
        <pc:sldMkLst>
          <pc:docMk/>
          <pc:sldMk cId="1413421255" sldId="363"/>
        </pc:sldMkLst>
        <pc:spChg chg="add mod">
          <ac:chgData name="Sohag Kabir" userId="e9b0da40-aef8-480a-bb63-d1daacecf555" providerId="ADAL" clId="{1F38D4F1-04EA-4679-AABE-783D48579403}" dt="2024-10-18T10:15:49.704" v="2169" actId="164"/>
          <ac:spMkLst>
            <pc:docMk/>
            <pc:sldMk cId="1413421255" sldId="363"/>
            <ac:spMk id="3" creationId="{FF798CBB-C217-D70C-A240-7D56DD734B36}"/>
          </ac:spMkLst>
        </pc:spChg>
        <pc:spChg chg="add mod">
          <ac:chgData name="Sohag Kabir" userId="e9b0da40-aef8-480a-bb63-d1daacecf555" providerId="ADAL" clId="{1F38D4F1-04EA-4679-AABE-783D48579403}" dt="2024-10-18T10:15:49.704" v="2169" actId="164"/>
          <ac:spMkLst>
            <pc:docMk/>
            <pc:sldMk cId="1413421255" sldId="363"/>
            <ac:spMk id="4" creationId="{5FA18FB5-B618-D07D-0002-6A810CA38FAD}"/>
          </ac:spMkLst>
        </pc:spChg>
        <pc:spChg chg="mod">
          <ac:chgData name="Sohag Kabir" userId="e9b0da40-aef8-480a-bb63-d1daacecf555" providerId="ADAL" clId="{1F38D4F1-04EA-4679-AABE-783D48579403}" dt="2024-10-18T10:13:25.776" v="2147" actId="20577"/>
          <ac:spMkLst>
            <pc:docMk/>
            <pc:sldMk cId="1413421255" sldId="363"/>
            <ac:spMk id="5" creationId="{58E70ACA-2DC4-3E8E-3183-A1AD0163E691}"/>
          </ac:spMkLst>
        </pc:spChg>
        <pc:spChg chg="mod topLvl">
          <ac:chgData name="Sohag Kabir" userId="e9b0da40-aef8-480a-bb63-d1daacecf555" providerId="ADAL" clId="{1F38D4F1-04EA-4679-AABE-783D48579403}" dt="2024-10-18T10:16:36.334" v="2181" actId="1076"/>
          <ac:spMkLst>
            <pc:docMk/>
            <pc:sldMk cId="1413421255" sldId="363"/>
            <ac:spMk id="9" creationId="{8546BF0C-1F6D-6945-F782-E2F6F2EFD7BA}"/>
          </ac:spMkLst>
        </pc:spChg>
        <pc:spChg chg="del topLvl">
          <ac:chgData name="Sohag Kabir" userId="e9b0da40-aef8-480a-bb63-d1daacecf555" providerId="ADAL" clId="{1F38D4F1-04EA-4679-AABE-783D48579403}" dt="2024-10-18T10:14:14.912" v="2154" actId="478"/>
          <ac:spMkLst>
            <pc:docMk/>
            <pc:sldMk cId="1413421255" sldId="363"/>
            <ac:spMk id="10" creationId="{C975B470-7D00-CA68-A23B-C46654351311}"/>
          </ac:spMkLst>
        </pc:spChg>
        <pc:spChg chg="mod topLvl">
          <ac:chgData name="Sohag Kabir" userId="e9b0da40-aef8-480a-bb63-d1daacecf555" providerId="ADAL" clId="{1F38D4F1-04EA-4679-AABE-783D48579403}" dt="2024-10-18T10:15:49.704" v="2169" actId="164"/>
          <ac:spMkLst>
            <pc:docMk/>
            <pc:sldMk cId="1413421255" sldId="363"/>
            <ac:spMk id="13" creationId="{A37788A9-22F2-06A2-229F-80D6A2ADC0FD}"/>
          </ac:spMkLst>
        </pc:spChg>
        <pc:spChg chg="del topLvl">
          <ac:chgData name="Sohag Kabir" userId="e9b0da40-aef8-480a-bb63-d1daacecf555" providerId="ADAL" clId="{1F38D4F1-04EA-4679-AABE-783D48579403}" dt="2024-10-18T10:14:11.893" v="2153" actId="478"/>
          <ac:spMkLst>
            <pc:docMk/>
            <pc:sldMk cId="1413421255" sldId="363"/>
            <ac:spMk id="14" creationId="{276F3C59-1988-4F0A-F6A5-73513537D1DF}"/>
          </ac:spMkLst>
        </pc:spChg>
        <pc:spChg chg="del mod">
          <ac:chgData name="Sohag Kabir" userId="e9b0da40-aef8-480a-bb63-d1daacecf555" providerId="ADAL" clId="{1F38D4F1-04EA-4679-AABE-783D48579403}" dt="2024-10-18T10:15:58.802" v="2173" actId="478"/>
          <ac:spMkLst>
            <pc:docMk/>
            <pc:sldMk cId="1413421255" sldId="363"/>
            <ac:spMk id="15" creationId="{D480CDF3-2611-C500-1EC0-16CB01CD1A97}"/>
          </ac:spMkLst>
        </pc:spChg>
        <pc:spChg chg="del">
          <ac:chgData name="Sohag Kabir" userId="e9b0da40-aef8-480a-bb63-d1daacecf555" providerId="ADAL" clId="{1F38D4F1-04EA-4679-AABE-783D48579403}" dt="2024-10-18T10:15:54.345" v="2170" actId="478"/>
          <ac:spMkLst>
            <pc:docMk/>
            <pc:sldMk cId="1413421255" sldId="363"/>
            <ac:spMk id="16" creationId="{58B7C28D-9667-F4E1-7233-3032B892C19E}"/>
          </ac:spMkLst>
        </pc:spChg>
        <pc:spChg chg="del">
          <ac:chgData name="Sohag Kabir" userId="e9b0da40-aef8-480a-bb63-d1daacecf555" providerId="ADAL" clId="{1F38D4F1-04EA-4679-AABE-783D48579403}" dt="2024-10-18T10:15:56.207" v="2171" actId="478"/>
          <ac:spMkLst>
            <pc:docMk/>
            <pc:sldMk cId="1413421255" sldId="363"/>
            <ac:spMk id="17" creationId="{786AD883-0DED-E4EA-1216-F5D82DEA8344}"/>
          </ac:spMkLst>
        </pc:spChg>
        <pc:spChg chg="del">
          <ac:chgData name="Sohag Kabir" userId="e9b0da40-aef8-480a-bb63-d1daacecf555" providerId="ADAL" clId="{1F38D4F1-04EA-4679-AABE-783D48579403}" dt="2024-10-18T10:15:57.767" v="2172" actId="478"/>
          <ac:spMkLst>
            <pc:docMk/>
            <pc:sldMk cId="1413421255" sldId="363"/>
            <ac:spMk id="18" creationId="{7657A596-C0D9-BB29-D9FC-145AEDCD0E46}"/>
          </ac:spMkLst>
        </pc:spChg>
        <pc:spChg chg="add mod">
          <ac:chgData name="Sohag Kabir" userId="e9b0da40-aef8-480a-bb63-d1daacecf555" providerId="ADAL" clId="{1F38D4F1-04EA-4679-AABE-783D48579403}" dt="2024-10-18T10:16:22.490" v="2177" actId="255"/>
          <ac:spMkLst>
            <pc:docMk/>
            <pc:sldMk cId="1413421255" sldId="363"/>
            <ac:spMk id="20" creationId="{76A89DB0-1E0D-5010-9F6B-3FDA45604AEA}"/>
          </ac:spMkLst>
        </pc:spChg>
        <pc:spChg chg="add mod">
          <ac:chgData name="Sohag Kabir" userId="e9b0da40-aef8-480a-bb63-d1daacecf555" providerId="ADAL" clId="{1F38D4F1-04EA-4679-AABE-783D48579403}" dt="2024-10-18T10:17:02.101" v="2184" actId="1076"/>
          <ac:spMkLst>
            <pc:docMk/>
            <pc:sldMk cId="1413421255" sldId="363"/>
            <ac:spMk id="21" creationId="{53E948E5-ACE2-A349-9EDF-4177128FE3A2}"/>
          </ac:spMkLst>
        </pc:spChg>
        <pc:spChg chg="add mod">
          <ac:chgData name="Sohag Kabir" userId="e9b0da40-aef8-480a-bb63-d1daacecf555" providerId="ADAL" clId="{1F38D4F1-04EA-4679-AABE-783D48579403}" dt="2024-10-18T10:18:23.501" v="2204" actId="1076"/>
          <ac:spMkLst>
            <pc:docMk/>
            <pc:sldMk cId="1413421255" sldId="363"/>
            <ac:spMk id="22" creationId="{B8482DED-6989-2EAE-E771-7CBD74AC10FE}"/>
          </ac:spMkLst>
        </pc:spChg>
        <pc:grpChg chg="del mod">
          <ac:chgData name="Sohag Kabir" userId="e9b0da40-aef8-480a-bb63-d1daacecf555" providerId="ADAL" clId="{1F38D4F1-04EA-4679-AABE-783D48579403}" dt="2024-10-18T10:14:14.912" v="2154" actId="478"/>
          <ac:grpSpMkLst>
            <pc:docMk/>
            <pc:sldMk cId="1413421255" sldId="363"/>
            <ac:grpSpMk id="8" creationId="{9271CA43-F069-1F25-11DB-CF562689840C}"/>
          </ac:grpSpMkLst>
        </pc:grpChg>
        <pc:grpChg chg="del mod">
          <ac:chgData name="Sohag Kabir" userId="e9b0da40-aef8-480a-bb63-d1daacecf555" providerId="ADAL" clId="{1F38D4F1-04EA-4679-AABE-783D48579403}" dt="2024-10-18T10:14:11.893" v="2153" actId="478"/>
          <ac:grpSpMkLst>
            <pc:docMk/>
            <pc:sldMk cId="1413421255" sldId="363"/>
            <ac:grpSpMk id="11" creationId="{9A535DC2-22AC-B320-E805-E3A9B58AE8E6}"/>
          </ac:grpSpMkLst>
        </pc:grpChg>
        <pc:grpChg chg="add mod">
          <ac:chgData name="Sohag Kabir" userId="e9b0da40-aef8-480a-bb63-d1daacecf555" providerId="ADAL" clId="{1F38D4F1-04EA-4679-AABE-783D48579403}" dt="2024-10-18T10:16:43.973" v="2182" actId="1076"/>
          <ac:grpSpMkLst>
            <pc:docMk/>
            <pc:sldMk cId="1413421255" sldId="363"/>
            <ac:grpSpMk id="19" creationId="{1BA03CD6-9582-7D35-D271-CE149F26BE56}"/>
          </ac:grpSpMkLst>
        </pc:grpChg>
      </pc:sldChg>
      <pc:sldChg chg="addSp delSp modSp add mod ord modAnim">
        <pc:chgData name="Sohag Kabir" userId="e9b0da40-aef8-480a-bb63-d1daacecf555" providerId="ADAL" clId="{1F38D4F1-04EA-4679-AABE-783D48579403}" dt="2024-10-18T10:27:42.863" v="2376"/>
        <pc:sldMkLst>
          <pc:docMk/>
          <pc:sldMk cId="966355620" sldId="364"/>
        </pc:sldMkLst>
        <pc:spChg chg="mod">
          <ac:chgData name="Sohag Kabir" userId="e9b0da40-aef8-480a-bb63-d1daacecf555" providerId="ADAL" clId="{1F38D4F1-04EA-4679-AABE-783D48579403}" dt="2024-10-18T10:25:25.189" v="2365" actId="1076"/>
          <ac:spMkLst>
            <pc:docMk/>
            <pc:sldMk cId="966355620" sldId="364"/>
            <ac:spMk id="3" creationId="{321687DF-E5AF-5AD3-269E-17CBC843A971}"/>
          </ac:spMkLst>
        </pc:spChg>
        <pc:spChg chg="del">
          <ac:chgData name="Sohag Kabir" userId="e9b0da40-aef8-480a-bb63-d1daacecf555" providerId="ADAL" clId="{1F38D4F1-04EA-4679-AABE-783D48579403}" dt="2024-10-18T10:20:55.094" v="2220" actId="478"/>
          <ac:spMkLst>
            <pc:docMk/>
            <pc:sldMk cId="966355620" sldId="364"/>
            <ac:spMk id="4" creationId="{F053BB20-1BBC-901F-2661-9A60CF826D7A}"/>
          </ac:spMkLst>
        </pc:spChg>
        <pc:spChg chg="mod">
          <ac:chgData name="Sohag Kabir" userId="e9b0da40-aef8-480a-bb63-d1daacecf555" providerId="ADAL" clId="{1F38D4F1-04EA-4679-AABE-783D48579403}" dt="2024-10-18T10:20:23.666" v="2214" actId="20577"/>
          <ac:spMkLst>
            <pc:docMk/>
            <pc:sldMk cId="966355620" sldId="364"/>
            <ac:spMk id="5" creationId="{58E70ACA-2DC4-3E8E-3183-A1AD0163E691}"/>
          </ac:spMkLst>
        </pc:spChg>
        <pc:spChg chg="mod topLvl">
          <ac:chgData name="Sohag Kabir" userId="e9b0da40-aef8-480a-bb63-d1daacecf555" providerId="ADAL" clId="{1F38D4F1-04EA-4679-AABE-783D48579403}" dt="2024-10-18T10:27:42.863" v="2376"/>
          <ac:spMkLst>
            <pc:docMk/>
            <pc:sldMk cId="966355620" sldId="364"/>
            <ac:spMk id="9" creationId="{8546BF0C-1F6D-6945-F782-E2F6F2EFD7BA}"/>
          </ac:spMkLst>
        </pc:spChg>
        <pc:spChg chg="del topLvl">
          <ac:chgData name="Sohag Kabir" userId="e9b0da40-aef8-480a-bb63-d1daacecf555" providerId="ADAL" clId="{1F38D4F1-04EA-4679-AABE-783D48579403}" dt="2024-10-18T10:20:48.309" v="2218" actId="478"/>
          <ac:spMkLst>
            <pc:docMk/>
            <pc:sldMk cId="966355620" sldId="364"/>
            <ac:spMk id="10" creationId="{C975B470-7D00-CA68-A23B-C46654351311}"/>
          </ac:spMkLst>
        </pc:spChg>
        <pc:spChg chg="add mod">
          <ac:chgData name="Sohag Kabir" userId="e9b0da40-aef8-480a-bb63-d1daacecf555" providerId="ADAL" clId="{1F38D4F1-04EA-4679-AABE-783D48579403}" dt="2024-10-18T10:22:48.045" v="2314" actId="1076"/>
          <ac:spMkLst>
            <pc:docMk/>
            <pc:sldMk cId="966355620" sldId="364"/>
            <ac:spMk id="11" creationId="{0501E990-BE5F-89FA-3E67-61D3C16AF7FD}"/>
          </ac:spMkLst>
        </pc:spChg>
        <pc:spChg chg="add mod">
          <ac:chgData name="Sohag Kabir" userId="e9b0da40-aef8-480a-bb63-d1daacecf555" providerId="ADAL" clId="{1F38D4F1-04EA-4679-AABE-783D48579403}" dt="2024-10-18T10:25:55.123" v="2368" actId="208"/>
          <ac:spMkLst>
            <pc:docMk/>
            <pc:sldMk cId="966355620" sldId="364"/>
            <ac:spMk id="13" creationId="{6CD20F89-9DAC-B26A-B252-C3826651D10E}"/>
          </ac:spMkLst>
        </pc:spChg>
        <pc:spChg chg="add mod">
          <ac:chgData name="Sohag Kabir" userId="e9b0da40-aef8-480a-bb63-d1daacecf555" providerId="ADAL" clId="{1F38D4F1-04EA-4679-AABE-783D48579403}" dt="2024-10-18T10:26:47.214" v="2374" actId="2711"/>
          <ac:spMkLst>
            <pc:docMk/>
            <pc:sldMk cId="966355620" sldId="364"/>
            <ac:spMk id="14" creationId="{537891C3-CD26-DE4A-9E87-3654E2F7BA6F}"/>
          </ac:spMkLst>
        </pc:spChg>
        <pc:grpChg chg="del mod">
          <ac:chgData name="Sohag Kabir" userId="e9b0da40-aef8-480a-bb63-d1daacecf555" providerId="ADAL" clId="{1F38D4F1-04EA-4679-AABE-783D48579403}" dt="2024-10-18T10:20:48.309" v="2218" actId="478"/>
          <ac:grpSpMkLst>
            <pc:docMk/>
            <pc:sldMk cId="966355620" sldId="364"/>
            <ac:grpSpMk id="8" creationId="{9271CA43-F069-1F25-11DB-CF562689840C}"/>
          </ac:grpSpMkLst>
        </pc:grpChg>
      </pc:sldChg>
      <pc:sldChg chg="addSp modSp add mod modAnim">
        <pc:chgData name="Sohag Kabir" userId="e9b0da40-aef8-480a-bb63-d1daacecf555" providerId="ADAL" clId="{1F38D4F1-04EA-4679-AABE-783D48579403}" dt="2024-10-18T10:57:17.355" v="2741" actId="1076"/>
        <pc:sldMkLst>
          <pc:docMk/>
          <pc:sldMk cId="3818541458" sldId="365"/>
        </pc:sldMkLst>
        <pc:spChg chg="mod">
          <ac:chgData name="Sohag Kabir" userId="e9b0da40-aef8-480a-bb63-d1daacecf555" providerId="ADAL" clId="{1F38D4F1-04EA-4679-AABE-783D48579403}" dt="2024-10-18T10:48:32.740" v="2636" actId="27636"/>
          <ac:spMkLst>
            <pc:docMk/>
            <pc:sldMk cId="3818541458" sldId="365"/>
            <ac:spMk id="2" creationId="{DE13D453-4D7B-47BF-AED4-27D56C3644AA}"/>
          </ac:spMkLst>
        </pc:spChg>
        <pc:spChg chg="add mod">
          <ac:chgData name="Sohag Kabir" userId="e9b0da40-aef8-480a-bb63-d1daacecf555" providerId="ADAL" clId="{1F38D4F1-04EA-4679-AABE-783D48579403}" dt="2024-10-18T10:57:12.755" v="2740" actId="255"/>
          <ac:spMkLst>
            <pc:docMk/>
            <pc:sldMk cId="3818541458" sldId="365"/>
            <ac:spMk id="3" creationId="{99BEFC49-A833-195F-F94A-4C992029E974}"/>
          </ac:spMkLst>
        </pc:spChg>
        <pc:spChg chg="add mod">
          <ac:chgData name="Sohag Kabir" userId="e9b0da40-aef8-480a-bb63-d1daacecf555" providerId="ADAL" clId="{1F38D4F1-04EA-4679-AABE-783D48579403}" dt="2024-10-18T10:57:17.355" v="2741" actId="1076"/>
          <ac:spMkLst>
            <pc:docMk/>
            <pc:sldMk cId="3818541458" sldId="365"/>
            <ac:spMk id="5" creationId="{852F9159-B257-2B68-DB07-41DA614A8B8E}"/>
          </ac:spMkLst>
        </pc:spChg>
        <pc:spChg chg="add mod">
          <ac:chgData name="Sohag Kabir" userId="e9b0da40-aef8-480a-bb63-d1daacecf555" providerId="ADAL" clId="{1F38D4F1-04EA-4679-AABE-783D48579403}" dt="2024-10-18T10:56:00.091" v="2734" actId="1076"/>
          <ac:spMkLst>
            <pc:docMk/>
            <pc:sldMk cId="3818541458" sldId="365"/>
            <ac:spMk id="8" creationId="{3ACCF7F5-8994-F67E-D2BA-A5139CFC83BB}"/>
          </ac:spMkLst>
        </pc:spChg>
        <pc:spChg chg="add mod">
          <ac:chgData name="Sohag Kabir" userId="e9b0da40-aef8-480a-bb63-d1daacecf555" providerId="ADAL" clId="{1F38D4F1-04EA-4679-AABE-783D48579403}" dt="2024-10-18T10:55:44.987" v="2733" actId="2711"/>
          <ac:spMkLst>
            <pc:docMk/>
            <pc:sldMk cId="3818541458" sldId="365"/>
            <ac:spMk id="9" creationId="{590C90E8-0DE3-C0C2-8A6C-9A299DFDE038}"/>
          </ac:spMkLst>
        </pc:spChg>
        <pc:graphicFrameChg chg="mod modGraphic">
          <ac:chgData name="Sohag Kabir" userId="e9b0da40-aef8-480a-bb63-d1daacecf555" providerId="ADAL" clId="{1F38D4F1-04EA-4679-AABE-783D48579403}" dt="2024-10-18T10:56:45.795" v="2739" actId="1076"/>
          <ac:graphicFrameMkLst>
            <pc:docMk/>
            <pc:sldMk cId="3818541458" sldId="365"/>
            <ac:graphicFrameMk id="4" creationId="{E2E688DE-503F-9977-49F3-4E3903096A55}"/>
          </ac:graphicFrameMkLst>
        </pc:graphicFrameChg>
      </pc:sldChg>
      <pc:sldChg chg="addSp delSp modSp add mod delAnim modAnim">
        <pc:chgData name="Sohag Kabir" userId="e9b0da40-aef8-480a-bb63-d1daacecf555" providerId="ADAL" clId="{1F38D4F1-04EA-4679-AABE-783D48579403}" dt="2024-10-19T17:49:02.939" v="4617" actId="20577"/>
        <pc:sldMkLst>
          <pc:docMk/>
          <pc:sldMk cId="2349230793" sldId="366"/>
        </pc:sldMkLst>
        <pc:spChg chg="del">
          <ac:chgData name="Sohag Kabir" userId="e9b0da40-aef8-480a-bb63-d1daacecf555" providerId="ADAL" clId="{1F38D4F1-04EA-4679-AABE-783D48579403}" dt="2024-10-18T11:08:02.199" v="2752" actId="478"/>
          <ac:spMkLst>
            <pc:docMk/>
            <pc:sldMk cId="2349230793" sldId="366"/>
            <ac:spMk id="3" creationId="{99BEFC49-A833-195F-F94A-4C992029E974}"/>
          </ac:spMkLst>
        </pc:spChg>
        <pc:spChg chg="del">
          <ac:chgData name="Sohag Kabir" userId="e9b0da40-aef8-480a-bb63-d1daacecf555" providerId="ADAL" clId="{1F38D4F1-04EA-4679-AABE-783D48579403}" dt="2024-10-18T11:07:58.801" v="2751" actId="478"/>
          <ac:spMkLst>
            <pc:docMk/>
            <pc:sldMk cId="2349230793" sldId="366"/>
            <ac:spMk id="5" creationId="{852F9159-B257-2B68-DB07-41DA614A8B8E}"/>
          </ac:spMkLst>
        </pc:spChg>
        <pc:spChg chg="del">
          <ac:chgData name="Sohag Kabir" userId="e9b0da40-aef8-480a-bb63-d1daacecf555" providerId="ADAL" clId="{1F38D4F1-04EA-4679-AABE-783D48579403}" dt="2024-10-18T11:08:11.338" v="2754" actId="478"/>
          <ac:spMkLst>
            <pc:docMk/>
            <pc:sldMk cId="2349230793" sldId="366"/>
            <ac:spMk id="8" creationId="{3ACCF7F5-8994-F67E-D2BA-A5139CFC83BB}"/>
          </ac:spMkLst>
        </pc:spChg>
        <pc:spChg chg="del">
          <ac:chgData name="Sohag Kabir" userId="e9b0da40-aef8-480a-bb63-d1daacecf555" providerId="ADAL" clId="{1F38D4F1-04EA-4679-AABE-783D48579403}" dt="2024-10-18T11:08:07.174" v="2753" actId="478"/>
          <ac:spMkLst>
            <pc:docMk/>
            <pc:sldMk cId="2349230793" sldId="366"/>
            <ac:spMk id="9" creationId="{590C90E8-0DE3-C0C2-8A6C-9A299DFDE038}"/>
          </ac:spMkLst>
        </pc:spChg>
        <pc:spChg chg="add mod">
          <ac:chgData name="Sohag Kabir" userId="e9b0da40-aef8-480a-bb63-d1daacecf555" providerId="ADAL" clId="{1F38D4F1-04EA-4679-AABE-783D48579403}" dt="2024-10-18T11:20:24.346" v="2761" actId="255"/>
          <ac:spMkLst>
            <pc:docMk/>
            <pc:sldMk cId="2349230793" sldId="366"/>
            <ac:spMk id="10" creationId="{721C33D4-A8B7-1C5C-05C2-D6A03CC99540}"/>
          </ac:spMkLst>
        </pc:spChg>
        <pc:spChg chg="add mod">
          <ac:chgData name="Sohag Kabir" userId="e9b0da40-aef8-480a-bb63-d1daacecf555" providerId="ADAL" clId="{1F38D4F1-04EA-4679-AABE-783D48579403}" dt="2024-10-18T11:21:12.905" v="2768" actId="1076"/>
          <ac:spMkLst>
            <pc:docMk/>
            <pc:sldMk cId="2349230793" sldId="366"/>
            <ac:spMk id="11" creationId="{7D1BB36C-5711-D46F-0393-0BCE02EE8DAB}"/>
          </ac:spMkLst>
        </pc:spChg>
        <pc:spChg chg="add mod">
          <ac:chgData name="Sohag Kabir" userId="e9b0da40-aef8-480a-bb63-d1daacecf555" providerId="ADAL" clId="{1F38D4F1-04EA-4679-AABE-783D48579403}" dt="2024-10-19T17:49:02.939" v="4617" actId="20577"/>
          <ac:spMkLst>
            <pc:docMk/>
            <pc:sldMk cId="2349230793" sldId="366"/>
            <ac:spMk id="13" creationId="{DF431223-4EC9-201F-95C9-DAA4A30F12A5}"/>
          </ac:spMkLst>
        </pc:spChg>
        <pc:spChg chg="add mod">
          <ac:chgData name="Sohag Kabir" userId="e9b0da40-aef8-480a-bb63-d1daacecf555" providerId="ADAL" clId="{1F38D4F1-04EA-4679-AABE-783D48579403}" dt="2024-10-18T11:21:26.943" v="2772" actId="1076"/>
          <ac:spMkLst>
            <pc:docMk/>
            <pc:sldMk cId="2349230793" sldId="366"/>
            <ac:spMk id="14" creationId="{52801177-248F-ED11-D2D1-0C3E5131F222}"/>
          </ac:spMkLst>
        </pc:spChg>
        <pc:graphicFrameChg chg="del modGraphic">
          <ac:chgData name="Sohag Kabir" userId="e9b0da40-aef8-480a-bb63-d1daacecf555" providerId="ADAL" clId="{1F38D4F1-04EA-4679-AABE-783D48579403}" dt="2024-10-18T11:07:55.788" v="2750" actId="478"/>
          <ac:graphicFrameMkLst>
            <pc:docMk/>
            <pc:sldMk cId="2349230793" sldId="366"/>
            <ac:graphicFrameMk id="4" creationId="{E2E688DE-503F-9977-49F3-4E3903096A55}"/>
          </ac:graphicFrameMkLst>
        </pc:graphicFrameChg>
      </pc:sldChg>
      <pc:sldChg chg="addSp delSp modSp add mod delAnim modAnim">
        <pc:chgData name="Sohag Kabir" userId="e9b0da40-aef8-480a-bb63-d1daacecf555" providerId="ADAL" clId="{1F38D4F1-04EA-4679-AABE-783D48579403}" dt="2024-10-18T11:25:44.353" v="2798"/>
        <pc:sldMkLst>
          <pc:docMk/>
          <pc:sldMk cId="1395021926" sldId="367"/>
        </pc:sldMkLst>
        <pc:spChg chg="add mod">
          <ac:chgData name="Sohag Kabir" userId="e9b0da40-aef8-480a-bb63-d1daacecf555" providerId="ADAL" clId="{1F38D4F1-04EA-4679-AABE-783D48579403}" dt="2024-10-18T11:24:49.569" v="2789" actId="6549"/>
          <ac:spMkLst>
            <pc:docMk/>
            <pc:sldMk cId="1395021926" sldId="367"/>
            <ac:spMk id="3" creationId="{3587C273-C991-5D03-2926-695E4F3CB6E8}"/>
          </ac:spMkLst>
        </pc:spChg>
        <pc:spChg chg="add mod">
          <ac:chgData name="Sohag Kabir" userId="e9b0da40-aef8-480a-bb63-d1daacecf555" providerId="ADAL" clId="{1F38D4F1-04EA-4679-AABE-783D48579403}" dt="2024-10-18T11:25:36.176" v="2797" actId="1076"/>
          <ac:spMkLst>
            <pc:docMk/>
            <pc:sldMk cId="1395021926" sldId="367"/>
            <ac:spMk id="4" creationId="{E62F4F1D-2A62-7E9C-39FF-C54FF1FE525D}"/>
          </ac:spMkLst>
        </pc:spChg>
        <pc:spChg chg="add mod">
          <ac:chgData name="Sohag Kabir" userId="e9b0da40-aef8-480a-bb63-d1daacecf555" providerId="ADAL" clId="{1F38D4F1-04EA-4679-AABE-783D48579403}" dt="2024-10-18T11:25:28.591" v="2795" actId="1076"/>
          <ac:spMkLst>
            <pc:docMk/>
            <pc:sldMk cId="1395021926" sldId="367"/>
            <ac:spMk id="5" creationId="{4110BCD8-3BA2-9B51-A397-EC5DCB749D26}"/>
          </ac:spMkLst>
        </pc:spChg>
        <pc:spChg chg="add mod">
          <ac:chgData name="Sohag Kabir" userId="e9b0da40-aef8-480a-bb63-d1daacecf555" providerId="ADAL" clId="{1F38D4F1-04EA-4679-AABE-783D48579403}" dt="2024-10-18T11:25:33.161" v="2796" actId="1076"/>
          <ac:spMkLst>
            <pc:docMk/>
            <pc:sldMk cId="1395021926" sldId="367"/>
            <ac:spMk id="8" creationId="{DF9634C2-F74A-892B-26C5-B74A4299A38F}"/>
          </ac:spMkLst>
        </pc:spChg>
        <pc:spChg chg="add del mod">
          <ac:chgData name="Sohag Kabir" userId="e9b0da40-aef8-480a-bb63-d1daacecf555" providerId="ADAL" clId="{1F38D4F1-04EA-4679-AABE-783D48579403}" dt="2024-10-18T11:23:49.936" v="2782" actId="478"/>
          <ac:spMkLst>
            <pc:docMk/>
            <pc:sldMk cId="1395021926" sldId="367"/>
            <ac:spMk id="9" creationId="{9FCC8DBE-8C85-E5F5-7E76-449EA3788A0D}"/>
          </ac:spMkLst>
        </pc:spChg>
        <pc:spChg chg="del mod">
          <ac:chgData name="Sohag Kabir" userId="e9b0da40-aef8-480a-bb63-d1daacecf555" providerId="ADAL" clId="{1F38D4F1-04EA-4679-AABE-783D48579403}" dt="2024-10-18T11:23:31.253" v="2777" actId="478"/>
          <ac:spMkLst>
            <pc:docMk/>
            <pc:sldMk cId="1395021926" sldId="367"/>
            <ac:spMk id="10" creationId="{721C33D4-A8B7-1C5C-05C2-D6A03CC99540}"/>
          </ac:spMkLst>
        </pc:spChg>
        <pc:spChg chg="del">
          <ac:chgData name="Sohag Kabir" userId="e9b0da40-aef8-480a-bb63-d1daacecf555" providerId="ADAL" clId="{1F38D4F1-04EA-4679-AABE-783D48579403}" dt="2024-10-18T11:23:32.896" v="2778" actId="478"/>
          <ac:spMkLst>
            <pc:docMk/>
            <pc:sldMk cId="1395021926" sldId="367"/>
            <ac:spMk id="11" creationId="{7D1BB36C-5711-D46F-0393-0BCE02EE8DAB}"/>
          </ac:spMkLst>
        </pc:spChg>
        <pc:spChg chg="del">
          <ac:chgData name="Sohag Kabir" userId="e9b0da40-aef8-480a-bb63-d1daacecf555" providerId="ADAL" clId="{1F38D4F1-04EA-4679-AABE-783D48579403}" dt="2024-10-18T11:23:34.445" v="2779" actId="478"/>
          <ac:spMkLst>
            <pc:docMk/>
            <pc:sldMk cId="1395021926" sldId="367"/>
            <ac:spMk id="13" creationId="{DF431223-4EC9-201F-95C9-DAA4A30F12A5}"/>
          </ac:spMkLst>
        </pc:spChg>
        <pc:spChg chg="del">
          <ac:chgData name="Sohag Kabir" userId="e9b0da40-aef8-480a-bb63-d1daacecf555" providerId="ADAL" clId="{1F38D4F1-04EA-4679-AABE-783D48579403}" dt="2024-10-18T11:23:36.317" v="2780" actId="478"/>
          <ac:spMkLst>
            <pc:docMk/>
            <pc:sldMk cId="1395021926" sldId="367"/>
            <ac:spMk id="14" creationId="{52801177-248F-ED11-D2D1-0C3E5131F222}"/>
          </ac:spMkLst>
        </pc:spChg>
      </pc:sldChg>
      <pc:sldChg chg="addSp delSp modSp add mod">
        <pc:chgData name="Sohag Kabir" userId="e9b0da40-aef8-480a-bb63-d1daacecf555" providerId="ADAL" clId="{1F38D4F1-04EA-4679-AABE-783D48579403}" dt="2024-10-18T13:38:27.139" v="3153" actId="1076"/>
        <pc:sldMkLst>
          <pc:docMk/>
          <pc:sldMk cId="299605582" sldId="368"/>
        </pc:sldMkLst>
        <pc:spChg chg="del">
          <ac:chgData name="Sohag Kabir" userId="e9b0da40-aef8-480a-bb63-d1daacecf555" providerId="ADAL" clId="{1F38D4F1-04EA-4679-AABE-783D48579403}" dt="2024-10-18T11:43:31.257" v="2895" actId="478"/>
          <ac:spMkLst>
            <pc:docMk/>
            <pc:sldMk cId="299605582" sldId="368"/>
            <ac:spMk id="3" creationId="{FAE63D6D-BD0A-D7AF-56DE-F85ECACF0D22}"/>
          </ac:spMkLst>
        </pc:spChg>
        <pc:spChg chg="add mod">
          <ac:chgData name="Sohag Kabir" userId="e9b0da40-aef8-480a-bb63-d1daacecf555" providerId="ADAL" clId="{1F38D4F1-04EA-4679-AABE-783D48579403}" dt="2024-10-18T13:38:27.139" v="3153" actId="1076"/>
          <ac:spMkLst>
            <pc:docMk/>
            <pc:sldMk cId="299605582" sldId="368"/>
            <ac:spMk id="4" creationId="{ED9498AD-3078-B419-D0B5-44CE563453A9}"/>
          </ac:spMkLst>
        </pc:spChg>
        <pc:spChg chg="add del mod">
          <ac:chgData name="Sohag Kabir" userId="e9b0da40-aef8-480a-bb63-d1daacecf555" providerId="ADAL" clId="{1F38D4F1-04EA-4679-AABE-783D48579403}" dt="2024-10-18T13:31:58.367" v="3099" actId="478"/>
          <ac:spMkLst>
            <pc:docMk/>
            <pc:sldMk cId="299605582" sldId="368"/>
            <ac:spMk id="5" creationId="{C7223CAA-1CB0-49BE-0AAC-93FD10D7080B}"/>
          </ac:spMkLst>
        </pc:spChg>
        <pc:spChg chg="add del mod">
          <ac:chgData name="Sohag Kabir" userId="e9b0da40-aef8-480a-bb63-d1daacecf555" providerId="ADAL" clId="{1F38D4F1-04EA-4679-AABE-783D48579403}" dt="2024-10-18T13:36:13.208" v="3133" actId="478"/>
          <ac:spMkLst>
            <pc:docMk/>
            <pc:sldMk cId="299605582" sldId="368"/>
            <ac:spMk id="9" creationId="{791B3477-80A1-23C1-50A5-C3F6935923AC}"/>
          </ac:spMkLst>
        </pc:spChg>
        <pc:spChg chg="add del mod">
          <ac:chgData name="Sohag Kabir" userId="e9b0da40-aef8-480a-bb63-d1daacecf555" providerId="ADAL" clId="{1F38D4F1-04EA-4679-AABE-783D48579403}" dt="2024-10-18T13:37:38.313" v="3152" actId="478"/>
          <ac:spMkLst>
            <pc:docMk/>
            <pc:sldMk cId="299605582" sldId="368"/>
            <ac:spMk id="11" creationId="{03752979-172C-7DFD-9AA2-36DBDCF7114E}"/>
          </ac:spMkLst>
        </pc:spChg>
        <pc:spChg chg="del">
          <ac:chgData name="Sohag Kabir" userId="e9b0da40-aef8-480a-bb63-d1daacecf555" providerId="ADAL" clId="{1F38D4F1-04EA-4679-AABE-783D48579403}" dt="2024-10-18T11:43:37.459" v="2897" actId="478"/>
          <ac:spMkLst>
            <pc:docMk/>
            <pc:sldMk cId="299605582" sldId="368"/>
            <ac:spMk id="12" creationId="{BF8BF7FE-086A-26AB-1C64-E999FF23A898}"/>
          </ac:spMkLst>
        </pc:spChg>
        <pc:spChg chg="del">
          <ac:chgData name="Sohag Kabir" userId="e9b0da40-aef8-480a-bb63-d1daacecf555" providerId="ADAL" clId="{1F38D4F1-04EA-4679-AABE-783D48579403}" dt="2024-10-18T11:43:36.106" v="2896" actId="478"/>
          <ac:spMkLst>
            <pc:docMk/>
            <pc:sldMk cId="299605582" sldId="368"/>
            <ac:spMk id="13" creationId="{852FB0DC-987C-A978-DF8A-AC84528B6B6C}"/>
          </ac:spMkLst>
        </pc:spChg>
      </pc:sldChg>
      <pc:sldChg chg="add ord">
        <pc:chgData name="Sohag Kabir" userId="e9b0da40-aef8-480a-bb63-d1daacecf555" providerId="ADAL" clId="{1F38D4F1-04EA-4679-AABE-783D48579403}" dt="2024-10-18T13:38:35.389" v="3155"/>
        <pc:sldMkLst>
          <pc:docMk/>
          <pc:sldMk cId="754407248" sldId="369"/>
        </pc:sldMkLst>
      </pc:sldChg>
      <pc:sldChg chg="addSp delSp modSp add mod modAnim">
        <pc:chgData name="Sohag Kabir" userId="e9b0da40-aef8-480a-bb63-d1daacecf555" providerId="ADAL" clId="{1F38D4F1-04EA-4679-AABE-783D48579403}" dt="2024-10-18T15:14:58.184" v="3267"/>
        <pc:sldMkLst>
          <pc:docMk/>
          <pc:sldMk cId="1311055612" sldId="370"/>
        </pc:sldMkLst>
        <pc:spChg chg="add del mod">
          <ac:chgData name="Sohag Kabir" userId="e9b0da40-aef8-480a-bb63-d1daacecf555" providerId="ADAL" clId="{1F38D4F1-04EA-4679-AABE-783D48579403}" dt="2024-10-18T13:47:47.835" v="3205" actId="478"/>
          <ac:spMkLst>
            <pc:docMk/>
            <pc:sldMk cId="1311055612" sldId="370"/>
            <ac:spMk id="3" creationId="{A4A4BB8E-0C7D-D435-7853-5B0C67228011}"/>
          </ac:spMkLst>
        </pc:spChg>
        <pc:spChg chg="del mod">
          <ac:chgData name="Sohag Kabir" userId="e9b0da40-aef8-480a-bb63-d1daacecf555" providerId="ADAL" clId="{1F38D4F1-04EA-4679-AABE-783D48579403}" dt="2024-10-18T13:42:25.986" v="3159" actId="478"/>
          <ac:spMkLst>
            <pc:docMk/>
            <pc:sldMk cId="1311055612" sldId="370"/>
            <ac:spMk id="4" creationId="{ED9498AD-3078-B419-D0B5-44CE563453A9}"/>
          </ac:spMkLst>
        </pc:spChg>
        <pc:spChg chg="add mod">
          <ac:chgData name="Sohag Kabir" userId="e9b0da40-aef8-480a-bb63-d1daacecf555" providerId="ADAL" clId="{1F38D4F1-04EA-4679-AABE-783D48579403}" dt="2024-10-18T13:42:34.666" v="3161" actId="1076"/>
          <ac:spMkLst>
            <pc:docMk/>
            <pc:sldMk cId="1311055612" sldId="370"/>
            <ac:spMk id="5" creationId="{00D7314E-91ED-F21E-86B0-2068CF4B1A25}"/>
          </ac:spMkLst>
        </pc:spChg>
        <pc:spChg chg="add mod">
          <ac:chgData name="Sohag Kabir" userId="e9b0da40-aef8-480a-bb63-d1daacecf555" providerId="ADAL" clId="{1F38D4F1-04EA-4679-AABE-783D48579403}" dt="2024-10-18T13:42:34.666" v="3161" actId="1076"/>
          <ac:spMkLst>
            <pc:docMk/>
            <pc:sldMk cId="1311055612" sldId="370"/>
            <ac:spMk id="8" creationId="{82406F66-E497-C40F-4BBC-2EA8500F6EE1}"/>
          </ac:spMkLst>
        </pc:spChg>
        <pc:spChg chg="add mod">
          <ac:chgData name="Sohag Kabir" userId="e9b0da40-aef8-480a-bb63-d1daacecf555" providerId="ADAL" clId="{1F38D4F1-04EA-4679-AABE-783D48579403}" dt="2024-10-18T13:42:34.666" v="3161" actId="1076"/>
          <ac:spMkLst>
            <pc:docMk/>
            <pc:sldMk cId="1311055612" sldId="370"/>
            <ac:spMk id="9" creationId="{058DBFE3-3342-8A84-BC5E-312DD99C4C06}"/>
          </ac:spMkLst>
        </pc:spChg>
        <pc:spChg chg="add mod">
          <ac:chgData name="Sohag Kabir" userId="e9b0da40-aef8-480a-bb63-d1daacecf555" providerId="ADAL" clId="{1F38D4F1-04EA-4679-AABE-783D48579403}" dt="2024-10-18T13:47:54.641" v="3206" actId="1076"/>
          <ac:spMkLst>
            <pc:docMk/>
            <pc:sldMk cId="1311055612" sldId="370"/>
            <ac:spMk id="10" creationId="{96C3230A-187D-230B-842F-EB54FA901C33}"/>
          </ac:spMkLst>
        </pc:spChg>
        <pc:spChg chg="add mod">
          <ac:chgData name="Sohag Kabir" userId="e9b0da40-aef8-480a-bb63-d1daacecf555" providerId="ADAL" clId="{1F38D4F1-04EA-4679-AABE-783D48579403}" dt="2024-10-18T15:12:18.065" v="3233" actId="14100"/>
          <ac:spMkLst>
            <pc:docMk/>
            <pc:sldMk cId="1311055612" sldId="370"/>
            <ac:spMk id="12" creationId="{121770B9-8F5F-E03B-432A-BB5ED4AE392D}"/>
          </ac:spMkLst>
        </pc:spChg>
        <pc:spChg chg="add del">
          <ac:chgData name="Sohag Kabir" userId="e9b0da40-aef8-480a-bb63-d1daacecf555" providerId="ADAL" clId="{1F38D4F1-04EA-4679-AABE-783D48579403}" dt="2024-10-18T15:10:43.311" v="3217"/>
          <ac:spMkLst>
            <pc:docMk/>
            <pc:sldMk cId="1311055612" sldId="370"/>
            <ac:spMk id="13" creationId="{BA50ECC9-A068-F4D3-2B00-FFA5D7CB2F05}"/>
          </ac:spMkLst>
        </pc:spChg>
        <pc:spChg chg="add mod">
          <ac:chgData name="Sohag Kabir" userId="e9b0da40-aef8-480a-bb63-d1daacecf555" providerId="ADAL" clId="{1F38D4F1-04EA-4679-AABE-783D48579403}" dt="2024-10-18T15:13:35.408" v="3243" actId="164"/>
          <ac:spMkLst>
            <pc:docMk/>
            <pc:sldMk cId="1311055612" sldId="370"/>
            <ac:spMk id="15" creationId="{15F13E4E-CC63-1E14-F812-A84B59D378FB}"/>
          </ac:spMkLst>
        </pc:spChg>
        <pc:spChg chg="add mod">
          <ac:chgData name="Sohag Kabir" userId="e9b0da40-aef8-480a-bb63-d1daacecf555" providerId="ADAL" clId="{1F38D4F1-04EA-4679-AABE-783D48579403}" dt="2024-10-18T15:13:35.408" v="3243" actId="164"/>
          <ac:spMkLst>
            <pc:docMk/>
            <pc:sldMk cId="1311055612" sldId="370"/>
            <ac:spMk id="17" creationId="{811C0D8C-18E9-30F5-D6D0-F9C7AD72F0DC}"/>
          </ac:spMkLst>
        </pc:spChg>
        <pc:spChg chg="add mod">
          <ac:chgData name="Sohag Kabir" userId="e9b0da40-aef8-480a-bb63-d1daacecf555" providerId="ADAL" clId="{1F38D4F1-04EA-4679-AABE-783D48579403}" dt="2024-10-18T15:14:47.213" v="3265" actId="164"/>
          <ac:spMkLst>
            <pc:docMk/>
            <pc:sldMk cId="1311055612" sldId="370"/>
            <ac:spMk id="19" creationId="{EC8A0F85-DCAC-A9BB-6F92-667853778BE4}"/>
          </ac:spMkLst>
        </pc:spChg>
        <pc:spChg chg="add mod">
          <ac:chgData name="Sohag Kabir" userId="e9b0da40-aef8-480a-bb63-d1daacecf555" providerId="ADAL" clId="{1F38D4F1-04EA-4679-AABE-783D48579403}" dt="2024-10-18T15:14:47.213" v="3265" actId="164"/>
          <ac:spMkLst>
            <pc:docMk/>
            <pc:sldMk cId="1311055612" sldId="370"/>
            <ac:spMk id="21" creationId="{4E6B0497-C9B4-07B0-8DB3-A4E76E027B47}"/>
          </ac:spMkLst>
        </pc:spChg>
        <pc:grpChg chg="add mod">
          <ac:chgData name="Sohag Kabir" userId="e9b0da40-aef8-480a-bb63-d1daacecf555" providerId="ADAL" clId="{1F38D4F1-04EA-4679-AABE-783D48579403}" dt="2024-10-18T15:14:14.704" v="3251" actId="1076"/>
          <ac:grpSpMkLst>
            <pc:docMk/>
            <pc:sldMk cId="1311055612" sldId="370"/>
            <ac:grpSpMk id="20" creationId="{26D34FFE-7436-85CC-D853-A8F23F6451C0}"/>
          </ac:grpSpMkLst>
        </pc:grpChg>
        <pc:grpChg chg="add mod">
          <ac:chgData name="Sohag Kabir" userId="e9b0da40-aef8-480a-bb63-d1daacecf555" providerId="ADAL" clId="{1F38D4F1-04EA-4679-AABE-783D48579403}" dt="2024-10-18T15:14:53.722" v="3266" actId="1076"/>
          <ac:grpSpMkLst>
            <pc:docMk/>
            <pc:sldMk cId="1311055612" sldId="370"/>
            <ac:grpSpMk id="22" creationId="{60A1675D-D479-2799-859C-FCD9BDF31313}"/>
          </ac:grpSpMkLst>
        </pc:grpChg>
        <pc:graphicFrameChg chg="add del mod modGraphic">
          <ac:chgData name="Sohag Kabir" userId="e9b0da40-aef8-480a-bb63-d1daacecf555" providerId="ADAL" clId="{1F38D4F1-04EA-4679-AABE-783D48579403}" dt="2024-10-18T13:47:41.718" v="3203" actId="478"/>
          <ac:graphicFrameMkLst>
            <pc:docMk/>
            <pc:sldMk cId="1311055612" sldId="370"/>
            <ac:graphicFrameMk id="11" creationId="{D968FBEB-E3CE-A8BE-A869-A21D27C654F4}"/>
          </ac:graphicFrameMkLst>
        </pc:graphicFrameChg>
      </pc:sldChg>
      <pc:sldChg chg="delSp modSp add mod ord">
        <pc:chgData name="Sohag Kabir" userId="e9b0da40-aef8-480a-bb63-d1daacecf555" providerId="ADAL" clId="{1F38D4F1-04EA-4679-AABE-783D48579403}" dt="2024-10-19T17:53:10.689" v="4618" actId="20577"/>
        <pc:sldMkLst>
          <pc:docMk/>
          <pc:sldMk cId="3901912987" sldId="371"/>
        </pc:sldMkLst>
        <pc:spChg chg="mod">
          <ac:chgData name="Sohag Kabir" userId="e9b0da40-aef8-480a-bb63-d1daacecf555" providerId="ADAL" clId="{1F38D4F1-04EA-4679-AABE-783D48579403}" dt="2024-10-19T17:53:10.689" v="4618" actId="20577"/>
          <ac:spMkLst>
            <pc:docMk/>
            <pc:sldMk cId="3901912987" sldId="371"/>
            <ac:spMk id="3" creationId="{A4A4BB8E-0C7D-D435-7853-5B0C67228011}"/>
          </ac:spMkLst>
        </pc:spChg>
        <pc:spChg chg="del">
          <ac:chgData name="Sohag Kabir" userId="e9b0da40-aef8-480a-bb63-d1daacecf555" providerId="ADAL" clId="{1F38D4F1-04EA-4679-AABE-783D48579403}" dt="2024-10-18T13:45:55.750" v="3193" actId="478"/>
          <ac:spMkLst>
            <pc:docMk/>
            <pc:sldMk cId="3901912987" sldId="371"/>
            <ac:spMk id="12" creationId="{121770B9-8F5F-E03B-432A-BB5ED4AE392D}"/>
          </ac:spMkLst>
        </pc:spChg>
        <pc:graphicFrameChg chg="mod modGraphic">
          <ac:chgData name="Sohag Kabir" userId="e9b0da40-aef8-480a-bb63-d1daacecf555" providerId="ADAL" clId="{1F38D4F1-04EA-4679-AABE-783D48579403}" dt="2024-10-18T13:46:47.113" v="3200" actId="2711"/>
          <ac:graphicFrameMkLst>
            <pc:docMk/>
            <pc:sldMk cId="3901912987" sldId="371"/>
            <ac:graphicFrameMk id="11" creationId="{D968FBEB-E3CE-A8BE-A869-A21D27C654F4}"/>
          </ac:graphicFrameMkLst>
        </pc:graphicFrameChg>
      </pc:sldChg>
      <pc:sldChg chg="addSp delSp modSp add mod delAnim">
        <pc:chgData name="Sohag Kabir" userId="e9b0da40-aef8-480a-bb63-d1daacecf555" providerId="ADAL" clId="{1F38D4F1-04EA-4679-AABE-783D48579403}" dt="2024-10-19T17:55:24.213" v="4621" actId="20577"/>
        <pc:sldMkLst>
          <pc:docMk/>
          <pc:sldMk cId="3747748722" sldId="372"/>
        </pc:sldMkLst>
        <pc:spChg chg="add mod">
          <ac:chgData name="Sohag Kabir" userId="e9b0da40-aef8-480a-bb63-d1daacecf555" providerId="ADAL" clId="{1F38D4F1-04EA-4679-AABE-783D48579403}" dt="2024-10-19T17:54:56.161" v="4619" actId="20577"/>
          <ac:spMkLst>
            <pc:docMk/>
            <pc:sldMk cId="3747748722" sldId="372"/>
            <ac:spMk id="3" creationId="{55D0641C-5BD2-37B0-EFF2-DE6F959E14AC}"/>
          </ac:spMkLst>
        </pc:spChg>
        <pc:spChg chg="add mod">
          <ac:chgData name="Sohag Kabir" userId="e9b0da40-aef8-480a-bb63-d1daacecf555" providerId="ADAL" clId="{1F38D4F1-04EA-4679-AABE-783D48579403}" dt="2024-10-19T17:55:24.213" v="4621" actId="20577"/>
          <ac:spMkLst>
            <pc:docMk/>
            <pc:sldMk cId="3747748722" sldId="372"/>
            <ac:spMk id="4" creationId="{10FD6FEE-3754-ABC1-468A-19D56A9891F6}"/>
          </ac:spMkLst>
        </pc:spChg>
        <pc:spChg chg="del">
          <ac:chgData name="Sohag Kabir" userId="e9b0da40-aef8-480a-bb63-d1daacecf555" providerId="ADAL" clId="{1F38D4F1-04EA-4679-AABE-783D48579403}" dt="2024-10-18T15:16:27.882" v="3272" actId="478"/>
          <ac:spMkLst>
            <pc:docMk/>
            <pc:sldMk cId="3747748722" sldId="372"/>
            <ac:spMk id="10" creationId="{96C3230A-187D-230B-842F-EB54FA901C33}"/>
          </ac:spMkLst>
        </pc:spChg>
        <pc:spChg chg="del">
          <ac:chgData name="Sohag Kabir" userId="e9b0da40-aef8-480a-bb63-d1daacecf555" providerId="ADAL" clId="{1F38D4F1-04EA-4679-AABE-783D48579403}" dt="2024-10-18T15:16:29.869" v="3273" actId="478"/>
          <ac:spMkLst>
            <pc:docMk/>
            <pc:sldMk cId="3747748722" sldId="372"/>
            <ac:spMk id="12" creationId="{121770B9-8F5F-E03B-432A-BB5ED4AE392D}"/>
          </ac:spMkLst>
        </pc:spChg>
        <pc:spChg chg="del topLvl">
          <ac:chgData name="Sohag Kabir" userId="e9b0da40-aef8-480a-bb63-d1daacecf555" providerId="ADAL" clId="{1F38D4F1-04EA-4679-AABE-783D48579403}" dt="2024-10-18T15:16:14.198" v="3269" actId="478"/>
          <ac:spMkLst>
            <pc:docMk/>
            <pc:sldMk cId="3747748722" sldId="372"/>
            <ac:spMk id="15" creationId="{15F13E4E-CC63-1E14-F812-A84B59D378FB}"/>
          </ac:spMkLst>
        </pc:spChg>
        <pc:spChg chg="del topLvl">
          <ac:chgData name="Sohag Kabir" userId="e9b0da40-aef8-480a-bb63-d1daacecf555" providerId="ADAL" clId="{1F38D4F1-04EA-4679-AABE-783D48579403}" dt="2024-10-18T15:16:16.532" v="3270" actId="478"/>
          <ac:spMkLst>
            <pc:docMk/>
            <pc:sldMk cId="3747748722" sldId="372"/>
            <ac:spMk id="17" creationId="{811C0D8C-18E9-30F5-D6D0-F9C7AD72F0DC}"/>
          </ac:spMkLst>
        </pc:spChg>
        <pc:grpChg chg="del">
          <ac:chgData name="Sohag Kabir" userId="e9b0da40-aef8-480a-bb63-d1daacecf555" providerId="ADAL" clId="{1F38D4F1-04EA-4679-AABE-783D48579403}" dt="2024-10-18T15:16:14.198" v="3269" actId="478"/>
          <ac:grpSpMkLst>
            <pc:docMk/>
            <pc:sldMk cId="3747748722" sldId="372"/>
            <ac:grpSpMk id="20" creationId="{26D34FFE-7436-85CC-D853-A8F23F6451C0}"/>
          </ac:grpSpMkLst>
        </pc:grpChg>
        <pc:grpChg chg="del">
          <ac:chgData name="Sohag Kabir" userId="e9b0da40-aef8-480a-bb63-d1daacecf555" providerId="ADAL" clId="{1F38D4F1-04EA-4679-AABE-783D48579403}" dt="2024-10-18T15:16:18.525" v="3271" actId="478"/>
          <ac:grpSpMkLst>
            <pc:docMk/>
            <pc:sldMk cId="3747748722" sldId="372"/>
            <ac:grpSpMk id="22" creationId="{60A1675D-D479-2799-859C-FCD9BDF31313}"/>
          </ac:grpSpMkLst>
        </pc:grpChg>
        <pc:graphicFrameChg chg="add mod modGraphic">
          <ac:chgData name="Sohag Kabir" userId="e9b0da40-aef8-480a-bb63-d1daacecf555" providerId="ADAL" clId="{1F38D4F1-04EA-4679-AABE-783D48579403}" dt="2024-10-18T15:23:11.668" v="3319" actId="20577"/>
          <ac:graphicFrameMkLst>
            <pc:docMk/>
            <pc:sldMk cId="3747748722" sldId="372"/>
            <ac:graphicFrameMk id="11" creationId="{2C0840EA-97D9-39A9-0FB6-75F13B3E0F5B}"/>
          </ac:graphicFrameMkLst>
        </pc:graphicFrameChg>
      </pc:sldChg>
      <pc:sldChg chg="addSp delSp modSp add mod modAnim">
        <pc:chgData name="Sohag Kabir" userId="e9b0da40-aef8-480a-bb63-d1daacecf555" providerId="ADAL" clId="{1F38D4F1-04EA-4679-AABE-783D48579403}" dt="2024-10-18T16:03:32.965" v="3510" actId="20577"/>
        <pc:sldMkLst>
          <pc:docMk/>
          <pc:sldMk cId="3375668013" sldId="373"/>
        </pc:sldMkLst>
        <pc:spChg chg="del">
          <ac:chgData name="Sohag Kabir" userId="e9b0da40-aef8-480a-bb63-d1daacecf555" providerId="ADAL" clId="{1F38D4F1-04EA-4679-AABE-783D48579403}" dt="2024-10-18T15:44:26.283" v="3323" actId="478"/>
          <ac:spMkLst>
            <pc:docMk/>
            <pc:sldMk cId="3375668013" sldId="373"/>
            <ac:spMk id="3" creationId="{55D0641C-5BD2-37B0-EFF2-DE6F959E14AC}"/>
          </ac:spMkLst>
        </pc:spChg>
        <pc:spChg chg="del">
          <ac:chgData name="Sohag Kabir" userId="e9b0da40-aef8-480a-bb63-d1daacecf555" providerId="ADAL" clId="{1F38D4F1-04EA-4679-AABE-783D48579403}" dt="2024-10-18T15:44:20.884" v="3322" actId="478"/>
          <ac:spMkLst>
            <pc:docMk/>
            <pc:sldMk cId="3375668013" sldId="373"/>
            <ac:spMk id="4" creationId="{10FD6FEE-3754-ABC1-468A-19D56A9891F6}"/>
          </ac:spMkLst>
        </pc:spChg>
        <pc:spChg chg="add mod">
          <ac:chgData name="Sohag Kabir" userId="e9b0da40-aef8-480a-bb63-d1daacecf555" providerId="ADAL" clId="{1F38D4F1-04EA-4679-AABE-783D48579403}" dt="2024-10-18T16:03:32.965" v="3510" actId="20577"/>
          <ac:spMkLst>
            <pc:docMk/>
            <pc:sldMk cId="3375668013" sldId="373"/>
            <ac:spMk id="10" creationId="{46DF4D74-8C79-6666-642C-CFB1C38BC497}"/>
          </ac:spMkLst>
        </pc:spChg>
        <pc:spChg chg="add mod">
          <ac:chgData name="Sohag Kabir" userId="e9b0da40-aef8-480a-bb63-d1daacecf555" providerId="ADAL" clId="{1F38D4F1-04EA-4679-AABE-783D48579403}" dt="2024-10-18T15:54:23.051" v="3409" actId="1035"/>
          <ac:spMkLst>
            <pc:docMk/>
            <pc:sldMk cId="3375668013" sldId="373"/>
            <ac:spMk id="12" creationId="{EA002148-B970-6581-EA5A-FB9A5EF4F8BB}"/>
          </ac:spMkLst>
        </pc:spChg>
        <pc:spChg chg="add mod">
          <ac:chgData name="Sohag Kabir" userId="e9b0da40-aef8-480a-bb63-d1daacecf555" providerId="ADAL" clId="{1F38D4F1-04EA-4679-AABE-783D48579403}" dt="2024-10-18T15:57:04.189" v="3454" actId="113"/>
          <ac:spMkLst>
            <pc:docMk/>
            <pc:sldMk cId="3375668013" sldId="373"/>
            <ac:spMk id="13" creationId="{A06DD6E5-2086-9801-B1C3-D66D77127AF7}"/>
          </ac:spMkLst>
        </pc:spChg>
        <pc:spChg chg="add mod">
          <ac:chgData name="Sohag Kabir" userId="e9b0da40-aef8-480a-bb63-d1daacecf555" providerId="ADAL" clId="{1F38D4F1-04EA-4679-AABE-783D48579403}" dt="2024-10-18T16:00:40.356" v="3473" actId="1076"/>
          <ac:spMkLst>
            <pc:docMk/>
            <pc:sldMk cId="3375668013" sldId="373"/>
            <ac:spMk id="14" creationId="{4FF5CC25-714B-7183-4613-6CABB9F89A66}"/>
          </ac:spMkLst>
        </pc:spChg>
        <pc:spChg chg="add mod">
          <ac:chgData name="Sohag Kabir" userId="e9b0da40-aef8-480a-bb63-d1daacecf555" providerId="ADAL" clId="{1F38D4F1-04EA-4679-AABE-783D48579403}" dt="2024-10-18T16:00:43.203" v="3474" actId="1076"/>
          <ac:spMkLst>
            <pc:docMk/>
            <pc:sldMk cId="3375668013" sldId="373"/>
            <ac:spMk id="15" creationId="{EE78D8AF-9A48-E918-A3BA-3B257B79D1BC}"/>
          </ac:spMkLst>
        </pc:spChg>
        <pc:spChg chg="add del">
          <ac:chgData name="Sohag Kabir" userId="e9b0da40-aef8-480a-bb63-d1daacecf555" providerId="ADAL" clId="{1F38D4F1-04EA-4679-AABE-783D48579403}" dt="2024-10-18T15:53:25.350" v="3374" actId="11529"/>
          <ac:spMkLst>
            <pc:docMk/>
            <pc:sldMk cId="3375668013" sldId="373"/>
            <ac:spMk id="16" creationId="{BF2E13AD-1069-7D22-0BE1-458790F9A2D9}"/>
          </ac:spMkLst>
        </pc:spChg>
        <pc:spChg chg="add mod">
          <ac:chgData name="Sohag Kabir" userId="e9b0da40-aef8-480a-bb63-d1daacecf555" providerId="ADAL" clId="{1F38D4F1-04EA-4679-AABE-783D48579403}" dt="2024-10-18T15:54:26.958" v="3410" actId="1076"/>
          <ac:spMkLst>
            <pc:docMk/>
            <pc:sldMk cId="3375668013" sldId="373"/>
            <ac:spMk id="17" creationId="{A9137ED2-0873-5CA7-A620-0B4633F33BBD}"/>
          </ac:spMkLst>
        </pc:spChg>
        <pc:spChg chg="add mod">
          <ac:chgData name="Sohag Kabir" userId="e9b0da40-aef8-480a-bb63-d1daacecf555" providerId="ADAL" clId="{1F38D4F1-04EA-4679-AABE-783D48579403}" dt="2024-10-18T15:55:14.876" v="3432" actId="1076"/>
          <ac:spMkLst>
            <pc:docMk/>
            <pc:sldMk cId="3375668013" sldId="373"/>
            <ac:spMk id="19" creationId="{984ED2BE-7782-600E-1D57-C295DFDC9F2A}"/>
          </ac:spMkLst>
        </pc:spChg>
        <pc:spChg chg="add mod">
          <ac:chgData name="Sohag Kabir" userId="e9b0da40-aef8-480a-bb63-d1daacecf555" providerId="ADAL" clId="{1F38D4F1-04EA-4679-AABE-783D48579403}" dt="2024-10-18T15:55:45.184" v="3437" actId="207"/>
          <ac:spMkLst>
            <pc:docMk/>
            <pc:sldMk cId="3375668013" sldId="373"/>
            <ac:spMk id="22" creationId="{707F5180-B06D-94F5-ACDA-386427F247CB}"/>
          </ac:spMkLst>
        </pc:spChg>
        <pc:spChg chg="add mod">
          <ac:chgData name="Sohag Kabir" userId="e9b0da40-aef8-480a-bb63-d1daacecf555" providerId="ADAL" clId="{1F38D4F1-04EA-4679-AABE-783D48579403}" dt="2024-10-18T15:56:45.797" v="3451" actId="1076"/>
          <ac:spMkLst>
            <pc:docMk/>
            <pc:sldMk cId="3375668013" sldId="373"/>
            <ac:spMk id="24" creationId="{97BB3CD6-DBD9-CD0D-65B2-05B132F5651F}"/>
          </ac:spMkLst>
        </pc:spChg>
        <pc:spChg chg="add del">
          <ac:chgData name="Sohag Kabir" userId="e9b0da40-aef8-480a-bb63-d1daacecf555" providerId="ADAL" clId="{1F38D4F1-04EA-4679-AABE-783D48579403}" dt="2024-10-18T16:01:15.575" v="3477"/>
          <ac:spMkLst>
            <pc:docMk/>
            <pc:sldMk cId="3375668013" sldId="373"/>
            <ac:spMk id="31" creationId="{4E1E0B79-9A42-DCBE-5F73-02848DA944A0}"/>
          </ac:spMkLst>
        </pc:spChg>
        <pc:spChg chg="add del">
          <ac:chgData name="Sohag Kabir" userId="e9b0da40-aef8-480a-bb63-d1daacecf555" providerId="ADAL" clId="{1F38D4F1-04EA-4679-AABE-783D48579403}" dt="2024-10-18T16:01:19.029" v="3479"/>
          <ac:spMkLst>
            <pc:docMk/>
            <pc:sldMk cId="3375668013" sldId="373"/>
            <ac:spMk id="32" creationId="{306E9D4F-2E1E-14AA-2811-F142DA4EA4BB}"/>
          </ac:spMkLst>
        </pc:spChg>
        <pc:spChg chg="add mod">
          <ac:chgData name="Sohag Kabir" userId="e9b0da40-aef8-480a-bb63-d1daacecf555" providerId="ADAL" clId="{1F38D4F1-04EA-4679-AABE-783D48579403}" dt="2024-10-18T16:02:31.214" v="3495" actId="255"/>
          <ac:spMkLst>
            <pc:docMk/>
            <pc:sldMk cId="3375668013" sldId="373"/>
            <ac:spMk id="34" creationId="{E0533B9D-9952-4072-4BD3-245F04FE1E71}"/>
          </ac:spMkLst>
        </pc:spChg>
        <pc:graphicFrameChg chg="del">
          <ac:chgData name="Sohag Kabir" userId="e9b0da40-aef8-480a-bb63-d1daacecf555" providerId="ADAL" clId="{1F38D4F1-04EA-4679-AABE-783D48579403}" dt="2024-10-18T15:44:18.545" v="3321" actId="478"/>
          <ac:graphicFrameMkLst>
            <pc:docMk/>
            <pc:sldMk cId="3375668013" sldId="373"/>
            <ac:graphicFrameMk id="11" creationId="{2C0840EA-97D9-39A9-0FB6-75F13B3E0F5B}"/>
          </ac:graphicFrameMkLst>
        </pc:graphicFrameChg>
        <pc:cxnChg chg="add mod">
          <ac:chgData name="Sohag Kabir" userId="e9b0da40-aef8-480a-bb63-d1daacecf555" providerId="ADAL" clId="{1F38D4F1-04EA-4679-AABE-783D48579403}" dt="2024-10-18T15:55:10.182" v="3431" actId="692"/>
          <ac:cxnSpMkLst>
            <pc:docMk/>
            <pc:sldMk cId="3375668013" sldId="373"/>
            <ac:cxnSpMk id="21" creationId="{54796C5A-6B02-0FD2-535E-9DB16AB019C1}"/>
          </ac:cxnSpMkLst>
        </pc:cxnChg>
        <pc:cxnChg chg="add mod">
          <ac:chgData name="Sohag Kabir" userId="e9b0da40-aef8-480a-bb63-d1daacecf555" providerId="ADAL" clId="{1F38D4F1-04EA-4679-AABE-783D48579403}" dt="2024-10-18T15:56:53.085" v="3453" actId="14100"/>
          <ac:cxnSpMkLst>
            <pc:docMk/>
            <pc:sldMk cId="3375668013" sldId="373"/>
            <ac:cxnSpMk id="26" creationId="{63D4E9E8-126C-9937-A7EE-8E86384838C0}"/>
          </ac:cxnSpMkLst>
        </pc:cxnChg>
      </pc:sldChg>
      <pc:sldChg chg="addSp delSp modSp add mod delAnim modAnim modNotesTx">
        <pc:chgData name="Sohag Kabir" userId="e9b0da40-aef8-480a-bb63-d1daacecf555" providerId="ADAL" clId="{1F38D4F1-04EA-4679-AABE-783D48579403}" dt="2024-10-18T18:48:37.564" v="4043" actId="478"/>
        <pc:sldMkLst>
          <pc:docMk/>
          <pc:sldMk cId="1611830988" sldId="374"/>
        </pc:sldMkLst>
        <pc:spChg chg="add mod">
          <ac:chgData name="Sohag Kabir" userId="e9b0da40-aef8-480a-bb63-d1daacecf555" providerId="ADAL" clId="{1F38D4F1-04EA-4679-AABE-783D48579403}" dt="2024-10-18T16:10:53.910" v="3642" actId="12"/>
          <ac:spMkLst>
            <pc:docMk/>
            <pc:sldMk cId="1611830988" sldId="374"/>
            <ac:spMk id="4" creationId="{35FA269D-820E-5F8D-60D9-487C189B49FF}"/>
          </ac:spMkLst>
        </pc:spChg>
        <pc:spChg chg="mod">
          <ac:chgData name="Sohag Kabir" userId="e9b0da40-aef8-480a-bb63-d1daacecf555" providerId="ADAL" clId="{1F38D4F1-04EA-4679-AABE-783D48579403}" dt="2024-10-18T16:07:54.701" v="3554" actId="20577"/>
          <ac:spMkLst>
            <pc:docMk/>
            <pc:sldMk cId="1611830988" sldId="374"/>
            <ac:spMk id="10" creationId="{46DF4D74-8C79-6666-642C-CFB1C38BC497}"/>
          </ac:spMkLst>
        </pc:spChg>
        <pc:spChg chg="add del mod">
          <ac:chgData name="Sohag Kabir" userId="e9b0da40-aef8-480a-bb63-d1daacecf555" providerId="ADAL" clId="{1F38D4F1-04EA-4679-AABE-783D48579403}" dt="2024-10-18T18:48:37.564" v="4043" actId="478"/>
          <ac:spMkLst>
            <pc:docMk/>
            <pc:sldMk cId="1611830988" sldId="374"/>
            <ac:spMk id="11" creationId="{EF248745-A531-81FB-952A-50AEB58F041A}"/>
          </ac:spMkLst>
        </pc:spChg>
        <pc:spChg chg="mod">
          <ac:chgData name="Sohag Kabir" userId="e9b0da40-aef8-480a-bb63-d1daacecf555" providerId="ADAL" clId="{1F38D4F1-04EA-4679-AABE-783D48579403}" dt="2024-10-18T16:09:39.636" v="3627" actId="1038"/>
          <ac:spMkLst>
            <pc:docMk/>
            <pc:sldMk cId="1611830988" sldId="374"/>
            <ac:spMk id="12" creationId="{EA002148-B970-6581-EA5A-FB9A5EF4F8BB}"/>
          </ac:spMkLst>
        </pc:spChg>
        <pc:spChg chg="mod">
          <ac:chgData name="Sohag Kabir" userId="e9b0da40-aef8-480a-bb63-d1daacecf555" providerId="ADAL" clId="{1F38D4F1-04EA-4679-AABE-783D48579403}" dt="2024-10-18T16:08:21.221" v="3560" actId="20577"/>
          <ac:spMkLst>
            <pc:docMk/>
            <pc:sldMk cId="1611830988" sldId="374"/>
            <ac:spMk id="13" creationId="{A06DD6E5-2086-9801-B1C3-D66D77127AF7}"/>
          </ac:spMkLst>
        </pc:spChg>
        <pc:spChg chg="mod">
          <ac:chgData name="Sohag Kabir" userId="e9b0da40-aef8-480a-bb63-d1daacecf555" providerId="ADAL" clId="{1F38D4F1-04EA-4679-AABE-783D48579403}" dt="2024-10-18T16:11:01.174" v="3648" actId="20577"/>
          <ac:spMkLst>
            <pc:docMk/>
            <pc:sldMk cId="1611830988" sldId="374"/>
            <ac:spMk id="14" creationId="{4FF5CC25-714B-7183-4613-6CABB9F89A66}"/>
          </ac:spMkLst>
        </pc:spChg>
        <pc:spChg chg="mod">
          <ac:chgData name="Sohag Kabir" userId="e9b0da40-aef8-480a-bb63-d1daacecf555" providerId="ADAL" clId="{1F38D4F1-04EA-4679-AABE-783D48579403}" dt="2024-10-18T16:11:27.109" v="3651" actId="1076"/>
          <ac:spMkLst>
            <pc:docMk/>
            <pc:sldMk cId="1611830988" sldId="374"/>
            <ac:spMk id="15" creationId="{EE78D8AF-9A48-E918-A3BA-3B257B79D1BC}"/>
          </ac:spMkLst>
        </pc:spChg>
        <pc:spChg chg="add del mod">
          <ac:chgData name="Sohag Kabir" userId="e9b0da40-aef8-480a-bb63-d1daacecf555" providerId="ADAL" clId="{1F38D4F1-04EA-4679-AABE-783D48579403}" dt="2024-10-18T18:48:16.220" v="4041" actId="478"/>
          <ac:spMkLst>
            <pc:docMk/>
            <pc:sldMk cId="1611830988" sldId="374"/>
            <ac:spMk id="16" creationId="{189B5975-CD78-C9D8-55CF-B6C23AA7E458}"/>
          </ac:spMkLst>
        </pc:spChg>
        <pc:spChg chg="mod">
          <ac:chgData name="Sohag Kabir" userId="e9b0da40-aef8-480a-bb63-d1daacecf555" providerId="ADAL" clId="{1F38D4F1-04EA-4679-AABE-783D48579403}" dt="2024-10-18T16:09:39.636" v="3627" actId="1038"/>
          <ac:spMkLst>
            <pc:docMk/>
            <pc:sldMk cId="1611830988" sldId="374"/>
            <ac:spMk id="17" creationId="{A9137ED2-0873-5CA7-A620-0B4633F33BBD}"/>
          </ac:spMkLst>
        </pc:spChg>
        <pc:spChg chg="mod">
          <ac:chgData name="Sohag Kabir" userId="e9b0da40-aef8-480a-bb63-d1daacecf555" providerId="ADAL" clId="{1F38D4F1-04EA-4679-AABE-783D48579403}" dt="2024-10-18T16:09:51.687" v="3634" actId="20577"/>
          <ac:spMkLst>
            <pc:docMk/>
            <pc:sldMk cId="1611830988" sldId="374"/>
            <ac:spMk id="19" creationId="{984ED2BE-7782-600E-1D57-C295DFDC9F2A}"/>
          </ac:spMkLst>
        </pc:spChg>
        <pc:spChg chg="del">
          <ac:chgData name="Sohag Kabir" userId="e9b0da40-aef8-480a-bb63-d1daacecf555" providerId="ADAL" clId="{1F38D4F1-04EA-4679-AABE-783D48579403}" dt="2024-10-18T16:08:27.640" v="3561" actId="478"/>
          <ac:spMkLst>
            <pc:docMk/>
            <pc:sldMk cId="1611830988" sldId="374"/>
            <ac:spMk id="22" creationId="{707F5180-B06D-94F5-ACDA-386427F247CB}"/>
          </ac:spMkLst>
        </pc:spChg>
        <pc:spChg chg="del">
          <ac:chgData name="Sohag Kabir" userId="e9b0da40-aef8-480a-bb63-d1daacecf555" providerId="ADAL" clId="{1F38D4F1-04EA-4679-AABE-783D48579403}" dt="2024-10-18T16:08:33.706" v="3562" actId="478"/>
          <ac:spMkLst>
            <pc:docMk/>
            <pc:sldMk cId="1611830988" sldId="374"/>
            <ac:spMk id="24" creationId="{97BB3CD6-DBD9-CD0D-65B2-05B132F5651F}"/>
          </ac:spMkLst>
        </pc:spChg>
        <pc:spChg chg="mod">
          <ac:chgData name="Sohag Kabir" userId="e9b0da40-aef8-480a-bb63-d1daacecf555" providerId="ADAL" clId="{1F38D4F1-04EA-4679-AABE-783D48579403}" dt="2024-10-18T16:12:17.769" v="3657" actId="2711"/>
          <ac:spMkLst>
            <pc:docMk/>
            <pc:sldMk cId="1611830988" sldId="374"/>
            <ac:spMk id="34" creationId="{E0533B9D-9952-4072-4BD3-245F04FE1E71}"/>
          </ac:spMkLst>
        </pc:spChg>
        <pc:cxnChg chg="mod">
          <ac:chgData name="Sohag Kabir" userId="e9b0da40-aef8-480a-bb63-d1daacecf555" providerId="ADAL" clId="{1F38D4F1-04EA-4679-AABE-783D48579403}" dt="2024-10-18T16:09:39.636" v="3627" actId="1038"/>
          <ac:cxnSpMkLst>
            <pc:docMk/>
            <pc:sldMk cId="1611830988" sldId="374"/>
            <ac:cxnSpMk id="21" creationId="{54796C5A-6B02-0FD2-535E-9DB16AB019C1}"/>
          </ac:cxnSpMkLst>
        </pc:cxnChg>
        <pc:cxnChg chg="del">
          <ac:chgData name="Sohag Kabir" userId="e9b0da40-aef8-480a-bb63-d1daacecf555" providerId="ADAL" clId="{1F38D4F1-04EA-4679-AABE-783D48579403}" dt="2024-10-18T16:08:36.919" v="3563" actId="478"/>
          <ac:cxnSpMkLst>
            <pc:docMk/>
            <pc:sldMk cId="1611830988" sldId="374"/>
            <ac:cxnSpMk id="26" creationId="{63D4E9E8-126C-9937-A7EE-8E86384838C0}"/>
          </ac:cxnSpMkLst>
        </pc:cxnChg>
      </pc:sldChg>
      <pc:sldChg chg="delSp modSp add mod delAnim modAnim">
        <pc:chgData name="Sohag Kabir" userId="e9b0da40-aef8-480a-bb63-d1daacecf555" providerId="ADAL" clId="{1F38D4F1-04EA-4679-AABE-783D48579403}" dt="2024-10-19T10:18:43.390" v="4435" actId="1076"/>
        <pc:sldMkLst>
          <pc:docMk/>
          <pc:sldMk cId="1298737182" sldId="375"/>
        </pc:sldMkLst>
        <pc:spChg chg="mod">
          <ac:chgData name="Sohag Kabir" userId="e9b0da40-aef8-480a-bb63-d1daacecf555" providerId="ADAL" clId="{1F38D4F1-04EA-4679-AABE-783D48579403}" dt="2024-10-19T10:16:41.421" v="4407"/>
          <ac:spMkLst>
            <pc:docMk/>
            <pc:sldMk cId="1298737182" sldId="375"/>
            <ac:spMk id="2" creationId="{DE13D453-4D7B-47BF-AED4-27D56C3644AA}"/>
          </ac:spMkLst>
        </pc:spChg>
        <pc:spChg chg="mod">
          <ac:chgData name="Sohag Kabir" userId="e9b0da40-aef8-480a-bb63-d1daacecf555" providerId="ADAL" clId="{1F38D4F1-04EA-4679-AABE-783D48579403}" dt="2024-10-19T10:18:43.390" v="4435" actId="1076"/>
          <ac:spMkLst>
            <pc:docMk/>
            <pc:sldMk cId="1298737182" sldId="375"/>
            <ac:spMk id="10" creationId="{DF533840-5635-19B5-AAFB-5D157346FFE5}"/>
          </ac:spMkLst>
        </pc:spChg>
        <pc:spChg chg="mod">
          <ac:chgData name="Sohag Kabir" userId="e9b0da40-aef8-480a-bb63-d1daacecf555" providerId="ADAL" clId="{1F38D4F1-04EA-4679-AABE-783D48579403}" dt="2024-10-19T10:16:47.360" v="4410" actId="1076"/>
          <ac:spMkLst>
            <pc:docMk/>
            <pc:sldMk cId="1298737182" sldId="375"/>
            <ac:spMk id="37" creationId="{228B1234-11F3-B454-5E6B-5570F14A1281}"/>
          </ac:spMkLst>
        </pc:spChg>
        <pc:spChg chg="mod">
          <ac:chgData name="Sohag Kabir" userId="e9b0da40-aef8-480a-bb63-d1daacecf555" providerId="ADAL" clId="{1F38D4F1-04EA-4679-AABE-783D48579403}" dt="2024-10-19T10:16:47.360" v="4410" actId="1076"/>
          <ac:spMkLst>
            <pc:docMk/>
            <pc:sldMk cId="1298737182" sldId="375"/>
            <ac:spMk id="39" creationId="{31728918-1576-B9B5-2F4F-F760AD0B0904}"/>
          </ac:spMkLst>
        </pc:spChg>
        <pc:spChg chg="del mod">
          <ac:chgData name="Sohag Kabir" userId="e9b0da40-aef8-480a-bb63-d1daacecf555" providerId="ADAL" clId="{1F38D4F1-04EA-4679-AABE-783D48579403}" dt="2024-10-19T10:16:44.333" v="4409" actId="478"/>
          <ac:spMkLst>
            <pc:docMk/>
            <pc:sldMk cId="1298737182" sldId="375"/>
            <ac:spMk id="41" creationId="{9ECBAEBE-2DB8-0C0E-DDBE-34A62A805271}"/>
          </ac:spMkLst>
        </pc:spChg>
        <pc:spChg chg="del">
          <ac:chgData name="Sohag Kabir" userId="e9b0da40-aef8-480a-bb63-d1daacecf555" providerId="ADAL" clId="{1F38D4F1-04EA-4679-AABE-783D48579403}" dt="2024-10-19T10:16:50.352" v="4412" actId="478"/>
          <ac:spMkLst>
            <pc:docMk/>
            <pc:sldMk cId="1298737182" sldId="375"/>
            <ac:spMk id="42" creationId="{0BC99F56-6DB6-D969-4554-A88D6E9A2B01}"/>
          </ac:spMkLst>
        </pc:spChg>
        <pc:spChg chg="del">
          <ac:chgData name="Sohag Kabir" userId="e9b0da40-aef8-480a-bb63-d1daacecf555" providerId="ADAL" clId="{1F38D4F1-04EA-4679-AABE-783D48579403}" dt="2024-10-19T10:16:57.477" v="4414" actId="478"/>
          <ac:spMkLst>
            <pc:docMk/>
            <pc:sldMk cId="1298737182" sldId="375"/>
            <ac:spMk id="4186" creationId="{6037FA7E-7EA6-D750-1872-39BE9BC01597}"/>
          </ac:spMkLst>
        </pc:spChg>
        <pc:grpChg chg="mod">
          <ac:chgData name="Sohag Kabir" userId="e9b0da40-aef8-480a-bb63-d1daacecf555" providerId="ADAL" clId="{1F38D4F1-04EA-4679-AABE-783D48579403}" dt="2024-10-19T10:16:47.360" v="4410" actId="1076"/>
          <ac:grpSpMkLst>
            <pc:docMk/>
            <pc:sldMk cId="1298737182" sldId="375"/>
            <ac:grpSpMk id="16" creationId="{C6A90484-08F1-0882-C42B-3714C65E14D8}"/>
          </ac:grpSpMkLst>
        </pc:grpChg>
        <pc:grpChg chg="mod">
          <ac:chgData name="Sohag Kabir" userId="e9b0da40-aef8-480a-bb63-d1daacecf555" providerId="ADAL" clId="{1F38D4F1-04EA-4679-AABE-783D48579403}" dt="2024-10-19T10:16:47.360" v="4410" actId="1076"/>
          <ac:grpSpMkLst>
            <pc:docMk/>
            <pc:sldMk cId="1298737182" sldId="375"/>
            <ac:grpSpMk id="17" creationId="{BCFAB78B-4266-D8E1-875B-2C302769D170}"/>
          </ac:grpSpMkLst>
        </pc:grpChg>
        <pc:grpChg chg="mod">
          <ac:chgData name="Sohag Kabir" userId="e9b0da40-aef8-480a-bb63-d1daacecf555" providerId="ADAL" clId="{1F38D4F1-04EA-4679-AABE-783D48579403}" dt="2024-10-19T10:16:47.360" v="4410" actId="1076"/>
          <ac:grpSpMkLst>
            <pc:docMk/>
            <pc:sldMk cId="1298737182" sldId="375"/>
            <ac:grpSpMk id="22" creationId="{6770CC4D-AD8D-A9E9-A4E5-F8C6ECF617A3}"/>
          </ac:grpSpMkLst>
        </pc:grpChg>
        <pc:grpChg chg="mod">
          <ac:chgData name="Sohag Kabir" userId="e9b0da40-aef8-480a-bb63-d1daacecf555" providerId="ADAL" clId="{1F38D4F1-04EA-4679-AABE-783D48579403}" dt="2024-10-19T10:16:47.360" v="4410" actId="1076"/>
          <ac:grpSpMkLst>
            <pc:docMk/>
            <pc:sldMk cId="1298737182" sldId="375"/>
            <ac:grpSpMk id="31" creationId="{5E0FA0F4-59EB-667C-1A84-5B03333773A2}"/>
          </ac:grpSpMkLst>
        </pc:grpChg>
        <pc:grpChg chg="mod">
          <ac:chgData name="Sohag Kabir" userId="e9b0da40-aef8-480a-bb63-d1daacecf555" providerId="ADAL" clId="{1F38D4F1-04EA-4679-AABE-783D48579403}" dt="2024-10-19T10:16:47.360" v="4410" actId="1076"/>
          <ac:grpSpMkLst>
            <pc:docMk/>
            <pc:sldMk cId="1298737182" sldId="375"/>
            <ac:grpSpMk id="36" creationId="{4449D3CE-A27B-774C-3769-A3E68409F226}"/>
          </ac:grpSpMkLst>
        </pc:grpChg>
        <pc:grpChg chg="mod">
          <ac:chgData name="Sohag Kabir" userId="e9b0da40-aef8-480a-bb63-d1daacecf555" providerId="ADAL" clId="{1F38D4F1-04EA-4679-AABE-783D48579403}" dt="2024-10-19T10:16:47.360" v="4410" actId="1076"/>
          <ac:grpSpMkLst>
            <pc:docMk/>
            <pc:sldMk cId="1298737182" sldId="375"/>
            <ac:grpSpMk id="38" creationId="{CE49C9E7-E544-ADC1-52BC-1FD64E143E22}"/>
          </ac:grpSpMkLst>
        </pc:grpChg>
        <pc:grpChg chg="del mod">
          <ac:chgData name="Sohag Kabir" userId="e9b0da40-aef8-480a-bb63-d1daacecf555" providerId="ADAL" clId="{1F38D4F1-04EA-4679-AABE-783D48579403}" dt="2024-10-19T10:16:48.039" v="4411" actId="478"/>
          <ac:grpSpMkLst>
            <pc:docMk/>
            <pc:sldMk cId="1298737182" sldId="375"/>
            <ac:grpSpMk id="40" creationId="{4C5F986D-3F42-741A-315D-6E58301C2D14}"/>
          </ac:grpSpMkLst>
        </pc:grpChg>
        <pc:grpChg chg="del">
          <ac:chgData name="Sohag Kabir" userId="e9b0da40-aef8-480a-bb63-d1daacecf555" providerId="ADAL" clId="{1F38D4F1-04EA-4679-AABE-783D48579403}" dt="2024-10-19T10:16:53.946" v="4413" actId="478"/>
          <ac:grpSpMkLst>
            <pc:docMk/>
            <pc:sldMk cId="1298737182" sldId="375"/>
            <ac:grpSpMk id="4111" creationId="{D5FC062A-983D-7043-9815-17F1631505F7}"/>
          </ac:grpSpMkLst>
        </pc:grpChg>
        <pc:grpChg chg="del">
          <ac:chgData name="Sohag Kabir" userId="e9b0da40-aef8-480a-bb63-d1daacecf555" providerId="ADAL" clId="{1F38D4F1-04EA-4679-AABE-783D48579403}" dt="2024-10-19T10:16:59.792" v="4415" actId="478"/>
          <ac:grpSpMkLst>
            <pc:docMk/>
            <pc:sldMk cId="1298737182" sldId="375"/>
            <ac:grpSpMk id="4185" creationId="{8F0006F5-6DE7-A4D0-50D4-52656A4F3320}"/>
          </ac:grpSpMkLst>
        </pc:grpChg>
        <pc:picChg chg="mod">
          <ac:chgData name="Sohag Kabir" userId="e9b0da40-aef8-480a-bb63-d1daacecf555" providerId="ADAL" clId="{1F38D4F1-04EA-4679-AABE-783D48579403}" dt="2024-10-19T10:16:47.360" v="4410" actId="1076"/>
          <ac:picMkLst>
            <pc:docMk/>
            <pc:sldMk cId="1298737182" sldId="375"/>
            <ac:picMk id="11" creationId="{5E44230F-682B-6E73-CFF4-150299B81F37}"/>
          </ac:picMkLst>
        </pc:picChg>
        <pc:picChg chg="mod">
          <ac:chgData name="Sohag Kabir" userId="e9b0da40-aef8-480a-bb63-d1daacecf555" providerId="ADAL" clId="{1F38D4F1-04EA-4679-AABE-783D48579403}" dt="2024-10-19T10:16:47.360" v="4410" actId="1076"/>
          <ac:picMkLst>
            <pc:docMk/>
            <pc:sldMk cId="1298737182" sldId="375"/>
            <ac:picMk id="13" creationId="{2B0F3AA1-A66A-7EE1-1C06-B08050CAE0EE}"/>
          </ac:picMkLst>
        </pc:picChg>
        <pc:picChg chg="mod">
          <ac:chgData name="Sohag Kabir" userId="e9b0da40-aef8-480a-bb63-d1daacecf555" providerId="ADAL" clId="{1F38D4F1-04EA-4679-AABE-783D48579403}" dt="2024-10-19T10:16:47.360" v="4410" actId="1076"/>
          <ac:picMkLst>
            <pc:docMk/>
            <pc:sldMk cId="1298737182" sldId="375"/>
            <ac:picMk id="15" creationId="{1D2E8E06-EBA2-6583-814C-EA878C36C14B}"/>
          </ac:picMkLst>
        </pc:picChg>
        <pc:picChg chg="mod">
          <ac:chgData name="Sohag Kabir" userId="e9b0da40-aef8-480a-bb63-d1daacecf555" providerId="ADAL" clId="{1F38D4F1-04EA-4679-AABE-783D48579403}" dt="2024-10-19T10:16:47.360" v="4410" actId="1076"/>
          <ac:picMkLst>
            <pc:docMk/>
            <pc:sldMk cId="1298737182" sldId="375"/>
            <ac:picMk id="18" creationId="{666A2DFD-114E-768C-13BB-47835864674C}"/>
          </ac:picMkLst>
        </pc:picChg>
        <pc:picChg chg="mod">
          <ac:chgData name="Sohag Kabir" userId="e9b0da40-aef8-480a-bb63-d1daacecf555" providerId="ADAL" clId="{1F38D4F1-04EA-4679-AABE-783D48579403}" dt="2024-10-19T10:16:47.360" v="4410" actId="1076"/>
          <ac:picMkLst>
            <pc:docMk/>
            <pc:sldMk cId="1298737182" sldId="375"/>
            <ac:picMk id="19" creationId="{0A1F720C-50B8-D01B-FF80-D7B63975EECB}"/>
          </ac:picMkLst>
        </pc:picChg>
        <pc:picChg chg="mod">
          <ac:chgData name="Sohag Kabir" userId="e9b0da40-aef8-480a-bb63-d1daacecf555" providerId="ADAL" clId="{1F38D4F1-04EA-4679-AABE-783D48579403}" dt="2024-10-19T10:16:47.360" v="4410" actId="1076"/>
          <ac:picMkLst>
            <pc:docMk/>
            <pc:sldMk cId="1298737182" sldId="375"/>
            <ac:picMk id="20" creationId="{C658ECA0-7833-8D45-3A17-3DD17F9F87DF}"/>
          </ac:picMkLst>
        </pc:picChg>
        <pc:picChg chg="mod">
          <ac:chgData name="Sohag Kabir" userId="e9b0da40-aef8-480a-bb63-d1daacecf555" providerId="ADAL" clId="{1F38D4F1-04EA-4679-AABE-783D48579403}" dt="2024-10-19T10:16:47.360" v="4410" actId="1076"/>
          <ac:picMkLst>
            <pc:docMk/>
            <pc:sldMk cId="1298737182" sldId="375"/>
            <ac:picMk id="21" creationId="{BF31DC6C-E333-150D-EB41-9711C0DA1DEA}"/>
          </ac:picMkLst>
        </pc:picChg>
        <pc:picChg chg="mod">
          <ac:chgData name="Sohag Kabir" userId="e9b0da40-aef8-480a-bb63-d1daacecf555" providerId="ADAL" clId="{1F38D4F1-04EA-4679-AABE-783D48579403}" dt="2024-10-19T10:16:47.360" v="4410" actId="1076"/>
          <ac:picMkLst>
            <pc:docMk/>
            <pc:sldMk cId="1298737182" sldId="375"/>
            <ac:picMk id="23" creationId="{8FE5077B-99FE-DA94-C003-11679C7857A2}"/>
          </ac:picMkLst>
        </pc:picChg>
        <pc:picChg chg="mod">
          <ac:chgData name="Sohag Kabir" userId="e9b0da40-aef8-480a-bb63-d1daacecf555" providerId="ADAL" clId="{1F38D4F1-04EA-4679-AABE-783D48579403}" dt="2024-10-19T10:16:47.360" v="4410" actId="1076"/>
          <ac:picMkLst>
            <pc:docMk/>
            <pc:sldMk cId="1298737182" sldId="375"/>
            <ac:picMk id="24" creationId="{C6FD7008-AF5D-754F-679C-B1323AADCFD7}"/>
          </ac:picMkLst>
        </pc:picChg>
        <pc:picChg chg="mod">
          <ac:chgData name="Sohag Kabir" userId="e9b0da40-aef8-480a-bb63-d1daacecf555" providerId="ADAL" clId="{1F38D4F1-04EA-4679-AABE-783D48579403}" dt="2024-10-19T10:16:47.360" v="4410" actId="1076"/>
          <ac:picMkLst>
            <pc:docMk/>
            <pc:sldMk cId="1298737182" sldId="375"/>
            <ac:picMk id="25" creationId="{41E73C8D-30DF-5871-BD6D-CD472AAA34E9}"/>
          </ac:picMkLst>
        </pc:picChg>
        <pc:picChg chg="mod">
          <ac:chgData name="Sohag Kabir" userId="e9b0da40-aef8-480a-bb63-d1daacecf555" providerId="ADAL" clId="{1F38D4F1-04EA-4679-AABE-783D48579403}" dt="2024-10-19T10:16:47.360" v="4410" actId="1076"/>
          <ac:picMkLst>
            <pc:docMk/>
            <pc:sldMk cId="1298737182" sldId="375"/>
            <ac:picMk id="26" creationId="{BB009431-88B5-110C-440D-0023E3FE12CE}"/>
          </ac:picMkLst>
        </pc:picChg>
        <pc:picChg chg="mod">
          <ac:chgData name="Sohag Kabir" userId="e9b0da40-aef8-480a-bb63-d1daacecf555" providerId="ADAL" clId="{1F38D4F1-04EA-4679-AABE-783D48579403}" dt="2024-10-19T10:16:47.360" v="4410" actId="1076"/>
          <ac:picMkLst>
            <pc:docMk/>
            <pc:sldMk cId="1298737182" sldId="375"/>
            <ac:picMk id="32" creationId="{77C9956B-00CD-460A-E89A-A78DA6DA3515}"/>
          </ac:picMkLst>
        </pc:picChg>
        <pc:picChg chg="mod">
          <ac:chgData name="Sohag Kabir" userId="e9b0da40-aef8-480a-bb63-d1daacecf555" providerId="ADAL" clId="{1F38D4F1-04EA-4679-AABE-783D48579403}" dt="2024-10-19T10:16:47.360" v="4410" actId="1076"/>
          <ac:picMkLst>
            <pc:docMk/>
            <pc:sldMk cId="1298737182" sldId="375"/>
            <ac:picMk id="33" creationId="{02F03F33-8065-45C0-53FE-413ACAF1A6D9}"/>
          </ac:picMkLst>
        </pc:picChg>
        <pc:picChg chg="mod">
          <ac:chgData name="Sohag Kabir" userId="e9b0da40-aef8-480a-bb63-d1daacecf555" providerId="ADAL" clId="{1F38D4F1-04EA-4679-AABE-783D48579403}" dt="2024-10-19T10:16:47.360" v="4410" actId="1076"/>
          <ac:picMkLst>
            <pc:docMk/>
            <pc:sldMk cId="1298737182" sldId="375"/>
            <ac:picMk id="34" creationId="{1FBF73C5-0363-7FBE-A821-5D2F97EFB8F7}"/>
          </ac:picMkLst>
        </pc:picChg>
        <pc:picChg chg="mod">
          <ac:chgData name="Sohag Kabir" userId="e9b0da40-aef8-480a-bb63-d1daacecf555" providerId="ADAL" clId="{1F38D4F1-04EA-4679-AABE-783D48579403}" dt="2024-10-19T10:16:47.360" v="4410" actId="1076"/>
          <ac:picMkLst>
            <pc:docMk/>
            <pc:sldMk cId="1298737182" sldId="375"/>
            <ac:picMk id="35" creationId="{76006EA5-8D60-2BA8-E61A-29F7F4EDA19D}"/>
          </ac:picMkLst>
        </pc:picChg>
        <pc:picChg chg="mod">
          <ac:chgData name="Sohag Kabir" userId="e9b0da40-aef8-480a-bb63-d1daacecf555" providerId="ADAL" clId="{1F38D4F1-04EA-4679-AABE-783D48579403}" dt="2024-10-19T10:16:47.360" v="4410" actId="1076"/>
          <ac:picMkLst>
            <pc:docMk/>
            <pc:sldMk cId="1298737182" sldId="375"/>
            <ac:picMk id="4098" creationId="{19F155DB-19BB-40CF-5B37-ED90B2D79C9C}"/>
          </ac:picMkLst>
        </pc:picChg>
        <pc:cxnChg chg="mod">
          <ac:chgData name="Sohag Kabir" userId="e9b0da40-aef8-480a-bb63-d1daacecf555" providerId="ADAL" clId="{1F38D4F1-04EA-4679-AABE-783D48579403}" dt="2024-10-19T10:16:47.360" v="4410" actId="1076"/>
          <ac:cxnSpMkLst>
            <pc:docMk/>
            <pc:sldMk cId="1298737182" sldId="375"/>
            <ac:cxnSpMk id="28" creationId="{CA23D51B-12B8-BCBD-603E-3157D0F51A1E}"/>
          </ac:cxnSpMkLst>
        </pc:cxnChg>
        <pc:cxnChg chg="mod">
          <ac:chgData name="Sohag Kabir" userId="e9b0da40-aef8-480a-bb63-d1daacecf555" providerId="ADAL" clId="{1F38D4F1-04EA-4679-AABE-783D48579403}" dt="2024-10-19T10:16:47.360" v="4410" actId="1076"/>
          <ac:cxnSpMkLst>
            <pc:docMk/>
            <pc:sldMk cId="1298737182" sldId="375"/>
            <ac:cxnSpMk id="29" creationId="{C592F24C-5187-12BC-D8BA-483E993C6275}"/>
          </ac:cxnSpMkLst>
        </pc:cxnChg>
        <pc:cxnChg chg="mod">
          <ac:chgData name="Sohag Kabir" userId="e9b0da40-aef8-480a-bb63-d1daacecf555" providerId="ADAL" clId="{1F38D4F1-04EA-4679-AABE-783D48579403}" dt="2024-10-19T10:16:47.360" v="4410" actId="1076"/>
          <ac:cxnSpMkLst>
            <pc:docMk/>
            <pc:sldMk cId="1298737182" sldId="375"/>
            <ac:cxnSpMk id="30" creationId="{EB3B8BF4-3818-81B4-69A6-CF1685D897A8}"/>
          </ac:cxnSpMkLst>
        </pc:cxnChg>
      </pc:sldChg>
      <pc:sldChg chg="addSp delSp modSp add mod modAnim">
        <pc:chgData name="Sohag Kabir" userId="e9b0da40-aef8-480a-bb63-d1daacecf555" providerId="ADAL" clId="{1F38D4F1-04EA-4679-AABE-783D48579403}" dt="2024-10-19T10:55:11.561" v="4602"/>
        <pc:sldMkLst>
          <pc:docMk/>
          <pc:sldMk cId="1594471907" sldId="376"/>
        </pc:sldMkLst>
        <pc:spChg chg="mod">
          <ac:chgData name="Sohag Kabir" userId="e9b0da40-aef8-480a-bb63-d1daacecf555" providerId="ADAL" clId="{1F38D4F1-04EA-4679-AABE-783D48579403}" dt="2024-10-19T10:19:10.739" v="4437"/>
          <ac:spMkLst>
            <pc:docMk/>
            <pc:sldMk cId="1594471907" sldId="376"/>
            <ac:spMk id="2" creationId="{DE13D453-4D7B-47BF-AED4-27D56C3644AA}"/>
          </ac:spMkLst>
        </pc:spChg>
        <pc:spChg chg="add mod">
          <ac:chgData name="Sohag Kabir" userId="e9b0da40-aef8-480a-bb63-d1daacecf555" providerId="ADAL" clId="{1F38D4F1-04EA-4679-AABE-783D48579403}" dt="2024-10-19T10:31:12.605" v="4442" actId="113"/>
          <ac:spMkLst>
            <pc:docMk/>
            <pc:sldMk cId="1594471907" sldId="376"/>
            <ac:spMk id="4" creationId="{3AF990BA-7565-7434-6C5D-B681AA26272D}"/>
          </ac:spMkLst>
        </pc:spChg>
        <pc:spChg chg="add mod">
          <ac:chgData name="Sohag Kabir" userId="e9b0da40-aef8-480a-bb63-d1daacecf555" providerId="ADAL" clId="{1F38D4F1-04EA-4679-AABE-783D48579403}" dt="2024-10-19T10:37:44.442" v="4499" actId="113"/>
          <ac:spMkLst>
            <pc:docMk/>
            <pc:sldMk cId="1594471907" sldId="376"/>
            <ac:spMk id="8" creationId="{11CDD385-37E5-708B-4A6C-5B8D22AE0324}"/>
          </ac:spMkLst>
        </pc:spChg>
        <pc:spChg chg="del">
          <ac:chgData name="Sohag Kabir" userId="e9b0da40-aef8-480a-bb63-d1daacecf555" providerId="ADAL" clId="{1F38D4F1-04EA-4679-AABE-783D48579403}" dt="2024-10-19T10:30:51.913" v="4438" actId="478"/>
          <ac:spMkLst>
            <pc:docMk/>
            <pc:sldMk cId="1594471907" sldId="376"/>
            <ac:spMk id="10" creationId="{DF533840-5635-19B5-AAFB-5D157346FFE5}"/>
          </ac:spMkLst>
        </pc:spChg>
        <pc:spChg chg="add mod">
          <ac:chgData name="Sohag Kabir" userId="e9b0da40-aef8-480a-bb63-d1daacecf555" providerId="ADAL" clId="{1F38D4F1-04EA-4679-AABE-783D48579403}" dt="2024-10-19T10:34:48.316" v="4475" actId="164"/>
          <ac:spMkLst>
            <pc:docMk/>
            <pc:sldMk cId="1594471907" sldId="376"/>
            <ac:spMk id="11" creationId="{FF7EB2C9-6C4B-8191-6C31-95415AE9C2E4}"/>
          </ac:spMkLst>
        </pc:spChg>
        <pc:spChg chg="add mod">
          <ac:chgData name="Sohag Kabir" userId="e9b0da40-aef8-480a-bb63-d1daacecf555" providerId="ADAL" clId="{1F38D4F1-04EA-4679-AABE-783D48579403}" dt="2024-10-19T10:36:38.715" v="4491" actId="1076"/>
          <ac:spMkLst>
            <pc:docMk/>
            <pc:sldMk cId="1594471907" sldId="376"/>
            <ac:spMk id="17" creationId="{20ED252E-3486-4938-EE6A-453E03CE9678}"/>
          </ac:spMkLst>
        </pc:spChg>
        <pc:spChg chg="add mod">
          <ac:chgData name="Sohag Kabir" userId="e9b0da40-aef8-480a-bb63-d1daacecf555" providerId="ADAL" clId="{1F38D4F1-04EA-4679-AABE-783D48579403}" dt="2024-10-19T10:38:05.490" v="4501" actId="1076"/>
          <ac:spMkLst>
            <pc:docMk/>
            <pc:sldMk cId="1594471907" sldId="376"/>
            <ac:spMk id="18" creationId="{F08A2FCB-CD9F-E206-BB91-DE0C7E4EDD89}"/>
          </ac:spMkLst>
        </pc:spChg>
        <pc:spChg chg="add mod">
          <ac:chgData name="Sohag Kabir" userId="e9b0da40-aef8-480a-bb63-d1daacecf555" providerId="ADAL" clId="{1F38D4F1-04EA-4679-AABE-783D48579403}" dt="2024-10-19T10:50:04.305" v="4554" actId="2711"/>
          <ac:spMkLst>
            <pc:docMk/>
            <pc:sldMk cId="1594471907" sldId="376"/>
            <ac:spMk id="20" creationId="{7045FA5B-EBA4-C7BE-D8C3-8F159939196F}"/>
          </ac:spMkLst>
        </pc:spChg>
        <pc:spChg chg="add mod">
          <ac:chgData name="Sohag Kabir" userId="e9b0da40-aef8-480a-bb63-d1daacecf555" providerId="ADAL" clId="{1F38D4F1-04EA-4679-AABE-783D48579403}" dt="2024-10-19T10:51:38.295" v="4561" actId="12"/>
          <ac:spMkLst>
            <pc:docMk/>
            <pc:sldMk cId="1594471907" sldId="376"/>
            <ac:spMk id="22" creationId="{8BEBB626-2A7D-3A61-7A25-0A0D24A8217A}"/>
          </ac:spMkLst>
        </pc:spChg>
        <pc:spChg chg="add mod">
          <ac:chgData name="Sohag Kabir" userId="e9b0da40-aef8-480a-bb63-d1daacecf555" providerId="ADAL" clId="{1F38D4F1-04EA-4679-AABE-783D48579403}" dt="2024-10-19T10:53:14.480" v="4589" actId="207"/>
          <ac:spMkLst>
            <pc:docMk/>
            <pc:sldMk cId="1594471907" sldId="376"/>
            <ac:spMk id="24" creationId="{73E0C874-352B-81E9-2038-89CF14E0063F}"/>
          </ac:spMkLst>
        </pc:spChg>
        <pc:spChg chg="add mod">
          <ac:chgData name="Sohag Kabir" userId="e9b0da40-aef8-480a-bb63-d1daacecf555" providerId="ADAL" clId="{1F38D4F1-04EA-4679-AABE-783D48579403}" dt="2024-10-19T10:54:25.557" v="4597" actId="14100"/>
          <ac:spMkLst>
            <pc:docMk/>
            <pc:sldMk cId="1594471907" sldId="376"/>
            <ac:spMk id="26" creationId="{B61C70F0-6D4A-7651-36BF-D09E08F8442B}"/>
          </ac:spMkLst>
        </pc:spChg>
        <pc:spChg chg="add mod">
          <ac:chgData name="Sohag Kabir" userId="e9b0da40-aef8-480a-bb63-d1daacecf555" providerId="ADAL" clId="{1F38D4F1-04EA-4679-AABE-783D48579403}" dt="2024-10-19T10:54:53.697" v="4599" actId="571"/>
          <ac:spMkLst>
            <pc:docMk/>
            <pc:sldMk cId="1594471907" sldId="376"/>
            <ac:spMk id="27" creationId="{AA726416-0A7C-7D1B-D9EE-73532DE85517}"/>
          </ac:spMkLst>
        </pc:spChg>
        <pc:spChg chg="add mod">
          <ac:chgData name="Sohag Kabir" userId="e9b0da40-aef8-480a-bb63-d1daacecf555" providerId="ADAL" clId="{1F38D4F1-04EA-4679-AABE-783D48579403}" dt="2024-10-19T10:54:53.697" v="4599" actId="571"/>
          <ac:spMkLst>
            <pc:docMk/>
            <pc:sldMk cId="1594471907" sldId="376"/>
            <ac:spMk id="28" creationId="{77A4FB1A-AC1E-5566-9D48-A1708358BB95}"/>
          </ac:spMkLst>
        </pc:spChg>
        <pc:grpChg chg="add mod">
          <ac:chgData name="Sohag Kabir" userId="e9b0da40-aef8-480a-bb63-d1daacecf555" providerId="ADAL" clId="{1F38D4F1-04EA-4679-AABE-783D48579403}" dt="2024-10-19T10:35:31.385" v="4484" actId="1037"/>
          <ac:grpSpMkLst>
            <pc:docMk/>
            <pc:sldMk cId="1594471907" sldId="376"/>
            <ac:grpSpMk id="15" creationId="{DC234AD4-590B-0A61-172C-8DB1176F08B6}"/>
          </ac:grpSpMkLst>
        </pc:grpChg>
        <pc:cxnChg chg="add mod">
          <ac:chgData name="Sohag Kabir" userId="e9b0da40-aef8-480a-bb63-d1daacecf555" providerId="ADAL" clId="{1F38D4F1-04EA-4679-AABE-783D48579403}" dt="2024-10-19T10:35:15.720" v="4477" actId="14100"/>
          <ac:cxnSpMkLst>
            <pc:docMk/>
            <pc:sldMk cId="1594471907" sldId="376"/>
            <ac:cxnSpMk id="14" creationId="{5CCE3C00-8BAC-35AF-66DC-35C585A32B27}"/>
          </ac:cxnSpMkLst>
        </pc:cxnChg>
      </pc:sldChg>
      <pc:sldChg chg="addSp delSp modSp add mod delAnim">
        <pc:chgData name="Sohag Kabir" userId="e9b0da40-aef8-480a-bb63-d1daacecf555" providerId="ADAL" clId="{1F38D4F1-04EA-4679-AABE-783D48579403}" dt="2024-10-19T10:42:38.140" v="4537" actId="1076"/>
        <pc:sldMkLst>
          <pc:docMk/>
          <pc:sldMk cId="4271638061" sldId="377"/>
        </pc:sldMkLst>
        <pc:spChg chg="mod">
          <ac:chgData name="Sohag Kabir" userId="e9b0da40-aef8-480a-bb63-d1daacecf555" providerId="ADAL" clId="{1F38D4F1-04EA-4679-AABE-783D48579403}" dt="2024-10-19T10:39:18.266" v="4506" actId="20577"/>
          <ac:spMkLst>
            <pc:docMk/>
            <pc:sldMk cId="4271638061" sldId="377"/>
            <ac:spMk id="2" creationId="{DE13D453-4D7B-47BF-AED4-27D56C3644AA}"/>
          </ac:spMkLst>
        </pc:spChg>
        <pc:spChg chg="del">
          <ac:chgData name="Sohag Kabir" userId="e9b0da40-aef8-480a-bb63-d1daacecf555" providerId="ADAL" clId="{1F38D4F1-04EA-4679-AABE-783D48579403}" dt="2024-10-19T10:39:22.189" v="4507" actId="478"/>
          <ac:spMkLst>
            <pc:docMk/>
            <pc:sldMk cId="4271638061" sldId="377"/>
            <ac:spMk id="4" creationId="{3AF990BA-7565-7434-6C5D-B681AA26272D}"/>
          </ac:spMkLst>
        </pc:spChg>
        <pc:spChg chg="add mod">
          <ac:chgData name="Sohag Kabir" userId="e9b0da40-aef8-480a-bb63-d1daacecf555" providerId="ADAL" clId="{1F38D4F1-04EA-4679-AABE-783D48579403}" dt="2024-10-19T10:42:23.357" v="4536" actId="20577"/>
          <ac:spMkLst>
            <pc:docMk/>
            <pc:sldMk cId="4271638061" sldId="377"/>
            <ac:spMk id="5" creationId="{4605D679-AC2F-03E1-1902-63DC6679146D}"/>
          </ac:spMkLst>
        </pc:spChg>
        <pc:spChg chg="del">
          <ac:chgData name="Sohag Kabir" userId="e9b0da40-aef8-480a-bb63-d1daacecf555" providerId="ADAL" clId="{1F38D4F1-04EA-4679-AABE-783D48579403}" dt="2024-10-19T10:39:24.236" v="4508" actId="478"/>
          <ac:spMkLst>
            <pc:docMk/>
            <pc:sldMk cId="4271638061" sldId="377"/>
            <ac:spMk id="8" creationId="{11CDD385-37E5-708B-4A6C-5B8D22AE0324}"/>
          </ac:spMkLst>
        </pc:spChg>
        <pc:spChg chg="add mod">
          <ac:chgData name="Sohag Kabir" userId="e9b0da40-aef8-480a-bb63-d1daacecf555" providerId="ADAL" clId="{1F38D4F1-04EA-4679-AABE-783D48579403}" dt="2024-10-19T10:42:38.140" v="4537" actId="1076"/>
          <ac:spMkLst>
            <pc:docMk/>
            <pc:sldMk cId="4271638061" sldId="377"/>
            <ac:spMk id="10" creationId="{4CFBA7E3-E433-66A7-2CED-798941A67597}"/>
          </ac:spMkLst>
        </pc:spChg>
        <pc:spChg chg="del">
          <ac:chgData name="Sohag Kabir" userId="e9b0da40-aef8-480a-bb63-d1daacecf555" providerId="ADAL" clId="{1F38D4F1-04EA-4679-AABE-783D48579403}" dt="2024-10-19T10:39:32.645" v="4511" actId="478"/>
          <ac:spMkLst>
            <pc:docMk/>
            <pc:sldMk cId="4271638061" sldId="377"/>
            <ac:spMk id="17" creationId="{20ED252E-3486-4938-EE6A-453E03CE9678}"/>
          </ac:spMkLst>
        </pc:spChg>
        <pc:spChg chg="del">
          <ac:chgData name="Sohag Kabir" userId="e9b0da40-aef8-480a-bb63-d1daacecf555" providerId="ADAL" clId="{1F38D4F1-04EA-4679-AABE-783D48579403}" dt="2024-10-19T10:39:30.396" v="4510" actId="478"/>
          <ac:spMkLst>
            <pc:docMk/>
            <pc:sldMk cId="4271638061" sldId="377"/>
            <ac:spMk id="18" creationId="{F08A2FCB-CD9F-E206-BB91-DE0C7E4EDD89}"/>
          </ac:spMkLst>
        </pc:spChg>
        <pc:grpChg chg="del">
          <ac:chgData name="Sohag Kabir" userId="e9b0da40-aef8-480a-bb63-d1daacecf555" providerId="ADAL" clId="{1F38D4F1-04EA-4679-AABE-783D48579403}" dt="2024-10-19T10:39:28.064" v="4509" actId="478"/>
          <ac:grpSpMkLst>
            <pc:docMk/>
            <pc:sldMk cId="4271638061" sldId="377"/>
            <ac:grpSpMk id="15" creationId="{DC234AD4-590B-0A61-172C-8DB1176F08B6}"/>
          </ac:grpSpMkLst>
        </pc:grpChg>
      </pc:sldChg>
      <pc:sldChg chg="delSp modSp add mod">
        <pc:chgData name="Sohag Kabir" userId="e9b0da40-aef8-480a-bb63-d1daacecf555" providerId="ADAL" clId="{1F38D4F1-04EA-4679-AABE-783D48579403}" dt="2024-10-19T10:44:43.828" v="4550" actId="1076"/>
        <pc:sldMkLst>
          <pc:docMk/>
          <pc:sldMk cId="3924167895" sldId="378"/>
        </pc:sldMkLst>
        <pc:spChg chg="mod">
          <ac:chgData name="Sohag Kabir" userId="e9b0da40-aef8-480a-bb63-d1daacecf555" providerId="ADAL" clId="{1F38D4F1-04EA-4679-AABE-783D48579403}" dt="2024-10-19T10:43:52.798" v="4539"/>
          <ac:spMkLst>
            <pc:docMk/>
            <pc:sldMk cId="3924167895" sldId="378"/>
            <ac:spMk id="2" creationId="{DE13D453-4D7B-47BF-AED4-27D56C3644AA}"/>
          </ac:spMkLst>
        </pc:spChg>
        <pc:spChg chg="mod">
          <ac:chgData name="Sohag Kabir" userId="e9b0da40-aef8-480a-bb63-d1daacecf555" providerId="ADAL" clId="{1F38D4F1-04EA-4679-AABE-783D48579403}" dt="2024-10-19T10:44:43.828" v="4550" actId="1076"/>
          <ac:spMkLst>
            <pc:docMk/>
            <pc:sldMk cId="3924167895" sldId="378"/>
            <ac:spMk id="5" creationId="{4605D679-AC2F-03E1-1902-63DC6679146D}"/>
          </ac:spMkLst>
        </pc:spChg>
        <pc:spChg chg="del">
          <ac:chgData name="Sohag Kabir" userId="e9b0da40-aef8-480a-bb63-d1daacecf555" providerId="ADAL" clId="{1F38D4F1-04EA-4679-AABE-783D48579403}" dt="2024-10-19T10:43:55.620" v="4540" actId="478"/>
          <ac:spMkLst>
            <pc:docMk/>
            <pc:sldMk cId="3924167895" sldId="378"/>
            <ac:spMk id="10" creationId="{4CFBA7E3-E433-66A7-2CED-798941A67597}"/>
          </ac:spMkLst>
        </pc:spChg>
      </pc:sldChg>
    </pc:docChg>
  </pc:docChgLst>
  <pc:docChgLst>
    <pc:chgData name="Sohag Kabir" userId="e9b0da40-aef8-480a-bb63-d1daacecf555" providerId="ADAL" clId="{5C408035-4E8D-4ADF-9233-ED281F8B05DA}"/>
    <pc:docChg chg="undo redo custSel addSld delSld modSld sldOrd replTag delTag">
      <pc:chgData name="Sohag Kabir" userId="e9b0da40-aef8-480a-bb63-d1daacecf555" providerId="ADAL" clId="{5C408035-4E8D-4ADF-9233-ED281F8B05DA}" dt="2024-09-29T16:14:23.061" v="6521" actId="6549"/>
      <pc:docMkLst>
        <pc:docMk/>
      </pc:docMkLst>
      <pc:sldChg chg="modSp mod">
        <pc:chgData name="Sohag Kabir" userId="e9b0da40-aef8-480a-bb63-d1daacecf555" providerId="ADAL" clId="{5C408035-4E8D-4ADF-9233-ED281F8B05DA}" dt="2024-09-28T14:45:51.587" v="1882" actId="27636"/>
        <pc:sldMkLst>
          <pc:docMk/>
          <pc:sldMk cId="2795566495" sldId="256"/>
        </pc:sldMkLst>
        <pc:spChg chg="mod">
          <ac:chgData name="Sohag Kabir" userId="e9b0da40-aef8-480a-bb63-d1daacecf555" providerId="ADAL" clId="{5C408035-4E8D-4ADF-9233-ED281F8B05DA}" dt="2024-09-21T21:17:27.203" v="10" actId="2711"/>
          <ac:spMkLst>
            <pc:docMk/>
            <pc:sldMk cId="2795566495" sldId="256"/>
            <ac:spMk id="2" creationId="{00000000-0000-0000-0000-000000000000}"/>
          </ac:spMkLst>
        </pc:spChg>
        <pc:spChg chg="mod">
          <ac:chgData name="Sohag Kabir" userId="e9b0da40-aef8-480a-bb63-d1daacecf555" providerId="ADAL" clId="{5C408035-4E8D-4ADF-9233-ED281F8B05DA}" dt="2024-09-21T21:27:01.748" v="15"/>
          <ac:spMkLst>
            <pc:docMk/>
            <pc:sldMk cId="2795566495" sldId="256"/>
            <ac:spMk id="5" creationId="{00000000-0000-0000-0000-000000000000}"/>
          </ac:spMkLst>
        </pc:spChg>
        <pc:spChg chg="mod">
          <ac:chgData name="Sohag Kabir" userId="e9b0da40-aef8-480a-bb63-d1daacecf555" providerId="ADAL" clId="{5C408035-4E8D-4ADF-9233-ED281F8B05DA}" dt="2024-09-28T14:45:51.587" v="1882" actId="27636"/>
          <ac:spMkLst>
            <pc:docMk/>
            <pc:sldMk cId="2795566495" sldId="256"/>
            <ac:spMk id="7" creationId="{2A7F24C1-BF6E-43D8-A57F-60FFBF172E51}"/>
          </ac:spMkLst>
        </pc:spChg>
      </pc:sldChg>
      <pc:sldChg chg="addSp delSp modSp mod delAnim modAnim">
        <pc:chgData name="Sohag Kabir" userId="e9b0da40-aef8-480a-bb63-d1daacecf555" providerId="ADAL" clId="{5C408035-4E8D-4ADF-9233-ED281F8B05DA}" dt="2024-09-29T09:09:24.812" v="2480" actId="14100"/>
        <pc:sldMkLst>
          <pc:docMk/>
          <pc:sldMk cId="1234101355" sldId="258"/>
        </pc:sldMkLst>
        <pc:spChg chg="mod">
          <ac:chgData name="Sohag Kabir" userId="e9b0da40-aef8-480a-bb63-d1daacecf555" providerId="ADAL" clId="{5C408035-4E8D-4ADF-9233-ED281F8B05DA}" dt="2024-09-28T16:29:37.032" v="1930" actId="20577"/>
          <ac:spMkLst>
            <pc:docMk/>
            <pc:sldMk cId="1234101355" sldId="258"/>
            <ac:spMk id="2" creationId="{DE13D453-4D7B-47BF-AED4-27D56C3644AA}"/>
          </ac:spMkLst>
        </pc:spChg>
        <pc:spChg chg="add del mod">
          <ac:chgData name="Sohag Kabir" userId="e9b0da40-aef8-480a-bb63-d1daacecf555" providerId="ADAL" clId="{5C408035-4E8D-4ADF-9233-ED281F8B05DA}" dt="2024-09-28T16:02:32.883" v="1898" actId="478"/>
          <ac:spMkLst>
            <pc:docMk/>
            <pc:sldMk cId="1234101355" sldId="258"/>
            <ac:spMk id="5" creationId="{C8D01486-C518-9C76-513A-218AD0265503}"/>
          </ac:spMkLst>
        </pc:spChg>
        <pc:spChg chg="mod">
          <ac:chgData name="Sohag Kabir" userId="e9b0da40-aef8-480a-bb63-d1daacecf555" providerId="ADAL" clId="{5C408035-4E8D-4ADF-9233-ED281F8B05DA}" dt="2024-09-21T21:51:14.037" v="82"/>
          <ac:spMkLst>
            <pc:docMk/>
            <pc:sldMk cId="1234101355" sldId="258"/>
            <ac:spMk id="7" creationId="{00000000-0000-0000-0000-000000000000}"/>
          </ac:spMkLst>
        </pc:spChg>
        <pc:spChg chg="add del mod">
          <ac:chgData name="Sohag Kabir" userId="e9b0da40-aef8-480a-bb63-d1daacecf555" providerId="ADAL" clId="{5C408035-4E8D-4ADF-9233-ED281F8B05DA}" dt="2024-09-28T16:29:43.996" v="1932" actId="478"/>
          <ac:spMkLst>
            <pc:docMk/>
            <pc:sldMk cId="1234101355" sldId="258"/>
            <ac:spMk id="8" creationId="{A0985119-32A5-C2F9-D3E3-A5C753C11C2B}"/>
          </ac:spMkLst>
        </pc:spChg>
        <pc:spChg chg="del mod">
          <ac:chgData name="Sohag Kabir" userId="e9b0da40-aef8-480a-bb63-d1daacecf555" providerId="ADAL" clId="{5C408035-4E8D-4ADF-9233-ED281F8B05DA}" dt="2024-09-28T16:02:30.096" v="1897" actId="478"/>
          <ac:spMkLst>
            <pc:docMk/>
            <pc:sldMk cId="1234101355" sldId="258"/>
            <ac:spMk id="11" creationId="{00000000-0000-0000-0000-000000000000}"/>
          </ac:spMkLst>
        </pc:spChg>
        <pc:spChg chg="add mod">
          <ac:chgData name="Sohag Kabir" userId="e9b0da40-aef8-480a-bb63-d1daacecf555" providerId="ADAL" clId="{5C408035-4E8D-4ADF-9233-ED281F8B05DA}" dt="2024-09-28T16:39:04.054" v="2002" actId="1038"/>
          <ac:spMkLst>
            <pc:docMk/>
            <pc:sldMk cId="1234101355" sldId="258"/>
            <ac:spMk id="13" creationId="{51E7DD38-3A4E-E236-8DA6-E2E51A13D62A}"/>
          </ac:spMkLst>
        </pc:spChg>
        <pc:spChg chg="add mod">
          <ac:chgData name="Sohag Kabir" userId="e9b0da40-aef8-480a-bb63-d1daacecf555" providerId="ADAL" clId="{5C408035-4E8D-4ADF-9233-ED281F8B05DA}" dt="2024-09-28T16:39:46.818" v="2012" actId="1076"/>
          <ac:spMkLst>
            <pc:docMk/>
            <pc:sldMk cId="1234101355" sldId="258"/>
            <ac:spMk id="15" creationId="{515006A4-5FEA-C619-68BB-7F6D6368B102}"/>
          </ac:spMkLst>
        </pc:spChg>
        <pc:spChg chg="add mod">
          <ac:chgData name="Sohag Kabir" userId="e9b0da40-aef8-480a-bb63-d1daacecf555" providerId="ADAL" clId="{5C408035-4E8D-4ADF-9233-ED281F8B05DA}" dt="2024-09-28T16:41:27.495" v="2032" actId="1076"/>
          <ac:spMkLst>
            <pc:docMk/>
            <pc:sldMk cId="1234101355" sldId="258"/>
            <ac:spMk id="16" creationId="{FD0D1805-9FC8-5CA2-20E3-B6DD0E688E0D}"/>
          </ac:spMkLst>
        </pc:spChg>
        <pc:picChg chg="add del mod">
          <ac:chgData name="Sohag Kabir" userId="e9b0da40-aef8-480a-bb63-d1daacecf555" providerId="ADAL" clId="{5C408035-4E8D-4ADF-9233-ED281F8B05DA}" dt="2024-09-28T16:29:40.853" v="1931" actId="478"/>
          <ac:picMkLst>
            <pc:docMk/>
            <pc:sldMk cId="1234101355" sldId="258"/>
            <ac:picMk id="4" creationId="{36020D2A-540F-A16C-2A73-0DED848EEB84}"/>
          </ac:picMkLst>
        </pc:picChg>
        <pc:picChg chg="add del mod modCrop">
          <ac:chgData name="Sohag Kabir" userId="e9b0da40-aef8-480a-bb63-d1daacecf555" providerId="ADAL" clId="{5C408035-4E8D-4ADF-9233-ED281F8B05DA}" dt="2024-09-29T09:07:19.508" v="2467" actId="478"/>
          <ac:picMkLst>
            <pc:docMk/>
            <pc:sldMk cId="1234101355" sldId="258"/>
            <ac:picMk id="9" creationId="{078AAEF4-3673-D700-800F-5BD2558D66F4}"/>
          </ac:picMkLst>
        </pc:picChg>
        <pc:picChg chg="add mod modCrop">
          <ac:chgData name="Sohag Kabir" userId="e9b0da40-aef8-480a-bb63-d1daacecf555" providerId="ADAL" clId="{5C408035-4E8D-4ADF-9233-ED281F8B05DA}" dt="2024-09-28T16:40:15.863" v="2019" actId="14100"/>
          <ac:picMkLst>
            <pc:docMk/>
            <pc:sldMk cId="1234101355" sldId="258"/>
            <ac:picMk id="12" creationId="{C8B76F36-681D-536B-E450-91882A118005}"/>
          </ac:picMkLst>
        </pc:picChg>
        <pc:picChg chg="add del mod">
          <ac:chgData name="Sohag Kabir" userId="e9b0da40-aef8-480a-bb63-d1daacecf555" providerId="ADAL" clId="{5C408035-4E8D-4ADF-9233-ED281F8B05DA}" dt="2024-09-29T09:08:05.862" v="2473" actId="478"/>
          <ac:picMkLst>
            <pc:docMk/>
            <pc:sldMk cId="1234101355" sldId="258"/>
            <ac:picMk id="14" creationId="{925CA853-7E55-D8BC-99D7-7E9ED02B29ED}"/>
          </ac:picMkLst>
        </pc:picChg>
        <pc:picChg chg="add mod">
          <ac:chgData name="Sohag Kabir" userId="e9b0da40-aef8-480a-bb63-d1daacecf555" providerId="ADAL" clId="{5C408035-4E8D-4ADF-9233-ED281F8B05DA}" dt="2024-09-29T09:07:59.116" v="2472" actId="14100"/>
          <ac:picMkLst>
            <pc:docMk/>
            <pc:sldMk cId="1234101355" sldId="258"/>
            <ac:picMk id="17" creationId="{3A5C98C1-69C8-50CA-86DE-E22EA0C90F03}"/>
          </ac:picMkLst>
        </pc:picChg>
        <pc:picChg chg="add mod">
          <ac:chgData name="Sohag Kabir" userId="e9b0da40-aef8-480a-bb63-d1daacecf555" providerId="ADAL" clId="{5C408035-4E8D-4ADF-9233-ED281F8B05DA}" dt="2024-09-29T09:09:24.812" v="2480" actId="14100"/>
          <ac:picMkLst>
            <pc:docMk/>
            <pc:sldMk cId="1234101355" sldId="258"/>
            <ac:picMk id="18" creationId="{C6ED1E53-424E-0203-4AE3-CAB061ED8CAF}"/>
          </ac:picMkLst>
        </pc:picChg>
        <pc:picChg chg="add mod">
          <ac:chgData name="Sohag Kabir" userId="e9b0da40-aef8-480a-bb63-d1daacecf555" providerId="ADAL" clId="{5C408035-4E8D-4ADF-9233-ED281F8B05DA}" dt="2024-09-29T09:09:20.500" v="2479" actId="14100"/>
          <ac:picMkLst>
            <pc:docMk/>
            <pc:sldMk cId="1234101355" sldId="258"/>
            <ac:picMk id="1026" creationId="{0CA2D96E-5837-5AB6-3300-9A61DF99D7A8}"/>
          </ac:picMkLst>
        </pc:picChg>
      </pc:sldChg>
      <pc:sldChg chg="addSp delSp modSp mod">
        <pc:chgData name="Sohag Kabir" userId="e9b0da40-aef8-480a-bb63-d1daacecf555" providerId="ADAL" clId="{5C408035-4E8D-4ADF-9233-ED281F8B05DA}" dt="2024-09-29T09:42:41.043" v="2581" actId="1076"/>
        <pc:sldMkLst>
          <pc:docMk/>
          <pc:sldMk cId="2490493203" sldId="259"/>
        </pc:sldMkLst>
        <pc:spChg chg="mod">
          <ac:chgData name="Sohag Kabir" userId="e9b0da40-aef8-480a-bb63-d1daacecf555" providerId="ADAL" clId="{5C408035-4E8D-4ADF-9233-ED281F8B05DA}" dt="2024-09-29T09:34:45.452" v="2570" actId="6549"/>
          <ac:spMkLst>
            <pc:docMk/>
            <pc:sldMk cId="2490493203" sldId="259"/>
            <ac:spMk id="2" creationId="{3530B774-9001-449E-924A-4229028B4A25}"/>
          </ac:spMkLst>
        </pc:spChg>
        <pc:spChg chg="del mod">
          <ac:chgData name="Sohag Kabir" userId="e9b0da40-aef8-480a-bb63-d1daacecf555" providerId="ADAL" clId="{5C408035-4E8D-4ADF-9233-ED281F8B05DA}" dt="2024-09-29T09:34:49.379" v="2571" actId="478"/>
          <ac:spMkLst>
            <pc:docMk/>
            <pc:sldMk cId="2490493203" sldId="259"/>
            <ac:spMk id="3" creationId="{107ACF01-04B5-406F-ADB3-2AFFF21F732C}"/>
          </ac:spMkLst>
        </pc:spChg>
        <pc:spChg chg="add del mod">
          <ac:chgData name="Sohag Kabir" userId="e9b0da40-aef8-480a-bb63-d1daacecf555" providerId="ADAL" clId="{5C408035-4E8D-4ADF-9233-ED281F8B05DA}" dt="2024-09-28T16:09:26.507" v="1913"/>
          <ac:spMkLst>
            <pc:docMk/>
            <pc:sldMk cId="2490493203" sldId="259"/>
            <ac:spMk id="4" creationId="{AE0DD6D5-6E9D-E755-7138-CA8145B1F0B1}"/>
          </ac:spMkLst>
        </pc:spChg>
        <pc:spChg chg="add del mod">
          <ac:chgData name="Sohag Kabir" userId="e9b0da40-aef8-480a-bb63-d1daacecf555" providerId="ADAL" clId="{5C408035-4E8D-4ADF-9233-ED281F8B05DA}" dt="2024-09-29T09:34:51.435" v="2572" actId="478"/>
          <ac:spMkLst>
            <pc:docMk/>
            <pc:sldMk cId="2490493203" sldId="259"/>
            <ac:spMk id="5" creationId="{DAD5ABA9-6FD2-D39F-A786-8D93E89DBAD5}"/>
          </ac:spMkLst>
        </pc:spChg>
        <pc:spChg chg="mod">
          <ac:chgData name="Sohag Kabir" userId="e9b0da40-aef8-480a-bb63-d1daacecf555" providerId="ADAL" clId="{5C408035-4E8D-4ADF-9233-ED281F8B05DA}" dt="2024-09-21T21:51:22.585" v="83"/>
          <ac:spMkLst>
            <pc:docMk/>
            <pc:sldMk cId="2490493203" sldId="259"/>
            <ac:spMk id="9" creationId="{00000000-0000-0000-0000-000000000000}"/>
          </ac:spMkLst>
        </pc:spChg>
        <pc:picChg chg="del mod">
          <ac:chgData name="Sohag Kabir" userId="e9b0da40-aef8-480a-bb63-d1daacecf555" providerId="ADAL" clId="{5C408035-4E8D-4ADF-9233-ED281F8B05DA}" dt="2024-09-29T09:34:53.267" v="2573" actId="478"/>
          <ac:picMkLst>
            <pc:docMk/>
            <pc:sldMk cId="2490493203" sldId="259"/>
            <ac:picMk id="7" creationId="{00000000-0000-0000-0000-000000000000}"/>
          </ac:picMkLst>
        </pc:picChg>
        <pc:picChg chg="add mod">
          <ac:chgData name="Sohag Kabir" userId="e9b0da40-aef8-480a-bb63-d1daacecf555" providerId="ADAL" clId="{5C408035-4E8D-4ADF-9233-ED281F8B05DA}" dt="2024-09-29T09:35:02.507" v="2575" actId="1076"/>
          <ac:picMkLst>
            <pc:docMk/>
            <pc:sldMk cId="2490493203" sldId="259"/>
            <ac:picMk id="8" creationId="{9EEC136A-2A0B-36E6-F70E-7045D9828D75}"/>
          </ac:picMkLst>
        </pc:picChg>
        <pc:picChg chg="add mod">
          <ac:chgData name="Sohag Kabir" userId="e9b0da40-aef8-480a-bb63-d1daacecf555" providerId="ADAL" clId="{5C408035-4E8D-4ADF-9233-ED281F8B05DA}" dt="2024-09-29T09:42:41.043" v="2581" actId="1076"/>
          <ac:picMkLst>
            <pc:docMk/>
            <pc:sldMk cId="2490493203" sldId="259"/>
            <ac:picMk id="10" creationId="{CCF6FCBE-5BEB-47F3-0D9E-3634B0A5CAF6}"/>
          </ac:picMkLst>
        </pc:picChg>
      </pc:sldChg>
      <pc:sldChg chg="addSp delSp modSp mod">
        <pc:chgData name="Sohag Kabir" userId="e9b0da40-aef8-480a-bb63-d1daacecf555" providerId="ADAL" clId="{5C408035-4E8D-4ADF-9233-ED281F8B05DA}" dt="2024-09-29T15:26:38.610" v="5904" actId="1076"/>
        <pc:sldMkLst>
          <pc:docMk/>
          <pc:sldMk cId="1583876998" sldId="261"/>
        </pc:sldMkLst>
        <pc:spChg chg="del">
          <ac:chgData name="Sohag Kabir" userId="e9b0da40-aef8-480a-bb63-d1daacecf555" providerId="ADAL" clId="{5C408035-4E8D-4ADF-9233-ED281F8B05DA}" dt="2024-09-29T14:43:07.518" v="5451" actId="478"/>
          <ac:spMkLst>
            <pc:docMk/>
            <pc:sldMk cId="1583876998" sldId="261"/>
            <ac:spMk id="2" creationId="{72ABD1FB-AEB1-45F3-94A9-40E0FDAAAB12}"/>
          </ac:spMkLst>
        </pc:spChg>
        <pc:spChg chg="add del mod">
          <ac:chgData name="Sohag Kabir" userId="e9b0da40-aef8-480a-bb63-d1daacecf555" providerId="ADAL" clId="{5C408035-4E8D-4ADF-9233-ED281F8B05DA}" dt="2024-09-21T23:58:09.292" v="1139" actId="478"/>
          <ac:spMkLst>
            <pc:docMk/>
            <pc:sldMk cId="1583876998" sldId="261"/>
            <ac:spMk id="3" creationId="{6EA310F0-355F-9DAF-4F9A-21DD3F3B9AAD}"/>
          </ac:spMkLst>
        </pc:spChg>
        <pc:spChg chg="add del mod">
          <ac:chgData name="Sohag Kabir" userId="e9b0da40-aef8-480a-bb63-d1daacecf555" providerId="ADAL" clId="{5C408035-4E8D-4ADF-9233-ED281F8B05DA}" dt="2024-09-29T14:43:09.805" v="5452" actId="478"/>
          <ac:spMkLst>
            <pc:docMk/>
            <pc:sldMk cId="1583876998" sldId="261"/>
            <ac:spMk id="5" creationId="{A0DFFFD8-9F48-3B86-8434-CBBE193A070C}"/>
          </ac:spMkLst>
        </pc:spChg>
        <pc:spChg chg="mod">
          <ac:chgData name="Sohag Kabir" userId="e9b0da40-aef8-480a-bb63-d1daacecf555" providerId="ADAL" clId="{5C408035-4E8D-4ADF-9233-ED281F8B05DA}" dt="2024-09-22T00:25:01.897" v="1557"/>
          <ac:spMkLst>
            <pc:docMk/>
            <pc:sldMk cId="1583876998" sldId="261"/>
            <ac:spMk id="7" creationId="{2FDE415C-F3CC-4D2E-B0F5-4EADDCEE714F}"/>
          </ac:spMkLst>
        </pc:spChg>
        <pc:spChg chg="del mod">
          <ac:chgData name="Sohag Kabir" userId="e9b0da40-aef8-480a-bb63-d1daacecf555" providerId="ADAL" clId="{5C408035-4E8D-4ADF-9233-ED281F8B05DA}" dt="2024-09-29T14:43:02.279" v="5448" actId="478"/>
          <ac:spMkLst>
            <pc:docMk/>
            <pc:sldMk cId="1583876998" sldId="261"/>
            <ac:spMk id="8" creationId="{00000000-0000-0000-0000-000000000000}"/>
          </ac:spMkLst>
        </pc:spChg>
        <pc:spChg chg="add mod">
          <ac:chgData name="Sohag Kabir" userId="e9b0da40-aef8-480a-bb63-d1daacecf555" providerId="ADAL" clId="{5C408035-4E8D-4ADF-9233-ED281F8B05DA}" dt="2024-09-29T15:07:56.843" v="5673" actId="1035"/>
          <ac:spMkLst>
            <pc:docMk/>
            <pc:sldMk cId="1583876998" sldId="261"/>
            <ac:spMk id="11" creationId="{1E09ABB6-8E37-DDEE-2E26-FFB134E4425E}"/>
          </ac:spMkLst>
        </pc:spChg>
        <pc:spChg chg="add mod">
          <ac:chgData name="Sohag Kabir" userId="e9b0da40-aef8-480a-bb63-d1daacecf555" providerId="ADAL" clId="{5C408035-4E8D-4ADF-9233-ED281F8B05DA}" dt="2024-09-29T15:26:38.610" v="5904" actId="1076"/>
          <ac:spMkLst>
            <pc:docMk/>
            <pc:sldMk cId="1583876998" sldId="261"/>
            <ac:spMk id="12" creationId="{B95AD034-E7E4-A4C9-284E-2FB9AE9D92F9}"/>
          </ac:spMkLst>
        </pc:spChg>
        <pc:spChg chg="add mod">
          <ac:chgData name="Sohag Kabir" userId="e9b0da40-aef8-480a-bb63-d1daacecf555" providerId="ADAL" clId="{5C408035-4E8D-4ADF-9233-ED281F8B05DA}" dt="2024-09-29T15:26:38.610" v="5904" actId="1076"/>
          <ac:spMkLst>
            <pc:docMk/>
            <pc:sldMk cId="1583876998" sldId="261"/>
            <ac:spMk id="13" creationId="{5715E57D-D97A-B0F8-0978-7D1D7C02A4D1}"/>
          </ac:spMkLst>
        </pc:spChg>
        <pc:spChg chg="add mod">
          <ac:chgData name="Sohag Kabir" userId="e9b0da40-aef8-480a-bb63-d1daacecf555" providerId="ADAL" clId="{5C408035-4E8D-4ADF-9233-ED281F8B05DA}" dt="2024-09-29T15:26:38.610" v="5904" actId="1076"/>
          <ac:spMkLst>
            <pc:docMk/>
            <pc:sldMk cId="1583876998" sldId="261"/>
            <ac:spMk id="14" creationId="{61A25ADB-FEFF-C626-ADE9-1445DEA99791}"/>
          </ac:spMkLst>
        </pc:spChg>
        <pc:spChg chg="add mod">
          <ac:chgData name="Sohag Kabir" userId="e9b0da40-aef8-480a-bb63-d1daacecf555" providerId="ADAL" clId="{5C408035-4E8D-4ADF-9233-ED281F8B05DA}" dt="2024-09-29T15:26:38.610" v="5904" actId="1076"/>
          <ac:spMkLst>
            <pc:docMk/>
            <pc:sldMk cId="1583876998" sldId="261"/>
            <ac:spMk id="15" creationId="{11290782-4FA6-30DC-8E9C-DA260763A4F1}"/>
          </ac:spMkLst>
        </pc:spChg>
        <pc:spChg chg="add mod">
          <ac:chgData name="Sohag Kabir" userId="e9b0da40-aef8-480a-bb63-d1daacecf555" providerId="ADAL" clId="{5C408035-4E8D-4ADF-9233-ED281F8B05DA}" dt="2024-09-29T15:26:38.610" v="5904" actId="1076"/>
          <ac:spMkLst>
            <pc:docMk/>
            <pc:sldMk cId="1583876998" sldId="261"/>
            <ac:spMk id="16" creationId="{E7376AA4-6122-4B5D-BA92-3E5D9C4C15A6}"/>
          </ac:spMkLst>
        </pc:spChg>
        <pc:spChg chg="add mod">
          <ac:chgData name="Sohag Kabir" userId="e9b0da40-aef8-480a-bb63-d1daacecf555" providerId="ADAL" clId="{5C408035-4E8D-4ADF-9233-ED281F8B05DA}" dt="2024-09-29T15:26:38.610" v="5904" actId="1076"/>
          <ac:spMkLst>
            <pc:docMk/>
            <pc:sldMk cId="1583876998" sldId="261"/>
            <ac:spMk id="17" creationId="{C811A1CC-F813-4A55-5A53-66E8D5E8B82A}"/>
          </ac:spMkLst>
        </pc:spChg>
        <pc:spChg chg="add mod">
          <ac:chgData name="Sohag Kabir" userId="e9b0da40-aef8-480a-bb63-d1daacecf555" providerId="ADAL" clId="{5C408035-4E8D-4ADF-9233-ED281F8B05DA}" dt="2024-09-29T15:26:38.610" v="5904" actId="1076"/>
          <ac:spMkLst>
            <pc:docMk/>
            <pc:sldMk cId="1583876998" sldId="261"/>
            <ac:spMk id="18" creationId="{A97F594E-E166-4DDF-49B5-A2724CF0B7F8}"/>
          </ac:spMkLst>
        </pc:spChg>
        <pc:spChg chg="add mod">
          <ac:chgData name="Sohag Kabir" userId="e9b0da40-aef8-480a-bb63-d1daacecf555" providerId="ADAL" clId="{5C408035-4E8D-4ADF-9233-ED281F8B05DA}" dt="2024-09-29T15:26:38.610" v="5904" actId="1076"/>
          <ac:spMkLst>
            <pc:docMk/>
            <pc:sldMk cId="1583876998" sldId="261"/>
            <ac:spMk id="19" creationId="{3C96BA45-4001-3025-0458-6562DD9CB15B}"/>
          </ac:spMkLst>
        </pc:spChg>
        <pc:spChg chg="add mod">
          <ac:chgData name="Sohag Kabir" userId="e9b0da40-aef8-480a-bb63-d1daacecf555" providerId="ADAL" clId="{5C408035-4E8D-4ADF-9233-ED281F8B05DA}" dt="2024-09-29T15:26:38.610" v="5904" actId="1076"/>
          <ac:spMkLst>
            <pc:docMk/>
            <pc:sldMk cId="1583876998" sldId="261"/>
            <ac:spMk id="21" creationId="{6E9D397A-7406-A8AC-9C7B-460366515FAD}"/>
          </ac:spMkLst>
        </pc:spChg>
        <pc:spChg chg="add mod">
          <ac:chgData name="Sohag Kabir" userId="e9b0da40-aef8-480a-bb63-d1daacecf555" providerId="ADAL" clId="{5C408035-4E8D-4ADF-9233-ED281F8B05DA}" dt="2024-09-29T15:26:38.610" v="5904" actId="1076"/>
          <ac:spMkLst>
            <pc:docMk/>
            <pc:sldMk cId="1583876998" sldId="261"/>
            <ac:spMk id="22" creationId="{7F9E7EC7-A1AB-8240-BDFC-CEF1AE252BE3}"/>
          </ac:spMkLst>
        </pc:spChg>
        <pc:spChg chg="add mod">
          <ac:chgData name="Sohag Kabir" userId="e9b0da40-aef8-480a-bb63-d1daacecf555" providerId="ADAL" clId="{5C408035-4E8D-4ADF-9233-ED281F8B05DA}" dt="2024-09-29T15:26:38.610" v="5904" actId="1076"/>
          <ac:spMkLst>
            <pc:docMk/>
            <pc:sldMk cId="1583876998" sldId="261"/>
            <ac:spMk id="23" creationId="{A967C76E-EA47-C7BE-E1F2-38F88A81882C}"/>
          </ac:spMkLst>
        </pc:spChg>
        <pc:grpChg chg="add mod">
          <ac:chgData name="Sohag Kabir" userId="e9b0da40-aef8-480a-bb63-d1daacecf555" providerId="ADAL" clId="{5C408035-4E8D-4ADF-9233-ED281F8B05DA}" dt="2024-09-29T15:26:38.610" v="5904" actId="1076"/>
          <ac:grpSpMkLst>
            <pc:docMk/>
            <pc:sldMk cId="1583876998" sldId="261"/>
            <ac:grpSpMk id="24" creationId="{959A0793-A3D0-4F22-398C-0D2B361EA227}"/>
          </ac:grpSpMkLst>
        </pc:grpChg>
        <pc:grpChg chg="add mod">
          <ac:chgData name="Sohag Kabir" userId="e9b0da40-aef8-480a-bb63-d1daacecf555" providerId="ADAL" clId="{5C408035-4E8D-4ADF-9233-ED281F8B05DA}" dt="2024-09-29T15:26:38.610" v="5904" actId="1076"/>
          <ac:grpSpMkLst>
            <pc:docMk/>
            <pc:sldMk cId="1583876998" sldId="261"/>
            <ac:grpSpMk id="25" creationId="{9DBEE125-E72A-BBF0-BEA4-D3C1869D8055}"/>
          </ac:grpSpMkLst>
        </pc:grpChg>
        <pc:picChg chg="add del">
          <ac:chgData name="Sohag Kabir" userId="e9b0da40-aef8-480a-bb63-d1daacecf555" providerId="ADAL" clId="{5C408035-4E8D-4ADF-9233-ED281F8B05DA}" dt="2024-09-29T14:43:05.107" v="5450" actId="22"/>
          <ac:picMkLst>
            <pc:docMk/>
            <pc:sldMk cId="1583876998" sldId="261"/>
            <ac:picMk id="4" creationId="{E482A7F7-E5DF-62CC-90AD-5D5F00B2348A}"/>
          </ac:picMkLst>
        </pc:picChg>
        <pc:picChg chg="add mod">
          <ac:chgData name="Sohag Kabir" userId="e9b0da40-aef8-480a-bb63-d1daacecf555" providerId="ADAL" clId="{5C408035-4E8D-4ADF-9233-ED281F8B05DA}" dt="2024-09-29T15:26:38.610" v="5904" actId="1076"/>
          <ac:picMkLst>
            <pc:docMk/>
            <pc:sldMk cId="1583876998" sldId="261"/>
            <ac:picMk id="10" creationId="{3F46535C-477D-E49B-6B7C-D64B3A718EA8}"/>
          </ac:picMkLst>
        </pc:picChg>
        <pc:picChg chg="add mod ord">
          <ac:chgData name="Sohag Kabir" userId="e9b0da40-aef8-480a-bb63-d1daacecf555" providerId="ADAL" clId="{5C408035-4E8D-4ADF-9233-ED281F8B05DA}" dt="2024-09-29T15:26:38.610" v="5904" actId="1076"/>
          <ac:picMkLst>
            <pc:docMk/>
            <pc:sldMk cId="1583876998" sldId="261"/>
            <ac:picMk id="20" creationId="{DA1166E4-1119-83F3-D595-E4275F2E503D}"/>
          </ac:picMkLst>
        </pc:picChg>
      </pc:sldChg>
      <pc:sldChg chg="addSp delSp modSp mod modNotesTx">
        <pc:chgData name="Sohag Kabir" userId="e9b0da40-aef8-480a-bb63-d1daacecf555" providerId="ADAL" clId="{5C408035-4E8D-4ADF-9233-ED281F8B05DA}" dt="2024-09-29T15:56:05.631" v="6240" actId="1076"/>
        <pc:sldMkLst>
          <pc:docMk/>
          <pc:sldMk cId="4146333179" sldId="264"/>
        </pc:sldMkLst>
        <pc:spChg chg="mod">
          <ac:chgData name="Sohag Kabir" userId="e9b0da40-aef8-480a-bb63-d1daacecf555" providerId="ADAL" clId="{5C408035-4E8D-4ADF-9233-ED281F8B05DA}" dt="2024-09-29T15:56:05.631" v="6240" actId="1076"/>
          <ac:spMkLst>
            <pc:docMk/>
            <pc:sldMk cId="4146333179" sldId="264"/>
            <ac:spMk id="2" creationId="{81C438A6-3010-496D-B29E-036E43E273F3}"/>
          </ac:spMkLst>
        </pc:spChg>
        <pc:spChg chg="add del mod">
          <ac:chgData name="Sohag Kabir" userId="e9b0da40-aef8-480a-bb63-d1daacecf555" providerId="ADAL" clId="{5C408035-4E8D-4ADF-9233-ED281F8B05DA}" dt="2024-09-29T15:42:05.311" v="6064" actId="478"/>
          <ac:spMkLst>
            <pc:docMk/>
            <pc:sldMk cId="4146333179" sldId="264"/>
            <ac:spMk id="3" creationId="{02954BEB-AC32-9E78-D2C5-52FB33C6C8EE}"/>
          </ac:spMkLst>
        </pc:spChg>
        <pc:spChg chg="del mod">
          <ac:chgData name="Sohag Kabir" userId="e9b0da40-aef8-480a-bb63-d1daacecf555" providerId="ADAL" clId="{5C408035-4E8D-4ADF-9233-ED281F8B05DA}" dt="2024-09-29T15:42:01.879" v="6063" actId="478"/>
          <ac:spMkLst>
            <pc:docMk/>
            <pc:sldMk cId="4146333179" sldId="264"/>
            <ac:spMk id="7" creationId="{00000000-0000-0000-0000-000000000000}"/>
          </ac:spMkLst>
        </pc:spChg>
        <pc:spChg chg="mod">
          <ac:chgData name="Sohag Kabir" userId="e9b0da40-aef8-480a-bb63-d1daacecf555" providerId="ADAL" clId="{5C408035-4E8D-4ADF-9233-ED281F8B05DA}" dt="2024-09-22T00:25:17.266" v="1560"/>
          <ac:spMkLst>
            <pc:docMk/>
            <pc:sldMk cId="4146333179" sldId="264"/>
            <ac:spMk id="13" creationId="{B05BF201-15EA-4712-87E8-E69CA936FC58}"/>
          </ac:spMkLst>
        </pc:spChg>
        <pc:picChg chg="add del mod">
          <ac:chgData name="Sohag Kabir" userId="e9b0da40-aef8-480a-bb63-d1daacecf555" providerId="ADAL" clId="{5C408035-4E8D-4ADF-9233-ED281F8B05DA}" dt="2024-09-29T15:46:14.794" v="6070" actId="478"/>
          <ac:picMkLst>
            <pc:docMk/>
            <pc:sldMk cId="4146333179" sldId="264"/>
            <ac:picMk id="5" creationId="{AAB077CA-4110-FD6A-FF45-A5D814E51265}"/>
          </ac:picMkLst>
        </pc:picChg>
        <pc:picChg chg="add mod">
          <ac:chgData name="Sohag Kabir" userId="e9b0da40-aef8-480a-bb63-d1daacecf555" providerId="ADAL" clId="{5C408035-4E8D-4ADF-9233-ED281F8B05DA}" dt="2024-09-29T15:46:44.024" v="6099" actId="14100"/>
          <ac:picMkLst>
            <pc:docMk/>
            <pc:sldMk cId="4146333179" sldId="264"/>
            <ac:picMk id="11266" creationId="{B555FE88-D3E2-586D-98D7-0E6AB7E5E2B5}"/>
          </ac:picMkLst>
        </pc:picChg>
      </pc:sldChg>
      <pc:sldChg chg="addSp delSp modSp mod ord delAnim modAnim">
        <pc:chgData name="Sohag Kabir" userId="e9b0da40-aef8-480a-bb63-d1daacecf555" providerId="ADAL" clId="{5C408035-4E8D-4ADF-9233-ED281F8B05DA}" dt="2024-09-29T15:59:25.256" v="6248" actId="20577"/>
        <pc:sldMkLst>
          <pc:docMk/>
          <pc:sldMk cId="1671400381" sldId="265"/>
        </pc:sldMkLst>
        <pc:spChg chg="mod">
          <ac:chgData name="Sohag Kabir" userId="e9b0da40-aef8-480a-bb63-d1daacecf555" providerId="ADAL" clId="{5C408035-4E8D-4ADF-9233-ED281F8B05DA}" dt="2024-09-29T11:14:48.140" v="3207" actId="255"/>
          <ac:spMkLst>
            <pc:docMk/>
            <pc:sldMk cId="1671400381" sldId="265"/>
            <ac:spMk id="2" creationId="{F2A4DAD3-1E36-4CAD-94D1-E06B348A4ADD}"/>
          </ac:spMkLst>
        </pc:spChg>
        <pc:spChg chg="del mod">
          <ac:chgData name="Sohag Kabir" userId="e9b0da40-aef8-480a-bb63-d1daacecf555" providerId="ADAL" clId="{5C408035-4E8D-4ADF-9233-ED281F8B05DA}" dt="2024-09-29T11:13:09.188" v="3161" actId="478"/>
          <ac:spMkLst>
            <pc:docMk/>
            <pc:sldMk cId="1671400381" sldId="265"/>
            <ac:spMk id="3" creationId="{69629499-4F36-4E83-817C-E10C4F24E0FA}"/>
          </ac:spMkLst>
        </pc:spChg>
        <pc:spChg chg="add del mod">
          <ac:chgData name="Sohag Kabir" userId="e9b0da40-aef8-480a-bb63-d1daacecf555" providerId="ADAL" clId="{5C408035-4E8D-4ADF-9233-ED281F8B05DA}" dt="2024-09-29T11:13:12.420" v="3162" actId="478"/>
          <ac:spMkLst>
            <pc:docMk/>
            <pc:sldMk cId="1671400381" sldId="265"/>
            <ac:spMk id="4" creationId="{DDDA1F26-79C2-A7DF-64D7-65471715CC52}"/>
          </ac:spMkLst>
        </pc:spChg>
        <pc:spChg chg="del">
          <ac:chgData name="Sohag Kabir" userId="e9b0da40-aef8-480a-bb63-d1daacecf555" providerId="ADAL" clId="{5C408035-4E8D-4ADF-9233-ED281F8B05DA}" dt="2024-09-21T22:35:00.682" v="237" actId="478"/>
          <ac:spMkLst>
            <pc:docMk/>
            <pc:sldMk cId="1671400381" sldId="265"/>
            <ac:spMk id="7" creationId="{00000000-0000-0000-0000-000000000000}"/>
          </ac:spMkLst>
        </pc:spChg>
        <pc:spChg chg="mod">
          <ac:chgData name="Sohag Kabir" userId="e9b0da40-aef8-480a-bb63-d1daacecf555" providerId="ADAL" clId="{5C408035-4E8D-4ADF-9233-ED281F8B05DA}" dt="2024-09-21T23:17:37.663" v="795"/>
          <ac:spMkLst>
            <pc:docMk/>
            <pc:sldMk cId="1671400381" sldId="265"/>
            <ac:spMk id="8" creationId="{00000000-0000-0000-0000-000000000000}"/>
          </ac:spMkLst>
        </pc:spChg>
        <pc:spChg chg="add mod">
          <ac:chgData name="Sohag Kabir" userId="e9b0da40-aef8-480a-bb63-d1daacecf555" providerId="ADAL" clId="{5C408035-4E8D-4ADF-9233-ED281F8B05DA}" dt="2024-09-29T11:16:09.732" v="3235" actId="1076"/>
          <ac:spMkLst>
            <pc:docMk/>
            <pc:sldMk cId="1671400381" sldId="265"/>
            <ac:spMk id="9" creationId="{D2DB1874-C0DE-779E-4007-ECE4F0580246}"/>
          </ac:spMkLst>
        </pc:spChg>
        <pc:spChg chg="add mod">
          <ac:chgData name="Sohag Kabir" userId="e9b0da40-aef8-480a-bb63-d1daacecf555" providerId="ADAL" clId="{5C408035-4E8D-4ADF-9233-ED281F8B05DA}" dt="2024-09-29T11:20:14.507" v="3313" actId="1076"/>
          <ac:spMkLst>
            <pc:docMk/>
            <pc:sldMk cId="1671400381" sldId="265"/>
            <ac:spMk id="10" creationId="{C72B4FCD-4F84-43FF-E373-0E7E8665FC65}"/>
          </ac:spMkLst>
        </pc:spChg>
        <pc:spChg chg="add mod">
          <ac:chgData name="Sohag Kabir" userId="e9b0da40-aef8-480a-bb63-d1daacecf555" providerId="ADAL" clId="{5C408035-4E8D-4ADF-9233-ED281F8B05DA}" dt="2024-09-29T15:59:25.256" v="6248" actId="20577"/>
          <ac:spMkLst>
            <pc:docMk/>
            <pc:sldMk cId="1671400381" sldId="265"/>
            <ac:spMk id="12" creationId="{C344E8A4-372A-23BF-49B1-8767B696DC13}"/>
          </ac:spMkLst>
        </pc:spChg>
        <pc:spChg chg="add mod">
          <ac:chgData name="Sohag Kabir" userId="e9b0da40-aef8-480a-bb63-d1daacecf555" providerId="ADAL" clId="{5C408035-4E8D-4ADF-9233-ED281F8B05DA}" dt="2024-09-29T11:20:32.516" v="3317" actId="2711"/>
          <ac:spMkLst>
            <pc:docMk/>
            <pc:sldMk cId="1671400381" sldId="265"/>
            <ac:spMk id="14" creationId="{238C606A-9D8F-4C6C-B481-062B5EB30391}"/>
          </ac:spMkLst>
        </pc:spChg>
        <pc:graphicFrameChg chg="add del modGraphic">
          <ac:chgData name="Sohag Kabir" userId="e9b0da40-aef8-480a-bb63-d1daacecf555" providerId="ADAL" clId="{5C408035-4E8D-4ADF-9233-ED281F8B05DA}" dt="2024-09-21T22:36:00.382" v="239" actId="1032"/>
          <ac:graphicFrameMkLst>
            <pc:docMk/>
            <pc:sldMk cId="1671400381" sldId="265"/>
            <ac:graphicFrameMk id="4" creationId="{95D0533B-1694-9288-9E9B-78AE65A0583E}"/>
          </ac:graphicFrameMkLst>
        </pc:graphicFrameChg>
        <pc:graphicFrameChg chg="add del modGraphic">
          <ac:chgData name="Sohag Kabir" userId="e9b0da40-aef8-480a-bb63-d1daacecf555" providerId="ADAL" clId="{5C408035-4E8D-4ADF-9233-ED281F8B05DA}" dt="2024-09-21T22:36:23.374" v="241" actId="1032"/>
          <ac:graphicFrameMkLst>
            <pc:docMk/>
            <pc:sldMk cId="1671400381" sldId="265"/>
            <ac:graphicFrameMk id="5" creationId="{F34AA6B8-4849-F10F-20DA-0E852F331230}"/>
          </ac:graphicFrameMkLst>
        </pc:graphicFrameChg>
        <pc:graphicFrameChg chg="add del modGraphic">
          <ac:chgData name="Sohag Kabir" userId="e9b0da40-aef8-480a-bb63-d1daacecf555" providerId="ADAL" clId="{5C408035-4E8D-4ADF-9233-ED281F8B05DA}" dt="2024-09-21T22:36:54.319" v="243" actId="1032"/>
          <ac:graphicFrameMkLst>
            <pc:docMk/>
            <pc:sldMk cId="1671400381" sldId="265"/>
            <ac:graphicFrameMk id="9" creationId="{9536CA8F-73B1-BCA2-25ED-0D4ECD2928D9}"/>
          </ac:graphicFrameMkLst>
        </pc:graphicFrameChg>
        <pc:graphicFrameChg chg="add del mod modGraphic">
          <ac:chgData name="Sohag Kabir" userId="e9b0da40-aef8-480a-bb63-d1daacecf555" providerId="ADAL" clId="{5C408035-4E8D-4ADF-9233-ED281F8B05DA}" dt="2024-09-21T22:38:18.495" v="256" actId="478"/>
          <ac:graphicFrameMkLst>
            <pc:docMk/>
            <pc:sldMk cId="1671400381" sldId="265"/>
            <ac:graphicFrameMk id="10" creationId="{618CEE91-DFA1-96C0-0ADE-3F472F01FB1D}"/>
          </ac:graphicFrameMkLst>
        </pc:graphicFrameChg>
        <pc:graphicFrameChg chg="add del mod modGraphic">
          <ac:chgData name="Sohag Kabir" userId="e9b0da40-aef8-480a-bb63-d1daacecf555" providerId="ADAL" clId="{5C408035-4E8D-4ADF-9233-ED281F8B05DA}" dt="2024-09-29T11:13:07.252" v="3160" actId="478"/>
          <ac:graphicFrameMkLst>
            <pc:docMk/>
            <pc:sldMk cId="1671400381" sldId="265"/>
            <ac:graphicFrameMk id="11" creationId="{CAD5CDD0-B006-4760-0AE9-D782EB486951}"/>
          </ac:graphicFrameMkLst>
        </pc:graphicFrameChg>
        <pc:picChg chg="add mod">
          <ac:chgData name="Sohag Kabir" userId="e9b0da40-aef8-480a-bb63-d1daacecf555" providerId="ADAL" clId="{5C408035-4E8D-4ADF-9233-ED281F8B05DA}" dt="2024-09-29T11:20:17.172" v="3314" actId="1076"/>
          <ac:picMkLst>
            <pc:docMk/>
            <pc:sldMk cId="1671400381" sldId="265"/>
            <ac:picMk id="7" creationId="{AADCAB66-92D2-95F8-4276-DF3BE39A4E8E}"/>
          </ac:picMkLst>
        </pc:picChg>
      </pc:sldChg>
      <pc:sldChg chg="addSp delSp modSp mod ord modAnim modNotesTx">
        <pc:chgData name="Sohag Kabir" userId="e9b0da40-aef8-480a-bb63-d1daacecf555" providerId="ADAL" clId="{5C408035-4E8D-4ADF-9233-ED281F8B05DA}" dt="2024-09-29T16:14:23.061" v="6521" actId="6549"/>
        <pc:sldMkLst>
          <pc:docMk/>
          <pc:sldMk cId="1480265116" sldId="266"/>
        </pc:sldMkLst>
        <pc:spChg chg="del mod">
          <ac:chgData name="Sohag Kabir" userId="e9b0da40-aef8-480a-bb63-d1daacecf555" providerId="ADAL" clId="{5C408035-4E8D-4ADF-9233-ED281F8B05DA}" dt="2024-09-29T11:21:22.116" v="3319" actId="478"/>
          <ac:spMkLst>
            <pc:docMk/>
            <pc:sldMk cId="1480265116" sldId="266"/>
            <ac:spMk id="2" creationId="{F2A4DAD3-1E36-4CAD-94D1-E06B348A4ADD}"/>
          </ac:spMkLst>
        </pc:spChg>
        <pc:spChg chg="add del mod">
          <ac:chgData name="Sohag Kabir" userId="e9b0da40-aef8-480a-bb63-d1daacecf555" providerId="ADAL" clId="{5C408035-4E8D-4ADF-9233-ED281F8B05DA}" dt="2024-09-29T11:21:26.820" v="3321" actId="478"/>
          <ac:spMkLst>
            <pc:docMk/>
            <pc:sldMk cId="1480265116" sldId="266"/>
            <ac:spMk id="3" creationId="{EF9A1EED-6681-2F7F-8D8F-6C73CABCB7C3}"/>
          </ac:spMkLst>
        </pc:spChg>
        <pc:spChg chg="add mod">
          <ac:chgData name="Sohag Kabir" userId="e9b0da40-aef8-480a-bb63-d1daacecf555" providerId="ADAL" clId="{5C408035-4E8D-4ADF-9233-ED281F8B05DA}" dt="2024-09-29T12:51:55.846" v="4348" actId="20577"/>
          <ac:spMkLst>
            <pc:docMk/>
            <pc:sldMk cId="1480265116" sldId="266"/>
            <ac:spMk id="4" creationId="{8B3BBD20-CA54-1CCC-FDC5-4B2C938D023F}"/>
          </ac:spMkLst>
        </pc:spChg>
        <pc:spChg chg="add del mod">
          <ac:chgData name="Sohag Kabir" userId="e9b0da40-aef8-480a-bb63-d1daacecf555" providerId="ADAL" clId="{5C408035-4E8D-4ADF-9233-ED281F8B05DA}" dt="2024-09-22T10:16:05.569" v="1780" actId="478"/>
          <ac:spMkLst>
            <pc:docMk/>
            <pc:sldMk cId="1480265116" sldId="266"/>
            <ac:spMk id="4" creationId="{94F2367E-5D87-11B9-DCF6-0AABE51EB222}"/>
          </ac:spMkLst>
        </pc:spChg>
        <pc:spChg chg="add del mod">
          <ac:chgData name="Sohag Kabir" userId="e9b0da40-aef8-480a-bb63-d1daacecf555" providerId="ADAL" clId="{5C408035-4E8D-4ADF-9233-ED281F8B05DA}" dt="2024-09-22T10:20:13.645" v="1791" actId="478"/>
          <ac:spMkLst>
            <pc:docMk/>
            <pc:sldMk cId="1480265116" sldId="266"/>
            <ac:spMk id="5" creationId="{FDEA4DFA-1268-47F7-FDAA-F6B52258C2DD}"/>
          </ac:spMkLst>
        </pc:spChg>
        <pc:spChg chg="add del mod">
          <ac:chgData name="Sohag Kabir" userId="e9b0da40-aef8-480a-bb63-d1daacecf555" providerId="ADAL" clId="{5C408035-4E8D-4ADF-9233-ED281F8B05DA}" dt="2024-09-21T23:43:11.382" v="1055" actId="478"/>
          <ac:spMkLst>
            <pc:docMk/>
            <pc:sldMk cId="1480265116" sldId="266"/>
            <ac:spMk id="7" creationId="{319B76FA-1ED1-4944-57BA-81AB4F9EA75B}"/>
          </ac:spMkLst>
        </pc:spChg>
        <pc:spChg chg="mod">
          <ac:chgData name="Sohag Kabir" userId="e9b0da40-aef8-480a-bb63-d1daacecf555" providerId="ADAL" clId="{5C408035-4E8D-4ADF-9233-ED281F8B05DA}" dt="2024-09-22T00:24:32.715" v="1553"/>
          <ac:spMkLst>
            <pc:docMk/>
            <pc:sldMk cId="1480265116" sldId="266"/>
            <ac:spMk id="8" creationId="{00000000-0000-0000-0000-000000000000}"/>
          </ac:spMkLst>
        </pc:spChg>
        <pc:spChg chg="add del mod">
          <ac:chgData name="Sohag Kabir" userId="e9b0da40-aef8-480a-bb63-d1daacecf555" providerId="ADAL" clId="{5C408035-4E8D-4ADF-9233-ED281F8B05DA}" dt="2024-09-22T10:20:09.909" v="1790" actId="478"/>
          <ac:spMkLst>
            <pc:docMk/>
            <pc:sldMk cId="1480265116" sldId="266"/>
            <ac:spMk id="9" creationId="{E67C3D7F-1592-4B51-DE14-8B40F807CCBE}"/>
          </ac:spMkLst>
        </pc:spChg>
        <pc:spChg chg="add del mod">
          <ac:chgData name="Sohag Kabir" userId="e9b0da40-aef8-480a-bb63-d1daacecf555" providerId="ADAL" clId="{5C408035-4E8D-4ADF-9233-ED281F8B05DA}" dt="2024-09-29T11:45:53.599" v="3577" actId="478"/>
          <ac:spMkLst>
            <pc:docMk/>
            <pc:sldMk cId="1480265116" sldId="266"/>
            <ac:spMk id="9" creationId="{F5D9F30E-C386-5862-0637-094BEF3D6705}"/>
          </ac:spMkLst>
        </pc:spChg>
        <pc:spChg chg="del">
          <ac:chgData name="Sohag Kabir" userId="e9b0da40-aef8-480a-bb63-d1daacecf555" providerId="ADAL" clId="{5C408035-4E8D-4ADF-9233-ED281F8B05DA}" dt="2024-09-21T23:39:10.215" v="1045" actId="478"/>
          <ac:spMkLst>
            <pc:docMk/>
            <pc:sldMk cId="1480265116" sldId="266"/>
            <ac:spMk id="10" creationId="{00000000-0000-0000-0000-000000000000}"/>
          </ac:spMkLst>
        </pc:spChg>
        <pc:spChg chg="add mod">
          <ac:chgData name="Sohag Kabir" userId="e9b0da40-aef8-480a-bb63-d1daacecf555" providerId="ADAL" clId="{5C408035-4E8D-4ADF-9233-ED281F8B05DA}" dt="2024-09-21T23:44:03.445" v="1057" actId="164"/>
          <ac:spMkLst>
            <pc:docMk/>
            <pc:sldMk cId="1480265116" sldId="266"/>
            <ac:spMk id="11" creationId="{B6776BDC-2FC2-84FF-302C-91CF921D9A4A}"/>
          </ac:spMkLst>
        </pc:spChg>
        <pc:spChg chg="add mod">
          <ac:chgData name="Sohag Kabir" userId="e9b0da40-aef8-480a-bb63-d1daacecf555" providerId="ADAL" clId="{5C408035-4E8D-4ADF-9233-ED281F8B05DA}" dt="2024-09-29T11:43:18.693" v="3521" actId="164"/>
          <ac:spMkLst>
            <pc:docMk/>
            <pc:sldMk cId="1480265116" sldId="266"/>
            <ac:spMk id="12" creationId="{9F0955C3-A246-025F-03B7-10151ADD4A0E}"/>
          </ac:spMkLst>
        </pc:spChg>
        <pc:spChg chg="add mod">
          <ac:chgData name="Sohag Kabir" userId="e9b0da40-aef8-480a-bb63-d1daacecf555" providerId="ADAL" clId="{5C408035-4E8D-4ADF-9233-ED281F8B05DA}" dt="2024-09-21T23:44:03.445" v="1057" actId="164"/>
          <ac:spMkLst>
            <pc:docMk/>
            <pc:sldMk cId="1480265116" sldId="266"/>
            <ac:spMk id="12" creationId="{EA6C3882-F024-604B-5CD3-4FAA18EF815F}"/>
          </ac:spMkLst>
        </pc:spChg>
        <pc:spChg chg="add mod">
          <ac:chgData name="Sohag Kabir" userId="e9b0da40-aef8-480a-bb63-d1daacecf555" providerId="ADAL" clId="{5C408035-4E8D-4ADF-9233-ED281F8B05DA}" dt="2024-09-21T23:44:03.445" v="1057" actId="164"/>
          <ac:spMkLst>
            <pc:docMk/>
            <pc:sldMk cId="1480265116" sldId="266"/>
            <ac:spMk id="13" creationId="{3A48594D-5476-129F-E384-34C7F6296961}"/>
          </ac:spMkLst>
        </pc:spChg>
        <pc:spChg chg="add mod">
          <ac:chgData name="Sohag Kabir" userId="e9b0da40-aef8-480a-bb63-d1daacecf555" providerId="ADAL" clId="{5C408035-4E8D-4ADF-9233-ED281F8B05DA}" dt="2024-09-29T11:43:18.693" v="3521" actId="164"/>
          <ac:spMkLst>
            <pc:docMk/>
            <pc:sldMk cId="1480265116" sldId="266"/>
            <ac:spMk id="13" creationId="{6159D2C5-E1EB-2A81-9AF2-AF0442C0BCC3}"/>
          </ac:spMkLst>
        </pc:spChg>
        <pc:spChg chg="add del mod">
          <ac:chgData name="Sohag Kabir" userId="e9b0da40-aef8-480a-bb63-d1daacecf555" providerId="ADAL" clId="{5C408035-4E8D-4ADF-9233-ED281F8B05DA}" dt="2024-09-22T10:20:07.046" v="1789" actId="478"/>
          <ac:spMkLst>
            <pc:docMk/>
            <pc:sldMk cId="1480265116" sldId="266"/>
            <ac:spMk id="14" creationId="{20ED7C63-7FE2-E2FF-1786-8F6A3A0C56DD}"/>
          </ac:spMkLst>
        </pc:spChg>
        <pc:spChg chg="add mod">
          <ac:chgData name="Sohag Kabir" userId="e9b0da40-aef8-480a-bb63-d1daacecf555" providerId="ADAL" clId="{5C408035-4E8D-4ADF-9233-ED281F8B05DA}" dt="2024-09-29T11:43:18.693" v="3521" actId="164"/>
          <ac:spMkLst>
            <pc:docMk/>
            <pc:sldMk cId="1480265116" sldId="266"/>
            <ac:spMk id="14" creationId="{42308162-D919-9840-E15B-822772797EB3}"/>
          </ac:spMkLst>
        </pc:spChg>
        <pc:spChg chg="add del mod">
          <ac:chgData name="Sohag Kabir" userId="e9b0da40-aef8-480a-bb63-d1daacecf555" providerId="ADAL" clId="{5C408035-4E8D-4ADF-9233-ED281F8B05DA}" dt="2024-09-22T10:19:57.080" v="1785" actId="478"/>
          <ac:spMkLst>
            <pc:docMk/>
            <pc:sldMk cId="1480265116" sldId="266"/>
            <ac:spMk id="15" creationId="{A2041B4F-2E27-694B-227B-8415A108C521}"/>
          </ac:spMkLst>
        </pc:spChg>
        <pc:spChg chg="add mod">
          <ac:chgData name="Sohag Kabir" userId="e9b0da40-aef8-480a-bb63-d1daacecf555" providerId="ADAL" clId="{5C408035-4E8D-4ADF-9233-ED281F8B05DA}" dt="2024-09-29T11:43:18.693" v="3521" actId="164"/>
          <ac:spMkLst>
            <pc:docMk/>
            <pc:sldMk cId="1480265116" sldId="266"/>
            <ac:spMk id="15" creationId="{F2A9F24B-717E-4AF9-4B8D-02395BD05DE8}"/>
          </ac:spMkLst>
        </pc:spChg>
        <pc:spChg chg="add del mod">
          <ac:chgData name="Sohag Kabir" userId="e9b0da40-aef8-480a-bb63-d1daacecf555" providerId="ADAL" clId="{5C408035-4E8D-4ADF-9233-ED281F8B05DA}" dt="2024-09-22T10:19:59.802" v="1786" actId="478"/>
          <ac:spMkLst>
            <pc:docMk/>
            <pc:sldMk cId="1480265116" sldId="266"/>
            <ac:spMk id="16" creationId="{9B49B2EE-C37C-49FB-1E06-F921B609926F}"/>
          </ac:spMkLst>
        </pc:spChg>
        <pc:spChg chg="add mod">
          <ac:chgData name="Sohag Kabir" userId="e9b0da40-aef8-480a-bb63-d1daacecf555" providerId="ADAL" clId="{5C408035-4E8D-4ADF-9233-ED281F8B05DA}" dt="2024-09-29T11:43:18.693" v="3521" actId="164"/>
          <ac:spMkLst>
            <pc:docMk/>
            <pc:sldMk cId="1480265116" sldId="266"/>
            <ac:spMk id="16" creationId="{EF1A836B-E0EA-474D-352C-223B107F35AE}"/>
          </ac:spMkLst>
        </pc:spChg>
        <pc:spChg chg="add mod">
          <ac:chgData name="Sohag Kabir" userId="e9b0da40-aef8-480a-bb63-d1daacecf555" providerId="ADAL" clId="{5C408035-4E8D-4ADF-9233-ED281F8B05DA}" dt="2024-09-22T10:13:45.101" v="1759" actId="164"/>
          <ac:spMkLst>
            <pc:docMk/>
            <pc:sldMk cId="1480265116" sldId="266"/>
            <ac:spMk id="17" creationId="{8CE033DF-72D9-BBCF-170E-82877563EAB5}"/>
          </ac:spMkLst>
        </pc:spChg>
        <pc:spChg chg="add mod">
          <ac:chgData name="Sohag Kabir" userId="e9b0da40-aef8-480a-bb63-d1daacecf555" providerId="ADAL" clId="{5C408035-4E8D-4ADF-9233-ED281F8B05DA}" dt="2024-09-29T11:43:18.693" v="3521" actId="164"/>
          <ac:spMkLst>
            <pc:docMk/>
            <pc:sldMk cId="1480265116" sldId="266"/>
            <ac:spMk id="17" creationId="{FC5479AB-BF36-3C07-5DE6-46ECE3CC72B7}"/>
          </ac:spMkLst>
        </pc:spChg>
        <pc:spChg chg="add mod">
          <ac:chgData name="Sohag Kabir" userId="e9b0da40-aef8-480a-bb63-d1daacecf555" providerId="ADAL" clId="{5C408035-4E8D-4ADF-9233-ED281F8B05DA}" dt="2024-09-22T10:13:45.101" v="1759" actId="164"/>
          <ac:spMkLst>
            <pc:docMk/>
            <pc:sldMk cId="1480265116" sldId="266"/>
            <ac:spMk id="18" creationId="{87BAD49D-B2B6-D5B1-21F1-D395C7A0DA2D}"/>
          </ac:spMkLst>
        </pc:spChg>
        <pc:spChg chg="add mod">
          <ac:chgData name="Sohag Kabir" userId="e9b0da40-aef8-480a-bb63-d1daacecf555" providerId="ADAL" clId="{5C408035-4E8D-4ADF-9233-ED281F8B05DA}" dt="2024-09-29T11:43:18.693" v="3521" actId="164"/>
          <ac:spMkLst>
            <pc:docMk/>
            <pc:sldMk cId="1480265116" sldId="266"/>
            <ac:spMk id="18" creationId="{8BD4058E-CC4A-12D1-E514-785D0D53F7E1}"/>
          </ac:spMkLst>
        </pc:spChg>
        <pc:spChg chg="add mod">
          <ac:chgData name="Sohag Kabir" userId="e9b0da40-aef8-480a-bb63-d1daacecf555" providerId="ADAL" clId="{5C408035-4E8D-4ADF-9233-ED281F8B05DA}" dt="2024-09-29T11:43:18.693" v="3521" actId="164"/>
          <ac:spMkLst>
            <pc:docMk/>
            <pc:sldMk cId="1480265116" sldId="266"/>
            <ac:spMk id="19" creationId="{77A50F21-24D9-41B0-C1C8-12811EEF798C}"/>
          </ac:spMkLst>
        </pc:spChg>
        <pc:spChg chg="add del mod">
          <ac:chgData name="Sohag Kabir" userId="e9b0da40-aef8-480a-bb63-d1daacecf555" providerId="ADAL" clId="{5C408035-4E8D-4ADF-9233-ED281F8B05DA}" dt="2024-09-22T10:20:04.826" v="1788" actId="478"/>
          <ac:spMkLst>
            <pc:docMk/>
            <pc:sldMk cId="1480265116" sldId="266"/>
            <ac:spMk id="19" creationId="{DE453004-A99B-1063-ADB5-F26EAAD74331}"/>
          </ac:spMkLst>
        </pc:spChg>
        <pc:spChg chg="add del mod">
          <ac:chgData name="Sohag Kabir" userId="e9b0da40-aef8-480a-bb63-d1daacecf555" providerId="ADAL" clId="{5C408035-4E8D-4ADF-9233-ED281F8B05DA}" dt="2024-09-21T23:43:22.854" v="1056" actId="478"/>
          <ac:spMkLst>
            <pc:docMk/>
            <pc:sldMk cId="1480265116" sldId="266"/>
            <ac:spMk id="20" creationId="{B2628124-802C-B0B6-42AD-F8832F95A657}"/>
          </ac:spMkLst>
        </pc:spChg>
        <pc:spChg chg="add mod">
          <ac:chgData name="Sohag Kabir" userId="e9b0da40-aef8-480a-bb63-d1daacecf555" providerId="ADAL" clId="{5C408035-4E8D-4ADF-9233-ED281F8B05DA}" dt="2024-09-29T11:45:45.756" v="3575" actId="164"/>
          <ac:spMkLst>
            <pc:docMk/>
            <pc:sldMk cId="1480265116" sldId="266"/>
            <ac:spMk id="21" creationId="{F195198B-160F-E976-EF21-0B291791B767}"/>
          </ac:spMkLst>
        </pc:spChg>
        <pc:spChg chg="add del mod">
          <ac:chgData name="Sohag Kabir" userId="e9b0da40-aef8-480a-bb63-d1daacecf555" providerId="ADAL" clId="{5C408035-4E8D-4ADF-9233-ED281F8B05DA}" dt="2024-09-22T10:34:24.358" v="1873" actId="478"/>
          <ac:spMkLst>
            <pc:docMk/>
            <pc:sldMk cId="1480265116" sldId="266"/>
            <ac:spMk id="23" creationId="{A2037A05-9A54-499E-B326-FF6949841FC9}"/>
          </ac:spMkLst>
        </pc:spChg>
        <pc:grpChg chg="add mod">
          <ac:chgData name="Sohag Kabir" userId="e9b0da40-aef8-480a-bb63-d1daacecf555" providerId="ADAL" clId="{5C408035-4E8D-4ADF-9233-ED281F8B05DA}" dt="2024-09-29T11:45:45.756" v="3575" actId="164"/>
          <ac:grpSpMkLst>
            <pc:docMk/>
            <pc:sldMk cId="1480265116" sldId="266"/>
            <ac:grpSpMk id="20" creationId="{2980C8CC-3013-35D6-0198-16557731B49D}"/>
          </ac:grpSpMkLst>
        </pc:grpChg>
        <pc:grpChg chg="add del mod">
          <ac:chgData name="Sohag Kabir" userId="e9b0da40-aef8-480a-bb63-d1daacecf555" providerId="ADAL" clId="{5C408035-4E8D-4ADF-9233-ED281F8B05DA}" dt="2024-09-22T10:19:55.354" v="1784" actId="478"/>
          <ac:grpSpMkLst>
            <pc:docMk/>
            <pc:sldMk cId="1480265116" sldId="266"/>
            <ac:grpSpMk id="21" creationId="{B189401D-9EB8-B47B-0561-515E6F904FC4}"/>
          </ac:grpSpMkLst>
        </pc:grpChg>
        <pc:grpChg chg="add mod">
          <ac:chgData name="Sohag Kabir" userId="e9b0da40-aef8-480a-bb63-d1daacecf555" providerId="ADAL" clId="{5C408035-4E8D-4ADF-9233-ED281F8B05DA}" dt="2024-09-29T11:45:57.587" v="3578" actId="1076"/>
          <ac:grpSpMkLst>
            <pc:docMk/>
            <pc:sldMk cId="1480265116" sldId="266"/>
            <ac:grpSpMk id="22" creationId="{83734901-8D72-C4F9-8A2C-2F0FA82EE86F}"/>
          </ac:grpSpMkLst>
        </pc:grpChg>
        <pc:grpChg chg="add del mod">
          <ac:chgData name="Sohag Kabir" userId="e9b0da40-aef8-480a-bb63-d1daacecf555" providerId="ADAL" clId="{5C408035-4E8D-4ADF-9233-ED281F8B05DA}" dt="2024-09-22T10:20:01.435" v="1787" actId="478"/>
          <ac:grpSpMkLst>
            <pc:docMk/>
            <pc:sldMk cId="1480265116" sldId="266"/>
            <ac:grpSpMk id="22" creationId="{F8A2D9C2-B606-A363-E5CB-512BD6C60608}"/>
          </ac:grpSpMkLst>
        </pc:grpChg>
        <pc:graphicFrameChg chg="add del">
          <ac:chgData name="Sohag Kabir" userId="e9b0da40-aef8-480a-bb63-d1daacecf555" providerId="ADAL" clId="{5C408035-4E8D-4ADF-9233-ED281F8B05DA}" dt="2024-09-21T23:37:23.152" v="1014" actId="478"/>
          <ac:graphicFrameMkLst>
            <pc:docMk/>
            <pc:sldMk cId="1480265116" sldId="266"/>
            <ac:graphicFrameMk id="3" creationId="{20A58AF0-380F-BC9E-E05C-307D5FD8CA66}"/>
          </ac:graphicFrameMkLst>
        </pc:graphicFrameChg>
        <pc:graphicFrameChg chg="add del">
          <ac:chgData name="Sohag Kabir" userId="e9b0da40-aef8-480a-bb63-d1daacecf555" providerId="ADAL" clId="{5C408035-4E8D-4ADF-9233-ED281F8B05DA}" dt="2024-09-22T10:28:02.762" v="1864" actId="478"/>
          <ac:graphicFrameMkLst>
            <pc:docMk/>
            <pc:sldMk cId="1480265116" sldId="266"/>
            <ac:graphicFrameMk id="24" creationId="{51DC9883-8A42-0338-6F19-F7DF7772E983}"/>
          </ac:graphicFrameMkLst>
        </pc:graphicFrameChg>
        <pc:graphicFrameChg chg="add del">
          <ac:chgData name="Sohag Kabir" userId="e9b0da40-aef8-480a-bb63-d1daacecf555" providerId="ADAL" clId="{5C408035-4E8D-4ADF-9233-ED281F8B05DA}" dt="2024-09-22T10:28:58.906" v="1866" actId="478"/>
          <ac:graphicFrameMkLst>
            <pc:docMk/>
            <pc:sldMk cId="1480265116" sldId="266"/>
            <ac:graphicFrameMk id="25" creationId="{5267897D-D281-E71F-A3D3-C60A65D26699}"/>
          </ac:graphicFrameMkLst>
        </pc:graphicFrameChg>
        <pc:graphicFrameChg chg="add del">
          <ac:chgData name="Sohag Kabir" userId="e9b0da40-aef8-480a-bb63-d1daacecf555" providerId="ADAL" clId="{5C408035-4E8D-4ADF-9233-ED281F8B05DA}" dt="2024-09-22T10:29:43.446" v="1870"/>
          <ac:graphicFrameMkLst>
            <pc:docMk/>
            <pc:sldMk cId="1480265116" sldId="266"/>
            <ac:graphicFrameMk id="26" creationId="{3AEC0900-C1FB-632F-42FF-EA15D6564243}"/>
          </ac:graphicFrameMkLst>
        </pc:graphicFrameChg>
        <pc:graphicFrameChg chg="add del">
          <ac:chgData name="Sohag Kabir" userId="e9b0da40-aef8-480a-bb63-d1daacecf555" providerId="ADAL" clId="{5C408035-4E8D-4ADF-9233-ED281F8B05DA}" dt="2024-09-29T11:21:01.013" v="3318" actId="478"/>
          <ac:graphicFrameMkLst>
            <pc:docMk/>
            <pc:sldMk cId="1480265116" sldId="266"/>
            <ac:graphicFrameMk id="27" creationId="{FACBFDC2-D785-7863-1171-77C1310CB2D7}"/>
          </ac:graphicFrameMkLst>
        </pc:graphicFrameChg>
        <pc:picChg chg="add mod modCrop">
          <ac:chgData name="Sohag Kabir" userId="e9b0da40-aef8-480a-bb63-d1daacecf555" providerId="ADAL" clId="{5C408035-4E8D-4ADF-9233-ED281F8B05DA}" dt="2024-09-29T12:50:19.108" v="4340" actId="1038"/>
          <ac:picMkLst>
            <pc:docMk/>
            <pc:sldMk cId="1480265116" sldId="266"/>
            <ac:picMk id="5" creationId="{73C3FC7A-B18C-801D-A078-C8C8D407B711}"/>
          </ac:picMkLst>
        </pc:picChg>
        <pc:picChg chg="add mod">
          <ac:chgData name="Sohag Kabir" userId="e9b0da40-aef8-480a-bb63-d1daacecf555" providerId="ADAL" clId="{5C408035-4E8D-4ADF-9233-ED281F8B05DA}" dt="2024-09-29T11:43:18.693" v="3521" actId="164"/>
          <ac:picMkLst>
            <pc:docMk/>
            <pc:sldMk cId="1480265116" sldId="266"/>
            <ac:picMk id="11" creationId="{3B27D34B-9503-D14D-D19B-81CAE6982FCA}"/>
          </ac:picMkLst>
        </pc:picChg>
        <pc:picChg chg="add del mod">
          <ac:chgData name="Sohag Kabir" userId="e9b0da40-aef8-480a-bb63-d1daacecf555" providerId="ADAL" clId="{5C408035-4E8D-4ADF-9233-ED281F8B05DA}" dt="2024-09-22T10:19:53.717" v="1783" actId="478"/>
          <ac:picMkLst>
            <pc:docMk/>
            <pc:sldMk cId="1480265116" sldId="266"/>
            <ac:picMk id="1026" creationId="{78323CF5-4D28-F066-615D-7D4742318D85}"/>
          </ac:picMkLst>
        </pc:picChg>
      </pc:sldChg>
      <pc:sldChg chg="modSp mod">
        <pc:chgData name="Sohag Kabir" userId="e9b0da40-aef8-480a-bb63-d1daacecf555" providerId="ADAL" clId="{5C408035-4E8D-4ADF-9233-ED281F8B05DA}" dt="2024-09-22T00:25:21.842" v="1561"/>
        <pc:sldMkLst>
          <pc:docMk/>
          <pc:sldMk cId="4136712713" sldId="268"/>
        </pc:sldMkLst>
        <pc:spChg chg="mod">
          <ac:chgData name="Sohag Kabir" userId="e9b0da40-aef8-480a-bb63-d1daacecf555" providerId="ADAL" clId="{5C408035-4E8D-4ADF-9233-ED281F8B05DA}" dt="2024-09-22T00:25:21.842" v="1561"/>
          <ac:spMkLst>
            <pc:docMk/>
            <pc:sldMk cId="4136712713" sldId="268"/>
            <ac:spMk id="13" creationId="{B05BF201-15EA-4712-87E8-E69CA936FC58}"/>
          </ac:spMkLst>
        </pc:spChg>
      </pc:sldChg>
      <pc:sldChg chg="addSp delSp modSp mod">
        <pc:chgData name="Sohag Kabir" userId="e9b0da40-aef8-480a-bb63-d1daacecf555" providerId="ADAL" clId="{5C408035-4E8D-4ADF-9233-ED281F8B05DA}" dt="2024-09-29T15:40:50.529" v="6062" actId="14100"/>
        <pc:sldMkLst>
          <pc:docMk/>
          <pc:sldMk cId="4000026248" sldId="270"/>
        </pc:sldMkLst>
        <pc:spChg chg="mod">
          <ac:chgData name="Sohag Kabir" userId="e9b0da40-aef8-480a-bb63-d1daacecf555" providerId="ADAL" clId="{5C408035-4E8D-4ADF-9233-ED281F8B05DA}" dt="2024-09-29T15:40:07.476" v="6017"/>
          <ac:spMkLst>
            <pc:docMk/>
            <pc:sldMk cId="4000026248" sldId="270"/>
            <ac:spMk id="2" creationId="{34E1E058-61F9-4514-99F0-93DE3829F95E}"/>
          </ac:spMkLst>
        </pc:spChg>
        <pc:spChg chg="add del mod">
          <ac:chgData name="Sohag Kabir" userId="e9b0da40-aef8-480a-bb63-d1daacecf555" providerId="ADAL" clId="{5C408035-4E8D-4ADF-9233-ED281F8B05DA}" dt="2024-09-29T15:37:37.392" v="5980" actId="478"/>
          <ac:spMkLst>
            <pc:docMk/>
            <pc:sldMk cId="4000026248" sldId="270"/>
            <ac:spMk id="3" creationId="{8303B4F4-BA25-03AD-6D24-257F731D8A4D}"/>
          </ac:spMkLst>
        </pc:spChg>
        <pc:spChg chg="add mod">
          <ac:chgData name="Sohag Kabir" userId="e9b0da40-aef8-480a-bb63-d1daacecf555" providerId="ADAL" clId="{5C408035-4E8D-4ADF-9233-ED281F8B05DA}" dt="2024-09-29T15:40:45.810" v="6061" actId="14100"/>
          <ac:spMkLst>
            <pc:docMk/>
            <pc:sldMk cId="4000026248" sldId="270"/>
            <ac:spMk id="7" creationId="{197B47A4-D051-711D-55AF-AF41B40BB843}"/>
          </ac:spMkLst>
        </pc:spChg>
        <pc:spChg chg="mod">
          <ac:chgData name="Sohag Kabir" userId="e9b0da40-aef8-480a-bb63-d1daacecf555" providerId="ADAL" clId="{5C408035-4E8D-4ADF-9233-ED281F8B05DA}" dt="2024-09-22T00:25:12.506" v="1559"/>
          <ac:spMkLst>
            <pc:docMk/>
            <pc:sldMk cId="4000026248" sldId="270"/>
            <ac:spMk id="11" creationId="{81EC2EC8-08AF-4F2E-9595-B1D7A68CEB49}"/>
          </ac:spMkLst>
        </pc:spChg>
        <pc:spChg chg="del mod">
          <ac:chgData name="Sohag Kabir" userId="e9b0da40-aef8-480a-bb63-d1daacecf555" providerId="ADAL" clId="{5C408035-4E8D-4ADF-9233-ED281F8B05DA}" dt="2024-09-29T15:37:35.284" v="5979" actId="478"/>
          <ac:spMkLst>
            <pc:docMk/>
            <pc:sldMk cId="4000026248" sldId="270"/>
            <ac:spMk id="12" creationId="{AE427AB6-2C9B-44F8-B549-F145AA134E2A}"/>
          </ac:spMkLst>
        </pc:spChg>
        <pc:picChg chg="add mod modCrop">
          <ac:chgData name="Sohag Kabir" userId="e9b0da40-aef8-480a-bb63-d1daacecf555" providerId="ADAL" clId="{5C408035-4E8D-4ADF-9233-ED281F8B05DA}" dt="2024-09-29T15:40:50.529" v="6062" actId="14100"/>
          <ac:picMkLst>
            <pc:docMk/>
            <pc:sldMk cId="4000026248" sldId="270"/>
            <ac:picMk id="4" creationId="{00FE4820-F319-70B9-2D36-89DC81BDE069}"/>
          </ac:picMkLst>
        </pc:picChg>
      </pc:sldChg>
      <pc:sldChg chg="addSp delSp modSp mod">
        <pc:chgData name="Sohag Kabir" userId="e9b0da40-aef8-480a-bb63-d1daacecf555" providerId="ADAL" clId="{5C408035-4E8D-4ADF-9233-ED281F8B05DA}" dt="2024-09-29T14:38:59.909" v="5447" actId="20577"/>
        <pc:sldMkLst>
          <pc:docMk/>
          <pc:sldMk cId="4132999612" sldId="271"/>
        </pc:sldMkLst>
        <pc:spChg chg="mod">
          <ac:chgData name="Sohag Kabir" userId="e9b0da40-aef8-480a-bb63-d1daacecf555" providerId="ADAL" clId="{5C408035-4E8D-4ADF-9233-ED281F8B05DA}" dt="2024-09-29T14:38:59.909" v="5447" actId="20577"/>
          <ac:spMkLst>
            <pc:docMk/>
            <pc:sldMk cId="4132999612" sldId="271"/>
            <ac:spMk id="2" creationId="{3530B774-9001-449E-924A-4229028B4A25}"/>
          </ac:spMkLst>
        </pc:spChg>
        <pc:spChg chg="add mod">
          <ac:chgData name="Sohag Kabir" userId="e9b0da40-aef8-480a-bb63-d1daacecf555" providerId="ADAL" clId="{5C408035-4E8D-4ADF-9233-ED281F8B05DA}" dt="2024-09-29T13:21:56.658" v="4709" actId="1076"/>
          <ac:spMkLst>
            <pc:docMk/>
            <pc:sldMk cId="4132999612" sldId="271"/>
            <ac:spMk id="5" creationId="{1122AB5C-9A91-2C91-204A-99B0B4FD7DD3}"/>
          </ac:spMkLst>
        </pc:spChg>
        <pc:spChg chg="del mod">
          <ac:chgData name="Sohag Kabir" userId="e9b0da40-aef8-480a-bb63-d1daacecf555" providerId="ADAL" clId="{5C408035-4E8D-4ADF-9233-ED281F8B05DA}" dt="2024-09-22T10:54:23.420" v="1879" actId="478"/>
          <ac:spMkLst>
            <pc:docMk/>
            <pc:sldMk cId="4132999612" sldId="271"/>
            <ac:spMk id="8" creationId="{00000000-0000-0000-0000-000000000000}"/>
          </ac:spMkLst>
        </pc:spChg>
        <pc:spChg chg="mod">
          <ac:chgData name="Sohag Kabir" userId="e9b0da40-aef8-480a-bb63-d1daacecf555" providerId="ADAL" clId="{5C408035-4E8D-4ADF-9233-ED281F8B05DA}" dt="2024-09-22T00:24:50.193" v="1555"/>
          <ac:spMkLst>
            <pc:docMk/>
            <pc:sldMk cId="4132999612" sldId="271"/>
            <ac:spMk id="9" creationId="{00000000-0000-0000-0000-000000000000}"/>
          </ac:spMkLst>
        </pc:spChg>
        <pc:graphicFrameChg chg="add del">
          <ac:chgData name="Sohag Kabir" userId="e9b0da40-aef8-480a-bb63-d1daacecf555" providerId="ADAL" clId="{5C408035-4E8D-4ADF-9233-ED281F8B05DA}" dt="2024-09-29T13:13:19.087" v="4521" actId="478"/>
          <ac:graphicFrameMkLst>
            <pc:docMk/>
            <pc:sldMk cId="4132999612" sldId="271"/>
            <ac:graphicFrameMk id="3" creationId="{03CE51C8-EFE9-9CA3-3AAB-CF0A53023268}"/>
          </ac:graphicFrameMkLst>
        </pc:graphicFrameChg>
        <pc:picChg chg="add mod">
          <ac:chgData name="Sohag Kabir" userId="e9b0da40-aef8-480a-bb63-d1daacecf555" providerId="ADAL" clId="{5C408035-4E8D-4ADF-9233-ED281F8B05DA}" dt="2024-09-29T13:21:31.274" v="4695" actId="1076"/>
          <ac:picMkLst>
            <pc:docMk/>
            <pc:sldMk cId="4132999612" sldId="271"/>
            <ac:picMk id="4098" creationId="{0F334A9C-70F5-8BC0-D3D4-04B515E3B0D7}"/>
          </ac:picMkLst>
        </pc:picChg>
      </pc:sldChg>
      <pc:sldChg chg="addSp delSp modSp del mod">
        <pc:chgData name="Sohag Kabir" userId="e9b0da40-aef8-480a-bb63-d1daacecf555" providerId="ADAL" clId="{5C408035-4E8D-4ADF-9233-ED281F8B05DA}" dt="2024-09-29T14:32:44.124" v="5280" actId="2696"/>
        <pc:sldMkLst>
          <pc:docMk/>
          <pc:sldMk cId="900894215" sldId="272"/>
        </pc:sldMkLst>
        <pc:spChg chg="mod">
          <ac:chgData name="Sohag Kabir" userId="e9b0da40-aef8-480a-bb63-d1daacecf555" providerId="ADAL" clId="{5C408035-4E8D-4ADF-9233-ED281F8B05DA}" dt="2024-09-22T10:09:12.362" v="1751" actId="14100"/>
          <ac:spMkLst>
            <pc:docMk/>
            <pc:sldMk cId="900894215" sldId="272"/>
            <ac:spMk id="2" creationId="{F2A4DAD3-1E36-4CAD-94D1-E06B348A4ADD}"/>
          </ac:spMkLst>
        </pc:spChg>
        <pc:spChg chg="add del mod">
          <ac:chgData name="Sohag Kabir" userId="e9b0da40-aef8-480a-bb63-d1daacecf555" providerId="ADAL" clId="{5C408035-4E8D-4ADF-9233-ED281F8B05DA}" dt="2024-09-21T23:53:48.146" v="1092" actId="478"/>
          <ac:spMkLst>
            <pc:docMk/>
            <pc:sldMk cId="900894215" sldId="272"/>
            <ac:spMk id="3" creationId="{932085CA-30C0-E3AF-1AC4-4848B11531A5}"/>
          </ac:spMkLst>
        </pc:spChg>
        <pc:spChg chg="del">
          <ac:chgData name="Sohag Kabir" userId="e9b0da40-aef8-480a-bb63-d1daacecf555" providerId="ADAL" clId="{5C408035-4E8D-4ADF-9233-ED281F8B05DA}" dt="2024-09-21T23:53:05.945" v="1087" actId="478"/>
          <ac:spMkLst>
            <pc:docMk/>
            <pc:sldMk cId="900894215" sldId="272"/>
            <ac:spMk id="7" creationId="{00000000-0000-0000-0000-000000000000}"/>
          </ac:spMkLst>
        </pc:spChg>
        <pc:spChg chg="mod">
          <ac:chgData name="Sohag Kabir" userId="e9b0da40-aef8-480a-bb63-d1daacecf555" providerId="ADAL" clId="{5C408035-4E8D-4ADF-9233-ED281F8B05DA}" dt="2024-09-22T00:24:55.852" v="1556"/>
          <ac:spMkLst>
            <pc:docMk/>
            <pc:sldMk cId="900894215" sldId="272"/>
            <ac:spMk id="8" creationId="{00000000-0000-0000-0000-000000000000}"/>
          </ac:spMkLst>
        </pc:spChg>
        <pc:graphicFrameChg chg="add mod">
          <ac:chgData name="Sohag Kabir" userId="e9b0da40-aef8-480a-bb63-d1daacecf555" providerId="ADAL" clId="{5C408035-4E8D-4ADF-9233-ED281F8B05DA}" dt="2024-09-22T10:09:18.798" v="1752" actId="1076"/>
          <ac:graphicFrameMkLst>
            <pc:docMk/>
            <pc:sldMk cId="900894215" sldId="272"/>
            <ac:graphicFrameMk id="4" creationId="{1843E6A9-186A-5772-FB01-D4E1CF8CDB17}"/>
          </ac:graphicFrameMkLst>
        </pc:graphicFrameChg>
      </pc:sldChg>
      <pc:sldChg chg="del">
        <pc:chgData name="Sohag Kabir" userId="e9b0da40-aef8-480a-bb63-d1daacecf555" providerId="ADAL" clId="{5C408035-4E8D-4ADF-9233-ED281F8B05DA}" dt="2024-09-21T23:54:33.863" v="1098" actId="2696"/>
        <pc:sldMkLst>
          <pc:docMk/>
          <pc:sldMk cId="3747650600" sldId="273"/>
        </pc:sldMkLst>
      </pc:sldChg>
      <pc:sldChg chg="addSp delSp modSp add mod ord">
        <pc:chgData name="Sohag Kabir" userId="e9b0da40-aef8-480a-bb63-d1daacecf555" providerId="ADAL" clId="{5C408035-4E8D-4ADF-9233-ED281F8B05DA}" dt="2024-09-29T11:14:32.459" v="3205" actId="14100"/>
        <pc:sldMkLst>
          <pc:docMk/>
          <pc:sldMk cId="249088773" sldId="274"/>
        </pc:sldMkLst>
        <pc:spChg chg="mod">
          <ac:chgData name="Sohag Kabir" userId="e9b0da40-aef8-480a-bb63-d1daacecf555" providerId="ADAL" clId="{5C408035-4E8D-4ADF-9233-ED281F8B05DA}" dt="2024-09-29T11:14:32.459" v="3205" actId="14100"/>
          <ac:spMkLst>
            <pc:docMk/>
            <pc:sldMk cId="249088773" sldId="274"/>
            <ac:spMk id="2" creationId="{3530B774-9001-449E-924A-4229028B4A25}"/>
          </ac:spMkLst>
        </pc:spChg>
        <pc:spChg chg="del mod">
          <ac:chgData name="Sohag Kabir" userId="e9b0da40-aef8-480a-bb63-d1daacecf555" providerId="ADAL" clId="{5C408035-4E8D-4ADF-9233-ED281F8B05DA}" dt="2024-09-29T10:05:17.778" v="2594" actId="478"/>
          <ac:spMkLst>
            <pc:docMk/>
            <pc:sldMk cId="249088773" sldId="274"/>
            <ac:spMk id="8" creationId="{00000000-0000-0000-0000-000000000000}"/>
          </ac:spMkLst>
        </pc:spChg>
        <pc:spChg chg="mod">
          <ac:chgData name="Sohag Kabir" userId="e9b0da40-aef8-480a-bb63-d1daacecf555" providerId="ADAL" clId="{5C408035-4E8D-4ADF-9233-ED281F8B05DA}" dt="2024-09-21T23:17:27.778" v="794"/>
          <ac:spMkLst>
            <pc:docMk/>
            <pc:sldMk cId="249088773" sldId="274"/>
            <ac:spMk id="9" creationId="{00000000-0000-0000-0000-000000000000}"/>
          </ac:spMkLst>
        </pc:spChg>
        <pc:spChg chg="add mod">
          <ac:chgData name="Sohag Kabir" userId="e9b0da40-aef8-480a-bb63-d1daacecf555" providerId="ADAL" clId="{5C408035-4E8D-4ADF-9233-ED281F8B05DA}" dt="2024-09-29T10:46:55.971" v="3152" actId="207"/>
          <ac:spMkLst>
            <pc:docMk/>
            <pc:sldMk cId="249088773" sldId="274"/>
            <ac:spMk id="10" creationId="{F01AF555-705F-603F-56A1-103D80EAB3E4}"/>
          </ac:spMkLst>
        </pc:spChg>
        <pc:spChg chg="add mod">
          <ac:chgData name="Sohag Kabir" userId="e9b0da40-aef8-480a-bb63-d1daacecf555" providerId="ADAL" clId="{5C408035-4E8D-4ADF-9233-ED281F8B05DA}" dt="2024-09-29T10:47:19.392" v="3156" actId="207"/>
          <ac:spMkLst>
            <pc:docMk/>
            <pc:sldMk cId="249088773" sldId="274"/>
            <ac:spMk id="11" creationId="{32B2BED7-1BE1-12DD-1913-9335ACCC25B4}"/>
          </ac:spMkLst>
        </pc:spChg>
        <pc:spChg chg="add mod">
          <ac:chgData name="Sohag Kabir" userId="e9b0da40-aef8-480a-bb63-d1daacecf555" providerId="ADAL" clId="{5C408035-4E8D-4ADF-9233-ED281F8B05DA}" dt="2024-09-29T10:47:06.945" v="3153" actId="207"/>
          <ac:spMkLst>
            <pc:docMk/>
            <pc:sldMk cId="249088773" sldId="274"/>
            <ac:spMk id="12" creationId="{0B5B3220-0D2C-4631-98AF-418D193E3634}"/>
          </ac:spMkLst>
        </pc:spChg>
        <pc:spChg chg="add mod">
          <ac:chgData name="Sohag Kabir" userId="e9b0da40-aef8-480a-bb63-d1daacecf555" providerId="ADAL" clId="{5C408035-4E8D-4ADF-9233-ED281F8B05DA}" dt="2024-09-29T10:47:11.488" v="3154" actId="207"/>
          <ac:spMkLst>
            <pc:docMk/>
            <pc:sldMk cId="249088773" sldId="274"/>
            <ac:spMk id="13" creationId="{B167FC9D-EBEB-8A8A-CE3F-ECBC16D6BF84}"/>
          </ac:spMkLst>
        </pc:spChg>
        <pc:spChg chg="add mod">
          <ac:chgData name="Sohag Kabir" userId="e9b0da40-aef8-480a-bb63-d1daacecf555" providerId="ADAL" clId="{5C408035-4E8D-4ADF-9233-ED281F8B05DA}" dt="2024-09-29T10:47:15.409" v="3155" actId="207"/>
          <ac:spMkLst>
            <pc:docMk/>
            <pc:sldMk cId="249088773" sldId="274"/>
            <ac:spMk id="14" creationId="{348870AF-B229-6C4D-44D0-891DD7006CD2}"/>
          </ac:spMkLst>
        </pc:spChg>
        <pc:spChg chg="add mod">
          <ac:chgData name="Sohag Kabir" userId="e9b0da40-aef8-480a-bb63-d1daacecf555" providerId="ADAL" clId="{5C408035-4E8D-4ADF-9233-ED281F8B05DA}" dt="2024-09-29T10:47:22.441" v="3157" actId="207"/>
          <ac:spMkLst>
            <pc:docMk/>
            <pc:sldMk cId="249088773" sldId="274"/>
            <ac:spMk id="15" creationId="{8191A9AE-2701-E8B5-77F3-FBBD3EE5FD01}"/>
          </ac:spMkLst>
        </pc:spChg>
        <pc:spChg chg="add mod">
          <ac:chgData name="Sohag Kabir" userId="e9b0da40-aef8-480a-bb63-d1daacecf555" providerId="ADAL" clId="{5C408035-4E8D-4ADF-9233-ED281F8B05DA}" dt="2024-09-29T10:47:27.314" v="3158" actId="207"/>
          <ac:spMkLst>
            <pc:docMk/>
            <pc:sldMk cId="249088773" sldId="274"/>
            <ac:spMk id="16" creationId="{409D544D-A684-B956-8862-B8445C2236D3}"/>
          </ac:spMkLst>
        </pc:spChg>
        <pc:spChg chg="add mod">
          <ac:chgData name="Sohag Kabir" userId="e9b0da40-aef8-480a-bb63-d1daacecf555" providerId="ADAL" clId="{5C408035-4E8D-4ADF-9233-ED281F8B05DA}" dt="2024-09-29T10:47:30.515" v="3159" actId="207"/>
          <ac:spMkLst>
            <pc:docMk/>
            <pc:sldMk cId="249088773" sldId="274"/>
            <ac:spMk id="17" creationId="{6E4053E7-D401-67C5-75E2-CC20F98162B8}"/>
          </ac:spMkLst>
        </pc:spChg>
        <pc:grpChg chg="add mod">
          <ac:chgData name="Sohag Kabir" userId="e9b0da40-aef8-480a-bb63-d1daacecf555" providerId="ADAL" clId="{5C408035-4E8D-4ADF-9233-ED281F8B05DA}" dt="2024-09-29T10:46:28.235" v="3151" actId="164"/>
          <ac:grpSpMkLst>
            <pc:docMk/>
            <pc:sldMk cId="249088773" sldId="274"/>
            <ac:grpSpMk id="36" creationId="{BEBC9702-2A01-C721-E8B5-B7EECD7F03AE}"/>
          </ac:grpSpMkLst>
        </pc:grpChg>
        <pc:graphicFrameChg chg="add del mod modGraphic">
          <ac:chgData name="Sohag Kabir" userId="e9b0da40-aef8-480a-bb63-d1daacecf555" providerId="ADAL" clId="{5C408035-4E8D-4ADF-9233-ED281F8B05DA}" dt="2024-09-29T10:11:37.427" v="2634" actId="478"/>
          <ac:graphicFrameMkLst>
            <pc:docMk/>
            <pc:sldMk cId="249088773" sldId="274"/>
            <ac:graphicFrameMk id="7" creationId="{B0EE930E-3C02-0C49-DE7A-BEF76E422687}"/>
          </ac:graphicFrameMkLst>
        </pc:graphicFrameChg>
        <pc:picChg chg="add del">
          <ac:chgData name="Sohag Kabir" userId="e9b0da40-aef8-480a-bb63-d1daacecf555" providerId="ADAL" clId="{5C408035-4E8D-4ADF-9233-ED281F8B05DA}" dt="2024-09-29T10:04:55.402" v="2583" actId="478"/>
          <ac:picMkLst>
            <pc:docMk/>
            <pc:sldMk cId="249088773" sldId="274"/>
            <ac:picMk id="4" creationId="{0C919477-228D-C0A5-9DE7-0BCFDFA0EF48}"/>
          </ac:picMkLst>
        </pc:picChg>
        <pc:picChg chg="add mod modCrop">
          <ac:chgData name="Sohag Kabir" userId="e9b0da40-aef8-480a-bb63-d1daacecf555" providerId="ADAL" clId="{5C408035-4E8D-4ADF-9233-ED281F8B05DA}" dt="2024-09-29T10:46:28.235" v="3151" actId="164"/>
          <ac:picMkLst>
            <pc:docMk/>
            <pc:sldMk cId="249088773" sldId="274"/>
            <ac:picMk id="5" creationId="{B3B89F04-0A20-539D-2669-35C64D749ED3}"/>
          </ac:picMkLst>
        </pc:picChg>
        <pc:cxnChg chg="add del mod">
          <ac:chgData name="Sohag Kabir" userId="e9b0da40-aef8-480a-bb63-d1daacecf555" providerId="ADAL" clId="{5C408035-4E8D-4ADF-9233-ED281F8B05DA}" dt="2024-09-29T10:44:46.514" v="3132" actId="478"/>
          <ac:cxnSpMkLst>
            <pc:docMk/>
            <pc:sldMk cId="249088773" sldId="274"/>
            <ac:cxnSpMk id="19" creationId="{D13FE4A5-66E5-4345-B551-85CBE5654388}"/>
          </ac:cxnSpMkLst>
        </pc:cxnChg>
        <pc:cxnChg chg="add mod">
          <ac:chgData name="Sohag Kabir" userId="e9b0da40-aef8-480a-bb63-d1daacecf555" providerId="ADAL" clId="{5C408035-4E8D-4ADF-9233-ED281F8B05DA}" dt="2024-09-29T10:46:28.235" v="3151" actId="164"/>
          <ac:cxnSpMkLst>
            <pc:docMk/>
            <pc:sldMk cId="249088773" sldId="274"/>
            <ac:cxnSpMk id="21" creationId="{836F80B1-D8B0-B588-29F1-E124BCBFEA7B}"/>
          </ac:cxnSpMkLst>
        </pc:cxnChg>
        <pc:cxnChg chg="add mod">
          <ac:chgData name="Sohag Kabir" userId="e9b0da40-aef8-480a-bb63-d1daacecf555" providerId="ADAL" clId="{5C408035-4E8D-4ADF-9233-ED281F8B05DA}" dt="2024-09-29T10:46:28.235" v="3151" actId="164"/>
          <ac:cxnSpMkLst>
            <pc:docMk/>
            <pc:sldMk cId="249088773" sldId="274"/>
            <ac:cxnSpMk id="23" creationId="{BAB9D8A7-BAE2-14D2-26AA-5D60C2C583F1}"/>
          </ac:cxnSpMkLst>
        </pc:cxnChg>
        <pc:cxnChg chg="add mod">
          <ac:chgData name="Sohag Kabir" userId="e9b0da40-aef8-480a-bb63-d1daacecf555" providerId="ADAL" clId="{5C408035-4E8D-4ADF-9233-ED281F8B05DA}" dt="2024-09-29T10:46:28.235" v="3151" actId="164"/>
          <ac:cxnSpMkLst>
            <pc:docMk/>
            <pc:sldMk cId="249088773" sldId="274"/>
            <ac:cxnSpMk id="25" creationId="{555FD488-9101-BF30-73C5-DC2346552816}"/>
          </ac:cxnSpMkLst>
        </pc:cxnChg>
        <pc:cxnChg chg="add mod">
          <ac:chgData name="Sohag Kabir" userId="e9b0da40-aef8-480a-bb63-d1daacecf555" providerId="ADAL" clId="{5C408035-4E8D-4ADF-9233-ED281F8B05DA}" dt="2024-09-29T10:46:28.235" v="3151" actId="164"/>
          <ac:cxnSpMkLst>
            <pc:docMk/>
            <pc:sldMk cId="249088773" sldId="274"/>
            <ac:cxnSpMk id="27" creationId="{7A87DC21-C6BC-7AE4-5B6B-C039B597DF86}"/>
          </ac:cxnSpMkLst>
        </pc:cxnChg>
        <pc:cxnChg chg="add mod">
          <ac:chgData name="Sohag Kabir" userId="e9b0da40-aef8-480a-bb63-d1daacecf555" providerId="ADAL" clId="{5C408035-4E8D-4ADF-9233-ED281F8B05DA}" dt="2024-09-29T10:46:28.235" v="3151" actId="164"/>
          <ac:cxnSpMkLst>
            <pc:docMk/>
            <pc:sldMk cId="249088773" sldId="274"/>
            <ac:cxnSpMk id="29" creationId="{F0DD0348-E42C-2026-F990-022B9E2F6279}"/>
          </ac:cxnSpMkLst>
        </pc:cxnChg>
        <pc:cxnChg chg="add mod">
          <ac:chgData name="Sohag Kabir" userId="e9b0da40-aef8-480a-bb63-d1daacecf555" providerId="ADAL" clId="{5C408035-4E8D-4ADF-9233-ED281F8B05DA}" dt="2024-09-29T10:46:28.235" v="3151" actId="164"/>
          <ac:cxnSpMkLst>
            <pc:docMk/>
            <pc:sldMk cId="249088773" sldId="274"/>
            <ac:cxnSpMk id="31" creationId="{7C077BDD-FCEA-AF2F-E984-BA3444044752}"/>
          </ac:cxnSpMkLst>
        </pc:cxnChg>
        <pc:cxnChg chg="add mod">
          <ac:chgData name="Sohag Kabir" userId="e9b0da40-aef8-480a-bb63-d1daacecf555" providerId="ADAL" clId="{5C408035-4E8D-4ADF-9233-ED281F8B05DA}" dt="2024-09-29T10:46:28.235" v="3151" actId="164"/>
          <ac:cxnSpMkLst>
            <pc:docMk/>
            <pc:sldMk cId="249088773" sldId="274"/>
            <ac:cxnSpMk id="33" creationId="{F253A55A-A466-85FA-4075-4B574D3D9DDE}"/>
          </ac:cxnSpMkLst>
        </pc:cxnChg>
        <pc:cxnChg chg="add mod">
          <ac:chgData name="Sohag Kabir" userId="e9b0da40-aef8-480a-bb63-d1daacecf555" providerId="ADAL" clId="{5C408035-4E8D-4ADF-9233-ED281F8B05DA}" dt="2024-09-29T10:46:28.235" v="3151" actId="164"/>
          <ac:cxnSpMkLst>
            <pc:docMk/>
            <pc:sldMk cId="249088773" sldId="274"/>
            <ac:cxnSpMk id="35" creationId="{94C74513-F00D-15A8-6843-5A9C444FDB64}"/>
          </ac:cxnSpMkLst>
        </pc:cxnChg>
      </pc:sldChg>
      <pc:sldChg chg="addSp delSp modSp add mod ord modNotesTx">
        <pc:chgData name="Sohag Kabir" userId="e9b0da40-aef8-480a-bb63-d1daacecf555" providerId="ADAL" clId="{5C408035-4E8D-4ADF-9233-ED281F8B05DA}" dt="2024-09-29T16:14:00.618" v="6518" actId="6549"/>
        <pc:sldMkLst>
          <pc:docMk/>
          <pc:sldMk cId="161335234" sldId="275"/>
        </pc:sldMkLst>
        <pc:spChg chg="mod">
          <ac:chgData name="Sohag Kabir" userId="e9b0da40-aef8-480a-bb63-d1daacecf555" providerId="ADAL" clId="{5C408035-4E8D-4ADF-9233-ED281F8B05DA}" dt="2024-09-29T13:15:59.733" v="4552" actId="255"/>
          <ac:spMkLst>
            <pc:docMk/>
            <pc:sldMk cId="161335234" sldId="275"/>
            <ac:spMk id="2" creationId="{F2A4DAD3-1E36-4CAD-94D1-E06B348A4ADD}"/>
          </ac:spMkLst>
        </pc:spChg>
        <pc:spChg chg="add mod">
          <ac:chgData name="Sohag Kabir" userId="e9b0da40-aef8-480a-bb63-d1daacecf555" providerId="ADAL" clId="{5C408035-4E8D-4ADF-9233-ED281F8B05DA}" dt="2024-09-29T13:17:29.059" v="4564" actId="1076"/>
          <ac:spMkLst>
            <pc:docMk/>
            <pc:sldMk cId="161335234" sldId="275"/>
            <ac:spMk id="4" creationId="{7106F082-F875-786D-D0AD-BD7B2E639E96}"/>
          </ac:spMkLst>
        </pc:spChg>
        <pc:spChg chg="add mod">
          <ac:chgData name="Sohag Kabir" userId="e9b0da40-aef8-480a-bb63-d1daacecf555" providerId="ADAL" clId="{5C408035-4E8D-4ADF-9233-ED281F8B05DA}" dt="2024-09-29T13:18:23.219" v="4654" actId="1076"/>
          <ac:spMkLst>
            <pc:docMk/>
            <pc:sldMk cId="161335234" sldId="275"/>
            <ac:spMk id="5" creationId="{789068AB-C816-5EF7-52F0-81426BABE9B4}"/>
          </ac:spMkLst>
        </pc:spChg>
        <pc:spChg chg="mod">
          <ac:chgData name="Sohag Kabir" userId="e9b0da40-aef8-480a-bb63-d1daacecf555" providerId="ADAL" clId="{5C408035-4E8D-4ADF-9233-ED281F8B05DA}" dt="2024-09-22T00:24:44.796" v="1554"/>
          <ac:spMkLst>
            <pc:docMk/>
            <pc:sldMk cId="161335234" sldId="275"/>
            <ac:spMk id="8" creationId="{00000000-0000-0000-0000-000000000000}"/>
          </ac:spMkLst>
        </pc:spChg>
        <pc:spChg chg="del mod">
          <ac:chgData name="Sohag Kabir" userId="e9b0da40-aef8-480a-bb63-d1daacecf555" providerId="ADAL" clId="{5C408035-4E8D-4ADF-9233-ED281F8B05DA}" dt="2024-09-29T13:11:25.018" v="4518" actId="478"/>
          <ac:spMkLst>
            <pc:docMk/>
            <pc:sldMk cId="161335234" sldId="275"/>
            <ac:spMk id="10" creationId="{00000000-0000-0000-0000-000000000000}"/>
          </ac:spMkLst>
        </pc:spChg>
        <pc:picChg chg="add mod">
          <ac:chgData name="Sohag Kabir" userId="e9b0da40-aef8-480a-bb63-d1daacecf555" providerId="ADAL" clId="{5C408035-4E8D-4ADF-9233-ED281F8B05DA}" dt="2024-09-29T13:16:54.394" v="4553" actId="1076"/>
          <ac:picMkLst>
            <pc:docMk/>
            <pc:sldMk cId="161335234" sldId="275"/>
            <ac:picMk id="3" creationId="{C250461A-5E8D-9499-83CE-EB319AF5C8BF}"/>
          </ac:picMkLst>
        </pc:picChg>
      </pc:sldChg>
      <pc:sldChg chg="addSp delSp modSp add mod delAnim modAnim">
        <pc:chgData name="Sohag Kabir" userId="e9b0da40-aef8-480a-bb63-d1daacecf555" providerId="ADAL" clId="{5C408035-4E8D-4ADF-9233-ED281F8B05DA}" dt="2024-09-29T15:36:50.482" v="5978" actId="255"/>
        <pc:sldMkLst>
          <pc:docMk/>
          <pc:sldMk cId="2518863157" sldId="276"/>
        </pc:sldMkLst>
        <pc:spChg chg="mod">
          <ac:chgData name="Sohag Kabir" userId="e9b0da40-aef8-480a-bb63-d1daacecf555" providerId="ADAL" clId="{5C408035-4E8D-4ADF-9233-ED281F8B05DA}" dt="2024-09-29T15:36:50.482" v="5978" actId="255"/>
          <ac:spMkLst>
            <pc:docMk/>
            <pc:sldMk cId="2518863157" sldId="276"/>
            <ac:spMk id="2" creationId="{72ABD1FB-AEB1-45F3-94A9-40E0FDAAAB12}"/>
          </ac:spMkLst>
        </pc:spChg>
        <pc:spChg chg="add del mod">
          <ac:chgData name="Sohag Kabir" userId="e9b0da40-aef8-480a-bb63-d1daacecf555" providerId="ADAL" clId="{5C408035-4E8D-4ADF-9233-ED281F8B05DA}" dt="2024-09-29T15:35:15.438" v="5926" actId="478"/>
          <ac:spMkLst>
            <pc:docMk/>
            <pc:sldMk cId="2518863157" sldId="276"/>
            <ac:spMk id="3" creationId="{3A0B1FAF-7CD5-177C-F2DE-D436C516606C}"/>
          </ac:spMkLst>
        </pc:spChg>
        <pc:spChg chg="mod">
          <ac:chgData name="Sohag Kabir" userId="e9b0da40-aef8-480a-bb63-d1daacecf555" providerId="ADAL" clId="{5C408035-4E8D-4ADF-9233-ED281F8B05DA}" dt="2024-09-22T00:25:07.047" v="1558"/>
          <ac:spMkLst>
            <pc:docMk/>
            <pc:sldMk cId="2518863157" sldId="276"/>
            <ac:spMk id="7" creationId="{2FDE415C-F3CC-4D2E-B0F5-4EADDCEE714F}"/>
          </ac:spMkLst>
        </pc:spChg>
        <pc:spChg chg="del mod">
          <ac:chgData name="Sohag Kabir" userId="e9b0da40-aef8-480a-bb63-d1daacecf555" providerId="ADAL" clId="{5C408035-4E8D-4ADF-9233-ED281F8B05DA}" dt="2024-09-29T15:35:17.562" v="5928" actId="478"/>
          <ac:spMkLst>
            <pc:docMk/>
            <pc:sldMk cId="2518863157" sldId="276"/>
            <ac:spMk id="8" creationId="{00000000-0000-0000-0000-000000000000}"/>
          </ac:spMkLst>
        </pc:spChg>
        <pc:spChg chg="add mod">
          <ac:chgData name="Sohag Kabir" userId="e9b0da40-aef8-480a-bb63-d1daacecf555" providerId="ADAL" clId="{5C408035-4E8D-4ADF-9233-ED281F8B05DA}" dt="2024-09-29T15:36:20.857" v="5976" actId="1076"/>
          <ac:spMkLst>
            <pc:docMk/>
            <pc:sldMk cId="2518863157" sldId="276"/>
            <ac:spMk id="9" creationId="{B830AC48-BB7B-490C-C153-AE4A2BD63F76}"/>
          </ac:spMkLst>
        </pc:spChg>
        <pc:picChg chg="add mod">
          <ac:chgData name="Sohag Kabir" userId="e9b0da40-aef8-480a-bb63-d1daacecf555" providerId="ADAL" clId="{5C408035-4E8D-4ADF-9233-ED281F8B05DA}" dt="2024-09-29T15:36:24.752" v="5977" actId="1076"/>
          <ac:picMkLst>
            <pc:docMk/>
            <pc:sldMk cId="2518863157" sldId="276"/>
            <ac:picMk id="4" creationId="{EA4A4A0C-3543-D852-35E7-AE9DCACBE460}"/>
          </ac:picMkLst>
        </pc:picChg>
        <pc:picChg chg="add del mod">
          <ac:chgData name="Sohag Kabir" userId="e9b0da40-aef8-480a-bb63-d1daacecf555" providerId="ADAL" clId="{5C408035-4E8D-4ADF-9233-ED281F8B05DA}" dt="2024-09-29T15:35:16.032" v="5927" actId="478"/>
          <ac:picMkLst>
            <pc:docMk/>
            <pc:sldMk cId="2518863157" sldId="276"/>
            <ac:picMk id="2050" creationId="{70DFDF15-F3FE-A708-29D8-A3324CD989F6}"/>
          </ac:picMkLst>
        </pc:picChg>
      </pc:sldChg>
      <pc:sldChg chg="addSp delSp modSp add mod modAnim modNotesTx">
        <pc:chgData name="Sohag Kabir" userId="e9b0da40-aef8-480a-bb63-d1daacecf555" providerId="ADAL" clId="{5C408035-4E8D-4ADF-9233-ED281F8B05DA}" dt="2024-09-29T16:14:09.614" v="6519" actId="6549"/>
        <pc:sldMkLst>
          <pc:docMk/>
          <pc:sldMk cId="3470196385" sldId="277"/>
        </pc:sldMkLst>
        <pc:spChg chg="mod">
          <ac:chgData name="Sohag Kabir" userId="e9b0da40-aef8-480a-bb63-d1daacecf555" providerId="ADAL" clId="{5C408035-4E8D-4ADF-9233-ED281F8B05DA}" dt="2024-09-29T13:09:18.404" v="4497" actId="14100"/>
          <ac:spMkLst>
            <pc:docMk/>
            <pc:sldMk cId="3470196385" sldId="277"/>
            <ac:spMk id="2" creationId="{F2A4DAD3-1E36-4CAD-94D1-E06B348A4ADD}"/>
          </ac:spMkLst>
        </pc:spChg>
        <pc:spChg chg="add mod">
          <ac:chgData name="Sohag Kabir" userId="e9b0da40-aef8-480a-bb63-d1daacecf555" providerId="ADAL" clId="{5C408035-4E8D-4ADF-9233-ED281F8B05DA}" dt="2024-09-29T13:10:24.384" v="4517" actId="20577"/>
          <ac:spMkLst>
            <pc:docMk/>
            <pc:sldMk cId="3470196385" sldId="277"/>
            <ac:spMk id="4" creationId="{D452E1F5-E945-1754-3A3E-044E7CF22A2C}"/>
          </ac:spMkLst>
        </pc:spChg>
        <pc:spChg chg="del">
          <ac:chgData name="Sohag Kabir" userId="e9b0da40-aef8-480a-bb63-d1daacecf555" providerId="ADAL" clId="{5C408035-4E8D-4ADF-9233-ED281F8B05DA}" dt="2024-09-29T13:09:22.099" v="4498" actId="478"/>
          <ac:spMkLst>
            <pc:docMk/>
            <pc:sldMk cId="3470196385" sldId="277"/>
            <ac:spMk id="5" creationId="{FDEA4DFA-1268-47F7-FDAA-F6B52258C2DD}"/>
          </ac:spMkLst>
        </pc:spChg>
        <pc:spChg chg="del">
          <ac:chgData name="Sohag Kabir" userId="e9b0da40-aef8-480a-bb63-d1daacecf555" providerId="ADAL" clId="{5C408035-4E8D-4ADF-9233-ED281F8B05DA}" dt="2024-09-29T13:09:24.612" v="4501" actId="478"/>
          <ac:spMkLst>
            <pc:docMk/>
            <pc:sldMk cId="3470196385" sldId="277"/>
            <ac:spMk id="9" creationId="{E67C3D7F-1592-4B51-DE14-8B40F807CCBE}"/>
          </ac:spMkLst>
        </pc:spChg>
        <pc:spChg chg="del">
          <ac:chgData name="Sohag Kabir" userId="e9b0da40-aef8-480a-bb63-d1daacecf555" providerId="ADAL" clId="{5C408035-4E8D-4ADF-9233-ED281F8B05DA}" dt="2024-09-29T13:09:25.645" v="4502" actId="478"/>
          <ac:spMkLst>
            <pc:docMk/>
            <pc:sldMk cId="3470196385" sldId="277"/>
            <ac:spMk id="14" creationId="{20ED7C63-7FE2-E2FF-1786-8F6A3A0C56DD}"/>
          </ac:spMkLst>
        </pc:spChg>
        <pc:spChg chg="del">
          <ac:chgData name="Sohag Kabir" userId="e9b0da40-aef8-480a-bb63-d1daacecf555" providerId="ADAL" clId="{5C408035-4E8D-4ADF-9233-ED281F8B05DA}" dt="2024-09-29T13:09:27.028" v="4504" actId="478"/>
          <ac:spMkLst>
            <pc:docMk/>
            <pc:sldMk cId="3470196385" sldId="277"/>
            <ac:spMk id="15" creationId="{A2041B4F-2E27-694B-227B-8415A108C521}"/>
          </ac:spMkLst>
        </pc:spChg>
        <pc:spChg chg="del">
          <ac:chgData name="Sohag Kabir" userId="e9b0da40-aef8-480a-bb63-d1daacecf555" providerId="ADAL" clId="{5C408035-4E8D-4ADF-9233-ED281F8B05DA}" dt="2024-09-29T13:09:28.211" v="4505" actId="478"/>
          <ac:spMkLst>
            <pc:docMk/>
            <pc:sldMk cId="3470196385" sldId="277"/>
            <ac:spMk id="16" creationId="{9B49B2EE-C37C-49FB-1E06-F921B609926F}"/>
          </ac:spMkLst>
        </pc:spChg>
        <pc:spChg chg="del">
          <ac:chgData name="Sohag Kabir" userId="e9b0da40-aef8-480a-bb63-d1daacecf555" providerId="ADAL" clId="{5C408035-4E8D-4ADF-9233-ED281F8B05DA}" dt="2024-09-29T13:09:29.668" v="4506" actId="478"/>
          <ac:spMkLst>
            <pc:docMk/>
            <pc:sldMk cId="3470196385" sldId="277"/>
            <ac:spMk id="19" creationId="{DE453004-A99B-1063-ADB5-F26EAAD74331}"/>
          </ac:spMkLst>
        </pc:spChg>
        <pc:grpChg chg="del">
          <ac:chgData name="Sohag Kabir" userId="e9b0da40-aef8-480a-bb63-d1daacecf555" providerId="ADAL" clId="{5C408035-4E8D-4ADF-9233-ED281F8B05DA}" dt="2024-09-29T13:09:22.892" v="4499" actId="478"/>
          <ac:grpSpMkLst>
            <pc:docMk/>
            <pc:sldMk cId="3470196385" sldId="277"/>
            <ac:grpSpMk id="21" creationId="{B189401D-9EB8-B47B-0561-515E6F904FC4}"/>
          </ac:grpSpMkLst>
        </pc:grpChg>
        <pc:grpChg chg="del">
          <ac:chgData name="Sohag Kabir" userId="e9b0da40-aef8-480a-bb63-d1daacecf555" providerId="ADAL" clId="{5C408035-4E8D-4ADF-9233-ED281F8B05DA}" dt="2024-09-29T13:09:26.324" v="4503" actId="478"/>
          <ac:grpSpMkLst>
            <pc:docMk/>
            <pc:sldMk cId="3470196385" sldId="277"/>
            <ac:grpSpMk id="22" creationId="{F8A2D9C2-B606-A363-E5CB-512BD6C60608}"/>
          </ac:grpSpMkLst>
        </pc:grpChg>
        <pc:picChg chg="add mod">
          <ac:chgData name="Sohag Kabir" userId="e9b0da40-aef8-480a-bb63-d1daacecf555" providerId="ADAL" clId="{5C408035-4E8D-4ADF-9233-ED281F8B05DA}" dt="2024-09-29T13:10:11.916" v="4515" actId="1076"/>
          <ac:picMkLst>
            <pc:docMk/>
            <pc:sldMk cId="3470196385" sldId="277"/>
            <ac:picMk id="3" creationId="{FCAE56A7-F0B8-E1D5-4CAE-0CD103D15385}"/>
          </ac:picMkLst>
        </pc:picChg>
        <pc:picChg chg="del">
          <ac:chgData name="Sohag Kabir" userId="e9b0da40-aef8-480a-bb63-d1daacecf555" providerId="ADAL" clId="{5C408035-4E8D-4ADF-9233-ED281F8B05DA}" dt="2024-09-29T13:09:23.548" v="4500" actId="478"/>
          <ac:picMkLst>
            <pc:docMk/>
            <pc:sldMk cId="3470196385" sldId="277"/>
            <ac:picMk id="1026" creationId="{78323CF5-4D28-F066-615D-7D4742318D85}"/>
          </ac:picMkLst>
        </pc:picChg>
      </pc:sldChg>
      <pc:sldChg chg="addSp delSp modSp add mod ord modAnim">
        <pc:chgData name="Sohag Kabir" userId="e9b0da40-aef8-480a-bb63-d1daacecf555" providerId="ADAL" clId="{5C408035-4E8D-4ADF-9233-ED281F8B05DA}" dt="2024-09-29T13:30:34.454" v="4782"/>
        <pc:sldMkLst>
          <pc:docMk/>
          <pc:sldMk cId="4215629215" sldId="278"/>
        </pc:sldMkLst>
        <pc:spChg chg="mod">
          <ac:chgData name="Sohag Kabir" userId="e9b0da40-aef8-480a-bb63-d1daacecf555" providerId="ADAL" clId="{5C408035-4E8D-4ADF-9233-ED281F8B05DA}" dt="2024-09-29T13:27:42.489" v="4763" actId="1076"/>
          <ac:spMkLst>
            <pc:docMk/>
            <pc:sldMk cId="4215629215" sldId="278"/>
            <ac:spMk id="2" creationId="{3530B774-9001-449E-924A-4229028B4A25}"/>
          </ac:spMkLst>
        </pc:spChg>
        <pc:spChg chg="add del mod">
          <ac:chgData name="Sohag Kabir" userId="e9b0da40-aef8-480a-bb63-d1daacecf555" providerId="ADAL" clId="{5C408035-4E8D-4ADF-9233-ED281F8B05DA}" dt="2024-09-29T13:23:51.851" v="4713" actId="478"/>
          <ac:spMkLst>
            <pc:docMk/>
            <pc:sldMk cId="4215629215" sldId="278"/>
            <ac:spMk id="3" creationId="{1C1A0CA5-7CB0-439A-3D65-01473DA4C41C}"/>
          </ac:spMkLst>
        </pc:spChg>
        <pc:spChg chg="add del">
          <ac:chgData name="Sohag Kabir" userId="e9b0da40-aef8-480a-bb63-d1daacecf555" providerId="ADAL" clId="{5C408035-4E8D-4ADF-9233-ED281F8B05DA}" dt="2024-09-29T13:23:59.443" v="4715" actId="478"/>
          <ac:spMkLst>
            <pc:docMk/>
            <pc:sldMk cId="4215629215" sldId="278"/>
            <ac:spMk id="4" creationId="{A89ECD60-C318-8056-FA7F-4579E716BE86}"/>
          </ac:spMkLst>
        </pc:spChg>
        <pc:spChg chg="del">
          <ac:chgData name="Sohag Kabir" userId="e9b0da40-aef8-480a-bb63-d1daacecf555" providerId="ADAL" clId="{5C408035-4E8D-4ADF-9233-ED281F8B05DA}" dt="2024-09-29T13:23:44.928" v="4710" actId="478"/>
          <ac:spMkLst>
            <pc:docMk/>
            <pc:sldMk cId="4215629215" sldId="278"/>
            <ac:spMk id="8" creationId="{00000000-0000-0000-0000-000000000000}"/>
          </ac:spMkLst>
        </pc:spChg>
        <pc:spChg chg="add mod">
          <ac:chgData name="Sohag Kabir" userId="e9b0da40-aef8-480a-bb63-d1daacecf555" providerId="ADAL" clId="{5C408035-4E8D-4ADF-9233-ED281F8B05DA}" dt="2024-09-29T13:30:22.961" v="4781" actId="1076"/>
          <ac:spMkLst>
            <pc:docMk/>
            <pc:sldMk cId="4215629215" sldId="278"/>
            <ac:spMk id="11" creationId="{0639A0D8-DF8E-F073-F88E-F470CE7FC43F}"/>
          </ac:spMkLst>
        </pc:spChg>
        <pc:picChg chg="add mod">
          <ac:chgData name="Sohag Kabir" userId="e9b0da40-aef8-480a-bb63-d1daacecf555" providerId="ADAL" clId="{5C408035-4E8D-4ADF-9233-ED281F8B05DA}" dt="2024-09-29T13:28:58.509" v="4767" actId="1076"/>
          <ac:picMkLst>
            <pc:docMk/>
            <pc:sldMk cId="4215629215" sldId="278"/>
            <ac:picMk id="7" creationId="{1621BF61-97A8-3030-5D73-965D1E5EDF60}"/>
          </ac:picMkLst>
        </pc:picChg>
      </pc:sldChg>
      <pc:sldChg chg="addSp delSp modSp add mod modAnim">
        <pc:chgData name="Sohag Kabir" userId="e9b0da40-aef8-480a-bb63-d1daacecf555" providerId="ADAL" clId="{5C408035-4E8D-4ADF-9233-ED281F8B05DA}" dt="2024-09-29T09:32:02.196" v="2561" actId="20577"/>
        <pc:sldMkLst>
          <pc:docMk/>
          <pc:sldMk cId="616367942" sldId="279"/>
        </pc:sldMkLst>
        <pc:spChg chg="mod">
          <ac:chgData name="Sohag Kabir" userId="e9b0da40-aef8-480a-bb63-d1daacecf555" providerId="ADAL" clId="{5C408035-4E8D-4ADF-9233-ED281F8B05DA}" dt="2024-09-28T16:46:40.749" v="2042"/>
          <ac:spMkLst>
            <pc:docMk/>
            <pc:sldMk cId="616367942" sldId="279"/>
            <ac:spMk id="2" creationId="{DE13D453-4D7B-47BF-AED4-27D56C3644AA}"/>
          </ac:spMkLst>
        </pc:spChg>
        <pc:spChg chg="del">
          <ac:chgData name="Sohag Kabir" userId="e9b0da40-aef8-480a-bb63-d1daacecf555" providerId="ADAL" clId="{5C408035-4E8D-4ADF-9233-ED281F8B05DA}" dt="2024-09-28T16:46:54.348" v="2045" actId="478"/>
          <ac:spMkLst>
            <pc:docMk/>
            <pc:sldMk cId="616367942" sldId="279"/>
            <ac:spMk id="8" creationId="{A0985119-32A5-C2F9-D3E3-A5C753C11C2B}"/>
          </ac:spMkLst>
        </pc:spChg>
        <pc:spChg chg="add mod">
          <ac:chgData name="Sohag Kabir" userId="e9b0da40-aef8-480a-bb63-d1daacecf555" providerId="ADAL" clId="{5C408035-4E8D-4ADF-9233-ED281F8B05DA}" dt="2024-09-28T16:59:59.089" v="2090" actId="164"/>
          <ac:spMkLst>
            <pc:docMk/>
            <pc:sldMk cId="616367942" sldId="279"/>
            <ac:spMk id="15" creationId="{DD2C717C-53A5-56E6-60D4-5F3637B6D164}"/>
          </ac:spMkLst>
        </pc:spChg>
        <pc:spChg chg="add mod">
          <ac:chgData name="Sohag Kabir" userId="e9b0da40-aef8-480a-bb63-d1daacecf555" providerId="ADAL" clId="{5C408035-4E8D-4ADF-9233-ED281F8B05DA}" dt="2024-09-29T09:32:02.196" v="2561" actId="20577"/>
          <ac:spMkLst>
            <pc:docMk/>
            <pc:sldMk cId="616367942" sldId="279"/>
            <ac:spMk id="17" creationId="{AE07A529-53E8-8DF5-1062-AD0057D37E2E}"/>
          </ac:spMkLst>
        </pc:spChg>
        <pc:spChg chg="add mod">
          <ac:chgData name="Sohag Kabir" userId="e9b0da40-aef8-480a-bb63-d1daacecf555" providerId="ADAL" clId="{5C408035-4E8D-4ADF-9233-ED281F8B05DA}" dt="2024-09-28T17:23:27.823" v="2160" actId="164"/>
          <ac:spMkLst>
            <pc:docMk/>
            <pc:sldMk cId="616367942" sldId="279"/>
            <ac:spMk id="19" creationId="{1434ED01-BED0-041D-5BB6-DC3CABE67215}"/>
          </ac:spMkLst>
        </pc:spChg>
        <pc:spChg chg="add del mod">
          <ac:chgData name="Sohag Kabir" userId="e9b0da40-aef8-480a-bb63-d1daacecf555" providerId="ADAL" clId="{5C408035-4E8D-4ADF-9233-ED281F8B05DA}" dt="2024-09-28T17:24:32.107" v="2164" actId="11529"/>
          <ac:spMkLst>
            <pc:docMk/>
            <pc:sldMk cId="616367942" sldId="279"/>
            <ac:spMk id="21" creationId="{95592F44-1B75-253E-77C1-307197A4F9D6}"/>
          </ac:spMkLst>
        </pc:spChg>
        <pc:spChg chg="add mod ord">
          <ac:chgData name="Sohag Kabir" userId="e9b0da40-aef8-480a-bb63-d1daacecf555" providerId="ADAL" clId="{5C408035-4E8D-4ADF-9233-ED281F8B05DA}" dt="2024-09-28T17:43:33.495" v="2411" actId="166"/>
          <ac:spMkLst>
            <pc:docMk/>
            <pc:sldMk cId="616367942" sldId="279"/>
            <ac:spMk id="22" creationId="{99AB6468-528C-A815-2057-77E3B2587DAB}"/>
          </ac:spMkLst>
        </pc:spChg>
        <pc:spChg chg="add del">
          <ac:chgData name="Sohag Kabir" userId="e9b0da40-aef8-480a-bb63-d1daacecf555" providerId="ADAL" clId="{5C408035-4E8D-4ADF-9233-ED281F8B05DA}" dt="2024-09-28T17:25:41.700" v="2185" actId="22"/>
          <ac:spMkLst>
            <pc:docMk/>
            <pc:sldMk cId="616367942" sldId="279"/>
            <ac:spMk id="24" creationId="{78C3D0D6-9B4B-4766-4B85-5FB325EB64A0}"/>
          </ac:spMkLst>
        </pc:spChg>
        <pc:spChg chg="add mod">
          <ac:chgData name="Sohag Kabir" userId="e9b0da40-aef8-480a-bb63-d1daacecf555" providerId="ADAL" clId="{5C408035-4E8D-4ADF-9233-ED281F8B05DA}" dt="2024-09-28T17:43:27.661" v="2410" actId="1038"/>
          <ac:spMkLst>
            <pc:docMk/>
            <pc:sldMk cId="616367942" sldId="279"/>
            <ac:spMk id="29" creationId="{3CF2F5F3-5C81-67EA-FE7D-0B1D87282372}"/>
          </ac:spMkLst>
        </pc:spChg>
        <pc:spChg chg="add mod">
          <ac:chgData name="Sohag Kabir" userId="e9b0da40-aef8-480a-bb63-d1daacecf555" providerId="ADAL" clId="{5C408035-4E8D-4ADF-9233-ED281F8B05DA}" dt="2024-09-28T17:43:39.428" v="2428" actId="1037"/>
          <ac:spMkLst>
            <pc:docMk/>
            <pc:sldMk cId="616367942" sldId="279"/>
            <ac:spMk id="31" creationId="{83B548FD-DDFE-7A74-AB64-22EAD0B1ADC5}"/>
          </ac:spMkLst>
        </pc:spChg>
        <pc:grpChg chg="add mod">
          <ac:chgData name="Sohag Kabir" userId="e9b0da40-aef8-480a-bb63-d1daacecf555" providerId="ADAL" clId="{5C408035-4E8D-4ADF-9233-ED281F8B05DA}" dt="2024-09-28T16:59:59.089" v="2090" actId="164"/>
          <ac:grpSpMkLst>
            <pc:docMk/>
            <pc:sldMk cId="616367942" sldId="279"/>
            <ac:grpSpMk id="13" creationId="{916C07AF-54FD-C1FA-45AE-23399FFCC640}"/>
          </ac:grpSpMkLst>
        </pc:grpChg>
        <pc:grpChg chg="add mod">
          <ac:chgData name="Sohag Kabir" userId="e9b0da40-aef8-480a-bb63-d1daacecf555" providerId="ADAL" clId="{5C408035-4E8D-4ADF-9233-ED281F8B05DA}" dt="2024-09-28T17:00:04.453" v="2091" actId="1076"/>
          <ac:grpSpMkLst>
            <pc:docMk/>
            <pc:sldMk cId="616367942" sldId="279"/>
            <ac:grpSpMk id="16" creationId="{DB6FE659-BA02-BE9A-F5AA-73DE71D41BE5}"/>
          </ac:grpSpMkLst>
        </pc:grpChg>
        <pc:grpChg chg="add mod">
          <ac:chgData name="Sohag Kabir" userId="e9b0da40-aef8-480a-bb63-d1daacecf555" providerId="ADAL" clId="{5C408035-4E8D-4ADF-9233-ED281F8B05DA}" dt="2024-09-28T17:23:27.823" v="2160" actId="164"/>
          <ac:grpSpMkLst>
            <pc:docMk/>
            <pc:sldMk cId="616367942" sldId="279"/>
            <ac:grpSpMk id="20" creationId="{5D781849-0FED-DD65-FB9E-2D69A7200C70}"/>
          </ac:grpSpMkLst>
        </pc:grpChg>
        <pc:grpChg chg="add mod">
          <ac:chgData name="Sohag Kabir" userId="e9b0da40-aef8-480a-bb63-d1daacecf555" providerId="ADAL" clId="{5C408035-4E8D-4ADF-9233-ED281F8B05DA}" dt="2024-09-28T17:43:27.661" v="2410" actId="1038"/>
          <ac:grpSpMkLst>
            <pc:docMk/>
            <pc:sldMk cId="616367942" sldId="279"/>
            <ac:grpSpMk id="28" creationId="{5C1C1FB0-FAA6-68B1-3248-BB5004217067}"/>
          </ac:grpSpMkLst>
        </pc:grpChg>
        <pc:grpChg chg="add mod">
          <ac:chgData name="Sohag Kabir" userId="e9b0da40-aef8-480a-bb63-d1daacecf555" providerId="ADAL" clId="{5C408035-4E8D-4ADF-9233-ED281F8B05DA}" dt="2024-09-28T17:43:27.661" v="2410" actId="1038"/>
          <ac:grpSpMkLst>
            <pc:docMk/>
            <pc:sldMk cId="616367942" sldId="279"/>
            <ac:grpSpMk id="30" creationId="{D9EC2A41-88AF-B394-C3A2-D134ECCB53CC}"/>
          </ac:grpSpMkLst>
        </pc:grpChg>
        <pc:picChg chg="add mod">
          <ac:chgData name="Sohag Kabir" userId="e9b0da40-aef8-480a-bb63-d1daacecf555" providerId="ADAL" clId="{5C408035-4E8D-4ADF-9233-ED281F8B05DA}" dt="2024-09-28T16:59:21.898" v="2082" actId="164"/>
          <ac:picMkLst>
            <pc:docMk/>
            <pc:sldMk cId="616367942" sldId="279"/>
            <ac:picMk id="3" creationId="{705A320F-0A9F-BEAA-2E80-27F4CC2578B7}"/>
          </ac:picMkLst>
        </pc:picChg>
        <pc:picChg chg="del">
          <ac:chgData name="Sohag Kabir" userId="e9b0da40-aef8-480a-bb63-d1daacecf555" providerId="ADAL" clId="{5C408035-4E8D-4ADF-9233-ED281F8B05DA}" dt="2024-09-28T16:46:48.292" v="2044" actId="478"/>
          <ac:picMkLst>
            <pc:docMk/>
            <pc:sldMk cId="616367942" sldId="279"/>
            <ac:picMk id="4" creationId="{36020D2A-540F-A16C-2A73-0DED848EEB84}"/>
          </ac:picMkLst>
        </pc:picChg>
        <pc:picChg chg="add del mod">
          <ac:chgData name="Sohag Kabir" userId="e9b0da40-aef8-480a-bb63-d1daacecf555" providerId="ADAL" clId="{5C408035-4E8D-4ADF-9233-ED281F8B05DA}" dt="2024-09-28T16:59:00.388" v="2080" actId="478"/>
          <ac:picMkLst>
            <pc:docMk/>
            <pc:sldMk cId="616367942" sldId="279"/>
            <ac:picMk id="5" creationId="{4E605B6E-2D92-8C19-331C-18460B622030}"/>
          </ac:picMkLst>
        </pc:picChg>
        <pc:picChg chg="add del mod">
          <ac:chgData name="Sohag Kabir" userId="e9b0da40-aef8-480a-bb63-d1daacecf555" providerId="ADAL" clId="{5C408035-4E8D-4ADF-9233-ED281F8B05DA}" dt="2024-09-28T16:56:57.080" v="2056" actId="478"/>
          <ac:picMkLst>
            <pc:docMk/>
            <pc:sldMk cId="616367942" sldId="279"/>
            <ac:picMk id="9" creationId="{FCF38EAA-AA42-91D9-7B5D-3EEC1F0DFADA}"/>
          </ac:picMkLst>
        </pc:picChg>
        <pc:picChg chg="add del mod">
          <ac:chgData name="Sohag Kabir" userId="e9b0da40-aef8-480a-bb63-d1daacecf555" providerId="ADAL" clId="{5C408035-4E8D-4ADF-9233-ED281F8B05DA}" dt="2024-09-28T16:59:01.076" v="2081" actId="478"/>
          <ac:picMkLst>
            <pc:docMk/>
            <pc:sldMk cId="616367942" sldId="279"/>
            <ac:picMk id="10" creationId="{ECC65BF0-3DFE-3794-D6F1-CDF1290A8090}"/>
          </ac:picMkLst>
        </pc:picChg>
        <pc:picChg chg="add mod">
          <ac:chgData name="Sohag Kabir" userId="e9b0da40-aef8-480a-bb63-d1daacecf555" providerId="ADAL" clId="{5C408035-4E8D-4ADF-9233-ED281F8B05DA}" dt="2024-09-28T16:59:21.898" v="2082" actId="164"/>
          <ac:picMkLst>
            <pc:docMk/>
            <pc:sldMk cId="616367942" sldId="279"/>
            <ac:picMk id="11" creationId="{9107CEB9-0F39-0F69-B096-D1D69AA263D1}"/>
          </ac:picMkLst>
        </pc:picChg>
        <pc:picChg chg="add mod">
          <ac:chgData name="Sohag Kabir" userId="e9b0da40-aef8-480a-bb63-d1daacecf555" providerId="ADAL" clId="{5C408035-4E8D-4ADF-9233-ED281F8B05DA}" dt="2024-09-28T16:59:21.898" v="2082" actId="164"/>
          <ac:picMkLst>
            <pc:docMk/>
            <pc:sldMk cId="616367942" sldId="279"/>
            <ac:picMk id="12" creationId="{27587A27-F098-7E80-1433-00741985A50A}"/>
          </ac:picMkLst>
        </pc:picChg>
        <pc:picChg chg="add mod">
          <ac:chgData name="Sohag Kabir" userId="e9b0da40-aef8-480a-bb63-d1daacecf555" providerId="ADAL" clId="{5C408035-4E8D-4ADF-9233-ED281F8B05DA}" dt="2024-09-28T17:23:27.823" v="2160" actId="164"/>
          <ac:picMkLst>
            <pc:docMk/>
            <pc:sldMk cId="616367942" sldId="279"/>
            <ac:picMk id="18" creationId="{9BDB8429-BBB6-86EF-61C3-E87B5DF212AE}"/>
          </ac:picMkLst>
        </pc:picChg>
        <pc:picChg chg="add mod">
          <ac:chgData name="Sohag Kabir" userId="e9b0da40-aef8-480a-bb63-d1daacecf555" providerId="ADAL" clId="{5C408035-4E8D-4ADF-9233-ED281F8B05DA}" dt="2024-09-28T17:43:27.661" v="2410" actId="1038"/>
          <ac:picMkLst>
            <pc:docMk/>
            <pc:sldMk cId="616367942" sldId="279"/>
            <ac:picMk id="25" creationId="{366F0069-0080-971F-06DA-F08AA9E8F483}"/>
          </ac:picMkLst>
        </pc:picChg>
        <pc:picChg chg="add mod modCrop">
          <ac:chgData name="Sohag Kabir" userId="e9b0da40-aef8-480a-bb63-d1daacecf555" providerId="ADAL" clId="{5C408035-4E8D-4ADF-9233-ED281F8B05DA}" dt="2024-09-28T17:43:27.661" v="2410" actId="1038"/>
          <ac:picMkLst>
            <pc:docMk/>
            <pc:sldMk cId="616367942" sldId="279"/>
            <ac:picMk id="26" creationId="{0C7A2ADE-3BE8-283A-0784-C6E363215AC0}"/>
          </ac:picMkLst>
        </pc:picChg>
        <pc:picChg chg="add mod">
          <ac:chgData name="Sohag Kabir" userId="e9b0da40-aef8-480a-bb63-d1daacecf555" providerId="ADAL" clId="{5C408035-4E8D-4ADF-9233-ED281F8B05DA}" dt="2024-09-28T17:43:27.661" v="2410" actId="1038"/>
          <ac:picMkLst>
            <pc:docMk/>
            <pc:sldMk cId="616367942" sldId="279"/>
            <ac:picMk id="27" creationId="{55ADB266-D310-42AF-1E09-609E401CC795}"/>
          </ac:picMkLst>
        </pc:picChg>
        <pc:picChg chg="add del">
          <ac:chgData name="Sohag Kabir" userId="e9b0da40-aef8-480a-bb63-d1daacecf555" providerId="ADAL" clId="{5C408035-4E8D-4ADF-9233-ED281F8B05DA}" dt="2024-09-28T17:37:00.735" v="2335" actId="478"/>
          <ac:picMkLst>
            <pc:docMk/>
            <pc:sldMk cId="616367942" sldId="279"/>
            <ac:picMk id="2050" creationId="{F8DA26DB-E3F8-607D-ADFD-7F2643A2F7D9}"/>
          </ac:picMkLst>
        </pc:picChg>
        <pc:picChg chg="add mod">
          <ac:chgData name="Sohag Kabir" userId="e9b0da40-aef8-480a-bb63-d1daacecf555" providerId="ADAL" clId="{5C408035-4E8D-4ADF-9233-ED281F8B05DA}" dt="2024-09-28T17:43:27.661" v="2410" actId="1038"/>
          <ac:picMkLst>
            <pc:docMk/>
            <pc:sldMk cId="616367942" sldId="279"/>
            <ac:picMk id="2052" creationId="{DE2BFC5F-1296-4799-D19C-BB77567CECB7}"/>
          </ac:picMkLst>
        </pc:picChg>
      </pc:sldChg>
      <pc:sldChg chg="addSp delSp modSp add mod modAnim">
        <pc:chgData name="Sohag Kabir" userId="e9b0da40-aef8-480a-bb63-d1daacecf555" providerId="ADAL" clId="{5C408035-4E8D-4ADF-9233-ED281F8B05DA}" dt="2024-09-28T17:55:30.222" v="2454" actId="2711"/>
        <pc:sldMkLst>
          <pc:docMk/>
          <pc:sldMk cId="641033179" sldId="280"/>
        </pc:sldMkLst>
        <pc:spChg chg="add del">
          <ac:chgData name="Sohag Kabir" userId="e9b0da40-aef8-480a-bb63-d1daacecf555" providerId="ADAL" clId="{5C408035-4E8D-4ADF-9233-ED281F8B05DA}" dt="2024-09-28T17:46:35.598" v="2445" actId="22"/>
          <ac:spMkLst>
            <pc:docMk/>
            <pc:sldMk cId="641033179" sldId="280"/>
            <ac:spMk id="5" creationId="{6EF4F412-9EE2-E9FB-A5D7-097E0E315752}"/>
          </ac:spMkLst>
        </pc:spChg>
        <pc:spChg chg="mod">
          <ac:chgData name="Sohag Kabir" userId="e9b0da40-aef8-480a-bb63-d1daacecf555" providerId="ADAL" clId="{5C408035-4E8D-4ADF-9233-ED281F8B05DA}" dt="2024-09-28T17:46:15.721" v="2443" actId="6549"/>
          <ac:spMkLst>
            <pc:docMk/>
            <pc:sldMk cId="641033179" sldId="280"/>
            <ac:spMk id="8" creationId="{A0985119-32A5-C2F9-D3E3-A5C753C11C2B}"/>
          </ac:spMkLst>
        </pc:spChg>
        <pc:spChg chg="add mod">
          <ac:chgData name="Sohag Kabir" userId="e9b0da40-aef8-480a-bb63-d1daacecf555" providerId="ADAL" clId="{5C408035-4E8D-4ADF-9233-ED281F8B05DA}" dt="2024-09-28T17:55:30.222" v="2454" actId="2711"/>
          <ac:spMkLst>
            <pc:docMk/>
            <pc:sldMk cId="641033179" sldId="280"/>
            <ac:spMk id="9" creationId="{83DBB9E9-BFA8-182A-7B39-9D86B867C339}"/>
          </ac:spMkLst>
        </pc:spChg>
      </pc:sldChg>
      <pc:sldChg chg="addSp delSp modSp add mod addAnim delAnim modAnim">
        <pc:chgData name="Sohag Kabir" userId="e9b0da40-aef8-480a-bb63-d1daacecf555" providerId="ADAL" clId="{5C408035-4E8D-4ADF-9233-ED281F8B05DA}" dt="2024-09-29T09:30:47.580" v="2560" actId="113"/>
        <pc:sldMkLst>
          <pc:docMk/>
          <pc:sldMk cId="1477951119" sldId="281"/>
        </pc:sldMkLst>
        <pc:spChg chg="del">
          <ac:chgData name="Sohag Kabir" userId="e9b0da40-aef8-480a-bb63-d1daacecf555" providerId="ADAL" clId="{5C408035-4E8D-4ADF-9233-ED281F8B05DA}" dt="2024-09-29T09:10:20.237" v="2481" actId="478"/>
          <ac:spMkLst>
            <pc:docMk/>
            <pc:sldMk cId="1477951119" sldId="281"/>
            <ac:spMk id="8" creationId="{A0985119-32A5-C2F9-D3E3-A5C753C11C2B}"/>
          </ac:spMkLst>
        </pc:spChg>
        <pc:spChg chg="mod">
          <ac:chgData name="Sohag Kabir" userId="e9b0da40-aef8-480a-bb63-d1daacecf555" providerId="ADAL" clId="{5C408035-4E8D-4ADF-9233-ED281F8B05DA}" dt="2024-09-29T09:25:42.565" v="2529" actId="20577"/>
          <ac:spMkLst>
            <pc:docMk/>
            <pc:sldMk cId="1477951119" sldId="281"/>
            <ac:spMk id="9" creationId="{83DBB9E9-BFA8-182A-7B39-9D86B867C339}"/>
          </ac:spMkLst>
        </pc:spChg>
        <pc:spChg chg="add del mod">
          <ac:chgData name="Sohag Kabir" userId="e9b0da40-aef8-480a-bb63-d1daacecf555" providerId="ADAL" clId="{5C408035-4E8D-4ADF-9233-ED281F8B05DA}" dt="2024-09-29T09:30:11.755" v="2556" actId="113"/>
          <ac:spMkLst>
            <pc:docMk/>
            <pc:sldMk cId="1477951119" sldId="281"/>
            <ac:spMk id="11" creationId="{688F0361-647D-318E-0CBC-1A54F270F376}"/>
          </ac:spMkLst>
        </pc:spChg>
        <pc:spChg chg="add mod">
          <ac:chgData name="Sohag Kabir" userId="e9b0da40-aef8-480a-bb63-d1daacecf555" providerId="ADAL" clId="{5C408035-4E8D-4ADF-9233-ED281F8B05DA}" dt="2024-09-29T09:30:47.580" v="2560" actId="113"/>
          <ac:spMkLst>
            <pc:docMk/>
            <pc:sldMk cId="1477951119" sldId="281"/>
            <ac:spMk id="12" creationId="{10F1B2D9-9696-056B-9B1C-F7645B049421}"/>
          </ac:spMkLst>
        </pc:spChg>
        <pc:picChg chg="add mod modCrop">
          <ac:chgData name="Sohag Kabir" userId="e9b0da40-aef8-480a-bb63-d1daacecf555" providerId="ADAL" clId="{5C408035-4E8D-4ADF-9233-ED281F8B05DA}" dt="2024-09-29T09:14:04.244" v="2513" actId="14100"/>
          <ac:picMkLst>
            <pc:docMk/>
            <pc:sldMk cId="1477951119" sldId="281"/>
            <ac:picMk id="3" creationId="{24EEC880-794D-40E7-B5E5-8A0EDAC074A1}"/>
          </ac:picMkLst>
        </pc:picChg>
        <pc:picChg chg="del">
          <ac:chgData name="Sohag Kabir" userId="e9b0da40-aef8-480a-bb63-d1daacecf555" providerId="ADAL" clId="{5C408035-4E8D-4ADF-9233-ED281F8B05DA}" dt="2024-09-28T18:01:17.112" v="2460" actId="478"/>
          <ac:picMkLst>
            <pc:docMk/>
            <pc:sldMk cId="1477951119" sldId="281"/>
            <ac:picMk id="4" creationId="{36020D2A-540F-A16C-2A73-0DED848EEB84}"/>
          </ac:picMkLst>
        </pc:picChg>
        <pc:picChg chg="add mod">
          <ac:chgData name="Sohag Kabir" userId="e9b0da40-aef8-480a-bb63-d1daacecf555" providerId="ADAL" clId="{5C408035-4E8D-4ADF-9233-ED281F8B05DA}" dt="2024-09-29T09:14:01.013" v="2512" actId="1076"/>
          <ac:picMkLst>
            <pc:docMk/>
            <pc:sldMk cId="1477951119" sldId="281"/>
            <ac:picMk id="5" creationId="{5B003D8C-8732-218C-B62B-44FC9E55136B}"/>
          </ac:picMkLst>
        </pc:picChg>
        <pc:picChg chg="add mod modCrop">
          <ac:chgData name="Sohag Kabir" userId="e9b0da40-aef8-480a-bb63-d1daacecf555" providerId="ADAL" clId="{5C408035-4E8D-4ADF-9233-ED281F8B05DA}" dt="2024-09-29T09:29:00.939" v="2549" actId="1035"/>
          <ac:picMkLst>
            <pc:docMk/>
            <pc:sldMk cId="1477951119" sldId="281"/>
            <ac:picMk id="10" creationId="{D2549343-6F27-7B0D-4142-BDF2D1B7359E}"/>
          </ac:picMkLst>
        </pc:picChg>
        <pc:picChg chg="add del mod">
          <ac:chgData name="Sohag Kabir" userId="e9b0da40-aef8-480a-bb63-d1daacecf555" providerId="ADAL" clId="{5C408035-4E8D-4ADF-9233-ED281F8B05DA}" dt="2024-09-29T09:12:02.259" v="2494" actId="478"/>
          <ac:picMkLst>
            <pc:docMk/>
            <pc:sldMk cId="1477951119" sldId="281"/>
            <ac:picMk id="3074" creationId="{1FB87B1D-8153-1D15-19C7-C6BD622E1D60}"/>
          </ac:picMkLst>
        </pc:picChg>
      </pc:sldChg>
      <pc:sldChg chg="addSp delSp modSp add mod modNotesTx">
        <pc:chgData name="Sohag Kabir" userId="e9b0da40-aef8-480a-bb63-d1daacecf555" providerId="ADAL" clId="{5C408035-4E8D-4ADF-9233-ED281F8B05DA}" dt="2024-09-29T16:14:15.500" v="6520" actId="6549"/>
        <pc:sldMkLst>
          <pc:docMk/>
          <pc:sldMk cId="3529504122" sldId="282"/>
        </pc:sldMkLst>
        <pc:spChg chg="mod">
          <ac:chgData name="Sohag Kabir" userId="e9b0da40-aef8-480a-bb63-d1daacecf555" providerId="ADAL" clId="{5C408035-4E8D-4ADF-9233-ED281F8B05DA}" dt="2024-09-29T12:52:09.538" v="4356" actId="20577"/>
          <ac:spMkLst>
            <pc:docMk/>
            <pc:sldMk cId="3529504122" sldId="282"/>
            <ac:spMk id="4" creationId="{8B3BBD20-CA54-1CCC-FDC5-4B2C938D023F}"/>
          </ac:spMkLst>
        </pc:spChg>
        <pc:spChg chg="add mod">
          <ac:chgData name="Sohag Kabir" userId="e9b0da40-aef8-480a-bb63-d1daacecf555" providerId="ADAL" clId="{5C408035-4E8D-4ADF-9233-ED281F8B05DA}" dt="2024-09-29T13:01:48.357" v="4384" actId="1076"/>
          <ac:spMkLst>
            <pc:docMk/>
            <pc:sldMk cId="3529504122" sldId="282"/>
            <ac:spMk id="5" creationId="{B21EA471-7589-F316-A638-67B20512D77A}"/>
          </ac:spMkLst>
        </pc:spChg>
        <pc:spChg chg="add mod">
          <ac:chgData name="Sohag Kabir" userId="e9b0da40-aef8-480a-bb63-d1daacecf555" providerId="ADAL" clId="{5C408035-4E8D-4ADF-9233-ED281F8B05DA}" dt="2024-09-29T13:08:15.627" v="4492" actId="1076"/>
          <ac:spMkLst>
            <pc:docMk/>
            <pc:sldMk cId="3529504122" sldId="282"/>
            <ac:spMk id="9" creationId="{F6A653AA-6432-4EEC-C31C-7696E4BBB60C}"/>
          </ac:spMkLst>
        </pc:spChg>
        <pc:picChg chg="add del mod modCrop">
          <ac:chgData name="Sohag Kabir" userId="e9b0da40-aef8-480a-bb63-d1daacecf555" providerId="ADAL" clId="{5C408035-4E8D-4ADF-9233-ED281F8B05DA}" dt="2024-09-29T13:07:53.447" v="4486" actId="478"/>
          <ac:picMkLst>
            <pc:docMk/>
            <pc:sldMk cId="3529504122" sldId="282"/>
            <ac:picMk id="2" creationId="{0311DE0D-8AC8-4B5C-C311-A209A33BE416}"/>
          </ac:picMkLst>
        </pc:picChg>
        <pc:picChg chg="add mod">
          <ac:chgData name="Sohag Kabir" userId="e9b0da40-aef8-480a-bb63-d1daacecf555" providerId="ADAL" clId="{5C408035-4E8D-4ADF-9233-ED281F8B05DA}" dt="2024-09-29T13:06:56.483" v="4485" actId="14100"/>
          <ac:picMkLst>
            <pc:docMk/>
            <pc:sldMk cId="3529504122" sldId="282"/>
            <ac:picMk id="7" creationId="{04C5E74B-5404-B290-A41F-8EB75CDCA3DF}"/>
          </ac:picMkLst>
        </pc:picChg>
        <pc:picChg chg="add mod modCrop">
          <ac:chgData name="Sohag Kabir" userId="e9b0da40-aef8-480a-bb63-d1daacecf555" providerId="ADAL" clId="{5C408035-4E8D-4ADF-9233-ED281F8B05DA}" dt="2024-09-29T13:08:11.443" v="4491" actId="1076"/>
          <ac:picMkLst>
            <pc:docMk/>
            <pc:sldMk cId="3529504122" sldId="282"/>
            <ac:picMk id="11" creationId="{86B7DDCD-9F8F-B4F6-3592-78C781FFB8A6}"/>
          </ac:picMkLst>
        </pc:picChg>
      </pc:sldChg>
      <pc:sldChg chg="addSp delSp modSp add mod modNotesTx">
        <pc:chgData name="Sohag Kabir" userId="e9b0da40-aef8-480a-bb63-d1daacecf555" providerId="ADAL" clId="{5C408035-4E8D-4ADF-9233-ED281F8B05DA}" dt="2024-09-29T12:44:28.678" v="4338" actId="20577"/>
        <pc:sldMkLst>
          <pc:docMk/>
          <pc:sldMk cId="3093025796" sldId="283"/>
        </pc:sldMkLst>
        <pc:spChg chg="add mod">
          <ac:chgData name="Sohag Kabir" userId="e9b0da40-aef8-480a-bb63-d1daacecf555" providerId="ADAL" clId="{5C408035-4E8D-4ADF-9233-ED281F8B05DA}" dt="2024-09-29T12:41:51.225" v="4319" actId="164"/>
          <ac:spMkLst>
            <pc:docMk/>
            <pc:sldMk cId="3093025796" sldId="283"/>
            <ac:spMk id="3" creationId="{A1EEA81C-A34D-229D-1362-B8917C46B782}"/>
          </ac:spMkLst>
        </pc:spChg>
        <pc:spChg chg="add mod">
          <ac:chgData name="Sohag Kabir" userId="e9b0da40-aef8-480a-bb63-d1daacecf555" providerId="ADAL" clId="{5C408035-4E8D-4ADF-9233-ED281F8B05DA}" dt="2024-09-29T12:41:51.225" v="4319" actId="164"/>
          <ac:spMkLst>
            <pc:docMk/>
            <pc:sldMk cId="3093025796" sldId="283"/>
            <ac:spMk id="9" creationId="{9234796E-60DC-C07A-60F6-9C0C20E04802}"/>
          </ac:spMkLst>
        </pc:spChg>
        <pc:spChg chg="add mod">
          <ac:chgData name="Sohag Kabir" userId="e9b0da40-aef8-480a-bb63-d1daacecf555" providerId="ADAL" clId="{5C408035-4E8D-4ADF-9233-ED281F8B05DA}" dt="2024-09-29T12:41:51.225" v="4319" actId="164"/>
          <ac:spMkLst>
            <pc:docMk/>
            <pc:sldMk cId="3093025796" sldId="283"/>
            <ac:spMk id="10" creationId="{2ACC6604-E793-F9B0-DA75-A768CA95D505}"/>
          </ac:spMkLst>
        </pc:spChg>
        <pc:spChg chg="add mod">
          <ac:chgData name="Sohag Kabir" userId="e9b0da40-aef8-480a-bb63-d1daacecf555" providerId="ADAL" clId="{5C408035-4E8D-4ADF-9233-ED281F8B05DA}" dt="2024-09-29T12:41:51.225" v="4319" actId="164"/>
          <ac:spMkLst>
            <pc:docMk/>
            <pc:sldMk cId="3093025796" sldId="283"/>
            <ac:spMk id="11" creationId="{EA8BAF25-4386-FDC1-56DA-401898C31070}"/>
          </ac:spMkLst>
        </pc:spChg>
        <pc:spChg chg="add mod">
          <ac:chgData name="Sohag Kabir" userId="e9b0da40-aef8-480a-bb63-d1daacecf555" providerId="ADAL" clId="{5C408035-4E8D-4ADF-9233-ED281F8B05DA}" dt="2024-09-29T12:43:01.207" v="4322" actId="20577"/>
          <ac:spMkLst>
            <pc:docMk/>
            <pc:sldMk cId="3093025796" sldId="283"/>
            <ac:spMk id="12" creationId="{9BE975A7-C639-99A3-0D52-A3CC271C766A}"/>
          </ac:spMkLst>
        </pc:spChg>
        <pc:spChg chg="add mod">
          <ac:chgData name="Sohag Kabir" userId="e9b0da40-aef8-480a-bb63-d1daacecf555" providerId="ADAL" clId="{5C408035-4E8D-4ADF-9233-ED281F8B05DA}" dt="2024-09-29T12:42:30.271" v="4320" actId="1038"/>
          <ac:spMkLst>
            <pc:docMk/>
            <pc:sldMk cId="3093025796" sldId="283"/>
            <ac:spMk id="13" creationId="{582747FA-476D-5BAF-E601-8215BF8D2EA0}"/>
          </ac:spMkLst>
        </pc:spChg>
        <pc:spChg chg="add mod">
          <ac:chgData name="Sohag Kabir" userId="e9b0da40-aef8-480a-bb63-d1daacecf555" providerId="ADAL" clId="{5C408035-4E8D-4ADF-9233-ED281F8B05DA}" dt="2024-09-29T12:44:28.678" v="4338" actId="20577"/>
          <ac:spMkLst>
            <pc:docMk/>
            <pc:sldMk cId="3093025796" sldId="283"/>
            <ac:spMk id="16" creationId="{29E17DA9-BB6B-FDEC-426C-78A739D34D86}"/>
          </ac:spMkLst>
        </pc:spChg>
        <pc:grpChg chg="add mod">
          <ac:chgData name="Sohag Kabir" userId="e9b0da40-aef8-480a-bb63-d1daacecf555" providerId="ADAL" clId="{5C408035-4E8D-4ADF-9233-ED281F8B05DA}" dt="2024-09-29T12:41:51.225" v="4319" actId="164"/>
          <ac:grpSpMkLst>
            <pc:docMk/>
            <pc:sldMk cId="3093025796" sldId="283"/>
            <ac:grpSpMk id="14" creationId="{B855ED10-77C2-AE30-C5EB-71DCC4E2B56D}"/>
          </ac:grpSpMkLst>
        </pc:grpChg>
        <pc:picChg chg="add mod modCrop">
          <ac:chgData name="Sohag Kabir" userId="e9b0da40-aef8-480a-bb63-d1daacecf555" providerId="ADAL" clId="{5C408035-4E8D-4ADF-9233-ED281F8B05DA}" dt="2024-09-29T12:41:51.225" v="4319" actId="164"/>
          <ac:picMkLst>
            <pc:docMk/>
            <pc:sldMk cId="3093025796" sldId="283"/>
            <ac:picMk id="2" creationId="{B64CCF25-8A1D-EFC0-53C2-9BC786B0CFED}"/>
          </ac:picMkLst>
        </pc:picChg>
        <pc:picChg chg="mod modCrop">
          <ac:chgData name="Sohag Kabir" userId="e9b0da40-aef8-480a-bb63-d1daacecf555" providerId="ADAL" clId="{5C408035-4E8D-4ADF-9233-ED281F8B05DA}" dt="2024-09-29T11:50:22.960" v="3591" actId="1076"/>
          <ac:picMkLst>
            <pc:docMk/>
            <pc:sldMk cId="3093025796" sldId="283"/>
            <ac:picMk id="5" creationId="{73C3FC7A-B18C-801D-A078-C8C8D407B711}"/>
          </ac:picMkLst>
        </pc:picChg>
        <pc:picChg chg="add del mod">
          <ac:chgData name="Sohag Kabir" userId="e9b0da40-aef8-480a-bb63-d1daacecf555" providerId="ADAL" clId="{5C408035-4E8D-4ADF-9233-ED281F8B05DA}" dt="2024-09-29T11:53:07.111" v="3613" actId="478"/>
          <ac:picMkLst>
            <pc:docMk/>
            <pc:sldMk cId="3093025796" sldId="283"/>
            <ac:picMk id="7" creationId="{445B1842-9626-644C-9078-191F8B42CE8D}"/>
          </ac:picMkLst>
        </pc:picChg>
      </pc:sldChg>
      <pc:sldChg chg="addSp delSp modSp add mod modNotesTx">
        <pc:chgData name="Sohag Kabir" userId="e9b0da40-aef8-480a-bb63-d1daacecf555" providerId="ADAL" clId="{5C408035-4E8D-4ADF-9233-ED281F8B05DA}" dt="2024-09-29T16:13:41.845" v="6517" actId="6549"/>
        <pc:sldMkLst>
          <pc:docMk/>
          <pc:sldMk cId="3299150616" sldId="284"/>
        </pc:sldMkLst>
        <pc:spChg chg="mod">
          <ac:chgData name="Sohag Kabir" userId="e9b0da40-aef8-480a-bb63-d1daacecf555" providerId="ADAL" clId="{5C408035-4E8D-4ADF-9233-ED281F8B05DA}" dt="2024-09-29T13:31:20.145" v="4783" actId="1076"/>
          <ac:spMkLst>
            <pc:docMk/>
            <pc:sldMk cId="3299150616" sldId="284"/>
            <ac:spMk id="2" creationId="{F2A4DAD3-1E36-4CAD-94D1-E06B348A4ADD}"/>
          </ac:spMkLst>
        </pc:spChg>
        <pc:spChg chg="add mod">
          <ac:chgData name="Sohag Kabir" userId="e9b0da40-aef8-480a-bb63-d1daacecf555" providerId="ADAL" clId="{5C408035-4E8D-4ADF-9233-ED281F8B05DA}" dt="2024-09-29T16:01:57.904" v="6250" actId="1076"/>
          <ac:spMkLst>
            <pc:docMk/>
            <pc:sldMk cId="3299150616" sldId="284"/>
            <ac:spMk id="5" creationId="{BF0C3611-70F3-2E22-840A-5F776D1F5B19}"/>
          </ac:spMkLst>
        </pc:spChg>
        <pc:picChg chg="del">
          <ac:chgData name="Sohag Kabir" userId="e9b0da40-aef8-480a-bb63-d1daacecf555" providerId="ADAL" clId="{5C408035-4E8D-4ADF-9233-ED281F8B05DA}" dt="2024-09-29T13:14:23.062" v="4527" actId="478"/>
          <ac:picMkLst>
            <pc:docMk/>
            <pc:sldMk cId="3299150616" sldId="284"/>
            <ac:picMk id="3" creationId="{C250461A-5E8D-9499-83CE-EB319AF5C8BF}"/>
          </ac:picMkLst>
        </pc:picChg>
        <pc:picChg chg="add mod">
          <ac:chgData name="Sohag Kabir" userId="e9b0da40-aef8-480a-bb63-d1daacecf555" providerId="ADAL" clId="{5C408035-4E8D-4ADF-9233-ED281F8B05DA}" dt="2024-09-29T16:01:53.286" v="6249" actId="1076"/>
          <ac:picMkLst>
            <pc:docMk/>
            <pc:sldMk cId="3299150616" sldId="284"/>
            <ac:picMk id="5122" creationId="{1E8813DE-9CB3-732A-7ACE-0B813E4CF855}"/>
          </ac:picMkLst>
        </pc:picChg>
      </pc:sldChg>
      <pc:sldChg chg="addSp delSp modSp add mod delAnim">
        <pc:chgData name="Sohag Kabir" userId="e9b0da40-aef8-480a-bb63-d1daacecf555" providerId="ADAL" clId="{5C408035-4E8D-4ADF-9233-ED281F8B05DA}" dt="2024-09-29T13:38:37.208" v="4823" actId="1076"/>
        <pc:sldMkLst>
          <pc:docMk/>
          <pc:sldMk cId="1975243977" sldId="285"/>
        </pc:sldMkLst>
        <pc:spChg chg="mod">
          <ac:chgData name="Sohag Kabir" userId="e9b0da40-aef8-480a-bb63-d1daacecf555" providerId="ADAL" clId="{5C408035-4E8D-4ADF-9233-ED281F8B05DA}" dt="2024-09-29T13:38:37.208" v="4823" actId="1076"/>
          <ac:spMkLst>
            <pc:docMk/>
            <pc:sldMk cId="1975243977" sldId="285"/>
            <ac:spMk id="2" creationId="{3530B774-9001-449E-924A-4229028B4A25}"/>
          </ac:spMkLst>
        </pc:spChg>
        <pc:spChg chg="del">
          <ac:chgData name="Sohag Kabir" userId="e9b0da40-aef8-480a-bb63-d1daacecf555" providerId="ADAL" clId="{5C408035-4E8D-4ADF-9233-ED281F8B05DA}" dt="2024-09-29T13:37:36.832" v="4792" actId="478"/>
          <ac:spMkLst>
            <pc:docMk/>
            <pc:sldMk cId="1975243977" sldId="285"/>
            <ac:spMk id="11" creationId="{0639A0D8-DF8E-F073-F88E-F470CE7FC43F}"/>
          </ac:spMkLst>
        </pc:spChg>
        <pc:picChg chg="add mod">
          <ac:chgData name="Sohag Kabir" userId="e9b0da40-aef8-480a-bb63-d1daacecf555" providerId="ADAL" clId="{5C408035-4E8D-4ADF-9233-ED281F8B05DA}" dt="2024-09-29T13:37:49.074" v="4796" actId="14100"/>
          <ac:picMkLst>
            <pc:docMk/>
            <pc:sldMk cId="1975243977" sldId="285"/>
            <ac:picMk id="4" creationId="{B53C8335-D99D-2ABA-E2E9-3E03DAEC5BD0}"/>
          </ac:picMkLst>
        </pc:picChg>
        <pc:picChg chg="del mod">
          <ac:chgData name="Sohag Kabir" userId="e9b0da40-aef8-480a-bb63-d1daacecf555" providerId="ADAL" clId="{5C408035-4E8D-4ADF-9233-ED281F8B05DA}" dt="2024-09-29T13:37:31.205" v="4789" actId="478"/>
          <ac:picMkLst>
            <pc:docMk/>
            <pc:sldMk cId="1975243977" sldId="285"/>
            <ac:picMk id="7" creationId="{1621BF61-97A8-3030-5D73-965D1E5EDF60}"/>
          </ac:picMkLst>
        </pc:picChg>
      </pc:sldChg>
      <pc:sldChg chg="addSp delSp modSp add mod modAnim">
        <pc:chgData name="Sohag Kabir" userId="e9b0da40-aef8-480a-bb63-d1daacecf555" providerId="ADAL" clId="{5C408035-4E8D-4ADF-9233-ED281F8B05DA}" dt="2024-09-29T14:04:02.656" v="4923"/>
        <pc:sldMkLst>
          <pc:docMk/>
          <pc:sldMk cId="3773334495" sldId="286"/>
        </pc:sldMkLst>
        <pc:spChg chg="mod">
          <ac:chgData name="Sohag Kabir" userId="e9b0da40-aef8-480a-bb63-d1daacecf555" providerId="ADAL" clId="{5C408035-4E8D-4ADF-9233-ED281F8B05DA}" dt="2024-09-29T13:40:08.353" v="4834" actId="20577"/>
          <ac:spMkLst>
            <pc:docMk/>
            <pc:sldMk cId="3773334495" sldId="286"/>
            <ac:spMk id="2" creationId="{3530B774-9001-449E-924A-4229028B4A25}"/>
          </ac:spMkLst>
        </pc:spChg>
        <pc:spChg chg="add mod">
          <ac:chgData name="Sohag Kabir" userId="e9b0da40-aef8-480a-bb63-d1daacecf555" providerId="ADAL" clId="{5C408035-4E8D-4ADF-9233-ED281F8B05DA}" dt="2024-09-29T14:00:02.248" v="4879" actId="207"/>
          <ac:spMkLst>
            <pc:docMk/>
            <pc:sldMk cId="3773334495" sldId="286"/>
            <ac:spMk id="8" creationId="{E35EC071-C966-E332-4718-283705579624}"/>
          </ac:spMkLst>
        </pc:spChg>
        <pc:spChg chg="add mod">
          <ac:chgData name="Sohag Kabir" userId="e9b0da40-aef8-480a-bb63-d1daacecf555" providerId="ADAL" clId="{5C408035-4E8D-4ADF-9233-ED281F8B05DA}" dt="2024-09-29T14:00:31.993" v="4891" actId="1076"/>
          <ac:spMkLst>
            <pc:docMk/>
            <pc:sldMk cId="3773334495" sldId="286"/>
            <ac:spMk id="10" creationId="{551B4B65-3B5D-95FF-52D2-0DEC92D83398}"/>
          </ac:spMkLst>
        </pc:spChg>
        <pc:spChg chg="add mod">
          <ac:chgData name="Sohag Kabir" userId="e9b0da40-aef8-480a-bb63-d1daacecf555" providerId="ADAL" clId="{5C408035-4E8D-4ADF-9233-ED281F8B05DA}" dt="2024-09-29T14:02:12.399" v="4906" actId="207"/>
          <ac:spMkLst>
            <pc:docMk/>
            <pc:sldMk cId="3773334495" sldId="286"/>
            <ac:spMk id="11" creationId="{B2F183C6-15C4-96D6-792D-A97E8A689834}"/>
          </ac:spMkLst>
        </pc:spChg>
        <pc:spChg chg="add mod">
          <ac:chgData name="Sohag Kabir" userId="e9b0da40-aef8-480a-bb63-d1daacecf555" providerId="ADAL" clId="{5C408035-4E8D-4ADF-9233-ED281F8B05DA}" dt="2024-09-29T14:02:34.222" v="4916" actId="20577"/>
          <ac:spMkLst>
            <pc:docMk/>
            <pc:sldMk cId="3773334495" sldId="286"/>
            <ac:spMk id="12" creationId="{FBBE4DF1-D9B1-2F86-B9EA-BD8339185123}"/>
          </ac:spMkLst>
        </pc:spChg>
        <pc:picChg chg="add del">
          <ac:chgData name="Sohag Kabir" userId="e9b0da40-aef8-480a-bb63-d1daacecf555" providerId="ADAL" clId="{5C408035-4E8D-4ADF-9233-ED281F8B05DA}" dt="2024-09-29T13:46:30.105" v="4838" actId="478"/>
          <ac:picMkLst>
            <pc:docMk/>
            <pc:sldMk cId="3773334495" sldId="286"/>
            <ac:picMk id="3" creationId="{425B25E2-1D38-FD7A-079B-D052722550B0}"/>
          </ac:picMkLst>
        </pc:picChg>
        <pc:picChg chg="del">
          <ac:chgData name="Sohag Kabir" userId="e9b0da40-aef8-480a-bb63-d1daacecf555" providerId="ADAL" clId="{5C408035-4E8D-4ADF-9233-ED281F8B05DA}" dt="2024-09-29T13:40:11.249" v="4835" actId="478"/>
          <ac:picMkLst>
            <pc:docMk/>
            <pc:sldMk cId="3773334495" sldId="286"/>
            <ac:picMk id="4" creationId="{B53C8335-D99D-2ABA-E2E9-3E03DAEC5BD0}"/>
          </ac:picMkLst>
        </pc:picChg>
        <pc:picChg chg="add mod ord">
          <ac:chgData name="Sohag Kabir" userId="e9b0da40-aef8-480a-bb63-d1daacecf555" providerId="ADAL" clId="{5C408035-4E8D-4ADF-9233-ED281F8B05DA}" dt="2024-09-29T13:58:33.472" v="4868" actId="1076"/>
          <ac:picMkLst>
            <pc:docMk/>
            <pc:sldMk cId="3773334495" sldId="286"/>
            <ac:picMk id="7" creationId="{DBBF9B16-239E-F8B4-6F79-08AB28BB795D}"/>
          </ac:picMkLst>
        </pc:picChg>
        <pc:picChg chg="add mod">
          <ac:chgData name="Sohag Kabir" userId="e9b0da40-aef8-480a-bb63-d1daacecf555" providerId="ADAL" clId="{5C408035-4E8D-4ADF-9233-ED281F8B05DA}" dt="2024-09-29T13:58:59.118" v="4874" actId="1076"/>
          <ac:picMkLst>
            <pc:docMk/>
            <pc:sldMk cId="3773334495" sldId="286"/>
            <ac:picMk id="7170" creationId="{E93CFFFF-FA19-E0C2-E84B-ECC667F6D9F4}"/>
          </ac:picMkLst>
        </pc:picChg>
        <pc:picChg chg="add mod">
          <ac:chgData name="Sohag Kabir" userId="e9b0da40-aef8-480a-bb63-d1daacecf555" providerId="ADAL" clId="{5C408035-4E8D-4ADF-9233-ED281F8B05DA}" dt="2024-09-29T14:01:45.551" v="4904" actId="1076"/>
          <ac:picMkLst>
            <pc:docMk/>
            <pc:sldMk cId="3773334495" sldId="286"/>
            <ac:picMk id="7172" creationId="{3E4823F5-3527-6A3E-9670-B5742DB19173}"/>
          </ac:picMkLst>
        </pc:picChg>
      </pc:sldChg>
      <pc:sldChg chg="addSp delSp modSp add mod modAnim">
        <pc:chgData name="Sohag Kabir" userId="e9b0da40-aef8-480a-bb63-d1daacecf555" providerId="ADAL" clId="{5C408035-4E8D-4ADF-9233-ED281F8B05DA}" dt="2024-09-29T14:19:32.142" v="5172" actId="1076"/>
        <pc:sldMkLst>
          <pc:docMk/>
          <pc:sldMk cId="743092061" sldId="287"/>
        </pc:sldMkLst>
        <pc:spChg chg="mod">
          <ac:chgData name="Sohag Kabir" userId="e9b0da40-aef8-480a-bb63-d1daacecf555" providerId="ADAL" clId="{5C408035-4E8D-4ADF-9233-ED281F8B05DA}" dt="2024-09-29T14:07:57.277" v="4936" actId="20577"/>
          <ac:spMkLst>
            <pc:docMk/>
            <pc:sldMk cId="743092061" sldId="287"/>
            <ac:spMk id="2" creationId="{3530B774-9001-449E-924A-4229028B4A25}"/>
          </ac:spMkLst>
        </pc:spChg>
        <pc:spChg chg="add mod">
          <ac:chgData name="Sohag Kabir" userId="e9b0da40-aef8-480a-bb63-d1daacecf555" providerId="ADAL" clId="{5C408035-4E8D-4ADF-9233-ED281F8B05DA}" dt="2024-09-29T14:19:29.182" v="5171" actId="164"/>
          <ac:spMkLst>
            <pc:docMk/>
            <pc:sldMk cId="743092061" sldId="287"/>
            <ac:spMk id="5" creationId="{581E50EB-C67D-811D-E154-973C8ACF9CDE}"/>
          </ac:spMkLst>
        </pc:spChg>
        <pc:spChg chg="del">
          <ac:chgData name="Sohag Kabir" userId="e9b0da40-aef8-480a-bb63-d1daacecf555" providerId="ADAL" clId="{5C408035-4E8D-4ADF-9233-ED281F8B05DA}" dt="2024-09-29T14:08:03.784" v="4937" actId="478"/>
          <ac:spMkLst>
            <pc:docMk/>
            <pc:sldMk cId="743092061" sldId="287"/>
            <ac:spMk id="8" creationId="{E35EC071-C966-E332-4718-283705579624}"/>
          </ac:spMkLst>
        </pc:spChg>
        <pc:spChg chg="del">
          <ac:chgData name="Sohag Kabir" userId="e9b0da40-aef8-480a-bb63-d1daacecf555" providerId="ADAL" clId="{5C408035-4E8D-4ADF-9233-ED281F8B05DA}" dt="2024-09-29T14:08:03.784" v="4937" actId="478"/>
          <ac:spMkLst>
            <pc:docMk/>
            <pc:sldMk cId="743092061" sldId="287"/>
            <ac:spMk id="10" creationId="{551B4B65-3B5D-95FF-52D2-0DEC92D83398}"/>
          </ac:spMkLst>
        </pc:spChg>
        <pc:spChg chg="del">
          <ac:chgData name="Sohag Kabir" userId="e9b0da40-aef8-480a-bb63-d1daacecf555" providerId="ADAL" clId="{5C408035-4E8D-4ADF-9233-ED281F8B05DA}" dt="2024-09-29T14:08:03.784" v="4937" actId="478"/>
          <ac:spMkLst>
            <pc:docMk/>
            <pc:sldMk cId="743092061" sldId="287"/>
            <ac:spMk id="11" creationId="{B2F183C6-15C4-96D6-792D-A97E8A689834}"/>
          </ac:spMkLst>
        </pc:spChg>
        <pc:spChg chg="del">
          <ac:chgData name="Sohag Kabir" userId="e9b0da40-aef8-480a-bb63-d1daacecf555" providerId="ADAL" clId="{5C408035-4E8D-4ADF-9233-ED281F8B05DA}" dt="2024-09-29T14:08:03.784" v="4937" actId="478"/>
          <ac:spMkLst>
            <pc:docMk/>
            <pc:sldMk cId="743092061" sldId="287"/>
            <ac:spMk id="12" creationId="{FBBE4DF1-D9B1-2F86-B9EA-BD8339185123}"/>
          </ac:spMkLst>
        </pc:spChg>
        <pc:spChg chg="add mod">
          <ac:chgData name="Sohag Kabir" userId="e9b0da40-aef8-480a-bb63-d1daacecf555" providerId="ADAL" clId="{5C408035-4E8D-4ADF-9233-ED281F8B05DA}" dt="2024-09-29T14:19:29.182" v="5171" actId="164"/>
          <ac:spMkLst>
            <pc:docMk/>
            <pc:sldMk cId="743092061" sldId="287"/>
            <ac:spMk id="13" creationId="{3BC5430B-9D2A-30E7-AE8E-717603ABA668}"/>
          </ac:spMkLst>
        </pc:spChg>
        <pc:spChg chg="add mod">
          <ac:chgData name="Sohag Kabir" userId="e9b0da40-aef8-480a-bb63-d1daacecf555" providerId="ADAL" clId="{5C408035-4E8D-4ADF-9233-ED281F8B05DA}" dt="2024-09-29T14:19:29.182" v="5171" actId="164"/>
          <ac:spMkLst>
            <pc:docMk/>
            <pc:sldMk cId="743092061" sldId="287"/>
            <ac:spMk id="14" creationId="{F39CCDD2-98B6-C96D-D678-64E5755B0400}"/>
          </ac:spMkLst>
        </pc:spChg>
        <pc:spChg chg="add mod">
          <ac:chgData name="Sohag Kabir" userId="e9b0da40-aef8-480a-bb63-d1daacecf555" providerId="ADAL" clId="{5C408035-4E8D-4ADF-9233-ED281F8B05DA}" dt="2024-09-29T14:19:29.182" v="5171" actId="164"/>
          <ac:spMkLst>
            <pc:docMk/>
            <pc:sldMk cId="743092061" sldId="287"/>
            <ac:spMk id="15" creationId="{99608443-22BA-6359-FEDC-9DE8E131CA0E}"/>
          </ac:spMkLst>
        </pc:spChg>
        <pc:spChg chg="add mod">
          <ac:chgData name="Sohag Kabir" userId="e9b0da40-aef8-480a-bb63-d1daacecf555" providerId="ADAL" clId="{5C408035-4E8D-4ADF-9233-ED281F8B05DA}" dt="2024-09-29T14:19:29.182" v="5171" actId="164"/>
          <ac:spMkLst>
            <pc:docMk/>
            <pc:sldMk cId="743092061" sldId="287"/>
            <ac:spMk id="16" creationId="{F74F1E07-14DD-FF2B-A8AC-6AC9B0408208}"/>
          </ac:spMkLst>
        </pc:spChg>
        <pc:grpChg chg="add mod">
          <ac:chgData name="Sohag Kabir" userId="e9b0da40-aef8-480a-bb63-d1daacecf555" providerId="ADAL" clId="{5C408035-4E8D-4ADF-9233-ED281F8B05DA}" dt="2024-09-29T14:19:32.142" v="5172" actId="1076"/>
          <ac:grpSpMkLst>
            <pc:docMk/>
            <pc:sldMk cId="743092061" sldId="287"/>
            <ac:grpSpMk id="17" creationId="{AA4492BF-3EDA-8414-A6A2-1DA7F5D59905}"/>
          </ac:grpSpMkLst>
        </pc:grpChg>
        <pc:picChg chg="add mod">
          <ac:chgData name="Sohag Kabir" userId="e9b0da40-aef8-480a-bb63-d1daacecf555" providerId="ADAL" clId="{5C408035-4E8D-4ADF-9233-ED281F8B05DA}" dt="2024-09-29T14:19:29.182" v="5171" actId="164"/>
          <ac:picMkLst>
            <pc:docMk/>
            <pc:sldMk cId="743092061" sldId="287"/>
            <ac:picMk id="4" creationId="{94A74028-75B7-26B9-9AC0-B3CF84701F37}"/>
          </ac:picMkLst>
        </pc:picChg>
        <pc:picChg chg="del">
          <ac:chgData name="Sohag Kabir" userId="e9b0da40-aef8-480a-bb63-d1daacecf555" providerId="ADAL" clId="{5C408035-4E8D-4ADF-9233-ED281F8B05DA}" dt="2024-09-29T14:08:03.784" v="4937" actId="478"/>
          <ac:picMkLst>
            <pc:docMk/>
            <pc:sldMk cId="743092061" sldId="287"/>
            <ac:picMk id="7" creationId="{DBBF9B16-239E-F8B4-6F79-08AB28BB795D}"/>
          </ac:picMkLst>
        </pc:picChg>
        <pc:picChg chg="del">
          <ac:chgData name="Sohag Kabir" userId="e9b0da40-aef8-480a-bb63-d1daacecf555" providerId="ADAL" clId="{5C408035-4E8D-4ADF-9233-ED281F8B05DA}" dt="2024-09-29T14:08:03.784" v="4937" actId="478"/>
          <ac:picMkLst>
            <pc:docMk/>
            <pc:sldMk cId="743092061" sldId="287"/>
            <ac:picMk id="7170" creationId="{E93CFFFF-FA19-E0C2-E84B-ECC667F6D9F4}"/>
          </ac:picMkLst>
        </pc:picChg>
        <pc:picChg chg="del">
          <ac:chgData name="Sohag Kabir" userId="e9b0da40-aef8-480a-bb63-d1daacecf555" providerId="ADAL" clId="{5C408035-4E8D-4ADF-9233-ED281F8B05DA}" dt="2024-09-29T14:08:03.784" v="4937" actId="478"/>
          <ac:picMkLst>
            <pc:docMk/>
            <pc:sldMk cId="743092061" sldId="287"/>
            <ac:picMk id="7172" creationId="{3E4823F5-3527-6A3E-9670-B5742DB19173}"/>
          </ac:picMkLst>
        </pc:picChg>
      </pc:sldChg>
      <pc:sldChg chg="addSp delSp modSp add mod">
        <pc:chgData name="Sohag Kabir" userId="e9b0da40-aef8-480a-bb63-d1daacecf555" providerId="ADAL" clId="{5C408035-4E8D-4ADF-9233-ED281F8B05DA}" dt="2024-09-29T14:35:40.278" v="5373" actId="1076"/>
        <pc:sldMkLst>
          <pc:docMk/>
          <pc:sldMk cId="2923510616" sldId="288"/>
        </pc:sldMkLst>
        <pc:spChg chg="mod">
          <ac:chgData name="Sohag Kabir" userId="e9b0da40-aef8-480a-bb63-d1daacecf555" providerId="ADAL" clId="{5C408035-4E8D-4ADF-9233-ED281F8B05DA}" dt="2024-09-29T14:20:28.988" v="5180" actId="20577"/>
          <ac:spMkLst>
            <pc:docMk/>
            <pc:sldMk cId="2923510616" sldId="288"/>
            <ac:spMk id="2" creationId="{3530B774-9001-449E-924A-4229028B4A25}"/>
          </ac:spMkLst>
        </pc:spChg>
        <pc:spChg chg="add mod">
          <ac:chgData name="Sohag Kabir" userId="e9b0da40-aef8-480a-bb63-d1daacecf555" providerId="ADAL" clId="{5C408035-4E8D-4ADF-9233-ED281F8B05DA}" dt="2024-09-29T14:35:37.767" v="5372" actId="1076"/>
          <ac:spMkLst>
            <pc:docMk/>
            <pc:sldMk cId="2923510616" sldId="288"/>
            <ac:spMk id="8" creationId="{2B0D840B-9B65-7E2C-33CD-24D76D514367}"/>
          </ac:spMkLst>
        </pc:spChg>
        <pc:spChg chg="add mod">
          <ac:chgData name="Sohag Kabir" userId="e9b0da40-aef8-480a-bb63-d1daacecf555" providerId="ADAL" clId="{5C408035-4E8D-4ADF-9233-ED281F8B05DA}" dt="2024-09-29T14:35:40.278" v="5373" actId="1076"/>
          <ac:spMkLst>
            <pc:docMk/>
            <pc:sldMk cId="2923510616" sldId="288"/>
            <ac:spMk id="11" creationId="{5057F6A5-A8EC-6675-1714-C6C8E5DA4C93}"/>
          </ac:spMkLst>
        </pc:spChg>
        <pc:grpChg chg="del">
          <ac:chgData name="Sohag Kabir" userId="e9b0da40-aef8-480a-bb63-d1daacecf555" providerId="ADAL" clId="{5C408035-4E8D-4ADF-9233-ED281F8B05DA}" dt="2024-09-29T14:21:01.216" v="5181" actId="478"/>
          <ac:grpSpMkLst>
            <pc:docMk/>
            <pc:sldMk cId="2923510616" sldId="288"/>
            <ac:grpSpMk id="17" creationId="{AA4492BF-3EDA-8414-A6A2-1DA7F5D59905}"/>
          </ac:grpSpMkLst>
        </pc:grpChg>
        <pc:picChg chg="add mod">
          <ac:chgData name="Sohag Kabir" userId="e9b0da40-aef8-480a-bb63-d1daacecf555" providerId="ADAL" clId="{5C408035-4E8D-4ADF-9233-ED281F8B05DA}" dt="2024-09-29T14:35:33.427" v="5371" actId="1036"/>
          <ac:picMkLst>
            <pc:docMk/>
            <pc:sldMk cId="2923510616" sldId="288"/>
            <ac:picMk id="3" creationId="{0374E846-C8F7-0A86-3AC9-32B5CF51F31D}"/>
          </ac:picMkLst>
        </pc:picChg>
      </pc:sldChg>
      <pc:sldChg chg="addSp delSp modSp add mod">
        <pc:chgData name="Sohag Kabir" userId="e9b0da40-aef8-480a-bb63-d1daacecf555" providerId="ADAL" clId="{5C408035-4E8D-4ADF-9233-ED281F8B05DA}" dt="2024-09-29T14:35:50.460" v="5375" actId="14100"/>
        <pc:sldMkLst>
          <pc:docMk/>
          <pc:sldMk cId="2324322734" sldId="289"/>
        </pc:sldMkLst>
        <pc:spChg chg="add mod">
          <ac:chgData name="Sohag Kabir" userId="e9b0da40-aef8-480a-bb63-d1daacecf555" providerId="ADAL" clId="{5C408035-4E8D-4ADF-9233-ED281F8B05DA}" dt="2024-09-29T14:35:47.989" v="5374" actId="1076"/>
          <ac:spMkLst>
            <pc:docMk/>
            <pc:sldMk cId="2324322734" sldId="289"/>
            <ac:spMk id="4" creationId="{FFEB585D-0ACB-F755-5850-D2245569DE9E}"/>
          </ac:spMkLst>
        </pc:spChg>
        <pc:spChg chg="del">
          <ac:chgData name="Sohag Kabir" userId="e9b0da40-aef8-480a-bb63-d1daacecf555" providerId="ADAL" clId="{5C408035-4E8D-4ADF-9233-ED281F8B05DA}" dt="2024-09-29T14:34:08.719" v="5289" actId="478"/>
          <ac:spMkLst>
            <pc:docMk/>
            <pc:sldMk cId="2324322734" sldId="289"/>
            <ac:spMk id="8" creationId="{2B0D840B-9B65-7E2C-33CD-24D76D514367}"/>
          </ac:spMkLst>
        </pc:spChg>
        <pc:spChg chg="del">
          <ac:chgData name="Sohag Kabir" userId="e9b0da40-aef8-480a-bb63-d1daacecf555" providerId="ADAL" clId="{5C408035-4E8D-4ADF-9233-ED281F8B05DA}" dt="2024-09-29T14:35:05.534" v="5361" actId="478"/>
          <ac:spMkLst>
            <pc:docMk/>
            <pc:sldMk cId="2324322734" sldId="289"/>
            <ac:spMk id="11" creationId="{5057F6A5-A8EC-6675-1714-C6C8E5DA4C93}"/>
          </ac:spMkLst>
        </pc:spChg>
        <pc:picChg chg="del">
          <ac:chgData name="Sohag Kabir" userId="e9b0da40-aef8-480a-bb63-d1daacecf555" providerId="ADAL" clId="{5C408035-4E8D-4ADF-9233-ED281F8B05DA}" dt="2024-09-29T14:33:11.665" v="5282" actId="478"/>
          <ac:picMkLst>
            <pc:docMk/>
            <pc:sldMk cId="2324322734" sldId="289"/>
            <ac:picMk id="3" creationId="{0374E846-C8F7-0A86-3AC9-32B5CF51F31D}"/>
          </ac:picMkLst>
        </pc:picChg>
        <pc:picChg chg="add mod">
          <ac:chgData name="Sohag Kabir" userId="e9b0da40-aef8-480a-bb63-d1daacecf555" providerId="ADAL" clId="{5C408035-4E8D-4ADF-9233-ED281F8B05DA}" dt="2024-09-29T14:35:50.460" v="5375" actId="14100"/>
          <ac:picMkLst>
            <pc:docMk/>
            <pc:sldMk cId="2324322734" sldId="289"/>
            <ac:picMk id="8194" creationId="{4D9F4C76-9993-6E16-2E0D-1FE4790C2298}"/>
          </ac:picMkLst>
        </pc:picChg>
      </pc:sldChg>
      <pc:sldChg chg="addSp delSp modSp add mod">
        <pc:chgData name="Sohag Kabir" userId="e9b0da40-aef8-480a-bb63-d1daacecf555" providerId="ADAL" clId="{5C408035-4E8D-4ADF-9233-ED281F8B05DA}" dt="2024-09-29T14:38:28.599" v="5412" actId="20577"/>
        <pc:sldMkLst>
          <pc:docMk/>
          <pc:sldMk cId="2997775987" sldId="290"/>
        </pc:sldMkLst>
        <pc:spChg chg="mod">
          <ac:chgData name="Sohag Kabir" userId="e9b0da40-aef8-480a-bb63-d1daacecf555" providerId="ADAL" clId="{5C408035-4E8D-4ADF-9233-ED281F8B05DA}" dt="2024-09-29T14:38:28.599" v="5412" actId="20577"/>
          <ac:spMkLst>
            <pc:docMk/>
            <pc:sldMk cId="2997775987" sldId="290"/>
            <ac:spMk id="4" creationId="{FFEB585D-0ACB-F755-5850-D2245569DE9E}"/>
          </ac:spMkLst>
        </pc:spChg>
        <pc:picChg chg="del">
          <ac:chgData name="Sohag Kabir" userId="e9b0da40-aef8-480a-bb63-d1daacecf555" providerId="ADAL" clId="{5C408035-4E8D-4ADF-9233-ED281F8B05DA}" dt="2024-09-29T14:37:24.830" v="5377" actId="478"/>
          <ac:picMkLst>
            <pc:docMk/>
            <pc:sldMk cId="2997775987" sldId="290"/>
            <ac:picMk id="8194" creationId="{4D9F4C76-9993-6E16-2E0D-1FE4790C2298}"/>
          </ac:picMkLst>
        </pc:picChg>
        <pc:picChg chg="add mod">
          <ac:chgData name="Sohag Kabir" userId="e9b0da40-aef8-480a-bb63-d1daacecf555" providerId="ADAL" clId="{5C408035-4E8D-4ADF-9233-ED281F8B05DA}" dt="2024-09-29T14:37:46.364" v="5383" actId="14100"/>
          <ac:picMkLst>
            <pc:docMk/>
            <pc:sldMk cId="2997775987" sldId="290"/>
            <ac:picMk id="9218" creationId="{5C1872CF-9818-DAB5-63FE-00B4AB31DD04}"/>
          </ac:picMkLst>
        </pc:picChg>
      </pc:sldChg>
      <pc:sldChg chg="addSp delSp modSp add mod delAnim modAnim">
        <pc:chgData name="Sohag Kabir" userId="e9b0da40-aef8-480a-bb63-d1daacecf555" providerId="ADAL" clId="{5C408035-4E8D-4ADF-9233-ED281F8B05DA}" dt="2024-09-29T16:04:31.310" v="6252" actId="1076"/>
        <pc:sldMkLst>
          <pc:docMk/>
          <pc:sldMk cId="522993105" sldId="291"/>
        </pc:sldMkLst>
        <pc:spChg chg="mod">
          <ac:chgData name="Sohag Kabir" userId="e9b0da40-aef8-480a-bb63-d1daacecf555" providerId="ADAL" clId="{5C408035-4E8D-4ADF-9233-ED281F8B05DA}" dt="2024-09-29T16:04:31.310" v="6252" actId="1076"/>
          <ac:spMkLst>
            <pc:docMk/>
            <pc:sldMk cId="522993105" sldId="291"/>
            <ac:spMk id="2" creationId="{3530B774-9001-449E-924A-4229028B4A25}"/>
          </ac:spMkLst>
        </pc:spChg>
        <pc:spChg chg="add del mod">
          <ac:chgData name="Sohag Kabir" userId="e9b0da40-aef8-480a-bb63-d1daacecf555" providerId="ADAL" clId="{5C408035-4E8D-4ADF-9233-ED281F8B05DA}" dt="2024-09-29T15:02:48.691" v="5601" actId="478"/>
          <ac:spMkLst>
            <pc:docMk/>
            <pc:sldMk cId="522993105" sldId="291"/>
            <ac:spMk id="3" creationId="{6007BCB6-5AC8-46A7-EC4F-B4EBFDE04269}"/>
          </ac:spMkLst>
        </pc:spChg>
        <pc:spChg chg="add del mod">
          <ac:chgData name="Sohag Kabir" userId="e9b0da40-aef8-480a-bb63-d1daacecf555" providerId="ADAL" clId="{5C408035-4E8D-4ADF-9233-ED281F8B05DA}" dt="2024-09-29T15:02:49.619" v="5602" actId="478"/>
          <ac:spMkLst>
            <pc:docMk/>
            <pc:sldMk cId="522993105" sldId="291"/>
            <ac:spMk id="4" creationId="{FA6964CA-8119-F5F4-7A61-B92F64F7556C}"/>
          </ac:spMkLst>
        </pc:spChg>
        <pc:spChg chg="del">
          <ac:chgData name="Sohag Kabir" userId="e9b0da40-aef8-480a-bb63-d1daacecf555" providerId="ADAL" clId="{5C408035-4E8D-4ADF-9233-ED281F8B05DA}" dt="2024-09-29T14:53:00.857" v="5525" actId="478"/>
          <ac:spMkLst>
            <pc:docMk/>
            <pc:sldMk cId="522993105" sldId="291"/>
            <ac:spMk id="5" creationId="{1122AB5C-9A91-2C91-204A-99B0B4FD7DD3}"/>
          </ac:spMkLst>
        </pc:spChg>
        <pc:spChg chg="add mod">
          <ac:chgData name="Sohag Kabir" userId="e9b0da40-aef8-480a-bb63-d1daacecf555" providerId="ADAL" clId="{5C408035-4E8D-4ADF-9233-ED281F8B05DA}" dt="2024-09-29T14:52:21.492" v="5517" actId="164"/>
          <ac:spMkLst>
            <pc:docMk/>
            <pc:sldMk cId="522993105" sldId="291"/>
            <ac:spMk id="11" creationId="{CD437044-CF5E-E46F-46E8-E61DBF35352E}"/>
          </ac:spMkLst>
        </pc:spChg>
        <pc:spChg chg="del mod">
          <ac:chgData name="Sohag Kabir" userId="e9b0da40-aef8-480a-bb63-d1daacecf555" providerId="ADAL" clId="{5C408035-4E8D-4ADF-9233-ED281F8B05DA}" dt="2024-09-29T15:02:54.077" v="5605" actId="478"/>
          <ac:spMkLst>
            <pc:docMk/>
            <pc:sldMk cId="522993105" sldId="291"/>
            <ac:spMk id="15" creationId="{C252F85D-9BF2-49BA-7DB0-8C3583E78D78}"/>
          </ac:spMkLst>
        </pc:spChg>
        <pc:spChg chg="mod">
          <ac:chgData name="Sohag Kabir" userId="e9b0da40-aef8-480a-bb63-d1daacecf555" providerId="ADAL" clId="{5C408035-4E8D-4ADF-9233-ED281F8B05DA}" dt="2024-09-29T14:52:56.413" v="5523"/>
          <ac:spMkLst>
            <pc:docMk/>
            <pc:sldMk cId="522993105" sldId="291"/>
            <ac:spMk id="16" creationId="{DB16D489-E0AB-C10D-9917-05911EE875F1}"/>
          </ac:spMkLst>
        </pc:spChg>
        <pc:spChg chg="add del mod">
          <ac:chgData name="Sohag Kabir" userId="e9b0da40-aef8-480a-bb63-d1daacecf555" providerId="ADAL" clId="{5C408035-4E8D-4ADF-9233-ED281F8B05DA}" dt="2024-09-29T15:02:51.290" v="5603" actId="478"/>
          <ac:spMkLst>
            <pc:docMk/>
            <pc:sldMk cId="522993105" sldId="291"/>
            <ac:spMk id="18" creationId="{772E9DB5-63FA-29D6-174C-7FC88CF570CB}"/>
          </ac:spMkLst>
        </pc:spChg>
        <pc:spChg chg="add mod">
          <ac:chgData name="Sohag Kabir" userId="e9b0da40-aef8-480a-bb63-d1daacecf555" providerId="ADAL" clId="{5C408035-4E8D-4ADF-9233-ED281F8B05DA}" dt="2024-09-29T15:04:11.169" v="5619" actId="14100"/>
          <ac:spMkLst>
            <pc:docMk/>
            <pc:sldMk cId="522993105" sldId="291"/>
            <ac:spMk id="19" creationId="{3B7D1C6C-C843-3ED4-D843-85FCA0527A96}"/>
          </ac:spMkLst>
        </pc:spChg>
        <pc:grpChg chg="add del mod">
          <ac:chgData name="Sohag Kabir" userId="e9b0da40-aef8-480a-bb63-d1daacecf555" providerId="ADAL" clId="{5C408035-4E8D-4ADF-9233-ED281F8B05DA}" dt="2024-09-29T15:02:52.703" v="5604" actId="478"/>
          <ac:grpSpMkLst>
            <pc:docMk/>
            <pc:sldMk cId="522993105" sldId="291"/>
            <ac:grpSpMk id="12" creationId="{477302C1-25AA-2D19-FD52-A3A033F2B33B}"/>
          </ac:grpSpMkLst>
        </pc:grpChg>
        <pc:grpChg chg="add del mod">
          <ac:chgData name="Sohag Kabir" userId="e9b0da40-aef8-480a-bb63-d1daacecf555" providerId="ADAL" clId="{5C408035-4E8D-4ADF-9233-ED281F8B05DA}" dt="2024-09-29T15:02:55.896" v="5606" actId="478"/>
          <ac:grpSpMkLst>
            <pc:docMk/>
            <pc:sldMk cId="522993105" sldId="291"/>
            <ac:grpSpMk id="13" creationId="{7221A722-C945-EA50-62BB-753B706BD052}"/>
          </ac:grpSpMkLst>
        </pc:grpChg>
        <pc:picChg chg="add mod">
          <ac:chgData name="Sohag Kabir" userId="e9b0da40-aef8-480a-bb63-d1daacecf555" providerId="ADAL" clId="{5C408035-4E8D-4ADF-9233-ED281F8B05DA}" dt="2024-09-29T14:52:21.492" v="5517" actId="164"/>
          <ac:picMkLst>
            <pc:docMk/>
            <pc:sldMk cId="522993105" sldId="291"/>
            <ac:picMk id="7" creationId="{D233E6B3-F815-85B9-F2FF-5D78E3F0E3C4}"/>
          </ac:picMkLst>
        </pc:picChg>
        <pc:picChg chg="add mod">
          <ac:chgData name="Sohag Kabir" userId="e9b0da40-aef8-480a-bb63-d1daacecf555" providerId="ADAL" clId="{5C408035-4E8D-4ADF-9233-ED281F8B05DA}" dt="2024-09-29T14:52:21.492" v="5517" actId="164"/>
          <ac:picMkLst>
            <pc:docMk/>
            <pc:sldMk cId="522993105" sldId="291"/>
            <ac:picMk id="8" creationId="{E068717B-789A-241F-CC69-D38225CB0834}"/>
          </ac:picMkLst>
        </pc:picChg>
        <pc:picChg chg="add mod">
          <ac:chgData name="Sohag Kabir" userId="e9b0da40-aef8-480a-bb63-d1daacecf555" providerId="ADAL" clId="{5C408035-4E8D-4ADF-9233-ED281F8B05DA}" dt="2024-09-29T14:52:21.492" v="5517" actId="164"/>
          <ac:picMkLst>
            <pc:docMk/>
            <pc:sldMk cId="522993105" sldId="291"/>
            <ac:picMk id="10" creationId="{7A8D5195-E3E3-1206-F95C-303993F5905D}"/>
          </ac:picMkLst>
        </pc:picChg>
        <pc:picChg chg="mod">
          <ac:chgData name="Sohag Kabir" userId="e9b0da40-aef8-480a-bb63-d1daacecf555" providerId="ADAL" clId="{5C408035-4E8D-4ADF-9233-ED281F8B05DA}" dt="2024-09-29T14:52:56.413" v="5523"/>
          <ac:picMkLst>
            <pc:docMk/>
            <pc:sldMk cId="522993105" sldId="291"/>
            <ac:picMk id="14" creationId="{E2000D08-AEEB-11D0-2D49-8016EDC7EED5}"/>
          </ac:picMkLst>
        </pc:picChg>
        <pc:picChg chg="mod">
          <ac:chgData name="Sohag Kabir" userId="e9b0da40-aef8-480a-bb63-d1daacecf555" providerId="ADAL" clId="{5C408035-4E8D-4ADF-9233-ED281F8B05DA}" dt="2024-09-29T14:52:56.413" v="5523"/>
          <ac:picMkLst>
            <pc:docMk/>
            <pc:sldMk cId="522993105" sldId="291"/>
            <ac:picMk id="17" creationId="{E825ED0A-E1ED-CCF4-ED9B-F2B3EEE1B5B2}"/>
          </ac:picMkLst>
        </pc:picChg>
        <pc:picChg chg="del">
          <ac:chgData name="Sohag Kabir" userId="e9b0da40-aef8-480a-bb63-d1daacecf555" providerId="ADAL" clId="{5C408035-4E8D-4ADF-9233-ED281F8B05DA}" dt="2024-09-29T14:50:06.535" v="5457" actId="478"/>
          <ac:picMkLst>
            <pc:docMk/>
            <pc:sldMk cId="522993105" sldId="291"/>
            <ac:picMk id="4098" creationId="{0F334A9C-70F5-8BC0-D3D4-04B515E3B0D7}"/>
          </ac:picMkLst>
        </pc:picChg>
      </pc:sldChg>
      <pc:sldChg chg="addSp delSp modSp add mod delAnim">
        <pc:chgData name="Sohag Kabir" userId="e9b0da40-aef8-480a-bb63-d1daacecf555" providerId="ADAL" clId="{5C408035-4E8D-4ADF-9233-ED281F8B05DA}" dt="2024-09-29T14:58:32.739" v="5550" actId="1076"/>
        <pc:sldMkLst>
          <pc:docMk/>
          <pc:sldMk cId="1047879687" sldId="292"/>
        </pc:sldMkLst>
        <pc:spChg chg="mod">
          <ac:chgData name="Sohag Kabir" userId="e9b0da40-aef8-480a-bb63-d1daacecf555" providerId="ADAL" clId="{5C408035-4E8D-4ADF-9233-ED281F8B05DA}" dt="2024-09-29T14:56:10.522" v="5533"/>
          <ac:spMkLst>
            <pc:docMk/>
            <pc:sldMk cId="1047879687" sldId="292"/>
            <ac:spMk id="2" creationId="{3530B774-9001-449E-924A-4229028B4A25}"/>
          </ac:spMkLst>
        </pc:spChg>
        <pc:spChg chg="del">
          <ac:chgData name="Sohag Kabir" userId="e9b0da40-aef8-480a-bb63-d1daacecf555" providerId="ADAL" clId="{5C408035-4E8D-4ADF-9233-ED281F8B05DA}" dt="2024-09-29T14:56:16.563" v="5534" actId="478"/>
          <ac:spMkLst>
            <pc:docMk/>
            <pc:sldMk cId="1047879687" sldId="292"/>
            <ac:spMk id="3" creationId="{6007BCB6-5AC8-46A7-EC4F-B4EBFDE04269}"/>
          </ac:spMkLst>
        </pc:spChg>
        <pc:spChg chg="del">
          <ac:chgData name="Sohag Kabir" userId="e9b0da40-aef8-480a-bb63-d1daacecf555" providerId="ADAL" clId="{5C408035-4E8D-4ADF-9233-ED281F8B05DA}" dt="2024-09-29T14:56:17.501" v="5535" actId="478"/>
          <ac:spMkLst>
            <pc:docMk/>
            <pc:sldMk cId="1047879687" sldId="292"/>
            <ac:spMk id="4" creationId="{FA6964CA-8119-F5F4-7A61-B92F64F7556C}"/>
          </ac:spMkLst>
        </pc:spChg>
        <pc:spChg chg="add del mod">
          <ac:chgData name="Sohag Kabir" userId="e9b0da40-aef8-480a-bb63-d1daacecf555" providerId="ADAL" clId="{5C408035-4E8D-4ADF-9233-ED281F8B05DA}" dt="2024-09-29T14:56:18.331" v="5536" actId="478"/>
          <ac:spMkLst>
            <pc:docMk/>
            <pc:sldMk cId="1047879687" sldId="292"/>
            <ac:spMk id="5" creationId="{E7A74DB1-83C5-165E-2A3D-1EE9D4C11AF5}"/>
          </ac:spMkLst>
        </pc:spChg>
        <pc:spChg chg="add mod">
          <ac:chgData name="Sohag Kabir" userId="e9b0da40-aef8-480a-bb63-d1daacecf555" providerId="ADAL" clId="{5C408035-4E8D-4ADF-9233-ED281F8B05DA}" dt="2024-09-29T14:56:36.374" v="5540" actId="1076"/>
          <ac:spMkLst>
            <pc:docMk/>
            <pc:sldMk cId="1047879687" sldId="292"/>
            <ac:spMk id="19" creationId="{95969E00-A64A-AF8F-0A9D-1734E97E07C0}"/>
          </ac:spMkLst>
        </pc:spChg>
        <pc:spChg chg="add mod">
          <ac:chgData name="Sohag Kabir" userId="e9b0da40-aef8-480a-bb63-d1daacecf555" providerId="ADAL" clId="{5C408035-4E8D-4ADF-9233-ED281F8B05DA}" dt="2024-09-29T14:56:51.083" v="5544" actId="1076"/>
          <ac:spMkLst>
            <pc:docMk/>
            <pc:sldMk cId="1047879687" sldId="292"/>
            <ac:spMk id="20" creationId="{105EB897-1727-921F-8184-6DBCA69A58DA}"/>
          </ac:spMkLst>
        </pc:spChg>
        <pc:spChg chg="add mod">
          <ac:chgData name="Sohag Kabir" userId="e9b0da40-aef8-480a-bb63-d1daacecf555" providerId="ADAL" clId="{5C408035-4E8D-4ADF-9233-ED281F8B05DA}" dt="2024-09-29T14:56:36.374" v="5540" actId="1076"/>
          <ac:spMkLst>
            <pc:docMk/>
            <pc:sldMk cId="1047879687" sldId="292"/>
            <ac:spMk id="21" creationId="{5309E542-6098-BE82-27DA-58FFEA69D3EC}"/>
          </ac:spMkLst>
        </pc:spChg>
        <pc:spChg chg="add mod">
          <ac:chgData name="Sohag Kabir" userId="e9b0da40-aef8-480a-bb63-d1daacecf555" providerId="ADAL" clId="{5C408035-4E8D-4ADF-9233-ED281F8B05DA}" dt="2024-09-29T14:56:36.374" v="5540" actId="1076"/>
          <ac:spMkLst>
            <pc:docMk/>
            <pc:sldMk cId="1047879687" sldId="292"/>
            <ac:spMk id="22" creationId="{75BAD1AA-6EA4-B7DE-E091-1113A6BDB9E8}"/>
          </ac:spMkLst>
        </pc:spChg>
        <pc:spChg chg="add mod">
          <ac:chgData name="Sohag Kabir" userId="e9b0da40-aef8-480a-bb63-d1daacecf555" providerId="ADAL" clId="{5C408035-4E8D-4ADF-9233-ED281F8B05DA}" dt="2024-09-29T14:58:32.739" v="5550" actId="1076"/>
          <ac:spMkLst>
            <pc:docMk/>
            <pc:sldMk cId="1047879687" sldId="292"/>
            <ac:spMk id="23" creationId="{F2E0E622-9C7E-1878-BD98-EB84E04F35FE}"/>
          </ac:spMkLst>
        </pc:spChg>
        <pc:spChg chg="add mod">
          <ac:chgData name="Sohag Kabir" userId="e9b0da40-aef8-480a-bb63-d1daacecf555" providerId="ADAL" clId="{5C408035-4E8D-4ADF-9233-ED281F8B05DA}" dt="2024-09-29T14:58:20.134" v="5548" actId="255"/>
          <ac:spMkLst>
            <pc:docMk/>
            <pc:sldMk cId="1047879687" sldId="292"/>
            <ac:spMk id="24" creationId="{0F86E47D-A1F2-0A0E-96F7-525F4AF980FD}"/>
          </ac:spMkLst>
        </pc:spChg>
        <pc:spChg chg="add mod">
          <ac:chgData name="Sohag Kabir" userId="e9b0da40-aef8-480a-bb63-d1daacecf555" providerId="ADAL" clId="{5C408035-4E8D-4ADF-9233-ED281F8B05DA}" dt="2024-09-29T14:56:36.374" v="5540" actId="1076"/>
          <ac:spMkLst>
            <pc:docMk/>
            <pc:sldMk cId="1047879687" sldId="292"/>
            <ac:spMk id="25" creationId="{90EF1146-8580-046D-7E40-FEEF393DADC0}"/>
          </ac:spMkLst>
        </pc:spChg>
        <pc:spChg chg="add mod">
          <ac:chgData name="Sohag Kabir" userId="e9b0da40-aef8-480a-bb63-d1daacecf555" providerId="ADAL" clId="{5C408035-4E8D-4ADF-9233-ED281F8B05DA}" dt="2024-09-29T14:56:36.374" v="5540" actId="1076"/>
          <ac:spMkLst>
            <pc:docMk/>
            <pc:sldMk cId="1047879687" sldId="292"/>
            <ac:spMk id="26" creationId="{5A290B06-FFEB-83B1-EC1D-C8746D077EE8}"/>
          </ac:spMkLst>
        </pc:spChg>
        <pc:spChg chg="add mod">
          <ac:chgData name="Sohag Kabir" userId="e9b0da40-aef8-480a-bb63-d1daacecf555" providerId="ADAL" clId="{5C408035-4E8D-4ADF-9233-ED281F8B05DA}" dt="2024-09-29T14:56:36.374" v="5540" actId="1076"/>
          <ac:spMkLst>
            <pc:docMk/>
            <pc:sldMk cId="1047879687" sldId="292"/>
            <ac:spMk id="27" creationId="{BFA43B29-C229-9DBD-60F5-482C66B85C91}"/>
          </ac:spMkLst>
        </pc:spChg>
        <pc:spChg chg="add mod">
          <ac:chgData name="Sohag Kabir" userId="e9b0da40-aef8-480a-bb63-d1daacecf555" providerId="ADAL" clId="{5C408035-4E8D-4ADF-9233-ED281F8B05DA}" dt="2024-09-29T14:56:36.374" v="5540" actId="1076"/>
          <ac:spMkLst>
            <pc:docMk/>
            <pc:sldMk cId="1047879687" sldId="292"/>
            <ac:spMk id="28" creationId="{9BD8F0F6-872D-481A-FD60-03859CB716C3}"/>
          </ac:spMkLst>
        </pc:spChg>
        <pc:spChg chg="add mod">
          <ac:chgData name="Sohag Kabir" userId="e9b0da40-aef8-480a-bb63-d1daacecf555" providerId="ADAL" clId="{5C408035-4E8D-4ADF-9233-ED281F8B05DA}" dt="2024-09-29T14:57:49.877" v="5547" actId="1076"/>
          <ac:spMkLst>
            <pc:docMk/>
            <pc:sldMk cId="1047879687" sldId="292"/>
            <ac:spMk id="29" creationId="{489D4741-52E4-0659-3E11-3F4B12C7841C}"/>
          </ac:spMkLst>
        </pc:spChg>
        <pc:spChg chg="add mod">
          <ac:chgData name="Sohag Kabir" userId="e9b0da40-aef8-480a-bb63-d1daacecf555" providerId="ADAL" clId="{5C408035-4E8D-4ADF-9233-ED281F8B05DA}" dt="2024-09-29T14:56:36.374" v="5540" actId="1076"/>
          <ac:spMkLst>
            <pc:docMk/>
            <pc:sldMk cId="1047879687" sldId="292"/>
            <ac:spMk id="30" creationId="{862265E4-57D0-BADB-E5D7-3392E42F47FC}"/>
          </ac:spMkLst>
        </pc:spChg>
        <pc:spChg chg="add mod">
          <ac:chgData name="Sohag Kabir" userId="e9b0da40-aef8-480a-bb63-d1daacecf555" providerId="ADAL" clId="{5C408035-4E8D-4ADF-9233-ED281F8B05DA}" dt="2024-09-29T14:56:36.374" v="5540" actId="1076"/>
          <ac:spMkLst>
            <pc:docMk/>
            <pc:sldMk cId="1047879687" sldId="292"/>
            <ac:spMk id="31" creationId="{A661ED7D-7AF9-5CA7-9150-56E3357357C9}"/>
          </ac:spMkLst>
        </pc:spChg>
        <pc:grpChg chg="del">
          <ac:chgData name="Sohag Kabir" userId="e9b0da40-aef8-480a-bb63-d1daacecf555" providerId="ADAL" clId="{5C408035-4E8D-4ADF-9233-ED281F8B05DA}" dt="2024-09-29T14:56:20.013" v="5537" actId="478"/>
          <ac:grpSpMkLst>
            <pc:docMk/>
            <pc:sldMk cId="1047879687" sldId="292"/>
            <ac:grpSpMk id="12" creationId="{477302C1-25AA-2D19-FD52-A3A033F2B33B}"/>
          </ac:grpSpMkLst>
        </pc:grpChg>
        <pc:grpChg chg="del">
          <ac:chgData name="Sohag Kabir" userId="e9b0da40-aef8-480a-bb63-d1daacecf555" providerId="ADAL" clId="{5C408035-4E8D-4ADF-9233-ED281F8B05DA}" dt="2024-09-29T14:56:20.968" v="5538" actId="478"/>
          <ac:grpSpMkLst>
            <pc:docMk/>
            <pc:sldMk cId="1047879687" sldId="292"/>
            <ac:grpSpMk id="13" creationId="{7221A722-C945-EA50-62BB-753B706BD052}"/>
          </ac:grpSpMkLst>
        </pc:grpChg>
        <pc:picChg chg="add mod">
          <ac:chgData name="Sohag Kabir" userId="e9b0da40-aef8-480a-bb63-d1daacecf555" providerId="ADAL" clId="{5C408035-4E8D-4ADF-9233-ED281F8B05DA}" dt="2024-09-29T14:56:36.374" v="5540" actId="1076"/>
          <ac:picMkLst>
            <pc:docMk/>
            <pc:sldMk cId="1047879687" sldId="292"/>
            <ac:picMk id="18" creationId="{87A702FC-A5BB-8C5A-625F-32EEAD93036C}"/>
          </ac:picMkLst>
        </pc:picChg>
      </pc:sldChg>
      <pc:sldChg chg="addSp delSp modSp add mod modAnim">
        <pc:chgData name="Sohag Kabir" userId="e9b0da40-aef8-480a-bb63-d1daacecf555" providerId="ADAL" clId="{5C408035-4E8D-4ADF-9233-ED281F8B05DA}" dt="2024-09-29T15:01:06.835" v="5576" actId="6549"/>
        <pc:sldMkLst>
          <pc:docMk/>
          <pc:sldMk cId="84711293" sldId="293"/>
        </pc:sldMkLst>
        <pc:spChg chg="mod">
          <ac:chgData name="Sohag Kabir" userId="e9b0da40-aef8-480a-bb63-d1daacecf555" providerId="ADAL" clId="{5C408035-4E8D-4ADF-9233-ED281F8B05DA}" dt="2024-09-29T14:59:26.620" v="5564" actId="20577"/>
          <ac:spMkLst>
            <pc:docMk/>
            <pc:sldMk cId="84711293" sldId="293"/>
            <ac:spMk id="2" creationId="{3530B774-9001-449E-924A-4229028B4A25}"/>
          </ac:spMkLst>
        </pc:spChg>
        <pc:spChg chg="add mod">
          <ac:chgData name="Sohag Kabir" userId="e9b0da40-aef8-480a-bb63-d1daacecf555" providerId="ADAL" clId="{5C408035-4E8D-4ADF-9233-ED281F8B05DA}" dt="2024-09-29T15:01:06.835" v="5576" actId="6549"/>
          <ac:spMkLst>
            <pc:docMk/>
            <pc:sldMk cId="84711293" sldId="293"/>
            <ac:spMk id="3" creationId="{5AD763B0-382C-B09A-DBAC-645AD8C725A8}"/>
          </ac:spMkLst>
        </pc:spChg>
        <pc:spChg chg="mod">
          <ac:chgData name="Sohag Kabir" userId="e9b0da40-aef8-480a-bb63-d1daacecf555" providerId="ADAL" clId="{5C408035-4E8D-4ADF-9233-ED281F8B05DA}" dt="2024-09-29T15:00:04.942" v="5570" actId="1076"/>
          <ac:spMkLst>
            <pc:docMk/>
            <pc:sldMk cId="84711293" sldId="293"/>
            <ac:spMk id="7" creationId="{158FFB24-2458-D20B-8EF8-0EBE3162D027}"/>
          </ac:spMkLst>
        </pc:spChg>
        <pc:spChg chg="mod">
          <ac:chgData name="Sohag Kabir" userId="e9b0da40-aef8-480a-bb63-d1daacecf555" providerId="ADAL" clId="{5C408035-4E8D-4ADF-9233-ED281F8B05DA}" dt="2024-09-29T15:00:04.942" v="5570" actId="1076"/>
          <ac:spMkLst>
            <pc:docMk/>
            <pc:sldMk cId="84711293" sldId="293"/>
            <ac:spMk id="15" creationId="{2CFA8AA9-7FCF-9F9B-00CF-6744DD48683A}"/>
          </ac:spMkLst>
        </pc:spChg>
        <pc:spChg chg="del">
          <ac:chgData name="Sohag Kabir" userId="e9b0da40-aef8-480a-bb63-d1daacecf555" providerId="ADAL" clId="{5C408035-4E8D-4ADF-9233-ED281F8B05DA}" dt="2024-09-29T14:59:31.484" v="5565" actId="478"/>
          <ac:spMkLst>
            <pc:docMk/>
            <pc:sldMk cId="84711293" sldId="293"/>
            <ac:spMk id="19" creationId="{95969E00-A64A-AF8F-0A9D-1734E97E07C0}"/>
          </ac:spMkLst>
        </pc:spChg>
        <pc:spChg chg="del">
          <ac:chgData name="Sohag Kabir" userId="e9b0da40-aef8-480a-bb63-d1daacecf555" providerId="ADAL" clId="{5C408035-4E8D-4ADF-9233-ED281F8B05DA}" dt="2024-09-29T14:59:34.061" v="5566" actId="478"/>
          <ac:spMkLst>
            <pc:docMk/>
            <pc:sldMk cId="84711293" sldId="293"/>
            <ac:spMk id="20" creationId="{105EB897-1727-921F-8184-6DBCA69A58DA}"/>
          </ac:spMkLst>
        </pc:spChg>
        <pc:spChg chg="del">
          <ac:chgData name="Sohag Kabir" userId="e9b0da40-aef8-480a-bb63-d1daacecf555" providerId="ADAL" clId="{5C408035-4E8D-4ADF-9233-ED281F8B05DA}" dt="2024-09-29T14:59:31.484" v="5565" actId="478"/>
          <ac:spMkLst>
            <pc:docMk/>
            <pc:sldMk cId="84711293" sldId="293"/>
            <ac:spMk id="21" creationId="{5309E542-6098-BE82-27DA-58FFEA69D3EC}"/>
          </ac:spMkLst>
        </pc:spChg>
        <pc:spChg chg="del">
          <ac:chgData name="Sohag Kabir" userId="e9b0da40-aef8-480a-bb63-d1daacecf555" providerId="ADAL" clId="{5C408035-4E8D-4ADF-9233-ED281F8B05DA}" dt="2024-09-29T14:59:31.484" v="5565" actId="478"/>
          <ac:spMkLst>
            <pc:docMk/>
            <pc:sldMk cId="84711293" sldId="293"/>
            <ac:spMk id="22" creationId="{75BAD1AA-6EA4-B7DE-E091-1113A6BDB9E8}"/>
          </ac:spMkLst>
        </pc:spChg>
        <pc:spChg chg="del">
          <ac:chgData name="Sohag Kabir" userId="e9b0da40-aef8-480a-bb63-d1daacecf555" providerId="ADAL" clId="{5C408035-4E8D-4ADF-9233-ED281F8B05DA}" dt="2024-09-29T14:59:31.484" v="5565" actId="478"/>
          <ac:spMkLst>
            <pc:docMk/>
            <pc:sldMk cId="84711293" sldId="293"/>
            <ac:spMk id="23" creationId="{F2E0E622-9C7E-1878-BD98-EB84E04F35FE}"/>
          </ac:spMkLst>
        </pc:spChg>
        <pc:spChg chg="del">
          <ac:chgData name="Sohag Kabir" userId="e9b0da40-aef8-480a-bb63-d1daacecf555" providerId="ADAL" clId="{5C408035-4E8D-4ADF-9233-ED281F8B05DA}" dt="2024-09-29T14:59:31.484" v="5565" actId="478"/>
          <ac:spMkLst>
            <pc:docMk/>
            <pc:sldMk cId="84711293" sldId="293"/>
            <ac:spMk id="24" creationId="{0F86E47D-A1F2-0A0E-96F7-525F4AF980FD}"/>
          </ac:spMkLst>
        </pc:spChg>
        <pc:spChg chg="del">
          <ac:chgData name="Sohag Kabir" userId="e9b0da40-aef8-480a-bb63-d1daacecf555" providerId="ADAL" clId="{5C408035-4E8D-4ADF-9233-ED281F8B05DA}" dt="2024-09-29T14:59:34.765" v="5567" actId="478"/>
          <ac:spMkLst>
            <pc:docMk/>
            <pc:sldMk cId="84711293" sldId="293"/>
            <ac:spMk id="25" creationId="{90EF1146-8580-046D-7E40-FEEF393DADC0}"/>
          </ac:spMkLst>
        </pc:spChg>
        <pc:spChg chg="del">
          <ac:chgData name="Sohag Kabir" userId="e9b0da40-aef8-480a-bb63-d1daacecf555" providerId="ADAL" clId="{5C408035-4E8D-4ADF-9233-ED281F8B05DA}" dt="2024-09-29T14:59:31.484" v="5565" actId="478"/>
          <ac:spMkLst>
            <pc:docMk/>
            <pc:sldMk cId="84711293" sldId="293"/>
            <ac:spMk id="26" creationId="{5A290B06-FFEB-83B1-EC1D-C8746D077EE8}"/>
          </ac:spMkLst>
        </pc:spChg>
        <pc:spChg chg="del">
          <ac:chgData name="Sohag Kabir" userId="e9b0da40-aef8-480a-bb63-d1daacecf555" providerId="ADAL" clId="{5C408035-4E8D-4ADF-9233-ED281F8B05DA}" dt="2024-09-29T14:59:31.484" v="5565" actId="478"/>
          <ac:spMkLst>
            <pc:docMk/>
            <pc:sldMk cId="84711293" sldId="293"/>
            <ac:spMk id="27" creationId="{BFA43B29-C229-9DBD-60F5-482C66B85C91}"/>
          </ac:spMkLst>
        </pc:spChg>
        <pc:spChg chg="del">
          <ac:chgData name="Sohag Kabir" userId="e9b0da40-aef8-480a-bb63-d1daacecf555" providerId="ADAL" clId="{5C408035-4E8D-4ADF-9233-ED281F8B05DA}" dt="2024-09-29T14:59:31.484" v="5565" actId="478"/>
          <ac:spMkLst>
            <pc:docMk/>
            <pc:sldMk cId="84711293" sldId="293"/>
            <ac:spMk id="28" creationId="{9BD8F0F6-872D-481A-FD60-03859CB716C3}"/>
          </ac:spMkLst>
        </pc:spChg>
        <pc:spChg chg="del">
          <ac:chgData name="Sohag Kabir" userId="e9b0da40-aef8-480a-bb63-d1daacecf555" providerId="ADAL" clId="{5C408035-4E8D-4ADF-9233-ED281F8B05DA}" dt="2024-09-29T14:59:31.484" v="5565" actId="478"/>
          <ac:spMkLst>
            <pc:docMk/>
            <pc:sldMk cId="84711293" sldId="293"/>
            <ac:spMk id="29" creationId="{489D4741-52E4-0659-3E11-3F4B12C7841C}"/>
          </ac:spMkLst>
        </pc:spChg>
        <pc:spChg chg="del">
          <ac:chgData name="Sohag Kabir" userId="e9b0da40-aef8-480a-bb63-d1daacecf555" providerId="ADAL" clId="{5C408035-4E8D-4ADF-9233-ED281F8B05DA}" dt="2024-09-29T14:59:31.484" v="5565" actId="478"/>
          <ac:spMkLst>
            <pc:docMk/>
            <pc:sldMk cId="84711293" sldId="293"/>
            <ac:spMk id="30" creationId="{862265E4-57D0-BADB-E5D7-3392E42F47FC}"/>
          </ac:spMkLst>
        </pc:spChg>
        <pc:spChg chg="del">
          <ac:chgData name="Sohag Kabir" userId="e9b0da40-aef8-480a-bb63-d1daacecf555" providerId="ADAL" clId="{5C408035-4E8D-4ADF-9233-ED281F8B05DA}" dt="2024-09-29T14:59:31.484" v="5565" actId="478"/>
          <ac:spMkLst>
            <pc:docMk/>
            <pc:sldMk cId="84711293" sldId="293"/>
            <ac:spMk id="31" creationId="{A661ED7D-7AF9-5CA7-9150-56E3357357C9}"/>
          </ac:spMkLst>
        </pc:spChg>
        <pc:spChg chg="mod">
          <ac:chgData name="Sohag Kabir" userId="e9b0da40-aef8-480a-bb63-d1daacecf555" providerId="ADAL" clId="{5C408035-4E8D-4ADF-9233-ED281F8B05DA}" dt="2024-09-29T15:00:04.942" v="5570" actId="1076"/>
          <ac:spMkLst>
            <pc:docMk/>
            <pc:sldMk cId="84711293" sldId="293"/>
            <ac:spMk id="33" creationId="{643B4E82-B4BF-A757-08F6-E9011E684A32}"/>
          </ac:spMkLst>
        </pc:spChg>
        <pc:spChg chg="mod">
          <ac:chgData name="Sohag Kabir" userId="e9b0da40-aef8-480a-bb63-d1daacecf555" providerId="ADAL" clId="{5C408035-4E8D-4ADF-9233-ED281F8B05DA}" dt="2024-09-29T15:00:04.942" v="5570" actId="1076"/>
          <ac:spMkLst>
            <pc:docMk/>
            <pc:sldMk cId="84711293" sldId="293"/>
            <ac:spMk id="37" creationId="{75F67917-E938-039D-F841-4ADAEE00E2F1}"/>
          </ac:spMkLst>
        </pc:spChg>
        <pc:grpChg chg="add mod">
          <ac:chgData name="Sohag Kabir" userId="e9b0da40-aef8-480a-bb63-d1daacecf555" providerId="ADAL" clId="{5C408035-4E8D-4ADF-9233-ED281F8B05DA}" dt="2024-09-29T15:00:04.942" v="5570" actId="1076"/>
          <ac:grpSpMkLst>
            <pc:docMk/>
            <pc:sldMk cId="84711293" sldId="293"/>
            <ac:grpSpMk id="4" creationId="{726476A4-C1C1-5A5D-1F34-055DEC950046}"/>
          </ac:grpSpMkLst>
        </pc:grpChg>
        <pc:grpChg chg="add mod">
          <ac:chgData name="Sohag Kabir" userId="e9b0da40-aef8-480a-bb63-d1daacecf555" providerId="ADAL" clId="{5C408035-4E8D-4ADF-9233-ED281F8B05DA}" dt="2024-09-29T15:00:04.942" v="5570" actId="1076"/>
          <ac:grpSpMkLst>
            <pc:docMk/>
            <pc:sldMk cId="84711293" sldId="293"/>
            <ac:grpSpMk id="8" creationId="{AB396CF0-19E1-B39C-D6F6-CD92EE5086E8}"/>
          </ac:grpSpMkLst>
        </pc:grpChg>
        <pc:grpChg chg="add mod">
          <ac:chgData name="Sohag Kabir" userId="e9b0da40-aef8-480a-bb63-d1daacecf555" providerId="ADAL" clId="{5C408035-4E8D-4ADF-9233-ED281F8B05DA}" dt="2024-09-29T15:00:04.942" v="5570" actId="1076"/>
          <ac:grpSpMkLst>
            <pc:docMk/>
            <pc:sldMk cId="84711293" sldId="293"/>
            <ac:grpSpMk id="16" creationId="{DEDA8D69-3EA9-F680-F97C-C8CE3B819211}"/>
          </ac:grpSpMkLst>
        </pc:grpChg>
        <pc:grpChg chg="add mod">
          <ac:chgData name="Sohag Kabir" userId="e9b0da40-aef8-480a-bb63-d1daacecf555" providerId="ADAL" clId="{5C408035-4E8D-4ADF-9233-ED281F8B05DA}" dt="2024-09-29T15:00:04.942" v="5570" actId="1076"/>
          <ac:grpSpMkLst>
            <pc:docMk/>
            <pc:sldMk cId="84711293" sldId="293"/>
            <ac:grpSpMk id="34" creationId="{03A68F76-CE87-F034-0A7B-CC5384D98268}"/>
          </ac:grpSpMkLst>
        </pc:grpChg>
        <pc:picChg chg="mod">
          <ac:chgData name="Sohag Kabir" userId="e9b0da40-aef8-480a-bb63-d1daacecf555" providerId="ADAL" clId="{5C408035-4E8D-4ADF-9233-ED281F8B05DA}" dt="2024-09-29T15:00:04.942" v="5570" actId="1076"/>
          <ac:picMkLst>
            <pc:docMk/>
            <pc:sldMk cId="84711293" sldId="293"/>
            <ac:picMk id="5" creationId="{4BAEACAA-43F0-95D9-084D-987F1A7202FD}"/>
          </ac:picMkLst>
        </pc:picChg>
        <pc:picChg chg="mod">
          <ac:chgData name="Sohag Kabir" userId="e9b0da40-aef8-480a-bb63-d1daacecf555" providerId="ADAL" clId="{5C408035-4E8D-4ADF-9233-ED281F8B05DA}" dt="2024-09-29T15:00:04.942" v="5570" actId="1076"/>
          <ac:picMkLst>
            <pc:docMk/>
            <pc:sldMk cId="84711293" sldId="293"/>
            <ac:picMk id="10" creationId="{50B951F7-82C7-475A-065F-ACF364420C74}"/>
          </ac:picMkLst>
        </pc:picChg>
        <pc:picChg chg="mod">
          <ac:chgData name="Sohag Kabir" userId="e9b0da40-aef8-480a-bb63-d1daacecf555" providerId="ADAL" clId="{5C408035-4E8D-4ADF-9233-ED281F8B05DA}" dt="2024-09-29T15:00:04.942" v="5570" actId="1076"/>
          <ac:picMkLst>
            <pc:docMk/>
            <pc:sldMk cId="84711293" sldId="293"/>
            <ac:picMk id="11" creationId="{C81CAB8C-7923-ACD6-AC8C-FA1E3B1CBCB6}"/>
          </ac:picMkLst>
        </pc:picChg>
        <pc:picChg chg="mod">
          <ac:chgData name="Sohag Kabir" userId="e9b0da40-aef8-480a-bb63-d1daacecf555" providerId="ADAL" clId="{5C408035-4E8D-4ADF-9233-ED281F8B05DA}" dt="2024-09-29T15:00:04.942" v="5570" actId="1076"/>
          <ac:picMkLst>
            <pc:docMk/>
            <pc:sldMk cId="84711293" sldId="293"/>
            <ac:picMk id="12" creationId="{6D23BADF-C0C0-5CBD-7447-B14315CA9984}"/>
          </ac:picMkLst>
        </pc:picChg>
        <pc:picChg chg="mod">
          <ac:chgData name="Sohag Kabir" userId="e9b0da40-aef8-480a-bb63-d1daacecf555" providerId="ADAL" clId="{5C408035-4E8D-4ADF-9233-ED281F8B05DA}" dt="2024-09-29T15:00:04.942" v="5570" actId="1076"/>
          <ac:picMkLst>
            <pc:docMk/>
            <pc:sldMk cId="84711293" sldId="293"/>
            <ac:picMk id="13" creationId="{B4B022C3-0080-4D81-C0C2-D1E975E1F267}"/>
          </ac:picMkLst>
        </pc:picChg>
        <pc:picChg chg="mod">
          <ac:chgData name="Sohag Kabir" userId="e9b0da40-aef8-480a-bb63-d1daacecf555" providerId="ADAL" clId="{5C408035-4E8D-4ADF-9233-ED281F8B05DA}" dt="2024-09-29T15:00:04.942" v="5570" actId="1076"/>
          <ac:picMkLst>
            <pc:docMk/>
            <pc:sldMk cId="84711293" sldId="293"/>
            <ac:picMk id="14" creationId="{9421A423-8815-A3A9-7D9E-AE2BB842000B}"/>
          </ac:picMkLst>
        </pc:picChg>
        <pc:picChg chg="mod">
          <ac:chgData name="Sohag Kabir" userId="e9b0da40-aef8-480a-bb63-d1daacecf555" providerId="ADAL" clId="{5C408035-4E8D-4ADF-9233-ED281F8B05DA}" dt="2024-09-29T15:00:04.942" v="5570" actId="1076"/>
          <ac:picMkLst>
            <pc:docMk/>
            <pc:sldMk cId="84711293" sldId="293"/>
            <ac:picMk id="17" creationId="{B77D6497-3E0D-33FE-2BC5-F19DCA637DFB}"/>
          </ac:picMkLst>
        </pc:picChg>
        <pc:picChg chg="del">
          <ac:chgData name="Sohag Kabir" userId="e9b0da40-aef8-480a-bb63-d1daacecf555" providerId="ADAL" clId="{5C408035-4E8D-4ADF-9233-ED281F8B05DA}" dt="2024-09-29T14:59:31.484" v="5565" actId="478"/>
          <ac:picMkLst>
            <pc:docMk/>
            <pc:sldMk cId="84711293" sldId="293"/>
            <ac:picMk id="18" creationId="{87A702FC-A5BB-8C5A-625F-32EEAD93036C}"/>
          </ac:picMkLst>
        </pc:picChg>
        <pc:picChg chg="mod">
          <ac:chgData name="Sohag Kabir" userId="e9b0da40-aef8-480a-bb63-d1daacecf555" providerId="ADAL" clId="{5C408035-4E8D-4ADF-9233-ED281F8B05DA}" dt="2024-09-29T15:00:04.942" v="5570" actId="1076"/>
          <ac:picMkLst>
            <pc:docMk/>
            <pc:sldMk cId="84711293" sldId="293"/>
            <ac:picMk id="32" creationId="{BC1BC54A-3BFC-F109-C945-E9B851285053}"/>
          </ac:picMkLst>
        </pc:picChg>
        <pc:picChg chg="mod">
          <ac:chgData name="Sohag Kabir" userId="e9b0da40-aef8-480a-bb63-d1daacecf555" providerId="ADAL" clId="{5C408035-4E8D-4ADF-9233-ED281F8B05DA}" dt="2024-09-29T15:00:04.942" v="5570" actId="1076"/>
          <ac:picMkLst>
            <pc:docMk/>
            <pc:sldMk cId="84711293" sldId="293"/>
            <ac:picMk id="35" creationId="{4C94D145-8423-073F-785D-3290DFDDA004}"/>
          </ac:picMkLst>
        </pc:picChg>
        <pc:picChg chg="mod">
          <ac:chgData name="Sohag Kabir" userId="e9b0da40-aef8-480a-bb63-d1daacecf555" providerId="ADAL" clId="{5C408035-4E8D-4ADF-9233-ED281F8B05DA}" dt="2024-09-29T15:00:04.942" v="5570" actId="1076"/>
          <ac:picMkLst>
            <pc:docMk/>
            <pc:sldMk cId="84711293" sldId="293"/>
            <ac:picMk id="36" creationId="{6A1A9FE9-B20B-2536-885B-66E2172D336A}"/>
          </ac:picMkLst>
        </pc:picChg>
      </pc:sldChg>
      <pc:sldChg chg="add">
        <pc:chgData name="Sohag Kabir" userId="e9b0da40-aef8-480a-bb63-d1daacecf555" providerId="ADAL" clId="{5C408035-4E8D-4ADF-9233-ED281F8B05DA}" dt="2024-09-29T15:02:32.823" v="5577" actId="2890"/>
        <pc:sldMkLst>
          <pc:docMk/>
          <pc:sldMk cId="1163318038" sldId="294"/>
        </pc:sldMkLst>
      </pc:sldChg>
      <pc:sldChg chg="addSp delSp modSp add mod">
        <pc:chgData name="Sohag Kabir" userId="e9b0da40-aef8-480a-bb63-d1daacecf555" providerId="ADAL" clId="{5C408035-4E8D-4ADF-9233-ED281F8B05DA}" dt="2024-09-29T15:30:48.793" v="5925" actId="14100"/>
        <pc:sldMkLst>
          <pc:docMk/>
          <pc:sldMk cId="1736692387" sldId="295"/>
        </pc:sldMkLst>
        <pc:spChg chg="add mod">
          <ac:chgData name="Sohag Kabir" userId="e9b0da40-aef8-480a-bb63-d1daacecf555" providerId="ADAL" clId="{5C408035-4E8D-4ADF-9233-ED281F8B05DA}" dt="2024-09-29T15:29:50.387" v="5912" actId="1076"/>
          <ac:spMkLst>
            <pc:docMk/>
            <pc:sldMk cId="1736692387" sldId="295"/>
            <ac:spMk id="2" creationId="{456C8F10-CBAC-0B98-5821-80029868C74E}"/>
          </ac:spMkLst>
        </pc:spChg>
        <pc:spChg chg="add mod">
          <ac:chgData name="Sohag Kabir" userId="e9b0da40-aef8-480a-bb63-d1daacecf555" providerId="ADAL" clId="{5C408035-4E8D-4ADF-9233-ED281F8B05DA}" dt="2024-09-29T15:29:44.253" v="5911" actId="1076"/>
          <ac:spMkLst>
            <pc:docMk/>
            <pc:sldMk cId="1736692387" sldId="295"/>
            <ac:spMk id="3" creationId="{A89813B8-61B1-DF41-274B-672AEA75BAFF}"/>
          </ac:spMkLst>
        </pc:spChg>
        <pc:spChg chg="add mod">
          <ac:chgData name="Sohag Kabir" userId="e9b0da40-aef8-480a-bb63-d1daacecf555" providerId="ADAL" clId="{5C408035-4E8D-4ADF-9233-ED281F8B05DA}" dt="2024-09-29T15:30:48.793" v="5925" actId="14100"/>
          <ac:spMkLst>
            <pc:docMk/>
            <pc:sldMk cId="1736692387" sldId="295"/>
            <ac:spMk id="4" creationId="{DC704C09-8B8A-D2C6-4E39-71CC6CC468CF}"/>
          </ac:spMkLst>
        </pc:spChg>
        <pc:spChg chg="mod">
          <ac:chgData name="Sohag Kabir" userId="e9b0da40-aef8-480a-bb63-d1daacecf555" providerId="ADAL" clId="{5C408035-4E8D-4ADF-9233-ED281F8B05DA}" dt="2024-09-29T15:29:20.041" v="5906"/>
          <ac:spMkLst>
            <pc:docMk/>
            <pc:sldMk cId="1736692387" sldId="295"/>
            <ac:spMk id="11" creationId="{1E09ABB6-8E37-DDEE-2E26-FFB134E4425E}"/>
          </ac:spMkLst>
        </pc:spChg>
        <pc:grpChg chg="del">
          <ac:chgData name="Sohag Kabir" userId="e9b0da40-aef8-480a-bb63-d1daacecf555" providerId="ADAL" clId="{5C408035-4E8D-4ADF-9233-ED281F8B05DA}" dt="2024-09-29T15:29:22.161" v="5907" actId="478"/>
          <ac:grpSpMkLst>
            <pc:docMk/>
            <pc:sldMk cId="1736692387" sldId="295"/>
            <ac:grpSpMk id="25" creationId="{9DBEE125-E72A-BBF0-BEA4-D3C1869D8055}"/>
          </ac:grpSpMkLst>
        </pc:grpChg>
      </pc:sldChg>
      <pc:sldChg chg="addSp delSp modSp add mod">
        <pc:chgData name="Sohag Kabir" userId="e9b0da40-aef8-480a-bb63-d1daacecf555" providerId="ADAL" clId="{5C408035-4E8D-4ADF-9233-ED281F8B05DA}" dt="2024-09-29T15:56:35.486" v="6247"/>
        <pc:sldMkLst>
          <pc:docMk/>
          <pc:sldMk cId="1404130163" sldId="296"/>
        </pc:sldMkLst>
        <pc:spChg chg="del mod">
          <ac:chgData name="Sohag Kabir" userId="e9b0da40-aef8-480a-bb63-d1daacecf555" providerId="ADAL" clId="{5C408035-4E8D-4ADF-9233-ED281F8B05DA}" dt="2024-09-29T15:56:31.096" v="6245" actId="478"/>
          <ac:spMkLst>
            <pc:docMk/>
            <pc:sldMk cId="1404130163" sldId="296"/>
            <ac:spMk id="2" creationId="{81C438A6-3010-496D-B29E-036E43E273F3}"/>
          </ac:spMkLst>
        </pc:spChg>
        <pc:spChg chg="add mod">
          <ac:chgData name="Sohag Kabir" userId="e9b0da40-aef8-480a-bb63-d1daacecf555" providerId="ADAL" clId="{5C408035-4E8D-4ADF-9233-ED281F8B05DA}" dt="2024-09-29T15:54:43.841" v="6219" actId="1076"/>
          <ac:spMkLst>
            <pc:docMk/>
            <pc:sldMk cId="1404130163" sldId="296"/>
            <ac:spMk id="3" creationId="{020CD03C-6F1E-4B8F-BF88-0798D4F51799}"/>
          </ac:spMkLst>
        </pc:spChg>
        <pc:spChg chg="add del mod">
          <ac:chgData name="Sohag Kabir" userId="e9b0da40-aef8-480a-bb63-d1daacecf555" providerId="ADAL" clId="{5C408035-4E8D-4ADF-9233-ED281F8B05DA}" dt="2024-09-29T15:56:34.659" v="6246" actId="478"/>
          <ac:spMkLst>
            <pc:docMk/>
            <pc:sldMk cId="1404130163" sldId="296"/>
            <ac:spMk id="4" creationId="{04FEFFE6-5238-9CDC-5500-D80FA57E1433}"/>
          </ac:spMkLst>
        </pc:spChg>
        <pc:spChg chg="add mod">
          <ac:chgData name="Sohag Kabir" userId="e9b0da40-aef8-480a-bb63-d1daacecf555" providerId="ADAL" clId="{5C408035-4E8D-4ADF-9233-ED281F8B05DA}" dt="2024-09-29T15:56:35.486" v="6247"/>
          <ac:spMkLst>
            <pc:docMk/>
            <pc:sldMk cId="1404130163" sldId="296"/>
            <ac:spMk id="7" creationId="{DCE5161E-542E-6534-B338-4A3F0B2C625E}"/>
          </ac:spMkLst>
        </pc:spChg>
        <pc:picChg chg="mod">
          <ac:chgData name="Sohag Kabir" userId="e9b0da40-aef8-480a-bb63-d1daacecf555" providerId="ADAL" clId="{5C408035-4E8D-4ADF-9233-ED281F8B05DA}" dt="2024-09-29T15:54:38.504" v="6218" actId="1076"/>
          <ac:picMkLst>
            <pc:docMk/>
            <pc:sldMk cId="1404130163" sldId="296"/>
            <ac:picMk id="5" creationId="{AAB077CA-4110-FD6A-FF45-A5D814E51265}"/>
          </ac:picMkLst>
        </pc:picChg>
      </pc:sldChg>
      <pc:sldChg chg="addSp delSp modSp add mod modNotesTx">
        <pc:chgData name="Sohag Kabir" userId="e9b0da40-aef8-480a-bb63-d1daacecf555" providerId="ADAL" clId="{5C408035-4E8D-4ADF-9233-ED281F8B05DA}" dt="2024-09-29T15:56:24.007" v="6244" actId="1076"/>
        <pc:sldMkLst>
          <pc:docMk/>
          <pc:sldMk cId="3364632169" sldId="297"/>
        </pc:sldMkLst>
        <pc:spChg chg="del">
          <ac:chgData name="Sohag Kabir" userId="e9b0da40-aef8-480a-bb63-d1daacecf555" providerId="ADAL" clId="{5C408035-4E8D-4ADF-9233-ED281F8B05DA}" dt="2024-09-29T15:56:16.560" v="6241" actId="478"/>
          <ac:spMkLst>
            <pc:docMk/>
            <pc:sldMk cId="3364632169" sldId="297"/>
            <ac:spMk id="2" creationId="{81C438A6-3010-496D-B29E-036E43E273F3}"/>
          </ac:spMkLst>
        </pc:spChg>
        <pc:spChg chg="add mod">
          <ac:chgData name="Sohag Kabir" userId="e9b0da40-aef8-480a-bb63-d1daacecf555" providerId="ADAL" clId="{5C408035-4E8D-4ADF-9233-ED281F8B05DA}" dt="2024-09-29T15:54:20.904" v="6216" actId="1076"/>
          <ac:spMkLst>
            <pc:docMk/>
            <pc:sldMk cId="3364632169" sldId="297"/>
            <ac:spMk id="5" creationId="{C93BE22E-4E56-E034-ED3F-E5B168D08942}"/>
          </ac:spMkLst>
        </pc:spChg>
        <pc:spChg chg="add mod">
          <ac:chgData name="Sohag Kabir" userId="e9b0da40-aef8-480a-bb63-d1daacecf555" providerId="ADAL" clId="{5C408035-4E8D-4ADF-9233-ED281F8B05DA}" dt="2024-09-29T15:54:15.328" v="6214" actId="1076"/>
          <ac:spMkLst>
            <pc:docMk/>
            <pc:sldMk cId="3364632169" sldId="297"/>
            <ac:spMk id="9" creationId="{1B4C65DF-1DC0-9A65-3B08-C53EB46881A5}"/>
          </ac:spMkLst>
        </pc:spChg>
        <pc:spChg chg="add del mod">
          <ac:chgData name="Sohag Kabir" userId="e9b0da40-aef8-480a-bb63-d1daacecf555" providerId="ADAL" clId="{5C408035-4E8D-4ADF-9233-ED281F8B05DA}" dt="2024-09-29T15:56:19.920" v="6242" actId="478"/>
          <ac:spMkLst>
            <pc:docMk/>
            <pc:sldMk cId="3364632169" sldId="297"/>
            <ac:spMk id="10" creationId="{EA3EEA8E-F675-3ECF-DF71-E818425D00F4}"/>
          </ac:spMkLst>
        </pc:spChg>
        <pc:spChg chg="add mod">
          <ac:chgData name="Sohag Kabir" userId="e9b0da40-aef8-480a-bb63-d1daacecf555" providerId="ADAL" clId="{5C408035-4E8D-4ADF-9233-ED281F8B05DA}" dt="2024-09-29T15:56:24.007" v="6244" actId="1076"/>
          <ac:spMkLst>
            <pc:docMk/>
            <pc:sldMk cId="3364632169" sldId="297"/>
            <ac:spMk id="11" creationId="{7D3F601D-F56D-0B39-A8F8-0B9434D5B7E5}"/>
          </ac:spMkLst>
        </pc:spChg>
        <pc:picChg chg="add del mod">
          <ac:chgData name="Sohag Kabir" userId="e9b0da40-aef8-480a-bb63-d1daacecf555" providerId="ADAL" clId="{5C408035-4E8D-4ADF-9233-ED281F8B05DA}" dt="2024-09-29T15:53:15.928" v="6150" actId="478"/>
          <ac:picMkLst>
            <pc:docMk/>
            <pc:sldMk cId="3364632169" sldId="297"/>
            <ac:picMk id="4" creationId="{C7356183-D4F7-F85F-737E-C1B7BE42CE27}"/>
          </ac:picMkLst>
        </pc:picChg>
        <pc:picChg chg="add mod">
          <ac:chgData name="Sohag Kabir" userId="e9b0da40-aef8-480a-bb63-d1daacecf555" providerId="ADAL" clId="{5C408035-4E8D-4ADF-9233-ED281F8B05DA}" dt="2024-09-29T15:54:17.705" v="6215" actId="1076"/>
          <ac:picMkLst>
            <pc:docMk/>
            <pc:sldMk cId="3364632169" sldId="297"/>
            <ac:picMk id="8" creationId="{195ABAA2-D5C1-2CED-587D-D5D4C0D4D3A7}"/>
          </ac:picMkLst>
        </pc:picChg>
        <pc:picChg chg="del">
          <ac:chgData name="Sohag Kabir" userId="e9b0da40-aef8-480a-bb63-d1daacecf555" providerId="ADAL" clId="{5C408035-4E8D-4ADF-9233-ED281F8B05DA}" dt="2024-09-29T15:50:21.409" v="6102" actId="478"/>
          <ac:picMkLst>
            <pc:docMk/>
            <pc:sldMk cId="3364632169" sldId="297"/>
            <ac:picMk id="11266" creationId="{B555FE88-D3E2-586D-98D7-0E6AB7E5E2B5}"/>
          </ac:picMkLst>
        </pc:picChg>
      </pc:sldChg>
      <pc:sldChg chg="delSp modSp add mod ord">
        <pc:chgData name="Sohag Kabir" userId="e9b0da40-aef8-480a-bb63-d1daacecf555" providerId="ADAL" clId="{5C408035-4E8D-4ADF-9233-ED281F8B05DA}" dt="2024-09-29T16:12:23.730" v="6516" actId="20577"/>
        <pc:sldMkLst>
          <pc:docMk/>
          <pc:sldMk cId="683997717" sldId="298"/>
        </pc:sldMkLst>
        <pc:spChg chg="mod">
          <ac:chgData name="Sohag Kabir" userId="e9b0da40-aef8-480a-bb63-d1daacecf555" providerId="ADAL" clId="{5C408035-4E8D-4ADF-9233-ED281F8B05DA}" dt="2024-09-29T16:12:23.730" v="6516" actId="20577"/>
          <ac:spMkLst>
            <pc:docMk/>
            <pc:sldMk cId="683997717" sldId="298"/>
            <ac:spMk id="3" creationId="{020CD03C-6F1E-4B8F-BF88-0798D4F51799}"/>
          </ac:spMkLst>
        </pc:spChg>
        <pc:spChg chg="mod">
          <ac:chgData name="Sohag Kabir" userId="e9b0da40-aef8-480a-bb63-d1daacecf555" providerId="ADAL" clId="{5C408035-4E8D-4ADF-9233-ED281F8B05DA}" dt="2024-09-29T16:07:38.560" v="6316" actId="14100"/>
          <ac:spMkLst>
            <pc:docMk/>
            <pc:sldMk cId="683997717" sldId="298"/>
            <ac:spMk id="7" creationId="{DCE5161E-542E-6534-B338-4A3F0B2C625E}"/>
          </ac:spMkLst>
        </pc:spChg>
        <pc:picChg chg="del">
          <ac:chgData name="Sohag Kabir" userId="e9b0da40-aef8-480a-bb63-d1daacecf555" providerId="ADAL" clId="{5C408035-4E8D-4ADF-9233-ED281F8B05DA}" dt="2024-09-29T16:07:02.060" v="6256" actId="478"/>
          <ac:picMkLst>
            <pc:docMk/>
            <pc:sldMk cId="683997717" sldId="298"/>
            <ac:picMk id="5" creationId="{AAB077CA-4110-FD6A-FF45-A5D814E5126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E6BECCB-7C71-7345-A5A2-F60CB0E20467}" type="datetimeFigureOut">
              <a:rPr lang="en-GB"/>
              <a:pPr>
                <a:defRPr/>
              </a:pPr>
              <a:t>02/11/2024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BADAF51-FF12-CA43-900E-043F7389A44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02543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84DA0FA5-5D29-7B45-8F3A-96EA1D15B80A}" type="datetimeFigureOut">
              <a:rPr lang="en-GB"/>
              <a:pPr>
                <a:defRPr/>
              </a:pPr>
              <a:t>02/11/2024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A687475-B03E-7245-9DAE-B0A12B4FC5E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11564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2081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030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1439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179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8278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4176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limit() Method</a:t>
            </a:r>
            <a:r>
              <a:rPr lang="en-GB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Used in MongoDB's query interface (e.g., when using the MongoDB driver directly).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is a method applied to the cursor returned from a query.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Typically used in a context where you are not using the aggregation framework.</a:t>
            </a:r>
          </a:p>
          <a:p>
            <a:r>
              <a:rPr lang="en-GB" b="1" dirty="0"/>
              <a:t>$limit Stage</a:t>
            </a:r>
            <a:r>
              <a:rPr lang="en-GB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Used specifically within the aggregation framework.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is a stage in an aggregation pipeline and is written as part of the aggregation operation.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Enables more complex data transformations and operations as part of the aggregation process.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34534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limit() Method</a:t>
            </a:r>
            <a:r>
              <a:rPr lang="en-GB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Used in MongoDB's query interface (e.g., when using the MongoDB driver directly).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is a method applied to the cursor returned from a query.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Typically used in a context where you are not using the aggregation framework.</a:t>
            </a:r>
          </a:p>
          <a:p>
            <a:r>
              <a:rPr lang="en-GB" b="1" dirty="0"/>
              <a:t>$limit Stage</a:t>
            </a:r>
            <a:r>
              <a:rPr lang="en-GB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Used specifically within the aggregation framework.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is a stage in an aggregation pipeline and is written as part of the aggregation operation.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Enables more complex data transformations and operations as part of the aggregation process.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7355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916839"/>
            <a:ext cx="8420100" cy="1470025"/>
          </a:xfrm>
        </p:spPr>
        <p:txBody>
          <a:bodyPr/>
          <a:lstStyle>
            <a:lvl1pPr algn="ctr"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672607"/>
            <a:ext cx="6934200" cy="17526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7FACD6-29D2-2848-BEDC-606464A5B308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F220EC-324F-0142-ADB7-E82420EFE07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515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29928"/>
            <a:ext cx="8485605" cy="78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8485605" cy="446566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308693-8D1A-A44C-AE67-942CA08B9687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B5ADBA-EE88-1840-8B71-40682D16500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99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128162"/>
            <a:ext cx="8485605" cy="7805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908720"/>
            <a:ext cx="8485605" cy="532859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BECACE-57B6-4046-9252-D954F3001C09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9BB69-B244-A945-B2FE-1757326D277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79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4953000" y="4464050"/>
            <a:ext cx="0" cy="569913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7722" y="1412776"/>
            <a:ext cx="3050556" cy="3050556"/>
          </a:xfrm>
          <a:ln w="12700" cap="rnd">
            <a:solidFill>
              <a:srgbClr val="87A529"/>
            </a:solidFill>
          </a:ln>
        </p:spPr>
        <p:txBody>
          <a:bodyPr lIns="108000" tIns="108000" rIns="108000" bIns="108000"/>
          <a:lstStyle>
            <a:lvl1pPr algn="ctr"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03319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E11F15-D298-9040-B765-C154DF8EF6B8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3D3873-FA79-C04C-A812-5E517E0A367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39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4953000" y="4464050"/>
            <a:ext cx="0" cy="569913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7722" y="1412776"/>
            <a:ext cx="3050556" cy="3050556"/>
          </a:xfrm>
          <a:solidFill>
            <a:schemeClr val="accent1"/>
          </a:solidFill>
          <a:ln>
            <a:solidFill>
              <a:srgbClr val="87A529"/>
            </a:solidFill>
          </a:ln>
        </p:spPr>
        <p:txBody>
          <a:bodyPr lIns="108000" tIns="108000" rIns="108000" bIns="108000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03319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F61B09-456C-8F49-B98C-600891BD3AA1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8CB21A-4DBE-8640-A1B9-E10FD6211AB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59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4521999"/>
            <a:ext cx="8420100" cy="864096"/>
          </a:xfrm>
        </p:spPr>
        <p:txBody>
          <a:bodyPr/>
          <a:lstStyle>
            <a:lvl1pPr algn="ctr">
              <a:defRPr sz="3600"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39323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460636" y="1196400"/>
            <a:ext cx="4984728" cy="3240712"/>
          </a:xfrm>
        </p:spPr>
        <p:txBody>
          <a:bodyPr rtlCol="0">
            <a:normAutofit/>
          </a:bodyPr>
          <a:lstStyle/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7115C0-7569-1944-9CC4-CD69F8B1B381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9A484-57CE-FE4F-B6B9-41CA4D3D141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825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8" idx="3"/>
          </p:cNvCxnSpPr>
          <p:nvPr userDrawn="1"/>
        </p:nvCxnSpPr>
        <p:spPr>
          <a:xfrm>
            <a:off x="4627563" y="3176588"/>
            <a:ext cx="649287" cy="0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76312" y="1917112"/>
            <a:ext cx="2520000" cy="2520000"/>
          </a:xfrm>
          <a:noFill/>
          <a:ln w="12700">
            <a:solidFill>
              <a:srgbClr val="87A529"/>
            </a:solidFill>
            <a:prstDash val="solid"/>
          </a:ln>
        </p:spPr>
        <p:txBody>
          <a:bodyPr lIns="108000" tIns="108000" rIns="108000" bIns="108000"/>
          <a:lstStyle>
            <a:lvl1pPr algn="ctr">
              <a:defRPr sz="3600"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107960" y="1917112"/>
            <a:ext cx="2520000" cy="2520000"/>
          </a:xfrm>
        </p:spPr>
        <p:txBody>
          <a:bodyPr rtlCol="0">
            <a:normAutofit/>
          </a:bodyPr>
          <a:lstStyle/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869160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4AC31E-B512-CA45-9F01-FED17CFC0DEF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53BAAD-3567-5449-BA34-98DF5D76DAC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689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H="1">
            <a:off x="4632325" y="3425825"/>
            <a:ext cx="476250" cy="0"/>
          </a:xfrm>
          <a:prstGeom prst="line">
            <a:avLst/>
          </a:prstGeom>
          <a:ln w="12700" cmpd="sng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1789" y="2166556"/>
            <a:ext cx="2520000" cy="2520000"/>
          </a:xfrm>
          <a:solidFill>
            <a:schemeClr val="accent1"/>
          </a:solidFill>
          <a:ln>
            <a:solidFill>
              <a:srgbClr val="87A529"/>
            </a:solidFill>
          </a:ln>
        </p:spPr>
        <p:txBody>
          <a:bodyPr lIns="108000" tIns="108000" rIns="108000" bIns="108000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056" y="2166556"/>
            <a:ext cx="2520000" cy="2520000"/>
          </a:xfrm>
          <a:ln w="12700">
            <a:solidFill>
              <a:srgbClr val="87A529"/>
            </a:solidFill>
          </a:ln>
        </p:spPr>
        <p:txBody>
          <a:bodyPr lIns="108000" tIns="108000" rIns="108000" bIns="108000"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354681-AB38-6444-98D5-BBD5BA84816D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D8D661-7855-F14B-8AA6-252FA0A881E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508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2852936"/>
            <a:ext cx="8420100" cy="1362075"/>
          </a:xfrm>
        </p:spPr>
        <p:txBody>
          <a:bodyPr/>
          <a:lstStyle>
            <a:lvl1pPr algn="l">
              <a:defRPr sz="4000" b="1" cap="none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0" y="4509120"/>
            <a:ext cx="8420100" cy="1080120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E611A-1751-7C46-931A-ECAE714F5E92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99D912-52B9-434D-9B28-D10416F3580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85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34120"/>
            <a:ext cx="8485605" cy="7559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724" y="1771650"/>
            <a:ext cx="5054084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noFill/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rgbClr val="87A529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38C7B-9D24-A64A-B21C-8A266EADA6F8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AD0DC-C5F3-194F-9E56-4AE1F77D0414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957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881" y="3645024"/>
            <a:ext cx="2407" cy="2664296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116632"/>
            <a:ext cx="8485605" cy="7559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724" y="908720"/>
            <a:ext cx="5054084" cy="532859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1632074"/>
            <a:ext cx="2011362" cy="2012950"/>
          </a:xfrm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rgbClr val="87A529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5BDD8D-5686-D04B-9A44-99E54E4E89FB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E623B7-B941-3444-8A02-04DF95FFF5B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144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40088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5079603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solidFill>
            <a:schemeClr val="accent1"/>
          </a:solidFill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3222AF-7D3D-C74A-84D1-040B0E9C47C9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947520-5547-EB48-9E3D-CF85C605AB64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2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881" y="3501008"/>
            <a:ext cx="2407" cy="2808312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116632"/>
            <a:ext cx="8485605" cy="760125"/>
          </a:xfrm>
        </p:spPr>
        <p:txBody>
          <a:bodyPr/>
          <a:lstStyle>
            <a:lvl1pPr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908720"/>
            <a:ext cx="5079603" cy="532859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1488058"/>
            <a:ext cx="2011362" cy="2012950"/>
          </a:xfr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A65434-6B3F-194B-9261-F2C835AEE536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0152CE-70D9-BC47-8F81-41904687DE4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2446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753225" y="2060575"/>
            <a:ext cx="2016125" cy="20161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40088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5079603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01AA5D-4117-DC42-8767-9087B666EFBF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5EF3D2-1C91-1E4C-9342-2EE3F832DBD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629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2" idx="2"/>
          </p:cNvCxnSpPr>
          <p:nvPr userDrawn="1"/>
        </p:nvCxnSpPr>
        <p:spPr>
          <a:xfrm>
            <a:off x="7761288" y="3501008"/>
            <a:ext cx="0" cy="2841055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753225" y="1484883"/>
            <a:ext cx="2016125" cy="20161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116632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908720"/>
            <a:ext cx="5079603" cy="532859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8B0775-884F-014D-97CD-CFAC1EB97F57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9B0EC1-6015-9E4C-92A4-40AB233061D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707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933343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771650"/>
            <a:ext cx="4062928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7056" y="1771650"/>
            <a:ext cx="4048894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FF82E0-DCC6-3B4D-916D-E7EAED9E6A79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7D37F0-DF90-F846-ABA0-1302F2399DB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2955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116632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908720"/>
            <a:ext cx="4062928" cy="521744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7056" y="908720"/>
            <a:ext cx="4048894" cy="521744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200D4E-A622-FB43-952A-26ECAC58E771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91E6BE-8E52-F942-8389-771123B341C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2774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933343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771650"/>
            <a:ext cx="4062928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5457825" y="1773238"/>
            <a:ext cx="4049713" cy="435133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CC629B-A50C-0445-8E68-BBB0859FBECE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FDD14F-4A84-994F-A228-E50DC0AAE8D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00635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116632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906500"/>
            <a:ext cx="4062928" cy="521966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5457825" y="908720"/>
            <a:ext cx="4049713" cy="521585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BDDE37-ACB5-264B-A188-F2EB6964BDAC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A35E10-CC8D-DC4B-A7C1-FEE34BC3F38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040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088" y="1772816"/>
            <a:ext cx="4068137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4088" y="2492896"/>
            <a:ext cx="4068137" cy="374441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8300" y="1772816"/>
            <a:ext cx="4071620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8300" y="2492896"/>
            <a:ext cx="4071620" cy="374441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A7C654-22A4-454E-BBEB-982D2A07AAE4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B72E79-2DCC-0D4E-B1D4-E609E386D39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644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116632"/>
            <a:ext cx="8485188" cy="766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088" y="908720"/>
            <a:ext cx="4068137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4088" y="1556792"/>
            <a:ext cx="4068137" cy="46805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8300" y="908720"/>
            <a:ext cx="4071620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8300" y="1556792"/>
            <a:ext cx="4071620" cy="46805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7C771-7AA4-7249-BE21-F659D49D5547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000ACD-C46A-6247-B9ED-0226EB75D5E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1643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3E51F6-1146-2643-8637-F0364099E70E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FC2E58-1523-3A4B-9193-0DF71EE8C9A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8" name="Straight Connector 7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0220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116632"/>
            <a:ext cx="8485188" cy="7667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30D911-13CE-8A4E-9B37-78B9A3F143CE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EA1744-0495-9844-9FE7-EF4F3CF89F6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80416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6B0A47-A6D7-F048-BBE1-76A29F845552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329CAE-05A9-A044-A232-BEF85D6E0CA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1971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0285F4-DE21-D544-A997-1A21370EF487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B5FA83-759A-E348-80E3-349341B9784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0865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4" y="949359"/>
            <a:ext cx="2824473" cy="689733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664" y="949360"/>
            <a:ext cx="5537729" cy="52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5524" y="1669440"/>
            <a:ext cx="2824473" cy="45678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AB53B-45ED-0145-B634-24D485CAACE7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4D758-78BF-D04C-BDFD-E5D3C88FFDC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865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4" y="949359"/>
            <a:ext cx="2824473" cy="689733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664" y="949360"/>
            <a:ext cx="5537729" cy="52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5524" y="1669440"/>
            <a:ext cx="2824473" cy="45678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F75FD-D4AF-6445-ACEA-8336DA6D0CF5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E1F40C-CBC7-5D4A-A593-3BD62A44736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8304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936625"/>
            <a:ext cx="5943600" cy="379094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8236A3-D940-2C4B-AFE7-807CF8BA8BEE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6EF15-4B8E-7547-B7CE-9D6FB34334C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6403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936625"/>
            <a:ext cx="5943600" cy="379094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FF755A-FDCA-3844-BE8E-8CAB7C08EFED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AD4AB-3AC8-B247-9C7B-63DF4AE6D3C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3949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AE49EC-F0C7-1F46-A221-26A63CC849FC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7F552B-A5B4-6548-94A2-F6D4B627905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6601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141957"/>
            <a:ext cx="8485188" cy="7667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1875" y="908720"/>
            <a:ext cx="8485188" cy="53285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5ACA5E-C129-E442-B6E9-3376EC454D86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FC993A-0960-8E40-BC9F-05F4340AAE6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8" name="Straight Connector 7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9847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1196752"/>
            <a:ext cx="2228850" cy="49294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5524" y="1196752"/>
            <a:ext cx="5991225" cy="49294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3EB9A7-46BC-384A-982D-247DA68BE2B0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E092F-0198-C34E-A916-A08E4979440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6982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1196752"/>
            <a:ext cx="2228850" cy="49294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5524" y="1196752"/>
            <a:ext cx="5991225" cy="49294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FE08B1-7053-494B-9C2C-D1FDCF6FB947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A71B31-AFE1-394E-9AC0-851A462B721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8" name="Straight Connector 7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8335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2492375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7"/>
          <p:cNvSpPr>
            <a:spLocks noGrp="1"/>
          </p:cNvSpPr>
          <p:nvPr>
            <p:ph sz="quarter" idx="13"/>
          </p:nvPr>
        </p:nvSpPr>
        <p:spPr>
          <a:xfrm>
            <a:off x="1025951" y="5013176"/>
            <a:ext cx="7709488" cy="576263"/>
          </a:xfr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305300" y="3429000"/>
            <a:ext cx="1943100" cy="5048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883713-ED5A-B046-A406-EF29CD277822}" type="datetime3">
              <a:rPr lang="en-GB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DA79B0-DC01-8341-A6E5-FE1D9E2297F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716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31875" y="933450"/>
            <a:ext cx="8485188" cy="76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31875" y="1773238"/>
            <a:ext cx="8485188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Rectangle 9"/>
          <p:cNvSpPr/>
          <p:nvPr/>
        </p:nvSpPr>
        <p:spPr bwMode="auto">
          <a:xfrm>
            <a:off x="387350" y="6340475"/>
            <a:ext cx="496888" cy="35877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b="1" dirty="0">
              <a:solidFill>
                <a:schemeClr val="bg1"/>
              </a:solidFill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864768" y="6340475"/>
            <a:ext cx="6652294" cy="358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dirty="0"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904874" y="6340475"/>
            <a:ext cx="1959893" cy="35877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b="1" dirty="0"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4874" y="6337300"/>
            <a:ext cx="1959893" cy="365125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Lucida Sans Unicode" panose="020B0602030504020204" pitchFamily="34" charset="0"/>
                <a:ea typeface="+mn-ea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4F1F1A1D-5A50-6948-991C-837CA57582C3}" type="datetime3">
              <a:rPr lang="en-GB" smtClean="0"/>
              <a:pPr>
                <a:defRPr/>
              </a:pPr>
              <a:t>2 November, 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4768" y="6337300"/>
            <a:ext cx="6645945" cy="365125"/>
          </a:xfrm>
          <a:prstGeom prst="rect">
            <a:avLst/>
          </a:prstGeom>
        </p:spPr>
        <p:txBody>
          <a:bodyPr vert="horz" lIns="108000" tIns="0" rIns="10800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7825" y="6337300"/>
            <a:ext cx="51435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Lucida Sans Unicode" panose="020B0602030504020204" pitchFamily="34" charset="0"/>
                <a:ea typeface="+mn-ea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4C5149AA-8A9E-5444-AB41-F9FF35F082E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9" r:id="rId1"/>
    <p:sldLayoutId id="2147484190" r:id="rId2"/>
    <p:sldLayoutId id="2147484191" r:id="rId3"/>
    <p:sldLayoutId id="2147484192" r:id="rId4"/>
    <p:sldLayoutId id="2147484193" r:id="rId5"/>
    <p:sldLayoutId id="2147484194" r:id="rId6"/>
    <p:sldLayoutId id="2147484195" r:id="rId7"/>
    <p:sldLayoutId id="2147484196" r:id="rId8"/>
    <p:sldLayoutId id="2147484197" r:id="rId9"/>
    <p:sldLayoutId id="2147484198" r:id="rId10"/>
    <p:sldLayoutId id="2147484199" r:id="rId11"/>
    <p:sldLayoutId id="2147484200" r:id="rId12"/>
    <p:sldLayoutId id="2147484201" r:id="rId13"/>
    <p:sldLayoutId id="2147484202" r:id="rId14"/>
    <p:sldLayoutId id="2147484203" r:id="rId15"/>
    <p:sldLayoutId id="2147484204" r:id="rId16"/>
    <p:sldLayoutId id="2147484205" r:id="rId17"/>
    <p:sldLayoutId id="2147484206" r:id="rId18"/>
    <p:sldLayoutId id="2147484207" r:id="rId19"/>
    <p:sldLayoutId id="2147484208" r:id="rId20"/>
    <p:sldLayoutId id="2147484209" r:id="rId21"/>
    <p:sldLayoutId id="2147484210" r:id="rId22"/>
    <p:sldLayoutId id="2147484211" r:id="rId23"/>
    <p:sldLayoutId id="2147484212" r:id="rId24"/>
    <p:sldLayoutId id="2147484213" r:id="rId25"/>
    <p:sldLayoutId id="2147484214" r:id="rId26"/>
    <p:sldLayoutId id="2147484215" r:id="rId27"/>
    <p:sldLayoutId id="2147484216" r:id="rId28"/>
    <p:sldLayoutId id="2147484217" r:id="rId29"/>
    <p:sldLayoutId id="2147484218" r:id="rId30"/>
    <p:sldLayoutId id="2147484219" r:id="rId31"/>
    <p:sldLayoutId id="2147484220" r:id="rId32"/>
    <p:sldLayoutId id="2147484221" r:id="rId33"/>
    <p:sldLayoutId id="2147484222" r:id="rId34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 kern="1200">
          <a:solidFill>
            <a:srgbClr val="87A529"/>
          </a:solidFill>
          <a:latin typeface="Georgia" panose="02040502050405020303" pitchFamily="18" charset="0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docs.mongodb.org/manual/reference/program/mongod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docs.mongodb.org/manual/reference/operator/aggregation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godb.com/docs/manual/reference/operator/aggregation/group/#pipe._S_group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godb.com/docs/manual/reference/operator/aggregation/match/#mongodb-pipeline-pipe.-match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ongodb.com/docs/manual/reference/operator/aggregation/unwind/" TargetMode="Externa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ongodb.com/docs/manual/reference/operator/aggregation/lookup/https:/www.mongodb.com/docs/manual/reference/operator/aggregation/lookup/" TargetMode="Externa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5276312" y="1917112"/>
            <a:ext cx="3143788" cy="2520000"/>
          </a:xfrm>
          <a:prstGeom prst="rect">
            <a:avLst/>
          </a:prstGeom>
          <a:noFill/>
          <a:ln w="12700">
            <a:solidFill>
              <a:srgbClr val="87A529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anchor="ctr">
            <a:normAutofit/>
          </a:bodyPr>
          <a:lstStyle/>
          <a:p>
            <a:r>
              <a:rPr lang="en-GB" sz="25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Large Scale Data Driven Applications</a:t>
            </a:r>
          </a:p>
        </p:txBody>
      </p:sp>
      <p:pic>
        <p:nvPicPr>
          <p:cNvPr id="8" name="Picture Placeholder 7" descr="A picture containing sitting, large, ride, white&#10;&#10;Description automatically generated">
            <a:extLst>
              <a:ext uri="{FF2B5EF4-FFF2-40B4-BE49-F238E27FC236}">
                <a16:creationId xmlns:a16="http://schemas.microsoft.com/office/drawing/2014/main" id="{87EED139-1016-44E1-8501-F6FBB1F7544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6" r="16676"/>
          <a:stretch>
            <a:fillRect/>
          </a:stretch>
        </p:blipFill>
        <p:spPr>
          <a:xfrm>
            <a:off x="2108200" y="1917700"/>
            <a:ext cx="2519363" cy="2519363"/>
          </a:xfr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2A7F24C1-BF6E-43D8-A57F-60FFBF172E5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1485900" y="4869160"/>
            <a:ext cx="6934200" cy="628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anchor="ctr">
            <a:normAutofit/>
          </a:bodyPr>
          <a:lstStyle/>
          <a:p>
            <a:r>
              <a:rPr lang="en-GB" sz="32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Aggregation in MongoDB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2864768" y="6337300"/>
            <a:ext cx="6645945" cy="36512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377825" y="6337300"/>
            <a:ext cx="514350" cy="36512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5DF220EC-324F-0142-ADB7-E82420EFE078}" type="slidenum">
              <a:rPr lang="en-GB" smtClean="0"/>
              <a:pPr>
                <a:spcAft>
                  <a:spcPts val="600"/>
                </a:spcAft>
                <a:defRPr/>
              </a:pPr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5566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04" y="44624"/>
            <a:ext cx="5602259" cy="780762"/>
          </a:xfrm>
        </p:spPr>
        <p:txBody>
          <a:bodyPr/>
          <a:lstStyle/>
          <a:p>
            <a:r>
              <a:rPr lang="en-GB" sz="3200" dirty="0"/>
              <a:t>Aggregation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</a:t>
            </a:fld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EDEE5A8-4100-3011-D9EC-9F66AE6FE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115" y="1088740"/>
            <a:ext cx="8784976" cy="4680520"/>
          </a:xfrm>
        </p:spPr>
        <p:txBody>
          <a:bodyPr rtlCol="0">
            <a:normAutofit/>
          </a:bodyPr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MongoDB offers aggregation operations similar to those in relational databases </a:t>
            </a:r>
          </a:p>
          <a:p>
            <a:pPr marL="0" indent="0">
              <a:buNone/>
              <a:defRPr/>
            </a:pPr>
            <a:endParaRPr lang="en-US"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Operations that aggregate values from multiple documents, grouping them to compute results like sum, average, minimum, and maximum</a:t>
            </a:r>
          </a:p>
          <a:p>
            <a:pPr marL="0" indent="0">
              <a:buNone/>
              <a:defRPr/>
            </a:pP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Performing data aggregation directly on the </a:t>
            </a:r>
            <a:r>
              <a:rPr lang="en-US" sz="2200" dirty="0" err="1">
                <a:latin typeface="Helvetica" panose="020B0604020202020204" pitchFamily="34" charset="0"/>
                <a:cs typeface="Helvetica" panose="020B0604020202020204" pitchFamily="34" charset="0"/>
                <a:hlinkClick r:id="rId2" tooltip="mongod"/>
              </a:rPr>
              <a:t>mongod</a:t>
            </a: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 instance simplifies application code and limits resource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234101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016" y="29413"/>
            <a:ext cx="8146383" cy="780762"/>
          </a:xfrm>
        </p:spPr>
        <p:txBody>
          <a:bodyPr/>
          <a:lstStyle/>
          <a:p>
            <a:r>
              <a:rPr lang="en-GB" sz="3200" dirty="0"/>
              <a:t>Aggregation: syntax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18133F-B1B9-780E-4BEC-4D0626A2AF33}"/>
              </a:ext>
            </a:extLst>
          </p:cNvPr>
          <p:cNvSpPr txBox="1"/>
          <p:nvPr/>
        </p:nvSpPr>
        <p:spPr>
          <a:xfrm>
            <a:off x="560512" y="1260336"/>
            <a:ext cx="8496944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MongoDB offers the </a:t>
            </a:r>
            <a:r>
              <a:rPr kumimoji="0" lang="en-GB" altLang="en-US" sz="1800" b="1" i="0" u="none" strike="noStrike" cap="none" normalizeH="0" baseline="0" dirty="0" err="1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db.collection.aggregate</a:t>
            </a:r>
            <a:r>
              <a:rPr kumimoji="0" lang="en-GB" altLang="en-US" sz="1800" b="1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kumimoji="0" lang="en-GB" altLang="en-US" sz="1800" b="0" i="0" u="none" strike="noStrike" cap="none" normalizeH="0" baseline="0" dirty="0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method in the Mongo shell and the aggregate command to execute aggregation pipelines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The mongo Shell outputs the results directly to the terminal.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To create an aggregation pipeline in the mongo Shell, you can use the following syntax: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Courier 10 Pi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800" dirty="0">
              <a:solidFill>
                <a:srgbClr val="404040"/>
              </a:solidFill>
              <a:latin typeface="Courier 10 Pi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proxima-nov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50" dirty="0">
              <a:solidFill>
                <a:srgbClr val="404040"/>
              </a:solidFill>
              <a:latin typeface="proxima-nov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3CBB48-6F77-B6B7-D66B-E45BD7FAFE4D}"/>
              </a:ext>
            </a:extLst>
          </p:cNvPr>
          <p:cNvSpPr txBox="1"/>
          <p:nvPr/>
        </p:nvSpPr>
        <p:spPr>
          <a:xfrm>
            <a:off x="2644003" y="3535848"/>
            <a:ext cx="3672408" cy="14773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db.collection.aggregate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([   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{ stage1 },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{ stage2 },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stageN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616367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04" y="0"/>
            <a:ext cx="9937104" cy="780762"/>
          </a:xfrm>
        </p:spPr>
        <p:txBody>
          <a:bodyPr/>
          <a:lstStyle/>
          <a:p>
            <a:r>
              <a:rPr lang="en-GB" sz="3000" dirty="0"/>
              <a:t>Pipelines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53561-433C-6ED5-A65F-D25F9210D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129" y="1016196"/>
            <a:ext cx="8640960" cy="4068988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Modeled on the concept of data processing pipelines. </a:t>
            </a: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Provides:</a:t>
            </a:r>
          </a:p>
          <a:p>
            <a:pPr lvl="1" fontAlgn="auto">
              <a:spcAft>
                <a:spcPts val="0"/>
              </a:spcAft>
              <a:buFont typeface="Helvetica" panose="020B0604020202020204" pitchFamily="34" charset="0"/>
              <a:buChar char="‒"/>
              <a:defRPr/>
            </a:pP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 </a:t>
            </a:r>
            <a:r>
              <a:rPr lang="en-US" sz="2000" i="1" dirty="0">
                <a:latin typeface="Helvetica" panose="020B0604020202020204" pitchFamily="34" charset="0"/>
                <a:cs typeface="Helvetica" panose="020B0604020202020204" pitchFamily="34" charset="0"/>
              </a:rPr>
              <a:t>filters</a:t>
            </a: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 that operate like queries</a:t>
            </a:r>
          </a:p>
          <a:p>
            <a:pPr lvl="1" fontAlgn="auto">
              <a:spcAft>
                <a:spcPts val="0"/>
              </a:spcAft>
              <a:buFont typeface="Helvetica" panose="020B0604020202020204" pitchFamily="34" charset="0"/>
              <a:buChar char="‒"/>
              <a:defRPr/>
            </a:pPr>
            <a:r>
              <a:rPr lang="en-US" sz="2000" i="1" dirty="0">
                <a:latin typeface="Helvetica" panose="020B0604020202020204" pitchFamily="34" charset="0"/>
                <a:cs typeface="Helvetica" panose="020B0604020202020204" pitchFamily="34" charset="0"/>
              </a:rPr>
              <a:t>document transformations</a:t>
            </a: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 that modify the form of the output document.</a:t>
            </a: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Provides tools for:</a:t>
            </a:r>
          </a:p>
          <a:p>
            <a:pPr lvl="1" fontAlgn="auto">
              <a:spcAft>
                <a:spcPts val="0"/>
              </a:spcAft>
              <a:buFont typeface="Helvetica" panose="020B0604020202020204" pitchFamily="34" charset="0"/>
              <a:buChar char="‒"/>
              <a:defRPr/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grouping and sorting by field</a:t>
            </a:r>
          </a:p>
          <a:p>
            <a:pPr lvl="1" fontAlgn="auto">
              <a:spcAft>
                <a:spcPts val="0"/>
              </a:spcAft>
              <a:buFont typeface="Helvetica" panose="020B0604020202020204" pitchFamily="34" charset="0"/>
              <a:buChar char="‒"/>
              <a:defRPr/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aggregating the contents of arrays, including arrays of documents</a:t>
            </a: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Can use 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  <a:hlinkClick r:id="rId2"/>
              </a:rPr>
              <a:t>operators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 </a:t>
            </a: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for tasks such as calculating the average or concatenating a string.</a:t>
            </a:r>
          </a:p>
        </p:txBody>
      </p:sp>
    </p:spTree>
    <p:extLst>
      <p:ext uri="{BB962C8B-B14F-4D97-AF65-F5344CB8AC3E}">
        <p14:creationId xmlns:p14="http://schemas.microsoft.com/office/powerpoint/2010/main" val="4080867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04" y="0"/>
            <a:ext cx="9937104" cy="780762"/>
          </a:xfrm>
        </p:spPr>
        <p:txBody>
          <a:bodyPr/>
          <a:lstStyle/>
          <a:p>
            <a:r>
              <a:rPr lang="en-GB" sz="3000" dirty="0"/>
              <a:t>Pipeline Concept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337897-0DDB-982C-09AF-C98E73F5D101}"/>
              </a:ext>
            </a:extLst>
          </p:cNvPr>
          <p:cNvSpPr txBox="1"/>
          <p:nvPr/>
        </p:nvSpPr>
        <p:spPr>
          <a:xfrm>
            <a:off x="1013769" y="4365104"/>
            <a:ext cx="84969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Stages represent individual processing steps within the aggregation pipeline.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Each stage transforms the documents as they pass through the pipeline, allowing for complex data manipulations by chaining multiple operations.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34C16A-A537-B87A-FE00-F41B9FAA0F36}"/>
              </a:ext>
            </a:extLst>
          </p:cNvPr>
          <p:cNvSpPr txBox="1"/>
          <p:nvPr/>
        </p:nvSpPr>
        <p:spPr>
          <a:xfrm>
            <a:off x="3116796" y="1052736"/>
            <a:ext cx="3672408" cy="14773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db.collection.aggregate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([   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{ stage1 },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{ stage2 },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stageN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EC3CF0-838C-5CD8-3D99-58879E16002A}"/>
              </a:ext>
            </a:extLst>
          </p:cNvPr>
          <p:cNvSpPr txBox="1"/>
          <p:nvPr/>
        </p:nvSpPr>
        <p:spPr>
          <a:xfrm>
            <a:off x="992560" y="2852936"/>
            <a:ext cx="7848872" cy="1107996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There is a set of possible stages and each of those is taken as a set of documents as an input and produces a resulting set of documents.</a:t>
            </a:r>
          </a:p>
        </p:txBody>
      </p:sp>
    </p:spTree>
    <p:extLst>
      <p:ext uri="{BB962C8B-B14F-4D97-AF65-F5344CB8AC3E}">
        <p14:creationId xmlns:p14="http://schemas.microsoft.com/office/powerpoint/2010/main" val="3521441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721" y="0"/>
            <a:ext cx="6984776" cy="780762"/>
          </a:xfrm>
        </p:spPr>
        <p:txBody>
          <a:bodyPr/>
          <a:lstStyle/>
          <a:p>
            <a:r>
              <a:rPr lang="en-GB" sz="3200" dirty="0"/>
              <a:t>Aggregation Pipeline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  <p:pic>
        <p:nvPicPr>
          <p:cNvPr id="8" name="Picture 7" descr="Screen Shot 2015-04-06 at 5.16.35 PM.png">
            <a:extLst>
              <a:ext uri="{FF2B5EF4-FFF2-40B4-BE49-F238E27FC236}">
                <a16:creationId xmlns:a16="http://schemas.microsoft.com/office/drawing/2014/main" id="{3A8E9450-9A24-1F84-2812-B52B03BCA2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525" y="1023882"/>
            <a:ext cx="8020733" cy="5313418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FD57315C-1884-79D6-032F-7676B016E6F2}"/>
              </a:ext>
            </a:extLst>
          </p:cNvPr>
          <p:cNvGrpSpPr/>
          <p:nvPr/>
        </p:nvGrpSpPr>
        <p:grpSpPr>
          <a:xfrm>
            <a:off x="3080792" y="998951"/>
            <a:ext cx="5921281" cy="1487030"/>
            <a:chOff x="3080792" y="998951"/>
            <a:chExt cx="5921281" cy="148703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3D7DC84-E5CB-744E-FE81-C3BF9F700A19}"/>
                </a:ext>
              </a:extLst>
            </p:cNvPr>
            <p:cNvGrpSpPr/>
            <p:nvPr/>
          </p:nvGrpSpPr>
          <p:grpSpPr>
            <a:xfrm>
              <a:off x="3080792" y="998951"/>
              <a:ext cx="5848139" cy="1487030"/>
              <a:chOff x="2340732" y="1584008"/>
              <a:chExt cx="5848139" cy="1487030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A69FC9DC-FA3E-31A5-0F56-8913E65B22C9}"/>
                  </a:ext>
                </a:extLst>
              </p:cNvPr>
              <p:cNvCxnSpPr/>
              <p:nvPr/>
            </p:nvCxnSpPr>
            <p:spPr>
              <a:xfrm flipH="1">
                <a:off x="2340732" y="1867534"/>
                <a:ext cx="373520" cy="18260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B0C26C-1C92-8AEA-3D18-4BF22F978FBF}"/>
                  </a:ext>
                </a:extLst>
              </p:cNvPr>
              <p:cNvSpPr txBox="1"/>
              <p:nvPr/>
            </p:nvSpPr>
            <p:spPr>
              <a:xfrm>
                <a:off x="2531642" y="1584008"/>
                <a:ext cx="212109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</a:rPr>
                  <a:t>Use “aggregate” operator</a:t>
                </a: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20D79E7E-EE1A-E309-9391-A73AE46D4F47}"/>
                  </a:ext>
                </a:extLst>
              </p:cNvPr>
              <p:cNvCxnSpPr/>
              <p:nvPr/>
            </p:nvCxnSpPr>
            <p:spPr>
              <a:xfrm flipH="1">
                <a:off x="4381900" y="2025886"/>
                <a:ext cx="373520" cy="18260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A852AED-E4C7-400D-6024-EF4B5D60CD04}"/>
                  </a:ext>
                </a:extLst>
              </p:cNvPr>
              <p:cNvSpPr txBox="1"/>
              <p:nvPr/>
            </p:nvSpPr>
            <p:spPr>
              <a:xfrm>
                <a:off x="4664110" y="1775560"/>
                <a:ext cx="35247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</a:rPr>
                  <a:t>All predicates, e.g., AND &amp; OR can go here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D0EE6C4-71E0-58E1-F115-EF66A4D4AED4}"/>
                  </a:ext>
                </a:extLst>
              </p:cNvPr>
              <p:cNvCxnSpPr/>
              <p:nvPr/>
            </p:nvCxnSpPr>
            <p:spPr>
              <a:xfrm flipV="1">
                <a:off x="3602402" y="2616872"/>
                <a:ext cx="265616" cy="18857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D8409E2-5C23-7495-853C-8FAE7A60895F}"/>
                  </a:ext>
                </a:extLst>
              </p:cNvPr>
              <p:cNvSpPr txBox="1"/>
              <p:nvPr/>
            </p:nvSpPr>
            <p:spPr>
              <a:xfrm>
                <a:off x="2468631" y="2739051"/>
                <a:ext cx="25850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</a:rPr>
                  <a:t>Defines the grouping column(s)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5EA5757-125E-834A-9702-F2ED549719D2}"/>
                  </a:ext>
                </a:extLst>
              </p:cNvPr>
              <p:cNvCxnSpPr/>
              <p:nvPr/>
            </p:nvCxnSpPr>
            <p:spPr>
              <a:xfrm flipH="1" flipV="1">
                <a:off x="5270796" y="2616873"/>
                <a:ext cx="448225" cy="18857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9A19D4D-786A-5199-AB42-B150CFEE5574}"/>
                  </a:ext>
                </a:extLst>
              </p:cNvPr>
              <p:cNvSpPr txBox="1"/>
              <p:nvPr/>
            </p:nvSpPr>
            <p:spPr>
              <a:xfrm>
                <a:off x="5053719" y="2763261"/>
                <a:ext cx="15720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</a:rPr>
                  <a:t>Aggregation fields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05ACB34-5298-E67F-F98D-E2D3CD6602F7}"/>
                </a:ext>
              </a:extLst>
            </p:cNvPr>
            <p:cNvSpPr txBox="1"/>
            <p:nvPr/>
          </p:nvSpPr>
          <p:spPr>
            <a:xfrm>
              <a:off x="7282628" y="2161739"/>
              <a:ext cx="17194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Aggregation function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151D120-CAF2-F251-596E-0DCD388FD7A3}"/>
                </a:ext>
              </a:extLst>
            </p:cNvPr>
            <p:cNvCxnSpPr/>
            <p:nvPr/>
          </p:nvCxnSpPr>
          <p:spPr>
            <a:xfrm flipH="1" flipV="1">
              <a:off x="7031154" y="2013727"/>
              <a:ext cx="448225" cy="18857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7274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978" y="0"/>
            <a:ext cx="8350437" cy="780762"/>
          </a:xfrm>
        </p:spPr>
        <p:txBody>
          <a:bodyPr/>
          <a:lstStyle/>
          <a:p>
            <a:r>
              <a:rPr lang="en-GB" sz="3200" dirty="0"/>
              <a:t>Aggregation Function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7B987E4-9C1F-EF6F-CF25-0D43231EA9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76421"/>
              </p:ext>
            </p:extLst>
          </p:nvPr>
        </p:nvGraphicFramePr>
        <p:xfrm>
          <a:off x="416496" y="1013121"/>
          <a:ext cx="8712968" cy="5059758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58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58">
                <a:tc>
                  <a:txBody>
                    <a:bodyPr/>
                    <a:lstStyle/>
                    <a:p>
                      <a:pPr algn="ctr" fontAlgn="t"/>
                      <a:r>
                        <a:rPr lang="en-GB" dirty="0">
                          <a:effectLst/>
                        </a:rPr>
                        <a:t>Name</a:t>
                      </a:r>
                      <a:endParaRPr lang="en-GB" dirty="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dirty="0">
                          <a:effectLst/>
                        </a:rPr>
                        <a:t>Description</a:t>
                      </a:r>
                      <a:endParaRPr lang="en-GB" dirty="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848">
                <a:tc>
                  <a:txBody>
                    <a:bodyPr/>
                    <a:lstStyle/>
                    <a:p>
                      <a:pPr algn="ctr" fontAlgn="t"/>
                      <a:r>
                        <a:rPr lang="en-GB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$sum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Adds up numeric values. Returns the sum of all values in the group.</a:t>
                      </a:r>
                    </a:p>
                  </a:txBody>
                  <a:tcPr marL="76200" marR="228600" marT="95250" marB="952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848">
                <a:tc>
                  <a:txBody>
                    <a:bodyPr/>
                    <a:lstStyle/>
                    <a:p>
                      <a:pPr algn="ctr" fontAlgn="t"/>
                      <a:r>
                        <a:rPr lang="en-GB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en-GB" sz="2000" b="1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avg</a:t>
                      </a:r>
                      <a:endParaRPr lang="en-GB" sz="2000" b="1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8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Computes the average of numeric values.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848">
                <a:tc>
                  <a:txBody>
                    <a:bodyPr/>
                    <a:lstStyle/>
                    <a:p>
                      <a:pPr algn="ctr" fontAlgn="t"/>
                      <a:r>
                        <a:rPr lang="en-GB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$min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8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Returns the minimum value in a group.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848">
                <a:tc>
                  <a:txBody>
                    <a:bodyPr/>
                    <a:lstStyle/>
                    <a:p>
                      <a:pPr algn="ctr" fontAlgn="t"/>
                      <a:r>
                        <a:rPr lang="en-GB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$max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8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Returns the maximum value in a group.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848">
                <a:tc>
                  <a:txBody>
                    <a:bodyPr/>
                    <a:lstStyle/>
                    <a:p>
                      <a:pPr algn="ctr" fontAlgn="t"/>
                      <a:r>
                        <a:rPr lang="en-GB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$first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8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Returns the first document’s value in each group (order depends on previous sorting).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848">
                <a:tc>
                  <a:txBody>
                    <a:bodyPr/>
                    <a:lstStyle/>
                    <a:p>
                      <a:pPr algn="ctr" fontAlgn="t"/>
                      <a:r>
                        <a:rPr lang="en-GB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$last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8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Returns the last document’s value in each group (order depends on previous sorting).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848">
                <a:tc>
                  <a:txBody>
                    <a:bodyPr/>
                    <a:lstStyle/>
                    <a:p>
                      <a:pPr algn="ctr" fontAlgn="t"/>
                      <a:r>
                        <a:rPr lang="en-GB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$push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8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Adds each value to an array in the output.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959219480"/>
                  </a:ext>
                </a:extLst>
              </a:tr>
              <a:tr h="478848">
                <a:tc>
                  <a:txBody>
                    <a:bodyPr/>
                    <a:lstStyle/>
                    <a:p>
                      <a:pPr algn="ctr" fontAlgn="t"/>
                      <a:r>
                        <a:rPr lang="en-GB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en-GB" sz="2000" b="1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addToSet</a:t>
                      </a:r>
                      <a:endParaRPr lang="en-GB" sz="2000" b="1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8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Adds unique values to an array (like a set).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701282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8246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75" y="0"/>
            <a:ext cx="9433048" cy="780762"/>
          </a:xfrm>
        </p:spPr>
        <p:txBody>
          <a:bodyPr/>
          <a:lstStyle/>
          <a:p>
            <a:r>
              <a:rPr lang="en-GB" sz="3200" dirty="0"/>
              <a:t>Possible stages in aggregation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1576BD-7192-BDC0-7F3F-FC98F1EF0FBA}"/>
              </a:ext>
            </a:extLst>
          </p:cNvPr>
          <p:cNvSpPr txBox="1"/>
          <p:nvPr/>
        </p:nvSpPr>
        <p:spPr>
          <a:xfrm>
            <a:off x="344039" y="896763"/>
            <a:ext cx="9217474" cy="5062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$match: </a:t>
            </a:r>
            <a:r>
              <a:rPr lang="en-GB" sz="1700" dirty="0">
                <a:latin typeface="Helvetica" panose="020B0604020202020204" pitchFamily="34" charset="0"/>
                <a:cs typeface="Helvetica" panose="020B0604020202020204" pitchFamily="34" charset="0"/>
              </a:rPr>
              <a:t>Filters documents based on specified criteria, similar to a SQL WHERE clause.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7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>
                <a:latin typeface="Courier 10 Pitch"/>
                <a:cs typeface="Helvetica" panose="020B0604020202020204" pitchFamily="34" charset="0"/>
              </a:rPr>
              <a:t>$group: </a:t>
            </a:r>
            <a:r>
              <a:rPr lang="en-GB" sz="1700" dirty="0">
                <a:latin typeface="Helvetica" panose="020B0604020202020204" pitchFamily="34" charset="0"/>
                <a:cs typeface="Helvetica" panose="020B0604020202020204" pitchFamily="34" charset="0"/>
              </a:rPr>
              <a:t>Groups documents by a specified key and applies aggregate functions, like sum or </a:t>
            </a:r>
            <a:r>
              <a:rPr lang="en-GB" sz="1700" dirty="0" err="1">
                <a:latin typeface="Helvetica" panose="020B0604020202020204" pitchFamily="34" charset="0"/>
                <a:cs typeface="Helvetica" panose="020B0604020202020204" pitchFamily="34" charset="0"/>
              </a:rPr>
              <a:t>avg</a:t>
            </a:r>
            <a:r>
              <a:rPr lang="en-GB" sz="1700" dirty="0">
                <a:latin typeface="Helvetica" panose="020B0604020202020204" pitchFamily="34" charset="0"/>
                <a:cs typeface="Helvetica" panose="020B0604020202020204" pitchFamily="34" charset="0"/>
              </a:rPr>
              <a:t>, similar to SQL GROUP BY.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7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$sort: </a:t>
            </a:r>
            <a:r>
              <a:rPr lang="en-GB" sz="1700" dirty="0">
                <a:latin typeface="Helvetica" panose="020B0604020202020204" pitchFamily="34" charset="0"/>
                <a:cs typeface="Helvetica" panose="020B0604020202020204" pitchFamily="34" charset="0"/>
              </a:rPr>
              <a:t>Orders documents by a specified field, either ascending or descending, like SQL's ORDER BY.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7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$project: </a:t>
            </a:r>
            <a:r>
              <a:rPr lang="en-GB" sz="1700" dirty="0">
                <a:latin typeface="Helvetica" panose="020B0604020202020204" pitchFamily="34" charset="0"/>
                <a:cs typeface="Helvetica" panose="020B0604020202020204" pitchFamily="34" charset="0"/>
              </a:rPr>
              <a:t>Used to select some specific fields from a collection , similar to SQL's SELECT clause.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7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$limit </a:t>
            </a:r>
            <a:r>
              <a:rPr lang="en-GB" sz="1700" dirty="0">
                <a:latin typeface="Helvetica" panose="020B0604020202020204" pitchFamily="34" charset="0"/>
                <a:cs typeface="Helvetica" panose="020B0604020202020204" pitchFamily="34" charset="0"/>
              </a:rPr>
              <a:t>and </a:t>
            </a:r>
            <a:r>
              <a:rPr lang="en-GB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$skip</a:t>
            </a:r>
            <a:r>
              <a:rPr lang="en-GB" sz="1700" dirty="0">
                <a:latin typeface="Helvetica" panose="020B0604020202020204" pitchFamily="34" charset="0"/>
                <a:cs typeface="Helvetica" panose="020B0604020202020204" pitchFamily="34" charset="0"/>
              </a:rPr>
              <a:t>: Limits the number of documents or skips a set number of documents, similar to SQL's LIMIT and OFFSET.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7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$unwind</a:t>
            </a:r>
            <a:r>
              <a:rPr lang="en-GB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en-GB" sz="1700" dirty="0">
                <a:latin typeface="Helvetica" panose="020B0604020202020204" pitchFamily="34" charset="0"/>
                <a:cs typeface="Helvetica" panose="020B0604020202020204" pitchFamily="34" charset="0"/>
              </a:rPr>
              <a:t>Deconstructs an array field from the documents, creating a separate document for each element, useful for working with arrays.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7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$lookup</a:t>
            </a:r>
            <a:r>
              <a:rPr lang="en-GB" sz="1700" dirty="0">
                <a:latin typeface="Helvetica" panose="020B0604020202020204" pitchFamily="34" charset="0"/>
                <a:cs typeface="Helvetica" panose="020B0604020202020204" pitchFamily="34" charset="0"/>
              </a:rPr>
              <a:t>: Performs a left outer join with another collection, allowing for combining data from multiple collections.</a:t>
            </a:r>
          </a:p>
        </p:txBody>
      </p:sp>
    </p:spTree>
    <p:extLst>
      <p:ext uri="{BB962C8B-B14F-4D97-AF65-F5344CB8AC3E}">
        <p14:creationId xmlns:p14="http://schemas.microsoft.com/office/powerpoint/2010/main" val="1986047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25" y="87217"/>
            <a:ext cx="8473787" cy="767465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Aggregation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 November, 2024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9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E62C77-2D7B-7EAF-07F1-8942D6CBD74C}"/>
              </a:ext>
            </a:extLst>
          </p:cNvPr>
          <p:cNvSpPr txBox="1"/>
          <p:nvPr/>
        </p:nvSpPr>
        <p:spPr>
          <a:xfrm>
            <a:off x="6249144" y="1742821"/>
            <a:ext cx="607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8EB0AC-D0D9-58AA-9DCD-B9E0162D14BC}"/>
              </a:ext>
            </a:extLst>
          </p:cNvPr>
          <p:cNvSpPr txBox="1"/>
          <p:nvPr/>
        </p:nvSpPr>
        <p:spPr>
          <a:xfrm>
            <a:off x="6249144" y="2235706"/>
            <a:ext cx="607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BCC445-D2E1-D415-7141-90E59D99BDC6}"/>
              </a:ext>
            </a:extLst>
          </p:cNvPr>
          <p:cNvSpPr txBox="1"/>
          <p:nvPr/>
        </p:nvSpPr>
        <p:spPr>
          <a:xfrm>
            <a:off x="6249144" y="2731621"/>
            <a:ext cx="607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D07EE-999F-89C4-1670-F0A0A9F1CE58}"/>
              </a:ext>
            </a:extLst>
          </p:cNvPr>
          <p:cNvSpPr txBox="1">
            <a:spLocks/>
          </p:cNvSpPr>
          <p:nvPr/>
        </p:nvSpPr>
        <p:spPr>
          <a:xfrm>
            <a:off x="364915" y="819676"/>
            <a:ext cx="9145798" cy="2718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$group 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fontAlgn="auto">
              <a:buClrTx/>
              <a:buFont typeface="Arial" panose="020B0604020202020204" pitchFamily="34" charset="0"/>
              <a:buChar char="•"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</a:rPr>
              <a:t>Groups documents by a specified expression, creating a distinct group for each unique value. </a:t>
            </a:r>
          </a:p>
          <a:p>
            <a:pPr fontAlgn="auto">
              <a:buClrTx/>
              <a:buFont typeface="Arial" panose="020B0604020202020204" pitchFamily="34" charset="0"/>
              <a:buChar char="•"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</a:rPr>
              <a:t>Produces an output document for each group, containing an 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_id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</a:rPr>
              <a:t>field with the grouping key. </a:t>
            </a:r>
          </a:p>
          <a:p>
            <a:pPr fontAlgn="auto">
              <a:buClrTx/>
              <a:buFont typeface="Arial" panose="020B0604020202020204" pitchFamily="34" charset="0"/>
              <a:buChar char="•"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</a:rPr>
              <a:t>Output documents can include computed fields that use aggregation functions (like sum or average) based on the grouped 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_id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</a:p>
          <a:p>
            <a:pPr fontAlgn="auto">
              <a:buClrTx/>
              <a:buFont typeface="Arial" panose="020B0604020202020204" pitchFamily="34" charset="0"/>
              <a:buChar char="•"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</a:rPr>
              <a:t>The $group stage </a:t>
            </a:r>
            <a:r>
              <a:rPr kumimoji="0" lang="en-GB" sz="16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</a:rPr>
              <a:t>does not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</a:rPr>
              <a:t>sort the documents in the output.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8058F1-E6F8-4D79-8681-0BBC2A471A42}"/>
              </a:ext>
            </a:extLst>
          </p:cNvPr>
          <p:cNvSpPr txBox="1"/>
          <p:nvPr/>
        </p:nvSpPr>
        <p:spPr>
          <a:xfrm>
            <a:off x="1193398" y="3141860"/>
            <a:ext cx="7488832" cy="218521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700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$group</a:t>
            </a:r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{ 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700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_id</a:t>
            </a:r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&lt;expression&gt;,        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computedField1: { </a:t>
            </a:r>
            <a:r>
              <a:rPr lang="en-GB" sz="1700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&lt;accumulator&gt;</a:t>
            </a:r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&lt;expression&gt; },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computedField2: { &lt;accumulator&gt;: &lt;expression&gt; },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9C4008-41EB-0283-FC8E-24AA09280E1B}"/>
              </a:ext>
            </a:extLst>
          </p:cNvPr>
          <p:cNvSpPr txBox="1"/>
          <p:nvPr/>
        </p:nvSpPr>
        <p:spPr>
          <a:xfrm>
            <a:off x="377825" y="5404614"/>
            <a:ext cx="94717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Helvetica" panose="020B0604020202020204" pitchFamily="34" charset="0"/>
                <a:cs typeface="Helvetica" panose="020B0604020202020204" pitchFamily="34" charset="0"/>
              </a:rPr>
              <a:t>_id: Specifies the field to group by; it can be a field, a computed expression, or null for all documents.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Helvetica" panose="020B0604020202020204" pitchFamily="34" charset="0"/>
                <a:cs typeface="Helvetica" panose="020B0604020202020204" pitchFamily="34" charset="0"/>
              </a:rPr>
              <a:t>&lt;accumulator&gt;: The aggregation function, such as $sum, $</a:t>
            </a:r>
            <a:r>
              <a:rPr lang="en-GB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avg</a:t>
            </a:r>
            <a:r>
              <a:rPr lang="en-GB" sz="1600" dirty="0">
                <a:latin typeface="Helvetica" panose="020B0604020202020204" pitchFamily="34" charset="0"/>
                <a:cs typeface="Helvetica" panose="020B0604020202020204" pitchFamily="34" charset="0"/>
              </a:rPr>
              <a:t>, $min, $max, $push, or $</a:t>
            </a:r>
            <a:r>
              <a:rPr lang="en-GB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addToSet</a:t>
            </a:r>
            <a:r>
              <a:rPr lang="en-GB" sz="16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0056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/>
      <p:bldP spid="15" grpId="0" animBg="1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119550"/>
            <a:ext cx="8473787" cy="767465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Aggregation Function: min()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 November, 2024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10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A86B02-D3B0-6A96-33FA-BA1D65E044AC}"/>
              </a:ext>
            </a:extLst>
          </p:cNvPr>
          <p:cNvSpPr txBox="1"/>
          <p:nvPr/>
        </p:nvSpPr>
        <p:spPr>
          <a:xfrm>
            <a:off x="280244" y="2883620"/>
            <a:ext cx="4952198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db.sales.aggregate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$group: {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_id: "$product",            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minPrice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{ $min: "$price" 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59EEF6-72E3-C553-AE0B-71A928DAE231}"/>
              </a:ext>
            </a:extLst>
          </p:cNvPr>
          <p:cNvGrpSpPr/>
          <p:nvPr/>
        </p:nvGrpSpPr>
        <p:grpSpPr>
          <a:xfrm>
            <a:off x="394557" y="769287"/>
            <a:ext cx="5488817" cy="1836864"/>
            <a:chOff x="360955" y="837950"/>
            <a:chExt cx="5488817" cy="183686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86F8B85-4BB5-DFAA-D86A-A70B4BC58C5F}"/>
                </a:ext>
              </a:extLst>
            </p:cNvPr>
            <p:cNvSpPr txBox="1"/>
            <p:nvPr/>
          </p:nvSpPr>
          <p:spPr>
            <a:xfrm>
              <a:off x="377825" y="1197486"/>
              <a:ext cx="5471947" cy="147732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1, "product": "A", "price": 100, "quantity": 10 }</a:t>
              </a:r>
            </a:p>
            <a:p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2, "product": "A", "price": 150, "quantity": 15 }</a:t>
              </a:r>
            </a:p>
            <a:p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3, "product": "B", "price": 200, "quantity": 20 }</a:t>
              </a:r>
            </a:p>
            <a:p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4, "product": "B", "price": 250, "quantity": 25 }</a:t>
              </a:r>
            </a:p>
            <a:p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5, "product": "A", "price": 80, "quantity": 5 }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FE702CD-6B4D-B0C7-D140-786E0792289F}"/>
                </a:ext>
              </a:extLst>
            </p:cNvPr>
            <p:cNvSpPr txBox="1"/>
            <p:nvPr/>
          </p:nvSpPr>
          <p:spPr>
            <a:xfrm>
              <a:off x="360955" y="837950"/>
              <a:ext cx="84762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sales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201F03F-C1BA-48B0-91D7-2DB43FD6AB54}"/>
              </a:ext>
            </a:extLst>
          </p:cNvPr>
          <p:cNvSpPr txBox="1"/>
          <p:nvPr/>
        </p:nvSpPr>
        <p:spPr>
          <a:xfrm>
            <a:off x="6187740" y="3529314"/>
            <a:ext cx="3229756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{ "_id": "A", "</a:t>
            </a:r>
            <a:r>
              <a:rPr lang="en-GB" dirty="0" err="1">
                <a:latin typeface="Helvetica" panose="020B0604020202020204" pitchFamily="34" charset="0"/>
                <a:cs typeface="Helvetica" panose="020B0604020202020204" pitchFamily="34" charset="0"/>
              </a:rPr>
              <a:t>minPrice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": 80 }</a:t>
            </a:r>
          </a:p>
          <a:p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{ "_id": "B", "</a:t>
            </a:r>
            <a:r>
              <a:rPr lang="en-GB" dirty="0" err="1">
                <a:latin typeface="Helvetica" panose="020B0604020202020204" pitchFamily="34" charset="0"/>
                <a:cs typeface="Helvetica" panose="020B0604020202020204" pitchFamily="34" charset="0"/>
              </a:rPr>
              <a:t>minPrice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": 200 }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AEE759D1-5F9E-B8A6-B9DB-5B2B2075CF14}"/>
              </a:ext>
            </a:extLst>
          </p:cNvPr>
          <p:cNvSpPr/>
          <p:nvPr/>
        </p:nvSpPr>
        <p:spPr>
          <a:xfrm>
            <a:off x="5265481" y="3669918"/>
            <a:ext cx="792088" cy="365125"/>
          </a:xfrm>
          <a:prstGeom prst="rightArrow">
            <a:avLst/>
          </a:prstGeom>
          <a:solidFill>
            <a:schemeClr val="accent1"/>
          </a:solidFill>
          <a:ln>
            <a:solidFill>
              <a:srgbClr val="008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Lucida Sans"/>
              <a:cs typeface="Lucida San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B31937F-1104-3315-9C1E-A7624C83A503}"/>
              </a:ext>
            </a:extLst>
          </p:cNvPr>
          <p:cNvGrpSpPr/>
          <p:nvPr/>
        </p:nvGrpSpPr>
        <p:grpSpPr>
          <a:xfrm>
            <a:off x="1791238" y="5386531"/>
            <a:ext cx="7734628" cy="830997"/>
            <a:chOff x="1785794" y="5424714"/>
            <a:chExt cx="7734628" cy="83099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A4CB10F-1203-5FD8-B8E5-0A7223BFC500}"/>
                </a:ext>
              </a:extLst>
            </p:cNvPr>
            <p:cNvSpPr txBox="1"/>
            <p:nvPr/>
          </p:nvSpPr>
          <p:spPr>
            <a:xfrm>
              <a:off x="4407854" y="5424714"/>
              <a:ext cx="5112568" cy="83099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GB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SELECT</a:t>
              </a:r>
              <a:r>
                <a:rPr lang="en-GB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product, MIN(price) AS </a:t>
              </a:r>
              <a:r>
                <a:rPr lang="en-GB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minPrice</a:t>
              </a:r>
              <a:endParaRPr lang="en-GB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GB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FROM</a:t>
              </a:r>
              <a:r>
                <a:rPr lang="en-GB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sales</a:t>
              </a:r>
            </a:p>
            <a:p>
              <a:r>
                <a:rPr lang="en-GB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GROUP BY </a:t>
              </a:r>
              <a:r>
                <a:rPr lang="en-GB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product;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01E810B-7290-545C-76F4-0E033AFB65BC}"/>
                </a:ext>
              </a:extLst>
            </p:cNvPr>
            <p:cNvSpPr txBox="1"/>
            <p:nvPr/>
          </p:nvSpPr>
          <p:spPr>
            <a:xfrm>
              <a:off x="1785794" y="5602241"/>
              <a:ext cx="2458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SQL equivalent query: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0084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119550"/>
            <a:ext cx="8473787" cy="767465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Aggregation Function: min()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 November, 2024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11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A86B02-D3B0-6A96-33FA-BA1D65E044AC}"/>
              </a:ext>
            </a:extLst>
          </p:cNvPr>
          <p:cNvSpPr txBox="1"/>
          <p:nvPr/>
        </p:nvSpPr>
        <p:spPr>
          <a:xfrm>
            <a:off x="2476901" y="977376"/>
            <a:ext cx="4952198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db.sales.aggregate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$group: {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_id: "$product",            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minPrice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{ $min: "$price" 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AEE759D1-5F9E-B8A6-B9DB-5B2B2075CF14}"/>
              </a:ext>
            </a:extLst>
          </p:cNvPr>
          <p:cNvSpPr/>
          <p:nvPr/>
        </p:nvSpPr>
        <p:spPr>
          <a:xfrm rot="5400000">
            <a:off x="4556955" y="3499182"/>
            <a:ext cx="792088" cy="365125"/>
          </a:xfrm>
          <a:prstGeom prst="rightArrow">
            <a:avLst/>
          </a:prstGeom>
          <a:solidFill>
            <a:schemeClr val="accent1"/>
          </a:solidFill>
          <a:ln>
            <a:solidFill>
              <a:srgbClr val="008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Lucida Sans"/>
              <a:cs typeface="Lucida San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34A0655-81DD-86C8-8037-3CEF3C980DB0}"/>
              </a:ext>
            </a:extLst>
          </p:cNvPr>
          <p:cNvGrpSpPr/>
          <p:nvPr/>
        </p:nvGrpSpPr>
        <p:grpSpPr>
          <a:xfrm>
            <a:off x="1496616" y="3801681"/>
            <a:ext cx="6870789" cy="2163281"/>
            <a:chOff x="1496616" y="3801681"/>
            <a:chExt cx="6870789" cy="216328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3645B91-7726-4E7A-B0B0-C142301B4765}"/>
                </a:ext>
              </a:extLst>
            </p:cNvPr>
            <p:cNvSpPr txBox="1"/>
            <p:nvPr/>
          </p:nvSpPr>
          <p:spPr>
            <a:xfrm>
              <a:off x="1538593" y="4149080"/>
              <a:ext cx="6828812" cy="181588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GB" sz="1600" dirty="0">
                  <a:latin typeface="Trebuchet MS" panose="020B0603020202020204" pitchFamily="34" charset="0"/>
                </a:rPr>
                <a:t>$filter=[‘aggregate’ =&gt; ‘sales’, ‘cursor’ =&gt; new </a:t>
              </a:r>
              <a:r>
                <a:rPr lang="en-GB" sz="1600" dirty="0" err="1">
                  <a:latin typeface="Trebuchet MS" panose="020B0603020202020204" pitchFamily="34" charset="0"/>
                </a:rPr>
                <a:t>stdClass</a:t>
              </a:r>
              <a:r>
                <a:rPr lang="en-GB" sz="1600" dirty="0">
                  <a:latin typeface="Trebuchet MS" panose="020B0603020202020204" pitchFamily="34" charset="0"/>
                </a:rPr>
                <a:t>(),</a:t>
              </a:r>
            </a:p>
            <a:p>
              <a:r>
                <a:rPr lang="en-GB" sz="1600" dirty="0">
                  <a:latin typeface="Trebuchet MS" panose="020B0603020202020204" pitchFamily="34" charset="0"/>
                </a:rPr>
                <a:t>          ‘pipeline’ =&gt; [  [‘$group’ =&gt; [‘_id’=&gt;‘$product’,          </a:t>
              </a:r>
            </a:p>
            <a:p>
              <a:r>
                <a:rPr lang="en-GB" sz="1600" dirty="0">
                  <a:latin typeface="Trebuchet MS" panose="020B0603020202020204" pitchFamily="34" charset="0"/>
                </a:rPr>
                <a:t>                                                       ‘</a:t>
              </a:r>
              <a:r>
                <a:rPr lang="en-GB" sz="1600" dirty="0" err="1">
                  <a:latin typeface="Trebuchet MS" panose="020B0603020202020204" pitchFamily="34" charset="0"/>
                </a:rPr>
                <a:t>minPrice</a:t>
              </a:r>
              <a:r>
                <a:rPr lang="en-GB" sz="1600" dirty="0">
                  <a:latin typeface="Trebuchet MS" panose="020B0603020202020204" pitchFamily="34" charset="0"/>
                </a:rPr>
                <a:t>’=&gt;[‘$min’=&gt;‘$price’]]</a:t>
              </a:r>
            </a:p>
            <a:p>
              <a:r>
                <a:rPr lang="en-GB" sz="1600" dirty="0">
                  <a:latin typeface="Trebuchet MS" panose="020B0603020202020204" pitchFamily="34" charset="0"/>
                </a:rPr>
                <a:t>                             ] ]  </a:t>
              </a:r>
            </a:p>
            <a:p>
              <a:r>
                <a:rPr lang="en-GB" sz="1600" dirty="0">
                  <a:latin typeface="Trebuchet MS" panose="020B0603020202020204" pitchFamily="34" charset="0"/>
                </a:rPr>
                <a:t>             ];         </a:t>
              </a:r>
            </a:p>
            <a:p>
              <a:r>
                <a:rPr lang="en-GB" sz="1600" dirty="0">
                  <a:latin typeface="Trebuchet MS" panose="020B0603020202020204" pitchFamily="34" charset="0"/>
                </a:rPr>
                <a:t>$option = [];              </a:t>
              </a:r>
            </a:p>
            <a:p>
              <a:r>
                <a:rPr lang="en-GB" sz="1600" dirty="0">
                  <a:latin typeface="Trebuchet MS" panose="020B0603020202020204" pitchFamily="34" charset="0"/>
                </a:rPr>
                <a:t>$command = new MongoDB\Driver\Command($</a:t>
              </a:r>
              <a:r>
                <a:rPr lang="en-GB" sz="1600" dirty="0" err="1">
                  <a:latin typeface="Trebuchet MS" panose="020B0603020202020204" pitchFamily="34" charset="0"/>
                </a:rPr>
                <a:t>filter,$option</a:t>
              </a:r>
              <a:r>
                <a:rPr lang="en-GB" sz="1600" dirty="0">
                  <a:latin typeface="Trebuchet MS" panose="020B0603020202020204" pitchFamily="34" charset="0"/>
                </a:rPr>
                <a:t>);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70D9F0D-C070-D01B-83C3-09BC19EC1ECD}"/>
                </a:ext>
              </a:extLst>
            </p:cNvPr>
            <p:cNvSpPr txBox="1"/>
            <p:nvPr/>
          </p:nvSpPr>
          <p:spPr>
            <a:xfrm>
              <a:off x="1496616" y="3801681"/>
              <a:ext cx="1656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PHP 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9621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119550"/>
            <a:ext cx="8473787" cy="767465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Aggregation Function: max()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 November, 2024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12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A86B02-D3B0-6A96-33FA-BA1D65E044AC}"/>
              </a:ext>
            </a:extLst>
          </p:cNvPr>
          <p:cNvSpPr txBox="1"/>
          <p:nvPr/>
        </p:nvSpPr>
        <p:spPr>
          <a:xfrm>
            <a:off x="280244" y="2883620"/>
            <a:ext cx="4952198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db.sales.aggregate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$group: {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_id: "$product",            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maxPrice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{ $max: "$price" 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59EEF6-72E3-C553-AE0B-71A928DAE231}"/>
              </a:ext>
            </a:extLst>
          </p:cNvPr>
          <p:cNvGrpSpPr/>
          <p:nvPr/>
        </p:nvGrpSpPr>
        <p:grpSpPr>
          <a:xfrm>
            <a:off x="394557" y="769287"/>
            <a:ext cx="5488817" cy="1836864"/>
            <a:chOff x="360955" y="837950"/>
            <a:chExt cx="5488817" cy="183686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86F8B85-4BB5-DFAA-D86A-A70B4BC58C5F}"/>
                </a:ext>
              </a:extLst>
            </p:cNvPr>
            <p:cNvSpPr txBox="1"/>
            <p:nvPr/>
          </p:nvSpPr>
          <p:spPr>
            <a:xfrm>
              <a:off x="377825" y="1197486"/>
              <a:ext cx="5471947" cy="147732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1, "product": "A", "price": 100, "quantity": 10 }</a:t>
              </a:r>
            </a:p>
            <a:p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2, "product": "A", "price": 150, "quantity": 15 }</a:t>
              </a:r>
            </a:p>
            <a:p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3, "product": "B", "price": 200, "quantity": 20 }</a:t>
              </a:r>
            </a:p>
            <a:p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4, "product": "B", "price": 250, "quantity": 25 }</a:t>
              </a:r>
            </a:p>
            <a:p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5, "product": "A", "price": 80, "quantity": 5 }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FE702CD-6B4D-B0C7-D140-786E0792289F}"/>
                </a:ext>
              </a:extLst>
            </p:cNvPr>
            <p:cNvSpPr txBox="1"/>
            <p:nvPr/>
          </p:nvSpPr>
          <p:spPr>
            <a:xfrm>
              <a:off x="360955" y="837950"/>
              <a:ext cx="84762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sales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201F03F-C1BA-48B0-91D7-2DB43FD6AB54}"/>
              </a:ext>
            </a:extLst>
          </p:cNvPr>
          <p:cNvSpPr txBox="1"/>
          <p:nvPr/>
        </p:nvSpPr>
        <p:spPr>
          <a:xfrm>
            <a:off x="6187740" y="3529314"/>
            <a:ext cx="3229756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{ "_id": "A", "</a:t>
            </a:r>
            <a:r>
              <a:rPr lang="en-GB" dirty="0" err="1">
                <a:latin typeface="Helvetica" panose="020B0604020202020204" pitchFamily="34" charset="0"/>
                <a:cs typeface="Helvetica" panose="020B0604020202020204" pitchFamily="34" charset="0"/>
              </a:rPr>
              <a:t>maxPrice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": 150 }</a:t>
            </a:r>
          </a:p>
          <a:p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{ "_id": "B", "</a:t>
            </a:r>
            <a:r>
              <a:rPr lang="en-GB" dirty="0" err="1">
                <a:latin typeface="Helvetica" panose="020B0604020202020204" pitchFamily="34" charset="0"/>
                <a:cs typeface="Helvetica" panose="020B0604020202020204" pitchFamily="34" charset="0"/>
              </a:rPr>
              <a:t>maxPrice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": 250 }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AEE759D1-5F9E-B8A6-B9DB-5B2B2075CF14}"/>
              </a:ext>
            </a:extLst>
          </p:cNvPr>
          <p:cNvSpPr/>
          <p:nvPr/>
        </p:nvSpPr>
        <p:spPr>
          <a:xfrm>
            <a:off x="5265481" y="3669918"/>
            <a:ext cx="792088" cy="365125"/>
          </a:xfrm>
          <a:prstGeom prst="rightArrow">
            <a:avLst/>
          </a:prstGeom>
          <a:solidFill>
            <a:schemeClr val="accent1"/>
          </a:solidFill>
          <a:ln>
            <a:solidFill>
              <a:srgbClr val="008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Lucida Sans"/>
              <a:cs typeface="Lucida San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B31937F-1104-3315-9C1E-A7624C83A503}"/>
              </a:ext>
            </a:extLst>
          </p:cNvPr>
          <p:cNvGrpSpPr/>
          <p:nvPr/>
        </p:nvGrpSpPr>
        <p:grpSpPr>
          <a:xfrm>
            <a:off x="1791238" y="5386531"/>
            <a:ext cx="7734628" cy="830997"/>
            <a:chOff x="1785794" y="5424714"/>
            <a:chExt cx="7734628" cy="83099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A4CB10F-1203-5FD8-B8E5-0A7223BFC500}"/>
                </a:ext>
              </a:extLst>
            </p:cNvPr>
            <p:cNvSpPr txBox="1"/>
            <p:nvPr/>
          </p:nvSpPr>
          <p:spPr>
            <a:xfrm>
              <a:off x="4407854" y="5424714"/>
              <a:ext cx="5112568" cy="83099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GB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SELECT</a:t>
              </a:r>
              <a:r>
                <a:rPr lang="en-GB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product, MAX(price) AS </a:t>
              </a:r>
              <a:r>
                <a:rPr lang="en-GB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maxPrice</a:t>
              </a:r>
              <a:endParaRPr lang="en-GB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GB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FROM</a:t>
              </a:r>
              <a:r>
                <a:rPr lang="en-GB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sales</a:t>
              </a:r>
            </a:p>
            <a:p>
              <a:r>
                <a:rPr lang="en-GB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GROUP BY </a:t>
              </a:r>
              <a:r>
                <a:rPr lang="en-GB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product;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01E810B-7290-545C-76F4-0E033AFB65BC}"/>
                </a:ext>
              </a:extLst>
            </p:cNvPr>
            <p:cNvSpPr txBox="1"/>
            <p:nvPr/>
          </p:nvSpPr>
          <p:spPr>
            <a:xfrm>
              <a:off x="1785794" y="5602241"/>
              <a:ext cx="2458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SQL equivalent query: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3207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119550"/>
            <a:ext cx="8473787" cy="767465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Aggregation Function: max()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 November, 2024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13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A86B02-D3B0-6A96-33FA-BA1D65E044AC}"/>
              </a:ext>
            </a:extLst>
          </p:cNvPr>
          <p:cNvSpPr txBox="1"/>
          <p:nvPr/>
        </p:nvSpPr>
        <p:spPr>
          <a:xfrm>
            <a:off x="2155350" y="1003845"/>
            <a:ext cx="4952198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db.sales.aggregate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$group: {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_id: "$product",            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maxPrice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{ $max: "$price" 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AEE759D1-5F9E-B8A6-B9DB-5B2B2075CF14}"/>
              </a:ext>
            </a:extLst>
          </p:cNvPr>
          <p:cNvSpPr/>
          <p:nvPr/>
        </p:nvSpPr>
        <p:spPr>
          <a:xfrm rot="5400000">
            <a:off x="4235404" y="3525651"/>
            <a:ext cx="792088" cy="365125"/>
          </a:xfrm>
          <a:prstGeom prst="rightArrow">
            <a:avLst/>
          </a:prstGeom>
          <a:solidFill>
            <a:schemeClr val="accent1"/>
          </a:solidFill>
          <a:ln>
            <a:solidFill>
              <a:srgbClr val="008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Lucida Sans"/>
              <a:cs typeface="Lucida San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B054640-4E33-5FE6-CDA1-9FDDBD53AF4E}"/>
              </a:ext>
            </a:extLst>
          </p:cNvPr>
          <p:cNvGrpSpPr/>
          <p:nvPr/>
        </p:nvGrpSpPr>
        <p:grpSpPr>
          <a:xfrm>
            <a:off x="1196053" y="3789040"/>
            <a:ext cx="6870789" cy="2163281"/>
            <a:chOff x="1496616" y="3801681"/>
            <a:chExt cx="6870789" cy="216328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C282ACE-23E7-9DBA-D691-6548E334C259}"/>
                </a:ext>
              </a:extLst>
            </p:cNvPr>
            <p:cNvSpPr txBox="1"/>
            <p:nvPr/>
          </p:nvSpPr>
          <p:spPr>
            <a:xfrm>
              <a:off x="1538593" y="4149080"/>
              <a:ext cx="6828812" cy="181588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GB" sz="1600" dirty="0">
                  <a:latin typeface="Trebuchet MS" panose="020B0603020202020204" pitchFamily="34" charset="0"/>
                </a:rPr>
                <a:t>$filter=[‘aggregate’ =&gt; ‘sales’, ‘cursor’ =&gt; new </a:t>
              </a:r>
              <a:r>
                <a:rPr lang="en-GB" sz="1600" dirty="0" err="1">
                  <a:latin typeface="Trebuchet MS" panose="020B0603020202020204" pitchFamily="34" charset="0"/>
                </a:rPr>
                <a:t>stdClass</a:t>
              </a:r>
              <a:r>
                <a:rPr lang="en-GB" sz="1600" dirty="0">
                  <a:latin typeface="Trebuchet MS" panose="020B0603020202020204" pitchFamily="34" charset="0"/>
                </a:rPr>
                <a:t>(),</a:t>
              </a:r>
            </a:p>
            <a:p>
              <a:r>
                <a:rPr lang="en-GB" sz="1600" dirty="0">
                  <a:latin typeface="Trebuchet MS" panose="020B0603020202020204" pitchFamily="34" charset="0"/>
                </a:rPr>
                <a:t>          ‘pipeline’ =&gt; [  [‘$group’=&gt; [‘_id’=&gt;‘$product’,          </a:t>
              </a:r>
            </a:p>
            <a:p>
              <a:r>
                <a:rPr lang="en-GB" sz="1600" dirty="0">
                  <a:latin typeface="Trebuchet MS" panose="020B0603020202020204" pitchFamily="34" charset="0"/>
                </a:rPr>
                <a:t>                                                       ‘</a:t>
              </a:r>
              <a:r>
                <a:rPr lang="en-GB" sz="1600" dirty="0" err="1">
                  <a:latin typeface="Trebuchet MS" panose="020B0603020202020204" pitchFamily="34" charset="0"/>
                </a:rPr>
                <a:t>maxPrice</a:t>
              </a:r>
              <a:r>
                <a:rPr lang="en-GB" sz="1600" dirty="0">
                  <a:latin typeface="Trebuchet MS" panose="020B0603020202020204" pitchFamily="34" charset="0"/>
                </a:rPr>
                <a:t>’=&gt;[‘$max’=&gt;‘$price’]]</a:t>
              </a:r>
            </a:p>
            <a:p>
              <a:r>
                <a:rPr lang="en-GB" sz="1600" dirty="0">
                  <a:latin typeface="Trebuchet MS" panose="020B0603020202020204" pitchFamily="34" charset="0"/>
                </a:rPr>
                <a:t>                             ] ]  </a:t>
              </a:r>
            </a:p>
            <a:p>
              <a:r>
                <a:rPr lang="en-GB" sz="1600" dirty="0">
                  <a:latin typeface="Trebuchet MS" panose="020B0603020202020204" pitchFamily="34" charset="0"/>
                </a:rPr>
                <a:t>             ];         </a:t>
              </a:r>
            </a:p>
            <a:p>
              <a:r>
                <a:rPr lang="en-GB" sz="1600" dirty="0">
                  <a:latin typeface="Trebuchet MS" panose="020B0603020202020204" pitchFamily="34" charset="0"/>
                </a:rPr>
                <a:t>$option = [];              </a:t>
              </a:r>
            </a:p>
            <a:p>
              <a:r>
                <a:rPr lang="en-GB" sz="1600" dirty="0">
                  <a:latin typeface="Trebuchet MS" panose="020B0603020202020204" pitchFamily="34" charset="0"/>
                </a:rPr>
                <a:t>$command = new MongoDB\Driver\Command($filter, $option);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5246543-CD7C-0FD0-022D-1B5727F91F73}"/>
                </a:ext>
              </a:extLst>
            </p:cNvPr>
            <p:cNvSpPr txBox="1"/>
            <p:nvPr/>
          </p:nvSpPr>
          <p:spPr>
            <a:xfrm>
              <a:off x="1496616" y="3801681"/>
              <a:ext cx="1656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PHP 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8170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119550"/>
            <a:ext cx="8473787" cy="767465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Aggregation Function: </a:t>
            </a:r>
            <a:r>
              <a:rPr lang="en-GB" dirty="0" err="1"/>
              <a:t>avg</a:t>
            </a:r>
            <a:r>
              <a:rPr lang="en-GB" dirty="0"/>
              <a:t>()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 November, 2024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14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A86B02-D3B0-6A96-33FA-BA1D65E044AC}"/>
              </a:ext>
            </a:extLst>
          </p:cNvPr>
          <p:cNvSpPr txBox="1"/>
          <p:nvPr/>
        </p:nvSpPr>
        <p:spPr>
          <a:xfrm>
            <a:off x="280244" y="2883620"/>
            <a:ext cx="4952198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db.sales.aggregate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$group: {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_id: "$product",            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avgPrice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{ $</a:t>
            </a:r>
            <a:r>
              <a:rPr lang="en-GB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"$price" 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59EEF6-72E3-C553-AE0B-71A928DAE231}"/>
              </a:ext>
            </a:extLst>
          </p:cNvPr>
          <p:cNvGrpSpPr/>
          <p:nvPr/>
        </p:nvGrpSpPr>
        <p:grpSpPr>
          <a:xfrm>
            <a:off x="394557" y="769287"/>
            <a:ext cx="5488817" cy="1836864"/>
            <a:chOff x="360955" y="837950"/>
            <a:chExt cx="5488817" cy="183686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86F8B85-4BB5-DFAA-D86A-A70B4BC58C5F}"/>
                </a:ext>
              </a:extLst>
            </p:cNvPr>
            <p:cNvSpPr txBox="1"/>
            <p:nvPr/>
          </p:nvSpPr>
          <p:spPr>
            <a:xfrm>
              <a:off x="377825" y="1197486"/>
              <a:ext cx="5471947" cy="147732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1, "product": "A", "price": 100, "quantity": 10 }</a:t>
              </a:r>
            </a:p>
            <a:p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2, "product": "A", "price": 150, "quantity": 15 }</a:t>
              </a:r>
            </a:p>
            <a:p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3, "product": "B", "price": 200, "quantity": 20 }</a:t>
              </a:r>
            </a:p>
            <a:p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4, "product": "B", "price": 250, "quantity": 25 }</a:t>
              </a:r>
            </a:p>
            <a:p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5, "product": "A", "price": 80, "quantity": 5 }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FE702CD-6B4D-B0C7-D140-786E0792289F}"/>
                </a:ext>
              </a:extLst>
            </p:cNvPr>
            <p:cNvSpPr txBox="1"/>
            <p:nvPr/>
          </p:nvSpPr>
          <p:spPr>
            <a:xfrm>
              <a:off x="360955" y="837950"/>
              <a:ext cx="84762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sales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201F03F-C1BA-48B0-91D7-2DB43FD6AB54}"/>
              </a:ext>
            </a:extLst>
          </p:cNvPr>
          <p:cNvSpPr txBox="1"/>
          <p:nvPr/>
        </p:nvSpPr>
        <p:spPr>
          <a:xfrm>
            <a:off x="6187740" y="3529314"/>
            <a:ext cx="3229756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{ "_id": "A", “</a:t>
            </a:r>
            <a:r>
              <a:rPr lang="en-GB" dirty="0" err="1">
                <a:latin typeface="Helvetica" panose="020B0604020202020204" pitchFamily="34" charset="0"/>
                <a:cs typeface="Helvetica" panose="020B0604020202020204" pitchFamily="34" charset="0"/>
              </a:rPr>
              <a:t>avgPrice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": 110 }</a:t>
            </a:r>
          </a:p>
          <a:p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{ "_id": "B", “</a:t>
            </a:r>
            <a:r>
              <a:rPr lang="en-GB" dirty="0" err="1">
                <a:latin typeface="Helvetica" panose="020B0604020202020204" pitchFamily="34" charset="0"/>
                <a:cs typeface="Helvetica" panose="020B0604020202020204" pitchFamily="34" charset="0"/>
              </a:rPr>
              <a:t>avgPrice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": 225 }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AEE759D1-5F9E-B8A6-B9DB-5B2B2075CF14}"/>
              </a:ext>
            </a:extLst>
          </p:cNvPr>
          <p:cNvSpPr/>
          <p:nvPr/>
        </p:nvSpPr>
        <p:spPr>
          <a:xfrm>
            <a:off x="5265481" y="3669918"/>
            <a:ext cx="792088" cy="365125"/>
          </a:xfrm>
          <a:prstGeom prst="rightArrow">
            <a:avLst/>
          </a:prstGeom>
          <a:solidFill>
            <a:schemeClr val="accent1"/>
          </a:solidFill>
          <a:ln>
            <a:solidFill>
              <a:srgbClr val="008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Lucida Sans"/>
              <a:cs typeface="Lucida San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B31937F-1104-3315-9C1E-A7624C83A503}"/>
              </a:ext>
            </a:extLst>
          </p:cNvPr>
          <p:cNvGrpSpPr/>
          <p:nvPr/>
        </p:nvGrpSpPr>
        <p:grpSpPr>
          <a:xfrm>
            <a:off x="1791238" y="5386531"/>
            <a:ext cx="7734628" cy="830997"/>
            <a:chOff x="1785794" y="5424714"/>
            <a:chExt cx="7734628" cy="83099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A4CB10F-1203-5FD8-B8E5-0A7223BFC500}"/>
                </a:ext>
              </a:extLst>
            </p:cNvPr>
            <p:cNvSpPr txBox="1"/>
            <p:nvPr/>
          </p:nvSpPr>
          <p:spPr>
            <a:xfrm>
              <a:off x="4407854" y="5424714"/>
              <a:ext cx="5112568" cy="83099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GB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SELECT</a:t>
              </a:r>
              <a:r>
                <a:rPr lang="en-GB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product, AVG(price) AS </a:t>
              </a:r>
              <a:r>
                <a:rPr lang="en-GB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avgPrice</a:t>
              </a:r>
              <a:endParaRPr lang="en-GB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GB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FROM</a:t>
              </a:r>
              <a:r>
                <a:rPr lang="en-GB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sales</a:t>
              </a:r>
            </a:p>
            <a:p>
              <a:r>
                <a:rPr lang="en-GB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GROUP BY </a:t>
              </a:r>
              <a:r>
                <a:rPr lang="en-GB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product;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01E810B-7290-545C-76F4-0E033AFB65BC}"/>
                </a:ext>
              </a:extLst>
            </p:cNvPr>
            <p:cNvSpPr txBox="1"/>
            <p:nvPr/>
          </p:nvSpPr>
          <p:spPr>
            <a:xfrm>
              <a:off x="1785794" y="5602241"/>
              <a:ext cx="2458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SQL equivalent query: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1248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119550"/>
            <a:ext cx="8473787" cy="767465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Aggregation Function: </a:t>
            </a:r>
            <a:r>
              <a:rPr lang="en-GB" dirty="0" err="1"/>
              <a:t>avg</a:t>
            </a:r>
            <a:r>
              <a:rPr lang="en-GB" dirty="0"/>
              <a:t>()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 November, 2024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15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A86B02-D3B0-6A96-33FA-BA1D65E044AC}"/>
              </a:ext>
            </a:extLst>
          </p:cNvPr>
          <p:cNvSpPr txBox="1"/>
          <p:nvPr/>
        </p:nvSpPr>
        <p:spPr>
          <a:xfrm>
            <a:off x="2237684" y="980727"/>
            <a:ext cx="4952198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db.sales.aggregate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$group: {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_id: "$product",            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avgPrice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{ $</a:t>
            </a:r>
            <a:r>
              <a:rPr lang="en-GB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"$price" 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C977AE74-C655-5A7C-007B-0B2E649A7AA3}"/>
              </a:ext>
            </a:extLst>
          </p:cNvPr>
          <p:cNvSpPr/>
          <p:nvPr/>
        </p:nvSpPr>
        <p:spPr>
          <a:xfrm rot="5400000">
            <a:off x="4317738" y="3500328"/>
            <a:ext cx="792088" cy="365125"/>
          </a:xfrm>
          <a:prstGeom prst="rightArrow">
            <a:avLst/>
          </a:prstGeom>
          <a:solidFill>
            <a:schemeClr val="accent1"/>
          </a:solidFill>
          <a:ln>
            <a:solidFill>
              <a:srgbClr val="008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Lucida Sans"/>
              <a:cs typeface="Lucida San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B28509A-1D8B-746B-1A6E-602B940D0A42}"/>
              </a:ext>
            </a:extLst>
          </p:cNvPr>
          <p:cNvGrpSpPr/>
          <p:nvPr/>
        </p:nvGrpSpPr>
        <p:grpSpPr>
          <a:xfrm>
            <a:off x="1257400" y="3731535"/>
            <a:ext cx="6870789" cy="2163281"/>
            <a:chOff x="1496616" y="3801681"/>
            <a:chExt cx="6870789" cy="216328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3D9A147-C0CC-AB7B-F9B0-819BC18B4D10}"/>
                </a:ext>
              </a:extLst>
            </p:cNvPr>
            <p:cNvSpPr txBox="1"/>
            <p:nvPr/>
          </p:nvSpPr>
          <p:spPr>
            <a:xfrm>
              <a:off x="1538593" y="4149080"/>
              <a:ext cx="6828812" cy="181588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GB" sz="1600" dirty="0">
                  <a:latin typeface="Trebuchet MS" panose="020B0603020202020204" pitchFamily="34" charset="0"/>
                </a:rPr>
                <a:t>$filter=[‘aggregate’ =&gt; ‘sales’, ‘cursor’ =&gt; new </a:t>
              </a:r>
              <a:r>
                <a:rPr lang="en-GB" sz="1600" dirty="0" err="1">
                  <a:latin typeface="Trebuchet MS" panose="020B0603020202020204" pitchFamily="34" charset="0"/>
                </a:rPr>
                <a:t>stdClass</a:t>
              </a:r>
              <a:r>
                <a:rPr lang="en-GB" sz="1600" dirty="0">
                  <a:latin typeface="Trebuchet MS" panose="020B0603020202020204" pitchFamily="34" charset="0"/>
                </a:rPr>
                <a:t>(),</a:t>
              </a:r>
            </a:p>
            <a:p>
              <a:r>
                <a:rPr lang="en-GB" sz="1600" dirty="0">
                  <a:latin typeface="Trebuchet MS" panose="020B0603020202020204" pitchFamily="34" charset="0"/>
                </a:rPr>
                <a:t>          ‘pipeline’ =&gt; [  [‘$group’=&gt; [‘_id’=&gt;‘$product’,          </a:t>
              </a:r>
            </a:p>
            <a:p>
              <a:r>
                <a:rPr lang="en-GB" sz="1600" dirty="0">
                  <a:latin typeface="Trebuchet MS" panose="020B0603020202020204" pitchFamily="34" charset="0"/>
                </a:rPr>
                <a:t>                                                       ‘</a:t>
              </a:r>
              <a:r>
                <a:rPr lang="en-GB" sz="1600" dirty="0" err="1">
                  <a:latin typeface="Trebuchet MS" panose="020B0603020202020204" pitchFamily="34" charset="0"/>
                </a:rPr>
                <a:t>avgPrice</a:t>
              </a:r>
              <a:r>
                <a:rPr lang="en-GB" sz="1600" dirty="0">
                  <a:latin typeface="Trebuchet MS" panose="020B0603020202020204" pitchFamily="34" charset="0"/>
                </a:rPr>
                <a:t>’=&gt;[‘$</a:t>
              </a:r>
              <a:r>
                <a:rPr lang="en-GB" sz="1600" dirty="0" err="1">
                  <a:latin typeface="Trebuchet MS" panose="020B0603020202020204" pitchFamily="34" charset="0"/>
                </a:rPr>
                <a:t>avg</a:t>
              </a:r>
              <a:r>
                <a:rPr lang="en-GB" sz="1600" dirty="0">
                  <a:latin typeface="Trebuchet MS" panose="020B0603020202020204" pitchFamily="34" charset="0"/>
                </a:rPr>
                <a:t>’=&gt;‘$price’]]</a:t>
              </a:r>
            </a:p>
            <a:p>
              <a:r>
                <a:rPr lang="en-GB" sz="1600" dirty="0">
                  <a:latin typeface="Trebuchet MS" panose="020B0603020202020204" pitchFamily="34" charset="0"/>
                </a:rPr>
                <a:t>                             ] ]  </a:t>
              </a:r>
            </a:p>
            <a:p>
              <a:r>
                <a:rPr lang="en-GB" sz="1600" dirty="0">
                  <a:latin typeface="Trebuchet MS" panose="020B0603020202020204" pitchFamily="34" charset="0"/>
                </a:rPr>
                <a:t>             ];         </a:t>
              </a:r>
            </a:p>
            <a:p>
              <a:r>
                <a:rPr lang="en-GB" sz="1600" dirty="0">
                  <a:latin typeface="Trebuchet MS" panose="020B0603020202020204" pitchFamily="34" charset="0"/>
                </a:rPr>
                <a:t>$option = [];              </a:t>
              </a:r>
            </a:p>
            <a:p>
              <a:r>
                <a:rPr lang="en-GB" sz="1600" dirty="0">
                  <a:latin typeface="Trebuchet MS" panose="020B0603020202020204" pitchFamily="34" charset="0"/>
                </a:rPr>
                <a:t>$command = new MongoDB\Driver\Command($filter, $option);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433F84A-84F5-4CF7-5144-CFB4410545A5}"/>
                </a:ext>
              </a:extLst>
            </p:cNvPr>
            <p:cNvSpPr txBox="1"/>
            <p:nvPr/>
          </p:nvSpPr>
          <p:spPr>
            <a:xfrm>
              <a:off x="1496616" y="3801681"/>
              <a:ext cx="1656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PHP 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04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119550"/>
            <a:ext cx="8473787" cy="767465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Aggregation Function: first()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 November, 2024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16</a:t>
            </a:fld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7581B42-1B2E-E92E-BFF0-F975878078D0}"/>
              </a:ext>
            </a:extLst>
          </p:cNvPr>
          <p:cNvGrpSpPr/>
          <p:nvPr/>
        </p:nvGrpSpPr>
        <p:grpSpPr>
          <a:xfrm>
            <a:off x="635000" y="887015"/>
            <a:ext cx="6189547" cy="1323439"/>
            <a:chOff x="-462328" y="1153077"/>
            <a:chExt cx="6189547" cy="132343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06BE386-906D-41D6-3301-D7E982D54893}"/>
                </a:ext>
              </a:extLst>
            </p:cNvPr>
            <p:cNvSpPr txBox="1"/>
            <p:nvPr/>
          </p:nvSpPr>
          <p:spPr>
            <a:xfrm>
              <a:off x="255272" y="1153077"/>
              <a:ext cx="5471947" cy="132343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1, "product": "A", "price": 100, "quantity": 10 }</a:t>
              </a:r>
            </a:p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2, "product": "A", "price": 150, "quantity": 15 }</a:t>
              </a:r>
            </a:p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3, "product": "B", "price": 200, "quantity": 20 }</a:t>
              </a:r>
            </a:p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4, "product": "B", "price": 250, "quantity": 25 }</a:t>
              </a:r>
            </a:p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5, "product": "A", "price": 80, "quantity": 5 }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28F0418-8AFF-6812-B8EC-5A8E70644FEA}"/>
                </a:ext>
              </a:extLst>
            </p:cNvPr>
            <p:cNvSpPr txBox="1"/>
            <p:nvPr/>
          </p:nvSpPr>
          <p:spPr>
            <a:xfrm>
              <a:off x="-462328" y="1579992"/>
              <a:ext cx="84762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sales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2302704-10F1-1015-5E45-0E6E2056D2F4}"/>
              </a:ext>
            </a:extLst>
          </p:cNvPr>
          <p:cNvSpPr txBox="1"/>
          <p:nvPr/>
        </p:nvSpPr>
        <p:spPr>
          <a:xfrm>
            <a:off x="272480" y="2299969"/>
            <a:ext cx="5471947" cy="218521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17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db.sales.aggregate</a:t>
            </a:r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$group: {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_id: "$product",                  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7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firstPrice</a:t>
            </a:r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{ $first: "$price" }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E9CCDF-585E-0C8F-FB14-22EA8F01A613}"/>
              </a:ext>
            </a:extLst>
          </p:cNvPr>
          <p:cNvSpPr txBox="1"/>
          <p:nvPr/>
        </p:nvSpPr>
        <p:spPr>
          <a:xfrm>
            <a:off x="6536515" y="3092893"/>
            <a:ext cx="2757586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dirty="0"/>
              <a:t>{ "_id": "A", "</a:t>
            </a:r>
            <a:r>
              <a:rPr lang="en-GB" sz="1600" dirty="0" err="1"/>
              <a:t>firstPrice</a:t>
            </a:r>
            <a:r>
              <a:rPr lang="en-GB" sz="1600" dirty="0"/>
              <a:t>": 100 }</a:t>
            </a:r>
          </a:p>
          <a:p>
            <a:r>
              <a:rPr lang="en-GB" sz="1600" dirty="0"/>
              <a:t>{ "_id": "B", "</a:t>
            </a:r>
            <a:r>
              <a:rPr lang="en-GB" sz="1600" dirty="0" err="1"/>
              <a:t>firstPrice</a:t>
            </a:r>
            <a:r>
              <a:rPr lang="en-GB" sz="1600" dirty="0"/>
              <a:t>": 200 }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F8241C4-AC5B-46A9-CCA7-88E1E27F913B}"/>
              </a:ext>
            </a:extLst>
          </p:cNvPr>
          <p:cNvSpPr/>
          <p:nvPr/>
        </p:nvSpPr>
        <p:spPr>
          <a:xfrm>
            <a:off x="5744427" y="3210013"/>
            <a:ext cx="792088" cy="365125"/>
          </a:xfrm>
          <a:prstGeom prst="rightArrow">
            <a:avLst/>
          </a:prstGeom>
          <a:solidFill>
            <a:schemeClr val="accent1"/>
          </a:solidFill>
          <a:ln>
            <a:solidFill>
              <a:srgbClr val="008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Lucida Sans"/>
              <a:cs typeface="Lucida San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01B1143-E954-0918-0E05-6E367C646A46}"/>
              </a:ext>
            </a:extLst>
          </p:cNvPr>
          <p:cNvGrpSpPr/>
          <p:nvPr/>
        </p:nvGrpSpPr>
        <p:grpSpPr>
          <a:xfrm>
            <a:off x="704528" y="4557161"/>
            <a:ext cx="7704856" cy="1708160"/>
            <a:chOff x="704528" y="4557161"/>
            <a:chExt cx="7704856" cy="170816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D164C72-57C3-FD75-DD52-EB823B525B4F}"/>
                </a:ext>
              </a:extLst>
            </p:cNvPr>
            <p:cNvSpPr txBox="1"/>
            <p:nvPr/>
          </p:nvSpPr>
          <p:spPr>
            <a:xfrm>
              <a:off x="2036436" y="4557161"/>
              <a:ext cx="6372948" cy="170816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GB" sz="1500" dirty="0">
                  <a:latin typeface="Trebuchet MS" panose="020B0603020202020204" pitchFamily="34" charset="0"/>
                </a:rPr>
                <a:t>$filter=[‘aggregate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 =&gt; ‘sales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, ‘cursor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 =&gt; new </a:t>
              </a:r>
              <a:r>
                <a:rPr lang="en-GB" sz="1500" dirty="0" err="1">
                  <a:latin typeface="Trebuchet MS" panose="020B0603020202020204" pitchFamily="34" charset="0"/>
                </a:rPr>
                <a:t>stdClass</a:t>
              </a:r>
              <a:r>
                <a:rPr lang="en-GB" sz="1500" dirty="0">
                  <a:latin typeface="Trebuchet MS" panose="020B0603020202020204" pitchFamily="34" charset="0"/>
                </a:rPr>
                <a:t>(),</a:t>
              </a:r>
            </a:p>
            <a:p>
              <a:r>
                <a:rPr lang="en-GB" sz="1500" dirty="0">
                  <a:latin typeface="Trebuchet MS" panose="020B0603020202020204" pitchFamily="34" charset="0"/>
                </a:rPr>
                <a:t>          ‘pipeline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 =&gt; [  [‘$group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 =&gt; [‘_id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=&gt;‘$product’,          </a:t>
              </a:r>
            </a:p>
            <a:p>
              <a:r>
                <a:rPr lang="en-GB" sz="1500" dirty="0">
                  <a:latin typeface="Trebuchet MS" panose="020B0603020202020204" pitchFamily="34" charset="0"/>
                </a:rPr>
                <a:t>                                                       ‘</a:t>
              </a:r>
              <a:r>
                <a:rPr lang="en-GB" sz="1500" dirty="0" err="1">
                  <a:latin typeface="Trebuchet MS" panose="020B0603020202020204" pitchFamily="34" charset="0"/>
                </a:rPr>
                <a:t>firstPrice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=&gt;[‘$first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=&gt;‘$price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]]</a:t>
              </a:r>
            </a:p>
            <a:p>
              <a:r>
                <a:rPr lang="en-GB" sz="1500" dirty="0">
                  <a:latin typeface="Trebuchet MS" panose="020B0603020202020204" pitchFamily="34" charset="0"/>
                </a:rPr>
                <a:t>                             ] ]  </a:t>
              </a:r>
            </a:p>
            <a:p>
              <a:r>
                <a:rPr lang="en-GB" sz="1500" dirty="0">
                  <a:latin typeface="Trebuchet MS" panose="020B0603020202020204" pitchFamily="34" charset="0"/>
                </a:rPr>
                <a:t>             ];         </a:t>
              </a:r>
            </a:p>
            <a:p>
              <a:r>
                <a:rPr lang="en-GB" sz="1500" dirty="0">
                  <a:latin typeface="Trebuchet MS" panose="020B0603020202020204" pitchFamily="34" charset="0"/>
                </a:rPr>
                <a:t>$option = [];              </a:t>
              </a:r>
            </a:p>
            <a:p>
              <a:r>
                <a:rPr lang="en-GB" sz="1500" dirty="0">
                  <a:latin typeface="Trebuchet MS" panose="020B0603020202020204" pitchFamily="34" charset="0"/>
                </a:rPr>
                <a:t>$command = new MongoDB\Driver\Command($filter, $option);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705548B-4648-4892-D7CE-890F907738E1}"/>
                </a:ext>
              </a:extLst>
            </p:cNvPr>
            <p:cNvSpPr txBox="1"/>
            <p:nvPr/>
          </p:nvSpPr>
          <p:spPr>
            <a:xfrm>
              <a:off x="704528" y="5196024"/>
              <a:ext cx="1656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PHP 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2774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119550"/>
            <a:ext cx="8473787" cy="767465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Aggregation Function: last()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 November, 2024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17</a:t>
            </a:fld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7581B42-1B2E-E92E-BFF0-F975878078D0}"/>
              </a:ext>
            </a:extLst>
          </p:cNvPr>
          <p:cNvGrpSpPr/>
          <p:nvPr/>
        </p:nvGrpSpPr>
        <p:grpSpPr>
          <a:xfrm>
            <a:off x="635000" y="887015"/>
            <a:ext cx="6189547" cy="1323439"/>
            <a:chOff x="-462328" y="1153077"/>
            <a:chExt cx="6189547" cy="132343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06BE386-906D-41D6-3301-D7E982D54893}"/>
                </a:ext>
              </a:extLst>
            </p:cNvPr>
            <p:cNvSpPr txBox="1"/>
            <p:nvPr/>
          </p:nvSpPr>
          <p:spPr>
            <a:xfrm>
              <a:off x="255272" y="1153077"/>
              <a:ext cx="5471947" cy="132343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1, "product": "A", "price": 100, "quantity": 10 }</a:t>
              </a:r>
            </a:p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2, "product": "A", "price": 150, "quantity": 15 }</a:t>
              </a:r>
            </a:p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3, "product": "B", "price": 200, "quantity": 20 }</a:t>
              </a:r>
            </a:p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4, "product": "B", "price": 250, "quantity": 25 }</a:t>
              </a:r>
            </a:p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5, "product": "A", "price": 80, "quantity": 5 }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28F0418-8AFF-6812-B8EC-5A8E70644FEA}"/>
                </a:ext>
              </a:extLst>
            </p:cNvPr>
            <p:cNvSpPr txBox="1"/>
            <p:nvPr/>
          </p:nvSpPr>
          <p:spPr>
            <a:xfrm>
              <a:off x="-462328" y="1579992"/>
              <a:ext cx="84762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sales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2302704-10F1-1015-5E45-0E6E2056D2F4}"/>
              </a:ext>
            </a:extLst>
          </p:cNvPr>
          <p:cNvSpPr txBox="1"/>
          <p:nvPr/>
        </p:nvSpPr>
        <p:spPr>
          <a:xfrm>
            <a:off x="272480" y="2299969"/>
            <a:ext cx="5471947" cy="218521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17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db.sales.aggregate</a:t>
            </a:r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$group: {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_id: "$product",                  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lastPrice: { $last: "$price" }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E9CCDF-585E-0C8F-FB14-22EA8F01A613}"/>
              </a:ext>
            </a:extLst>
          </p:cNvPr>
          <p:cNvSpPr txBox="1"/>
          <p:nvPr/>
        </p:nvSpPr>
        <p:spPr>
          <a:xfrm>
            <a:off x="6536515" y="3092893"/>
            <a:ext cx="2757586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dirty="0"/>
              <a:t>{ "_id": "A", “lastPrice": 80 }</a:t>
            </a:r>
          </a:p>
          <a:p>
            <a:r>
              <a:rPr lang="en-GB" sz="1600" dirty="0"/>
              <a:t>{ "_id": "B", “lastPrice": 250 }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F8241C4-AC5B-46A9-CCA7-88E1E27F913B}"/>
              </a:ext>
            </a:extLst>
          </p:cNvPr>
          <p:cNvSpPr/>
          <p:nvPr/>
        </p:nvSpPr>
        <p:spPr>
          <a:xfrm>
            <a:off x="5744427" y="3210013"/>
            <a:ext cx="792088" cy="365125"/>
          </a:xfrm>
          <a:prstGeom prst="rightArrow">
            <a:avLst/>
          </a:prstGeom>
          <a:solidFill>
            <a:schemeClr val="accent1"/>
          </a:solidFill>
          <a:ln>
            <a:solidFill>
              <a:srgbClr val="008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Lucida Sans"/>
              <a:cs typeface="Lucida San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01B1143-E954-0918-0E05-6E367C646A46}"/>
              </a:ext>
            </a:extLst>
          </p:cNvPr>
          <p:cNvGrpSpPr/>
          <p:nvPr/>
        </p:nvGrpSpPr>
        <p:grpSpPr>
          <a:xfrm>
            <a:off x="704528" y="4557161"/>
            <a:ext cx="7704856" cy="1708160"/>
            <a:chOff x="704528" y="4557161"/>
            <a:chExt cx="7704856" cy="170816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D164C72-57C3-FD75-DD52-EB823B525B4F}"/>
                </a:ext>
              </a:extLst>
            </p:cNvPr>
            <p:cNvSpPr txBox="1"/>
            <p:nvPr/>
          </p:nvSpPr>
          <p:spPr>
            <a:xfrm>
              <a:off x="2036436" y="4557161"/>
              <a:ext cx="6372948" cy="170816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GB" sz="1500" dirty="0">
                  <a:latin typeface="Trebuchet MS" panose="020B0603020202020204" pitchFamily="34" charset="0"/>
                </a:rPr>
                <a:t>$filter=[‘aggregate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 =&gt; ‘sales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, ‘cursor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 =&gt; new </a:t>
              </a:r>
              <a:r>
                <a:rPr lang="en-GB" sz="1500" dirty="0" err="1">
                  <a:latin typeface="Trebuchet MS" panose="020B0603020202020204" pitchFamily="34" charset="0"/>
                </a:rPr>
                <a:t>stdClass</a:t>
              </a:r>
              <a:r>
                <a:rPr lang="en-GB" sz="1500" dirty="0">
                  <a:latin typeface="Trebuchet MS" panose="020B0603020202020204" pitchFamily="34" charset="0"/>
                </a:rPr>
                <a:t>(),</a:t>
              </a:r>
            </a:p>
            <a:p>
              <a:r>
                <a:rPr lang="en-GB" sz="1500" dirty="0">
                  <a:latin typeface="Trebuchet MS" panose="020B0603020202020204" pitchFamily="34" charset="0"/>
                </a:rPr>
                <a:t>          ‘pipeline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 =&gt; [  [‘$group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 =&gt; [‘_id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=&gt;‘$product’,          </a:t>
              </a:r>
            </a:p>
            <a:p>
              <a:r>
                <a:rPr lang="en-GB" sz="1500" dirty="0">
                  <a:latin typeface="Trebuchet MS" panose="020B0603020202020204" pitchFamily="34" charset="0"/>
                </a:rPr>
                <a:t>                                                       ‘</a:t>
              </a:r>
              <a:r>
                <a:rPr lang="en-GB" sz="1500" dirty="0" err="1">
                  <a:latin typeface="Trebuchet MS" panose="020B0603020202020204" pitchFamily="34" charset="0"/>
                </a:rPr>
                <a:t>lastPrice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=&gt;[‘$last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=&gt;‘$price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]]</a:t>
              </a:r>
            </a:p>
            <a:p>
              <a:r>
                <a:rPr lang="en-GB" sz="1500" dirty="0">
                  <a:latin typeface="Trebuchet MS" panose="020B0603020202020204" pitchFamily="34" charset="0"/>
                </a:rPr>
                <a:t>                             ] ]  </a:t>
              </a:r>
            </a:p>
            <a:p>
              <a:r>
                <a:rPr lang="en-GB" sz="1500" dirty="0">
                  <a:latin typeface="Trebuchet MS" panose="020B0603020202020204" pitchFamily="34" charset="0"/>
                </a:rPr>
                <a:t>             ];         </a:t>
              </a:r>
            </a:p>
            <a:p>
              <a:r>
                <a:rPr lang="en-GB" sz="1500" dirty="0">
                  <a:latin typeface="Trebuchet MS" panose="020B0603020202020204" pitchFamily="34" charset="0"/>
                </a:rPr>
                <a:t>$option = [];              </a:t>
              </a:r>
            </a:p>
            <a:p>
              <a:r>
                <a:rPr lang="en-GB" sz="1500" dirty="0">
                  <a:latin typeface="Trebuchet MS" panose="020B0603020202020204" pitchFamily="34" charset="0"/>
                </a:rPr>
                <a:t>$command = new MongoDB\Driver\Command($filter, $option);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705548B-4648-4892-D7CE-890F907738E1}"/>
                </a:ext>
              </a:extLst>
            </p:cNvPr>
            <p:cNvSpPr txBox="1"/>
            <p:nvPr/>
          </p:nvSpPr>
          <p:spPr>
            <a:xfrm>
              <a:off x="704528" y="5196024"/>
              <a:ext cx="1656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PHP 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4705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119550"/>
            <a:ext cx="8473787" cy="767465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Aggregation Function: sum()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 November, 2024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18</a:t>
            </a:fld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7581B42-1B2E-E92E-BFF0-F975878078D0}"/>
              </a:ext>
            </a:extLst>
          </p:cNvPr>
          <p:cNvGrpSpPr/>
          <p:nvPr/>
        </p:nvGrpSpPr>
        <p:grpSpPr>
          <a:xfrm>
            <a:off x="-23539" y="864158"/>
            <a:ext cx="5776611" cy="1323439"/>
            <a:chOff x="-462328" y="1153077"/>
            <a:chExt cx="5776611" cy="132343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06BE386-906D-41D6-3301-D7E982D54893}"/>
                </a:ext>
              </a:extLst>
            </p:cNvPr>
            <p:cNvSpPr txBox="1"/>
            <p:nvPr/>
          </p:nvSpPr>
          <p:spPr>
            <a:xfrm>
              <a:off x="255273" y="1153077"/>
              <a:ext cx="5059010" cy="132343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1, "product": "A", "price": 100, "quantity": 10 }</a:t>
              </a:r>
            </a:p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2, "product": "A", "price": 150, "quantity": 15 }</a:t>
              </a:r>
            </a:p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3, "product": "B", "price": 200, "quantity": 20 }</a:t>
              </a:r>
            </a:p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4, "product": "B", "price": 250, "quantity": 25 }</a:t>
              </a:r>
            </a:p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5, "product": "A", "price": 80, "quantity": 5 }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28F0418-8AFF-6812-B8EC-5A8E70644FEA}"/>
                </a:ext>
              </a:extLst>
            </p:cNvPr>
            <p:cNvSpPr txBox="1"/>
            <p:nvPr/>
          </p:nvSpPr>
          <p:spPr>
            <a:xfrm>
              <a:off x="-462328" y="1579992"/>
              <a:ext cx="84762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sales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2302704-10F1-1015-5E45-0E6E2056D2F4}"/>
              </a:ext>
            </a:extLst>
          </p:cNvPr>
          <p:cNvSpPr txBox="1"/>
          <p:nvPr/>
        </p:nvSpPr>
        <p:spPr>
          <a:xfrm>
            <a:off x="114627" y="2291200"/>
            <a:ext cx="5744427" cy="218521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17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db.sales.aggregate</a:t>
            </a:r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$group: {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_id: "$product",                  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totalQuantity: { $sum: "$quantity" }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E9CCDF-585E-0C8F-FB14-22EA8F01A613}"/>
              </a:ext>
            </a:extLst>
          </p:cNvPr>
          <p:cNvSpPr txBox="1"/>
          <p:nvPr/>
        </p:nvSpPr>
        <p:spPr>
          <a:xfrm>
            <a:off x="6536515" y="3092893"/>
            <a:ext cx="2974198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dirty="0"/>
              <a:t>{ "_id": "A", "totalQuantity": 30 }</a:t>
            </a:r>
          </a:p>
          <a:p>
            <a:r>
              <a:rPr lang="en-GB" sz="1600" dirty="0"/>
              <a:t>{ "_id": "B", "totalQuantity": 45 }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F8241C4-AC5B-46A9-CCA7-88E1E27F913B}"/>
              </a:ext>
            </a:extLst>
          </p:cNvPr>
          <p:cNvSpPr/>
          <p:nvPr/>
        </p:nvSpPr>
        <p:spPr>
          <a:xfrm>
            <a:off x="5859053" y="3210013"/>
            <a:ext cx="677461" cy="365125"/>
          </a:xfrm>
          <a:prstGeom prst="rightArrow">
            <a:avLst/>
          </a:prstGeom>
          <a:solidFill>
            <a:schemeClr val="accent1"/>
          </a:solidFill>
          <a:ln>
            <a:solidFill>
              <a:srgbClr val="008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Lucida Sans"/>
              <a:cs typeface="Lucida San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01B1143-E954-0918-0E05-6E367C646A46}"/>
              </a:ext>
            </a:extLst>
          </p:cNvPr>
          <p:cNvGrpSpPr/>
          <p:nvPr/>
        </p:nvGrpSpPr>
        <p:grpSpPr>
          <a:xfrm>
            <a:off x="704528" y="4557161"/>
            <a:ext cx="8296598" cy="1708160"/>
            <a:chOff x="704528" y="4557161"/>
            <a:chExt cx="8296598" cy="170816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D164C72-57C3-FD75-DD52-EB823B525B4F}"/>
                </a:ext>
              </a:extLst>
            </p:cNvPr>
            <p:cNvSpPr txBox="1"/>
            <p:nvPr/>
          </p:nvSpPr>
          <p:spPr>
            <a:xfrm>
              <a:off x="2036436" y="4557161"/>
              <a:ext cx="6964690" cy="170816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GB" sz="1500" dirty="0">
                  <a:latin typeface="Trebuchet MS" panose="020B0603020202020204" pitchFamily="34" charset="0"/>
                </a:rPr>
                <a:t>$filter=[‘aggregate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 =&gt; ‘sales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, ‘cursor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 =&gt; new </a:t>
              </a:r>
              <a:r>
                <a:rPr lang="en-GB" sz="1500" dirty="0" err="1">
                  <a:latin typeface="Trebuchet MS" panose="020B0603020202020204" pitchFamily="34" charset="0"/>
                </a:rPr>
                <a:t>stdClass</a:t>
              </a:r>
              <a:r>
                <a:rPr lang="en-GB" sz="1500" dirty="0">
                  <a:latin typeface="Trebuchet MS" panose="020B0603020202020204" pitchFamily="34" charset="0"/>
                </a:rPr>
                <a:t>(),</a:t>
              </a:r>
            </a:p>
            <a:p>
              <a:r>
                <a:rPr lang="en-GB" sz="1500" dirty="0">
                  <a:latin typeface="Trebuchet MS" panose="020B0603020202020204" pitchFamily="34" charset="0"/>
                </a:rPr>
                <a:t>          ‘pipeline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 =&gt; [  [‘$group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 =&gt; [‘_id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=&gt;‘$product’,          </a:t>
              </a:r>
            </a:p>
            <a:p>
              <a:r>
                <a:rPr lang="en-GB" sz="1500" dirty="0">
                  <a:latin typeface="Trebuchet MS" panose="020B0603020202020204" pitchFamily="34" charset="0"/>
                </a:rPr>
                <a:t>                                                       ‘</a:t>
              </a:r>
              <a:r>
                <a:rPr lang="en-GB" sz="1500" dirty="0" err="1">
                  <a:latin typeface="Trebuchet MS" panose="020B0603020202020204" pitchFamily="34" charset="0"/>
                </a:rPr>
                <a:t>totalQuantity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=&gt;[‘$sum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=&gt;‘$quantity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]]</a:t>
              </a:r>
            </a:p>
            <a:p>
              <a:r>
                <a:rPr lang="en-GB" sz="1500" dirty="0">
                  <a:latin typeface="Trebuchet MS" panose="020B0603020202020204" pitchFamily="34" charset="0"/>
                </a:rPr>
                <a:t>                             ] ]  </a:t>
              </a:r>
            </a:p>
            <a:p>
              <a:r>
                <a:rPr lang="en-GB" sz="1500" dirty="0">
                  <a:latin typeface="Trebuchet MS" panose="020B0603020202020204" pitchFamily="34" charset="0"/>
                </a:rPr>
                <a:t>             ];         </a:t>
              </a:r>
            </a:p>
            <a:p>
              <a:r>
                <a:rPr lang="en-GB" sz="1500" dirty="0">
                  <a:latin typeface="Trebuchet MS" panose="020B0603020202020204" pitchFamily="34" charset="0"/>
                </a:rPr>
                <a:t>$option = [];              </a:t>
              </a:r>
            </a:p>
            <a:p>
              <a:r>
                <a:rPr lang="en-GB" sz="1500" dirty="0">
                  <a:latin typeface="Trebuchet MS" panose="020B0603020202020204" pitchFamily="34" charset="0"/>
                </a:rPr>
                <a:t>$command = new MongoDB\Driver\Command($filter, $option);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705548B-4648-4892-D7CE-890F907738E1}"/>
                </a:ext>
              </a:extLst>
            </p:cNvPr>
            <p:cNvSpPr txBox="1"/>
            <p:nvPr/>
          </p:nvSpPr>
          <p:spPr>
            <a:xfrm>
              <a:off x="704528" y="5196024"/>
              <a:ext cx="1656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PHP Code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5680716-7629-E2E2-45F1-1DC387656763}"/>
              </a:ext>
            </a:extLst>
          </p:cNvPr>
          <p:cNvGrpSpPr/>
          <p:nvPr/>
        </p:nvGrpSpPr>
        <p:grpSpPr>
          <a:xfrm>
            <a:off x="5961112" y="966312"/>
            <a:ext cx="3929040" cy="1260983"/>
            <a:chOff x="6158026" y="1130165"/>
            <a:chExt cx="3733076" cy="126098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3BDC165-757E-A32C-EA2F-38665ADA056D}"/>
                </a:ext>
              </a:extLst>
            </p:cNvPr>
            <p:cNvSpPr txBox="1"/>
            <p:nvPr/>
          </p:nvSpPr>
          <p:spPr>
            <a:xfrm>
              <a:off x="6158026" y="1498596"/>
              <a:ext cx="3733076" cy="892552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GB" sz="1300" dirty="0">
                  <a:latin typeface="Trebuchet MS" panose="020B0603020202020204" pitchFamily="34" charset="0"/>
                  <a:cs typeface="Courier New" panose="02070309020205020404" pitchFamily="49" charset="0"/>
                </a:rPr>
                <a:t>SELECT product, SUM(quantity) AS totalQuantity</a:t>
              </a:r>
            </a:p>
            <a:p>
              <a:r>
                <a:rPr lang="en-GB" sz="1300" dirty="0">
                  <a:latin typeface="Trebuchet MS" panose="020B0603020202020204" pitchFamily="34" charset="0"/>
                  <a:cs typeface="Courier New" panose="02070309020205020404" pitchFamily="49" charset="0"/>
                </a:rPr>
                <a:t>FROM sales</a:t>
              </a:r>
            </a:p>
            <a:p>
              <a:r>
                <a:rPr lang="en-GB" sz="1300" dirty="0">
                  <a:latin typeface="Trebuchet MS" panose="020B0603020202020204" pitchFamily="34" charset="0"/>
                  <a:cs typeface="Courier New" panose="02070309020205020404" pitchFamily="49" charset="0"/>
                </a:rPr>
                <a:t>GROUP BY product;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9BB2654-6D5D-2331-C3BB-B0FDE1432085}"/>
                </a:ext>
              </a:extLst>
            </p:cNvPr>
            <p:cNvSpPr txBox="1"/>
            <p:nvPr/>
          </p:nvSpPr>
          <p:spPr>
            <a:xfrm>
              <a:off x="6285946" y="1130165"/>
              <a:ext cx="19493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SQL equivalent query: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3336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119550"/>
            <a:ext cx="8473787" cy="767465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Aggregation Function: sum()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 November, 2024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19</a:t>
            </a:fld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7581B42-1B2E-E92E-BFF0-F975878078D0}"/>
              </a:ext>
            </a:extLst>
          </p:cNvPr>
          <p:cNvGrpSpPr/>
          <p:nvPr/>
        </p:nvGrpSpPr>
        <p:grpSpPr>
          <a:xfrm>
            <a:off x="-20404" y="887015"/>
            <a:ext cx="6189547" cy="1323439"/>
            <a:chOff x="-462328" y="1153077"/>
            <a:chExt cx="6189547" cy="132343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06BE386-906D-41D6-3301-D7E982D54893}"/>
                </a:ext>
              </a:extLst>
            </p:cNvPr>
            <p:cNvSpPr txBox="1"/>
            <p:nvPr/>
          </p:nvSpPr>
          <p:spPr>
            <a:xfrm>
              <a:off x="255272" y="1153077"/>
              <a:ext cx="5471947" cy="132343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1, "product": "A", "price": 100, "quantity": 10 }</a:t>
              </a:r>
            </a:p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2, "product": "A", "price": 150, "quantity": 15 }</a:t>
              </a:r>
            </a:p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3, "product": "B", "price": 200, "quantity": 20 }</a:t>
              </a:r>
            </a:p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4, "product": "B", "price": 250, "quantity": 25 }</a:t>
              </a:r>
            </a:p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5, "product": "A", "price": 80, "quantity": 5 }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28F0418-8AFF-6812-B8EC-5A8E70644FEA}"/>
                </a:ext>
              </a:extLst>
            </p:cNvPr>
            <p:cNvSpPr txBox="1"/>
            <p:nvPr/>
          </p:nvSpPr>
          <p:spPr>
            <a:xfrm>
              <a:off x="-462328" y="1579992"/>
              <a:ext cx="84762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sales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2302704-10F1-1015-5E45-0E6E2056D2F4}"/>
              </a:ext>
            </a:extLst>
          </p:cNvPr>
          <p:cNvSpPr txBox="1"/>
          <p:nvPr/>
        </p:nvSpPr>
        <p:spPr>
          <a:xfrm>
            <a:off x="114627" y="2291200"/>
            <a:ext cx="5744427" cy="218521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17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db.sales.aggregate</a:t>
            </a:r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$group: {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_id: "$product",                  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7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totalNumber</a:t>
            </a:r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{ $sum: </a:t>
            </a:r>
            <a:r>
              <a:rPr lang="en-GB" sz="1700" b="1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GB" sz="1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E9CCDF-585E-0C8F-FB14-22EA8F01A613}"/>
              </a:ext>
            </a:extLst>
          </p:cNvPr>
          <p:cNvSpPr txBox="1"/>
          <p:nvPr/>
        </p:nvSpPr>
        <p:spPr>
          <a:xfrm>
            <a:off x="6536515" y="3092893"/>
            <a:ext cx="2974198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dirty="0"/>
              <a:t>{ "_id": "A", "</a:t>
            </a:r>
            <a:r>
              <a:rPr lang="en-GB" sz="1600" dirty="0" err="1"/>
              <a:t>totalNumber</a:t>
            </a:r>
            <a:r>
              <a:rPr lang="en-GB" sz="1600" dirty="0"/>
              <a:t>": 3 }</a:t>
            </a:r>
          </a:p>
          <a:p>
            <a:r>
              <a:rPr lang="en-GB" sz="1600" dirty="0"/>
              <a:t>{ "_id": "B", "</a:t>
            </a:r>
            <a:r>
              <a:rPr lang="en-GB" sz="1600" dirty="0" err="1"/>
              <a:t>totalNumber</a:t>
            </a:r>
            <a:r>
              <a:rPr lang="en-GB" sz="1600" dirty="0"/>
              <a:t>": 2 }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F8241C4-AC5B-46A9-CCA7-88E1E27F913B}"/>
              </a:ext>
            </a:extLst>
          </p:cNvPr>
          <p:cNvSpPr/>
          <p:nvPr/>
        </p:nvSpPr>
        <p:spPr>
          <a:xfrm>
            <a:off x="5859053" y="3210013"/>
            <a:ext cx="677461" cy="365125"/>
          </a:xfrm>
          <a:prstGeom prst="rightArrow">
            <a:avLst/>
          </a:prstGeom>
          <a:solidFill>
            <a:schemeClr val="accent1"/>
          </a:solidFill>
          <a:ln>
            <a:solidFill>
              <a:srgbClr val="008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Lucida Sans"/>
              <a:cs typeface="Lucida San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01B1143-E954-0918-0E05-6E367C646A46}"/>
              </a:ext>
            </a:extLst>
          </p:cNvPr>
          <p:cNvGrpSpPr/>
          <p:nvPr/>
        </p:nvGrpSpPr>
        <p:grpSpPr>
          <a:xfrm>
            <a:off x="483151" y="4541147"/>
            <a:ext cx="8296598" cy="1708160"/>
            <a:chOff x="704528" y="4557161"/>
            <a:chExt cx="8296598" cy="170816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D164C72-57C3-FD75-DD52-EB823B525B4F}"/>
                </a:ext>
              </a:extLst>
            </p:cNvPr>
            <p:cNvSpPr txBox="1"/>
            <p:nvPr/>
          </p:nvSpPr>
          <p:spPr>
            <a:xfrm>
              <a:off x="2036436" y="4557161"/>
              <a:ext cx="6964690" cy="170816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GB" sz="1500" dirty="0">
                  <a:latin typeface="Trebuchet MS" panose="020B0603020202020204" pitchFamily="34" charset="0"/>
                </a:rPr>
                <a:t>$filter=[‘aggregate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 =&gt; ‘sales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, ‘cursor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 =&gt; new </a:t>
              </a:r>
              <a:r>
                <a:rPr lang="en-GB" sz="1500" dirty="0" err="1">
                  <a:latin typeface="Trebuchet MS" panose="020B0603020202020204" pitchFamily="34" charset="0"/>
                </a:rPr>
                <a:t>stdClass</a:t>
              </a:r>
              <a:r>
                <a:rPr lang="en-GB" sz="1500" dirty="0">
                  <a:latin typeface="Trebuchet MS" panose="020B0603020202020204" pitchFamily="34" charset="0"/>
                </a:rPr>
                <a:t>(),</a:t>
              </a:r>
            </a:p>
            <a:p>
              <a:r>
                <a:rPr lang="en-GB" sz="1500" dirty="0">
                  <a:latin typeface="Trebuchet MS" panose="020B0603020202020204" pitchFamily="34" charset="0"/>
                </a:rPr>
                <a:t>          ‘pipeline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 =&gt; [  [‘$group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 =&gt; [‘_id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=&gt;‘$product’,          </a:t>
              </a:r>
            </a:p>
            <a:p>
              <a:r>
                <a:rPr lang="en-GB" sz="1500" dirty="0">
                  <a:latin typeface="Trebuchet MS" panose="020B0603020202020204" pitchFamily="34" charset="0"/>
                </a:rPr>
                <a:t>                                                       ‘</a:t>
              </a:r>
              <a:r>
                <a:rPr lang="en-GB" sz="1500" dirty="0" err="1">
                  <a:latin typeface="Trebuchet MS" panose="020B0603020202020204" pitchFamily="34" charset="0"/>
                </a:rPr>
                <a:t>totalQuantity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=&gt;[‘$sum</a:t>
              </a:r>
              <a:r>
                <a:rPr lang="en-GB" sz="1400" dirty="0">
                  <a:latin typeface="Trebuchet MS" panose="020B0603020202020204" pitchFamily="34" charset="0"/>
                </a:rPr>
                <a:t>’</a:t>
              </a:r>
              <a:r>
                <a:rPr lang="en-GB" sz="1500" dirty="0">
                  <a:latin typeface="Trebuchet MS" panose="020B0603020202020204" pitchFamily="34" charset="0"/>
                </a:rPr>
                <a:t>=&gt;1]]</a:t>
              </a:r>
            </a:p>
            <a:p>
              <a:r>
                <a:rPr lang="en-GB" sz="1500" dirty="0">
                  <a:latin typeface="Trebuchet MS" panose="020B0603020202020204" pitchFamily="34" charset="0"/>
                </a:rPr>
                <a:t>                             ] ]  </a:t>
              </a:r>
            </a:p>
            <a:p>
              <a:r>
                <a:rPr lang="en-GB" sz="1500" dirty="0">
                  <a:latin typeface="Trebuchet MS" panose="020B0603020202020204" pitchFamily="34" charset="0"/>
                </a:rPr>
                <a:t>             ];         </a:t>
              </a:r>
            </a:p>
            <a:p>
              <a:r>
                <a:rPr lang="en-GB" sz="1500" dirty="0">
                  <a:latin typeface="Trebuchet MS" panose="020B0603020202020204" pitchFamily="34" charset="0"/>
                </a:rPr>
                <a:t>$option = [];              </a:t>
              </a:r>
            </a:p>
            <a:p>
              <a:r>
                <a:rPr lang="en-GB" sz="1500" dirty="0">
                  <a:latin typeface="Trebuchet MS" panose="020B0603020202020204" pitchFamily="34" charset="0"/>
                </a:rPr>
                <a:t>$command = new MongoDB\Driver\Command($filter, $option);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705548B-4648-4892-D7CE-890F907738E1}"/>
                </a:ext>
              </a:extLst>
            </p:cNvPr>
            <p:cNvSpPr txBox="1"/>
            <p:nvPr/>
          </p:nvSpPr>
          <p:spPr>
            <a:xfrm>
              <a:off x="704528" y="5196024"/>
              <a:ext cx="1656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PHP Code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71E5EB5-C1FB-7AD5-FC6A-16851694A8ED}"/>
              </a:ext>
            </a:extLst>
          </p:cNvPr>
          <p:cNvGrpSpPr/>
          <p:nvPr/>
        </p:nvGrpSpPr>
        <p:grpSpPr>
          <a:xfrm>
            <a:off x="6285946" y="1130165"/>
            <a:ext cx="3605155" cy="1107095"/>
            <a:chOff x="6285946" y="1130165"/>
            <a:chExt cx="3605155" cy="110709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A751ACA-5C9D-4F7C-F8C2-3D7EB6BF70FB}"/>
                </a:ext>
              </a:extLst>
            </p:cNvPr>
            <p:cNvSpPr txBox="1"/>
            <p:nvPr/>
          </p:nvSpPr>
          <p:spPr>
            <a:xfrm>
              <a:off x="6285946" y="1498596"/>
              <a:ext cx="3605155" cy="73866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GB" sz="1400" dirty="0">
                  <a:latin typeface="Trebuchet MS" panose="020B0603020202020204" pitchFamily="34" charset="0"/>
                  <a:cs typeface="Courier New" panose="02070309020205020404" pitchFamily="49" charset="0"/>
                </a:rPr>
                <a:t>SELECT product, COUNT(*) AS </a:t>
              </a:r>
              <a:r>
                <a:rPr lang="en-GB" sz="1400" dirty="0" err="1">
                  <a:latin typeface="Trebuchet MS" panose="020B0603020202020204" pitchFamily="34" charset="0"/>
                  <a:cs typeface="Courier New" panose="02070309020205020404" pitchFamily="49" charset="0"/>
                </a:rPr>
                <a:t>totalNumber</a:t>
              </a:r>
              <a:endParaRPr lang="en-GB" sz="1400" dirty="0">
                <a:latin typeface="Trebuchet MS" panose="020B0603020202020204" pitchFamily="34" charset="0"/>
                <a:cs typeface="Courier New" panose="02070309020205020404" pitchFamily="49" charset="0"/>
              </a:endParaRPr>
            </a:p>
            <a:p>
              <a:r>
                <a:rPr lang="en-GB" sz="1400" dirty="0">
                  <a:latin typeface="Trebuchet MS" panose="020B0603020202020204" pitchFamily="34" charset="0"/>
                  <a:cs typeface="Courier New" panose="02070309020205020404" pitchFamily="49" charset="0"/>
                </a:rPr>
                <a:t>FROM sales</a:t>
              </a:r>
            </a:p>
            <a:p>
              <a:r>
                <a:rPr lang="en-GB" sz="1400" dirty="0">
                  <a:latin typeface="Trebuchet MS" panose="020B0603020202020204" pitchFamily="34" charset="0"/>
                  <a:cs typeface="Courier New" panose="02070309020205020404" pitchFamily="49" charset="0"/>
                </a:rPr>
                <a:t>GROUP BY product;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B17991E-6ACB-6A4F-0DC8-1BB1CA3D45C4}"/>
                </a:ext>
              </a:extLst>
            </p:cNvPr>
            <p:cNvSpPr txBox="1"/>
            <p:nvPr/>
          </p:nvSpPr>
          <p:spPr>
            <a:xfrm>
              <a:off x="6285946" y="1130165"/>
              <a:ext cx="19493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SQL equivalent query: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1835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119550"/>
            <a:ext cx="8473787" cy="767465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Aggregation Function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 November, 2024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20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ECBC3E-9A7F-DAD8-A4D0-A3FFA90041E7}"/>
              </a:ext>
            </a:extLst>
          </p:cNvPr>
          <p:cNvSpPr txBox="1"/>
          <p:nvPr/>
        </p:nvSpPr>
        <p:spPr>
          <a:xfrm>
            <a:off x="396969" y="918660"/>
            <a:ext cx="91137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  <a:hlinkClick r:id="rId3"/>
              </a:rPr>
              <a:t>$match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en-GB" sz="1600" dirty="0">
                <a:latin typeface="Helvetica" panose="020B0604020202020204" pitchFamily="34" charset="0"/>
                <a:cs typeface="Helvetica" panose="020B0604020202020204" pitchFamily="34" charset="0"/>
              </a:rPr>
              <a:t>filter documents that pass through the pipeline. It operates similarly to the </a:t>
            </a:r>
            <a:r>
              <a:rPr lang="en-GB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WHERE</a:t>
            </a:r>
            <a:r>
              <a:rPr lang="en-GB" sz="1600" dirty="0">
                <a:latin typeface="Helvetica" panose="020B0604020202020204" pitchFamily="34" charset="0"/>
                <a:cs typeface="Helvetica" panose="020B0604020202020204" pitchFamily="34" charset="0"/>
              </a:rPr>
              <a:t> clause in SQL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7AC37D9-F90B-0814-C8B0-110954538C62}"/>
              </a:ext>
            </a:extLst>
          </p:cNvPr>
          <p:cNvGrpSpPr/>
          <p:nvPr/>
        </p:nvGrpSpPr>
        <p:grpSpPr>
          <a:xfrm>
            <a:off x="128464" y="1593808"/>
            <a:ext cx="6189547" cy="1323439"/>
            <a:chOff x="-462328" y="1153077"/>
            <a:chExt cx="6189547" cy="132343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E9BCB38-6A11-B742-3E93-7833B6879E09}"/>
                </a:ext>
              </a:extLst>
            </p:cNvPr>
            <p:cNvSpPr txBox="1"/>
            <p:nvPr/>
          </p:nvSpPr>
          <p:spPr>
            <a:xfrm>
              <a:off x="255272" y="1153077"/>
              <a:ext cx="5471947" cy="132343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1, "product": "A", "price": 100, "quantity": 10 }</a:t>
              </a:r>
            </a:p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2, "product": "A", "price": 150, "quantity": 15 }</a:t>
              </a:r>
            </a:p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3, "product": "B", "price": 200, "quantity": 20 }</a:t>
              </a:r>
            </a:p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4, "product": "B", "price": 250, "quantity": 25 }</a:t>
              </a:r>
            </a:p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5, "product": "A", "price": 80, "quantity": 5 }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4C6D025-39A5-3910-5723-AE78A0AE4D93}"/>
                </a:ext>
              </a:extLst>
            </p:cNvPr>
            <p:cNvSpPr txBox="1"/>
            <p:nvPr/>
          </p:nvSpPr>
          <p:spPr>
            <a:xfrm>
              <a:off x="-462328" y="1579992"/>
              <a:ext cx="84762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sales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061BC92-A06B-2F6C-3AF1-EE6573EDE710}"/>
              </a:ext>
            </a:extLst>
          </p:cNvPr>
          <p:cNvSpPr txBox="1"/>
          <p:nvPr/>
        </p:nvSpPr>
        <p:spPr>
          <a:xfrm>
            <a:off x="668852" y="3140968"/>
            <a:ext cx="3184030" cy="203132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db.sales.aggregate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$match: {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product: "A"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B83F4DF-F815-74A8-1D64-85D07572AF06}"/>
              </a:ext>
            </a:extLst>
          </p:cNvPr>
          <p:cNvGrpSpPr/>
          <p:nvPr/>
        </p:nvGrpSpPr>
        <p:grpSpPr>
          <a:xfrm>
            <a:off x="6187740" y="2899826"/>
            <a:ext cx="2448272" cy="1253665"/>
            <a:chOff x="6053120" y="2792175"/>
            <a:chExt cx="2448272" cy="125366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4A938B1-E80A-A10F-102C-63996C246DFE}"/>
                </a:ext>
              </a:extLst>
            </p:cNvPr>
            <p:cNvSpPr txBox="1"/>
            <p:nvPr/>
          </p:nvSpPr>
          <p:spPr>
            <a:xfrm>
              <a:off x="6053120" y="3122510"/>
              <a:ext cx="2448272" cy="92333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GB" dirty="0">
                  <a:latin typeface="Trebuchet MS" panose="020B0603020202020204" pitchFamily="34" charset="0"/>
                </a:rPr>
                <a:t>SELECT *</a:t>
              </a:r>
            </a:p>
            <a:p>
              <a:r>
                <a:rPr lang="en-GB" dirty="0">
                  <a:latin typeface="Trebuchet MS" panose="020B0603020202020204" pitchFamily="34" charset="0"/>
                </a:rPr>
                <a:t>FROM sales</a:t>
              </a:r>
            </a:p>
            <a:p>
              <a:r>
                <a:rPr lang="en-GB" dirty="0">
                  <a:latin typeface="Trebuchet MS" panose="020B0603020202020204" pitchFamily="34" charset="0"/>
                </a:rPr>
                <a:t>WHERE product = 'A';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0FF7607-2401-AB26-3FFC-887380B731D4}"/>
                </a:ext>
              </a:extLst>
            </p:cNvPr>
            <p:cNvSpPr txBox="1"/>
            <p:nvPr/>
          </p:nvSpPr>
          <p:spPr>
            <a:xfrm>
              <a:off x="6302598" y="2792175"/>
              <a:ext cx="19493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SQL equivalent query: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B9A22F3-4D73-A7F3-1BA9-F48E454C3FDA}"/>
              </a:ext>
            </a:extLst>
          </p:cNvPr>
          <p:cNvGrpSpPr/>
          <p:nvPr/>
        </p:nvGrpSpPr>
        <p:grpSpPr>
          <a:xfrm>
            <a:off x="4289477" y="4523690"/>
            <a:ext cx="5416051" cy="1231107"/>
            <a:chOff x="4289477" y="4523690"/>
            <a:chExt cx="5416051" cy="123110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7B952F9-BFB9-0388-330C-0CD7CF9B2BBE}"/>
                </a:ext>
              </a:extLst>
            </p:cNvPr>
            <p:cNvSpPr txBox="1"/>
            <p:nvPr/>
          </p:nvSpPr>
          <p:spPr>
            <a:xfrm>
              <a:off x="4304928" y="4831467"/>
              <a:ext cx="5400600" cy="92333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GB" dirty="0"/>
                <a:t>{ "_id": 1, "product": "A", "price": 100, "quantity": 10 }</a:t>
              </a:r>
            </a:p>
            <a:p>
              <a:r>
                <a:rPr lang="en-GB" dirty="0"/>
                <a:t>{ "_id": 2, "product": "A", "price": 150, "quantity": 15 }</a:t>
              </a:r>
            </a:p>
            <a:p>
              <a:r>
                <a:rPr lang="en-GB" dirty="0"/>
                <a:t>{ "_id": 5, "product": "A", "price": 80, "quantity": 5 }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4C0AE0D-7A8E-3A5A-EFA5-EE56837F7865}"/>
                </a:ext>
              </a:extLst>
            </p:cNvPr>
            <p:cNvSpPr txBox="1"/>
            <p:nvPr/>
          </p:nvSpPr>
          <p:spPr>
            <a:xfrm>
              <a:off x="4289477" y="4523690"/>
              <a:ext cx="10235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3848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119550"/>
            <a:ext cx="9454987" cy="767465"/>
          </a:xfrm>
        </p:spPr>
        <p:txBody>
          <a:bodyPr wrap="square" anchor="ctr">
            <a:normAutofit fontScale="90000"/>
          </a:bodyPr>
          <a:lstStyle/>
          <a:p>
            <a:r>
              <a:rPr lang="en-GB" dirty="0"/>
              <a:t>Combining multiples Aggregation Stages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 November, 2024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21</a:t>
            </a:fld>
            <a:endParaRPr lang="en-GB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DEEC76D-2B3A-3CE9-F4A0-AF6F820ED6E9}"/>
              </a:ext>
            </a:extLst>
          </p:cNvPr>
          <p:cNvGrpSpPr/>
          <p:nvPr/>
        </p:nvGrpSpPr>
        <p:grpSpPr>
          <a:xfrm>
            <a:off x="33440" y="901936"/>
            <a:ext cx="6189547" cy="1323439"/>
            <a:chOff x="-462328" y="1153077"/>
            <a:chExt cx="6189547" cy="132343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DE8E5AB-6FD6-EF24-0841-8BAF8E963DB0}"/>
                </a:ext>
              </a:extLst>
            </p:cNvPr>
            <p:cNvSpPr txBox="1"/>
            <p:nvPr/>
          </p:nvSpPr>
          <p:spPr>
            <a:xfrm>
              <a:off x="255272" y="1153077"/>
              <a:ext cx="5471947" cy="132343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1, "product": "A", "price": 100, "quantity": 10 }</a:t>
              </a:r>
            </a:p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2, "product": "A", "price": 150, "quantity": 15 }</a:t>
              </a:r>
            </a:p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3, "product": "B", "price": 200, "quantity": 20 }</a:t>
              </a:r>
            </a:p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4, "product": "B", "price": 250, "quantity": 25 }</a:t>
              </a:r>
            </a:p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5, "product": "A", "price": 80, "quantity": 5 }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7854D39-C6E7-1D92-3874-93552F57ADB4}"/>
                </a:ext>
              </a:extLst>
            </p:cNvPr>
            <p:cNvSpPr txBox="1"/>
            <p:nvPr/>
          </p:nvSpPr>
          <p:spPr>
            <a:xfrm>
              <a:off x="-462328" y="1579992"/>
              <a:ext cx="84762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sales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396BA56-1DD7-23D0-A79C-E5D837385B7C}"/>
              </a:ext>
            </a:extLst>
          </p:cNvPr>
          <p:cNvSpPr txBox="1"/>
          <p:nvPr/>
        </p:nvSpPr>
        <p:spPr>
          <a:xfrm>
            <a:off x="394557" y="2394160"/>
            <a:ext cx="5400600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db.sales.aggregate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$match: {product: "A"}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$group:{_</a:t>
            </a:r>
            <a:r>
              <a:rPr lang="en-GB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id:null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count:{$sum:1}}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F54A40B-9BF7-F831-7672-9853111BA258}"/>
              </a:ext>
            </a:extLst>
          </p:cNvPr>
          <p:cNvGrpSpPr/>
          <p:nvPr/>
        </p:nvGrpSpPr>
        <p:grpSpPr>
          <a:xfrm>
            <a:off x="6424973" y="2232408"/>
            <a:ext cx="3085740" cy="1253665"/>
            <a:chOff x="6053120" y="2792175"/>
            <a:chExt cx="3085740" cy="125366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962A57D-A428-81FA-7925-CE6E0DDE7CAA}"/>
                </a:ext>
              </a:extLst>
            </p:cNvPr>
            <p:cNvSpPr txBox="1"/>
            <p:nvPr/>
          </p:nvSpPr>
          <p:spPr>
            <a:xfrm>
              <a:off x="6053120" y="3122510"/>
              <a:ext cx="3085740" cy="92333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GB" dirty="0">
                  <a:latin typeface="Trebuchet MS" panose="020B0603020202020204" pitchFamily="34" charset="0"/>
                </a:rPr>
                <a:t>SELECT COUNT(*) AS count</a:t>
              </a:r>
            </a:p>
            <a:p>
              <a:r>
                <a:rPr lang="en-GB" dirty="0">
                  <a:latin typeface="Trebuchet MS" panose="020B0603020202020204" pitchFamily="34" charset="0"/>
                </a:rPr>
                <a:t>FROM sales</a:t>
              </a:r>
            </a:p>
            <a:p>
              <a:r>
                <a:rPr lang="en-GB" dirty="0">
                  <a:latin typeface="Trebuchet MS" panose="020B0603020202020204" pitchFamily="34" charset="0"/>
                </a:rPr>
                <a:t>WHERE product = 'A';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A48ED66-26C0-CB10-B15B-EC755562BADB}"/>
                </a:ext>
              </a:extLst>
            </p:cNvPr>
            <p:cNvSpPr txBox="1"/>
            <p:nvPr/>
          </p:nvSpPr>
          <p:spPr>
            <a:xfrm>
              <a:off x="6302598" y="2792175"/>
              <a:ext cx="19493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SQL equivalent query: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04D12A6-120B-861E-3719-81905FD65343}"/>
              </a:ext>
            </a:extLst>
          </p:cNvPr>
          <p:cNvGrpSpPr/>
          <p:nvPr/>
        </p:nvGrpSpPr>
        <p:grpSpPr>
          <a:xfrm>
            <a:off x="2728171" y="4789959"/>
            <a:ext cx="6945787" cy="923330"/>
            <a:chOff x="2759741" y="4831467"/>
            <a:chExt cx="6945787" cy="92333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1E881FB-BC96-0256-BCC0-BD0B9F94CAAB}"/>
                </a:ext>
              </a:extLst>
            </p:cNvPr>
            <p:cNvSpPr txBox="1"/>
            <p:nvPr/>
          </p:nvSpPr>
          <p:spPr>
            <a:xfrm>
              <a:off x="4304928" y="4831467"/>
              <a:ext cx="5400600" cy="92333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GB" dirty="0"/>
                <a:t>{ "_id": 1, "product": "A", "price": 100, "quantity": 10 }</a:t>
              </a:r>
            </a:p>
            <a:p>
              <a:r>
                <a:rPr lang="en-GB" dirty="0"/>
                <a:t>{ "_id": 2, "product": "A", "price": 150, "quantity": 15 }</a:t>
              </a:r>
            </a:p>
            <a:p>
              <a:r>
                <a:rPr lang="en-GB" dirty="0"/>
                <a:t>{ "_id": 5, "product": "A", "price": 80, "quantity": 5 }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83FE9DD-99A9-B0B0-8C25-3DD45DB9BB5C}"/>
                </a:ext>
              </a:extLst>
            </p:cNvPr>
            <p:cNvSpPr txBox="1"/>
            <p:nvPr/>
          </p:nvSpPr>
          <p:spPr>
            <a:xfrm>
              <a:off x="2759741" y="5046911"/>
              <a:ext cx="16458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$match stage: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F20A7D0-B395-8CC2-B97E-A32AE095E3A7}"/>
              </a:ext>
            </a:extLst>
          </p:cNvPr>
          <p:cNvGrpSpPr/>
          <p:nvPr/>
        </p:nvGrpSpPr>
        <p:grpSpPr>
          <a:xfrm>
            <a:off x="2736689" y="5798691"/>
            <a:ext cx="4417815" cy="372817"/>
            <a:chOff x="2736689" y="5798691"/>
            <a:chExt cx="4417815" cy="37281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2313A73-52A3-739B-C186-3915FEB29647}"/>
                </a:ext>
              </a:extLst>
            </p:cNvPr>
            <p:cNvSpPr txBox="1"/>
            <p:nvPr/>
          </p:nvSpPr>
          <p:spPr>
            <a:xfrm>
              <a:off x="4273358" y="5802176"/>
              <a:ext cx="2881146" cy="369332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GB" dirty="0"/>
                <a:t>{ "_id": null, "count": 3 }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C7F5C43-D30E-4B2F-BE82-FEDFC0B356C7}"/>
                </a:ext>
              </a:extLst>
            </p:cNvPr>
            <p:cNvSpPr txBox="1"/>
            <p:nvPr/>
          </p:nvSpPr>
          <p:spPr>
            <a:xfrm>
              <a:off x="2736689" y="5798691"/>
              <a:ext cx="16458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$group stage: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6481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119550"/>
            <a:ext cx="8473787" cy="767465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Aggregation Stages: Limit and Skip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 November, 2024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22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574535-072D-A819-57DA-36F2BFB5A9C8}"/>
              </a:ext>
            </a:extLst>
          </p:cNvPr>
          <p:cNvSpPr txBox="1"/>
          <p:nvPr/>
        </p:nvSpPr>
        <p:spPr>
          <a:xfrm>
            <a:off x="394557" y="916932"/>
            <a:ext cx="24702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$Limit and $Skip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864128-09CC-E604-0723-A5D706025563}"/>
              </a:ext>
            </a:extLst>
          </p:cNvPr>
          <p:cNvSpPr txBox="1"/>
          <p:nvPr/>
        </p:nvSpPr>
        <p:spPr>
          <a:xfrm>
            <a:off x="377825" y="1412776"/>
            <a:ext cx="3783087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db.sales.aggregate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$match: {product: "A"}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$limit:1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78BF47-80BC-9D9F-7C10-9EA09FE05D1C}"/>
              </a:ext>
            </a:extLst>
          </p:cNvPr>
          <p:cNvSpPr txBox="1"/>
          <p:nvPr/>
        </p:nvSpPr>
        <p:spPr>
          <a:xfrm>
            <a:off x="394557" y="3919607"/>
            <a:ext cx="3783087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db.sales.aggregate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$match: {product: "A"}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$skip:1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3EB61-1866-BEBA-73DC-6F7A8E619F3B}"/>
              </a:ext>
            </a:extLst>
          </p:cNvPr>
          <p:cNvSpPr txBox="1"/>
          <p:nvPr/>
        </p:nvSpPr>
        <p:spPr>
          <a:xfrm>
            <a:off x="5086253" y="916932"/>
            <a:ext cx="4382054" cy="11695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>
                <a:latin typeface="Helvetica" panose="020B0604020202020204" pitchFamily="34" charset="0"/>
                <a:cs typeface="Helvetica" panose="020B0604020202020204" pitchFamily="34" charset="0"/>
              </a:rPr>
              <a:t>{ "_id": 1, "product": "A", "price": 100, "quantity": 10 }</a:t>
            </a:r>
          </a:p>
          <a:p>
            <a:r>
              <a:rPr lang="en-GB" sz="1400" dirty="0">
                <a:latin typeface="Helvetica" panose="020B0604020202020204" pitchFamily="34" charset="0"/>
                <a:cs typeface="Helvetica" panose="020B0604020202020204" pitchFamily="34" charset="0"/>
              </a:rPr>
              <a:t>{ "_id": 2, "product": "A", "price": 150, "quantity": 15 }</a:t>
            </a:r>
          </a:p>
          <a:p>
            <a:r>
              <a:rPr lang="en-GB" sz="1400" dirty="0">
                <a:latin typeface="Helvetica" panose="020B0604020202020204" pitchFamily="34" charset="0"/>
                <a:cs typeface="Helvetica" panose="020B0604020202020204" pitchFamily="34" charset="0"/>
              </a:rPr>
              <a:t>{ "_id": 3, "product": "B", "price": 200, "quantity": 20 }</a:t>
            </a:r>
          </a:p>
          <a:p>
            <a:r>
              <a:rPr lang="en-GB" sz="1400" dirty="0">
                <a:latin typeface="Helvetica" panose="020B0604020202020204" pitchFamily="34" charset="0"/>
                <a:cs typeface="Helvetica" panose="020B0604020202020204" pitchFamily="34" charset="0"/>
              </a:rPr>
              <a:t>{ "_id": 4, "product": "B", "price": 250, "quantity": 25 }</a:t>
            </a:r>
          </a:p>
          <a:p>
            <a:r>
              <a:rPr lang="en-GB" sz="1400" dirty="0">
                <a:latin typeface="Helvetica" panose="020B0604020202020204" pitchFamily="34" charset="0"/>
                <a:cs typeface="Helvetica" panose="020B0604020202020204" pitchFamily="34" charset="0"/>
              </a:rPr>
              <a:t>{ "_id": 5, "product": "A", "price": 80, "quantity": 5 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17FCEB-5D2B-763E-2B0D-F66206A0D608}"/>
              </a:ext>
            </a:extLst>
          </p:cNvPr>
          <p:cNvSpPr txBox="1"/>
          <p:nvPr/>
        </p:nvSpPr>
        <p:spPr>
          <a:xfrm>
            <a:off x="4558515" y="2573947"/>
            <a:ext cx="4952198" cy="33855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dirty="0"/>
              <a:t>{ "_id": 1, "product": "A", "price": 100, "quantity": 10 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68CCC1-79A3-CC0A-D59D-1A62F26A4CB0}"/>
              </a:ext>
            </a:extLst>
          </p:cNvPr>
          <p:cNvSpPr txBox="1"/>
          <p:nvPr/>
        </p:nvSpPr>
        <p:spPr>
          <a:xfrm>
            <a:off x="4558515" y="4781381"/>
            <a:ext cx="4952198" cy="5847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dirty="0"/>
              <a:t>{ "_id": 2, "product": "A", "price": 150, "quantity": 15 }</a:t>
            </a:r>
          </a:p>
          <a:p>
            <a:r>
              <a:rPr lang="en-GB" sz="1600" dirty="0"/>
              <a:t>{ "_id": 5, "product": "A", "price": 80, "quantity": 5 }</a:t>
            </a:r>
          </a:p>
        </p:txBody>
      </p:sp>
    </p:spTree>
    <p:extLst>
      <p:ext uri="{BB962C8B-B14F-4D97-AF65-F5344CB8AC3E}">
        <p14:creationId xmlns:p14="http://schemas.microsoft.com/office/powerpoint/2010/main" val="763177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119550"/>
            <a:ext cx="8473787" cy="767465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Aggregation Stage: s0rt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 November, 2024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23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574535-072D-A819-57DA-36F2BFB5A9C8}"/>
              </a:ext>
            </a:extLst>
          </p:cNvPr>
          <p:cNvSpPr txBox="1"/>
          <p:nvPr/>
        </p:nvSpPr>
        <p:spPr>
          <a:xfrm>
            <a:off x="394557" y="916932"/>
            <a:ext cx="24702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$sort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864128-09CC-E604-0723-A5D706025563}"/>
              </a:ext>
            </a:extLst>
          </p:cNvPr>
          <p:cNvSpPr txBox="1"/>
          <p:nvPr/>
        </p:nvSpPr>
        <p:spPr>
          <a:xfrm>
            <a:off x="377825" y="1412776"/>
            <a:ext cx="3783087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db.sales.aggregate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$match: {product: "A"}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$sort:{price:1}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78BF47-80BC-9D9F-7C10-9EA09FE05D1C}"/>
              </a:ext>
            </a:extLst>
          </p:cNvPr>
          <p:cNvSpPr txBox="1"/>
          <p:nvPr/>
        </p:nvSpPr>
        <p:spPr>
          <a:xfrm>
            <a:off x="394557" y="3919607"/>
            <a:ext cx="3783087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db.sales.aggregate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$match: {product: "A"}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$sort:{price:-1}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3EB61-1866-BEBA-73DC-6F7A8E619F3B}"/>
              </a:ext>
            </a:extLst>
          </p:cNvPr>
          <p:cNvSpPr txBox="1"/>
          <p:nvPr/>
        </p:nvSpPr>
        <p:spPr>
          <a:xfrm>
            <a:off x="5086253" y="916932"/>
            <a:ext cx="4382054" cy="11695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>
                <a:latin typeface="Helvetica" panose="020B0604020202020204" pitchFamily="34" charset="0"/>
                <a:cs typeface="Helvetica" panose="020B0604020202020204" pitchFamily="34" charset="0"/>
              </a:rPr>
              <a:t>{ "_id": 1, "product": "A", "price": 100, "quantity": 10 }</a:t>
            </a:r>
          </a:p>
          <a:p>
            <a:r>
              <a:rPr lang="en-GB" sz="1400" dirty="0">
                <a:latin typeface="Helvetica" panose="020B0604020202020204" pitchFamily="34" charset="0"/>
                <a:cs typeface="Helvetica" panose="020B0604020202020204" pitchFamily="34" charset="0"/>
              </a:rPr>
              <a:t>{ "_id": 2, "product": "A", "price": 150, "quantity": 15 }</a:t>
            </a:r>
          </a:p>
          <a:p>
            <a:r>
              <a:rPr lang="en-GB" sz="1400" dirty="0">
                <a:latin typeface="Helvetica" panose="020B0604020202020204" pitchFamily="34" charset="0"/>
                <a:cs typeface="Helvetica" panose="020B0604020202020204" pitchFamily="34" charset="0"/>
              </a:rPr>
              <a:t>{ "_id": 3, "product": "B", "price": 200, "quantity": 20 }</a:t>
            </a:r>
          </a:p>
          <a:p>
            <a:r>
              <a:rPr lang="en-GB" sz="1400" dirty="0">
                <a:latin typeface="Helvetica" panose="020B0604020202020204" pitchFamily="34" charset="0"/>
                <a:cs typeface="Helvetica" panose="020B0604020202020204" pitchFamily="34" charset="0"/>
              </a:rPr>
              <a:t>{ "_id": 4, "product": "B", "price": 250, "quantity": 25 }</a:t>
            </a:r>
          </a:p>
          <a:p>
            <a:r>
              <a:rPr lang="en-GB" sz="1400" dirty="0">
                <a:latin typeface="Helvetica" panose="020B0604020202020204" pitchFamily="34" charset="0"/>
                <a:cs typeface="Helvetica" panose="020B0604020202020204" pitchFamily="34" charset="0"/>
              </a:rPr>
              <a:t>{ "_id": 5, "product": "A", "price": 80, "quantity": 5 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17FCEB-5D2B-763E-2B0D-F66206A0D608}"/>
              </a:ext>
            </a:extLst>
          </p:cNvPr>
          <p:cNvSpPr txBox="1"/>
          <p:nvPr/>
        </p:nvSpPr>
        <p:spPr>
          <a:xfrm>
            <a:off x="4558515" y="2573947"/>
            <a:ext cx="4786974" cy="830997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dirty="0"/>
              <a:t>{ "_id": 5, "product": "A", "price": 80, "quantity": 5 }</a:t>
            </a:r>
          </a:p>
          <a:p>
            <a:r>
              <a:rPr lang="en-GB" sz="1600" dirty="0"/>
              <a:t>{ "_id": 1, "product": "A", "price": 100, "quantity": 10 }</a:t>
            </a:r>
          </a:p>
          <a:p>
            <a:r>
              <a:rPr lang="en-GB" sz="1600" dirty="0"/>
              <a:t>{ "_id": 2, "product": "A", "price": 150, "quantity": 15 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68CCC1-79A3-CC0A-D59D-1A62F26A4CB0}"/>
              </a:ext>
            </a:extLst>
          </p:cNvPr>
          <p:cNvSpPr txBox="1"/>
          <p:nvPr/>
        </p:nvSpPr>
        <p:spPr>
          <a:xfrm>
            <a:off x="4558515" y="4781381"/>
            <a:ext cx="4952198" cy="830997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dirty="0"/>
              <a:t>{ "_id": 2, "product": "A", "price": 150, "quantity": 15 }</a:t>
            </a:r>
          </a:p>
          <a:p>
            <a:r>
              <a:rPr lang="en-GB" sz="1600" dirty="0"/>
              <a:t>{ "_id": 1, "product": "A", "price": 100, "quantity": 10 }</a:t>
            </a:r>
          </a:p>
          <a:p>
            <a:r>
              <a:rPr lang="en-GB" sz="1600" dirty="0"/>
              <a:t>{ "_id": 5, "product": "A", "price": 80, "quantity": 5 }</a:t>
            </a:r>
          </a:p>
        </p:txBody>
      </p:sp>
    </p:spTree>
    <p:extLst>
      <p:ext uri="{BB962C8B-B14F-4D97-AF65-F5344CB8AC3E}">
        <p14:creationId xmlns:p14="http://schemas.microsoft.com/office/powerpoint/2010/main" val="1857152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119550"/>
            <a:ext cx="9238963" cy="767465"/>
          </a:xfrm>
        </p:spPr>
        <p:txBody>
          <a:bodyPr wrap="square" anchor="ctr">
            <a:normAutofit/>
          </a:bodyPr>
          <a:lstStyle/>
          <a:p>
            <a:r>
              <a:rPr lang="en-GB" sz="2800" dirty="0"/>
              <a:t>Aggregation Stage: unwind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 November, 2024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24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AD6F5E-52CF-D3F4-E3CB-CE6BFAC7FC8C}"/>
              </a:ext>
            </a:extLst>
          </p:cNvPr>
          <p:cNvSpPr txBox="1"/>
          <p:nvPr/>
        </p:nvSpPr>
        <p:spPr>
          <a:xfrm>
            <a:off x="349381" y="887015"/>
            <a:ext cx="91613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  <a:hlinkClick r:id="rId2"/>
              </a:rPr>
              <a:t>$unwind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: used to deconstruct an array field from the input documents to output a document for each element in the array.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AA1973-3903-14F9-2B90-2CDCCB03D738}"/>
              </a:ext>
            </a:extLst>
          </p:cNvPr>
          <p:cNvSpPr txBox="1"/>
          <p:nvPr/>
        </p:nvSpPr>
        <p:spPr>
          <a:xfrm>
            <a:off x="321576" y="3112360"/>
            <a:ext cx="3334307" cy="147732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db.orders.aggregate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$unwind: "$items"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ECDBBE-64B6-1CB7-2C70-20B310370F38}"/>
              </a:ext>
            </a:extLst>
          </p:cNvPr>
          <p:cNvSpPr txBox="1"/>
          <p:nvPr/>
        </p:nvSpPr>
        <p:spPr>
          <a:xfrm>
            <a:off x="4314095" y="3447005"/>
            <a:ext cx="5051068" cy="10772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dirty="0">
                <a:latin typeface="Helvetica" panose="020B0604020202020204" pitchFamily="34" charset="0"/>
                <a:cs typeface="Helvetica" panose="020B0604020202020204" pitchFamily="34" charset="0"/>
              </a:rPr>
              <a:t>{ "_id": 1, "customer": "John Doe", "items": "item1" }</a:t>
            </a:r>
          </a:p>
          <a:p>
            <a:r>
              <a:rPr lang="en-GB" sz="1600" dirty="0">
                <a:latin typeface="Helvetica" panose="020B0604020202020204" pitchFamily="34" charset="0"/>
                <a:cs typeface="Helvetica" panose="020B0604020202020204" pitchFamily="34" charset="0"/>
              </a:rPr>
              <a:t>{ "_id": 1, "customer": "John Doe", "items": "item2" }</a:t>
            </a:r>
          </a:p>
          <a:p>
            <a:r>
              <a:rPr lang="en-GB" sz="1600" dirty="0">
                <a:latin typeface="Helvetica" panose="020B0604020202020204" pitchFamily="34" charset="0"/>
                <a:cs typeface="Helvetica" panose="020B0604020202020204" pitchFamily="34" charset="0"/>
              </a:rPr>
              <a:t>{ "_id": 1, "customer": "John Doe", "items": "item3" }</a:t>
            </a:r>
          </a:p>
          <a:p>
            <a:r>
              <a:rPr lang="en-GB" sz="1600" dirty="0">
                <a:latin typeface="Helvetica" panose="020B0604020202020204" pitchFamily="34" charset="0"/>
                <a:cs typeface="Helvetica" panose="020B0604020202020204" pitchFamily="34" charset="0"/>
              </a:rPr>
              <a:t>{ "_id": 2, "customer": "Jane Smith", "items": "item4" }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78D1EF3-F522-6F6F-93BD-81869B38C46C}"/>
              </a:ext>
            </a:extLst>
          </p:cNvPr>
          <p:cNvGrpSpPr/>
          <p:nvPr/>
        </p:nvGrpSpPr>
        <p:grpSpPr>
          <a:xfrm>
            <a:off x="128464" y="1762201"/>
            <a:ext cx="8136904" cy="1200329"/>
            <a:chOff x="168188" y="1837624"/>
            <a:chExt cx="8136904" cy="120032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DEA885-E6A3-CA5B-F3B0-3BEDF0091BA1}"/>
                </a:ext>
              </a:extLst>
            </p:cNvPr>
            <p:cNvSpPr txBox="1"/>
            <p:nvPr/>
          </p:nvSpPr>
          <p:spPr>
            <a:xfrm>
              <a:off x="992560" y="1837624"/>
              <a:ext cx="7312532" cy="1200329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1, "customer": "John Doe", "items": ["item1", "item2", "item3"] }</a:t>
              </a:r>
            </a:p>
            <a:p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2, "customer": "Jane Smith", "items": ["item4"] }</a:t>
              </a:r>
            </a:p>
            <a:p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3, "customer": "Alice Johnson", "items": [] }</a:t>
              </a:r>
            </a:p>
            <a:p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{ "_id": 4, "customer": "Bob Brown", "items": null }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390A23F-B227-4DB8-E958-AFB42866D01A}"/>
                </a:ext>
              </a:extLst>
            </p:cNvPr>
            <p:cNvSpPr txBox="1"/>
            <p:nvPr/>
          </p:nvSpPr>
          <p:spPr>
            <a:xfrm>
              <a:off x="168188" y="2246682"/>
              <a:ext cx="93362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1" dirty="0"/>
                <a:t>orders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27B2B7D-49AF-E8C9-0245-52030B3BBDEA}"/>
              </a:ext>
            </a:extLst>
          </p:cNvPr>
          <p:cNvSpPr txBox="1"/>
          <p:nvPr/>
        </p:nvSpPr>
        <p:spPr>
          <a:xfrm>
            <a:off x="413317" y="4699792"/>
            <a:ext cx="8928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The documents for </a:t>
            </a:r>
            <a:r>
              <a:rPr lang="en-GB" dirty="0">
                <a:latin typeface="Trebuchet MS" panose="020B0603020202020204" pitchFamily="34" charset="0"/>
                <a:cs typeface="Courier New" panose="02070309020205020404" pitchFamily="49" charset="0"/>
              </a:rPr>
              <a:t>Alice Johnson </a:t>
            </a:r>
            <a:r>
              <a:rPr lang="en-GB" dirty="0"/>
              <a:t>and </a:t>
            </a:r>
            <a:r>
              <a:rPr lang="en-GB" dirty="0">
                <a:latin typeface="Trebuchet MS" panose="020B0603020202020204" pitchFamily="34" charset="0"/>
              </a:rPr>
              <a:t>Bob Brown </a:t>
            </a:r>
            <a:r>
              <a:rPr lang="en-GB" dirty="0"/>
              <a:t>are not included in the output because: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rebuchet MS" panose="020B0603020202020204" pitchFamily="34" charset="0"/>
              </a:rPr>
              <a:t>Alice Johnson </a:t>
            </a:r>
            <a:r>
              <a:rPr lang="en-GB" dirty="0"/>
              <a:t>has an empty items array.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rebuchet MS" panose="020B0603020202020204" pitchFamily="34" charset="0"/>
              </a:rPr>
              <a:t>Bob Brown </a:t>
            </a:r>
            <a:r>
              <a:rPr lang="en-GB" dirty="0"/>
              <a:t>has a null value for items.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2B08B6B8-53C8-6EE4-0D2E-0960CC1B3D72}"/>
              </a:ext>
            </a:extLst>
          </p:cNvPr>
          <p:cNvSpPr/>
          <p:nvPr/>
        </p:nvSpPr>
        <p:spPr>
          <a:xfrm>
            <a:off x="3655883" y="3851024"/>
            <a:ext cx="634886" cy="298056"/>
          </a:xfrm>
          <a:prstGeom prst="rightArrow">
            <a:avLst/>
          </a:prstGeom>
          <a:solidFill>
            <a:srgbClr val="FFC000"/>
          </a:solidFill>
          <a:ln>
            <a:solidFill>
              <a:srgbClr val="008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Lucida Sans"/>
              <a:cs typeface="Lucida San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325F88-5A32-DDD7-148D-18E6F7D4EC1E}"/>
              </a:ext>
            </a:extLst>
          </p:cNvPr>
          <p:cNvSpPr txBox="1"/>
          <p:nvPr/>
        </p:nvSpPr>
        <p:spPr>
          <a:xfrm>
            <a:off x="370254" y="5621853"/>
            <a:ext cx="9055677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dirty="0">
                <a:latin typeface="Helvetica" panose="020B0604020202020204" pitchFamily="34" charset="0"/>
                <a:cs typeface="Helvetica" panose="020B0604020202020204" pitchFamily="34" charset="0"/>
              </a:rPr>
              <a:t>If you want to include documents with an </a:t>
            </a:r>
            <a:r>
              <a:rPr lang="en-GB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empty</a:t>
            </a:r>
            <a:r>
              <a:rPr lang="en-GB" sz="1600" dirty="0">
                <a:latin typeface="Helvetica" panose="020B0604020202020204" pitchFamily="34" charset="0"/>
                <a:cs typeface="Helvetica" panose="020B0604020202020204" pitchFamily="34" charset="0"/>
              </a:rPr>
              <a:t> items array or a </a:t>
            </a:r>
            <a:r>
              <a:rPr lang="en-GB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null</a:t>
            </a:r>
            <a:r>
              <a:rPr lang="en-GB" sz="1600" dirty="0">
                <a:latin typeface="Helvetica" panose="020B0604020202020204" pitchFamily="34" charset="0"/>
                <a:cs typeface="Helvetica" panose="020B0604020202020204" pitchFamily="34" charset="0"/>
              </a:rPr>
              <a:t> value for items, you can set </a:t>
            </a:r>
            <a:r>
              <a:rPr lang="en-GB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preserveNullAndEmptyArrays</a:t>
            </a:r>
            <a:r>
              <a:rPr lang="en-GB" sz="1600" dirty="0">
                <a:latin typeface="Helvetica" panose="020B0604020202020204" pitchFamily="34" charset="0"/>
                <a:cs typeface="Helvetica" panose="020B0604020202020204" pitchFamily="34" charset="0"/>
              </a:rPr>
              <a:t> to true</a:t>
            </a:r>
          </a:p>
        </p:txBody>
      </p:sp>
    </p:spTree>
    <p:extLst>
      <p:ext uri="{BB962C8B-B14F-4D97-AF65-F5344CB8AC3E}">
        <p14:creationId xmlns:p14="http://schemas.microsoft.com/office/powerpoint/2010/main" val="1752164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0" grpId="0" animBg="1"/>
      <p:bldP spid="25" grpId="0"/>
      <p:bldP spid="26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3 November, 2024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25</a:t>
            </a:fld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A218259-FC1E-6BAC-2671-C3CBCAEED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109390"/>
            <a:ext cx="9238963" cy="767465"/>
          </a:xfrm>
        </p:spPr>
        <p:txBody>
          <a:bodyPr wrap="square" anchor="ctr">
            <a:normAutofit/>
          </a:bodyPr>
          <a:lstStyle/>
          <a:p>
            <a:r>
              <a:rPr lang="en-GB" sz="2800" dirty="0"/>
              <a:t>Aggregation Stage: lookup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EE2036-ACD2-928B-0773-74F191B11A75}"/>
              </a:ext>
            </a:extLst>
          </p:cNvPr>
          <p:cNvSpPr txBox="1"/>
          <p:nvPr/>
        </p:nvSpPr>
        <p:spPr>
          <a:xfrm>
            <a:off x="272480" y="764704"/>
            <a:ext cx="3528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Helvetica" panose="020B0604020202020204" pitchFamily="34" charset="0"/>
                <a:cs typeface="Helvetica" panose="020B0604020202020204" pitchFamily="34" charset="0"/>
                <a:hlinkClick r:id="rId2"/>
              </a:rPr>
              <a:t>$lookup</a:t>
            </a:r>
            <a:endParaRPr lang="en-GB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E256B1-2C2E-E1B5-011E-AF97C6700104}"/>
              </a:ext>
            </a:extLst>
          </p:cNvPr>
          <p:cNvSpPr txBox="1"/>
          <p:nvPr/>
        </p:nvSpPr>
        <p:spPr>
          <a:xfrm>
            <a:off x="394556" y="1268760"/>
            <a:ext cx="90229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Functions similarly to a SQL </a:t>
            </a: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join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 by matching documents in the current pipeline stage with documents from another collection.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Returns matched documents as a new attribute in the current document, combining data across collections.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Passes the enriched document with the newly added attribute to the next pipeline stage.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7ADA2B-873F-D55B-5254-D3B9659AD4CD}"/>
              </a:ext>
            </a:extLst>
          </p:cNvPr>
          <p:cNvSpPr txBox="1"/>
          <p:nvPr/>
        </p:nvSpPr>
        <p:spPr>
          <a:xfrm>
            <a:off x="463215" y="3110532"/>
            <a:ext cx="8979569" cy="3139321"/>
          </a:xfrm>
          <a:prstGeom prst="rect">
            <a:avLst/>
          </a:prstGeom>
          <a:solidFill>
            <a:schemeClr val="accent4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 err="1">
                <a:latin typeface="Trebuchet MS" panose="020B0603020202020204" pitchFamily="34" charset="0"/>
              </a:rPr>
              <a:t>db.collection.aggregate</a:t>
            </a:r>
            <a:r>
              <a:rPr lang="en-GB" dirty="0">
                <a:latin typeface="Trebuchet MS" panose="020B0603020202020204" pitchFamily="34" charset="0"/>
              </a:rPr>
              <a:t>([</a:t>
            </a:r>
          </a:p>
          <a:p>
            <a:r>
              <a:rPr lang="en-GB" dirty="0">
                <a:latin typeface="Trebuchet MS" panose="020B0603020202020204" pitchFamily="34" charset="0"/>
              </a:rPr>
              <a:t>  {</a:t>
            </a:r>
          </a:p>
          <a:p>
            <a:r>
              <a:rPr lang="en-GB" dirty="0">
                <a:latin typeface="Trebuchet MS" panose="020B0603020202020204" pitchFamily="34" charset="0"/>
              </a:rPr>
              <a:t>    $lookup: {</a:t>
            </a:r>
          </a:p>
          <a:p>
            <a:r>
              <a:rPr lang="en-GB" dirty="0">
                <a:latin typeface="Trebuchet MS" panose="020B0603020202020204" pitchFamily="34" charset="0"/>
              </a:rPr>
              <a:t>      from: "&lt;</a:t>
            </a:r>
            <a:r>
              <a:rPr lang="en-GB" dirty="0" err="1">
                <a:latin typeface="Trebuchet MS" panose="020B0603020202020204" pitchFamily="34" charset="0"/>
              </a:rPr>
              <a:t>foreign_collection</a:t>
            </a:r>
            <a:r>
              <a:rPr lang="en-GB" dirty="0">
                <a:latin typeface="Trebuchet MS" panose="020B0603020202020204" pitchFamily="34" charset="0"/>
              </a:rPr>
              <a:t>&gt;",        // The name of the other collection to join</a:t>
            </a:r>
          </a:p>
          <a:p>
            <a:r>
              <a:rPr lang="en-GB" dirty="0">
                <a:latin typeface="Trebuchet MS" panose="020B0603020202020204" pitchFamily="34" charset="0"/>
              </a:rPr>
              <a:t>      </a:t>
            </a:r>
            <a:r>
              <a:rPr lang="en-GB" dirty="0" err="1">
                <a:latin typeface="Trebuchet MS" panose="020B0603020202020204" pitchFamily="34" charset="0"/>
              </a:rPr>
              <a:t>localField</a:t>
            </a:r>
            <a:r>
              <a:rPr lang="en-GB" dirty="0">
                <a:latin typeface="Trebuchet MS" panose="020B0603020202020204" pitchFamily="34" charset="0"/>
              </a:rPr>
              <a:t>: "&lt;</a:t>
            </a:r>
            <a:r>
              <a:rPr lang="en-GB" dirty="0" err="1">
                <a:latin typeface="Trebuchet MS" panose="020B0603020202020204" pitchFamily="34" charset="0"/>
              </a:rPr>
              <a:t>local_field</a:t>
            </a:r>
            <a:r>
              <a:rPr lang="en-GB" dirty="0">
                <a:latin typeface="Trebuchet MS" panose="020B0603020202020204" pitchFamily="34" charset="0"/>
              </a:rPr>
              <a:t>&gt;",           // Field from the current collection</a:t>
            </a:r>
          </a:p>
          <a:p>
            <a:r>
              <a:rPr lang="en-GB" dirty="0">
                <a:latin typeface="Trebuchet MS" panose="020B0603020202020204" pitchFamily="34" charset="0"/>
              </a:rPr>
              <a:t>      </a:t>
            </a:r>
            <a:r>
              <a:rPr lang="en-GB" dirty="0" err="1">
                <a:latin typeface="Trebuchet MS" panose="020B0603020202020204" pitchFamily="34" charset="0"/>
              </a:rPr>
              <a:t>foreignField</a:t>
            </a:r>
            <a:r>
              <a:rPr lang="en-GB" dirty="0">
                <a:latin typeface="Trebuchet MS" panose="020B0603020202020204" pitchFamily="34" charset="0"/>
              </a:rPr>
              <a:t>: "&lt;</a:t>
            </a:r>
            <a:r>
              <a:rPr lang="en-GB" dirty="0" err="1">
                <a:latin typeface="Trebuchet MS" panose="020B0603020202020204" pitchFamily="34" charset="0"/>
              </a:rPr>
              <a:t>foreign_field</a:t>
            </a:r>
            <a:r>
              <a:rPr lang="en-GB" dirty="0">
                <a:latin typeface="Trebuchet MS" panose="020B0603020202020204" pitchFamily="34" charset="0"/>
              </a:rPr>
              <a:t>&gt;",    // Field from the foreign collection</a:t>
            </a:r>
          </a:p>
          <a:p>
            <a:r>
              <a:rPr lang="en-GB" dirty="0">
                <a:latin typeface="Trebuchet MS" panose="020B0603020202020204" pitchFamily="34" charset="0"/>
              </a:rPr>
              <a:t>      as: "&lt;</a:t>
            </a:r>
            <a:r>
              <a:rPr lang="en-GB" dirty="0" err="1">
                <a:latin typeface="Trebuchet MS" panose="020B0603020202020204" pitchFamily="34" charset="0"/>
              </a:rPr>
              <a:t>new_array_field</a:t>
            </a:r>
            <a:r>
              <a:rPr lang="en-GB" dirty="0">
                <a:latin typeface="Trebuchet MS" panose="020B0603020202020204" pitchFamily="34" charset="0"/>
              </a:rPr>
              <a:t>&gt;"               // Name of the new array field to add matching documents</a:t>
            </a:r>
          </a:p>
          <a:p>
            <a:r>
              <a:rPr lang="en-GB" dirty="0">
                <a:latin typeface="Trebuchet MS" panose="020B0603020202020204" pitchFamily="34" charset="0"/>
              </a:rPr>
              <a:t>    }</a:t>
            </a:r>
          </a:p>
          <a:p>
            <a:r>
              <a:rPr lang="en-GB" dirty="0">
                <a:latin typeface="Trebuchet MS" panose="020B0603020202020204" pitchFamily="34" charset="0"/>
              </a:rPr>
              <a:t>  }</a:t>
            </a:r>
          </a:p>
          <a:p>
            <a:r>
              <a:rPr lang="en-GB" dirty="0">
                <a:latin typeface="Trebuchet MS" panose="020B0603020202020204" pitchFamily="34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635394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3 November, 2024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26</a:t>
            </a:fld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A218259-FC1E-6BAC-2671-C3CBCAEED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99230"/>
            <a:ext cx="9238963" cy="767465"/>
          </a:xfrm>
        </p:spPr>
        <p:txBody>
          <a:bodyPr wrap="square" anchor="ctr">
            <a:normAutofit/>
          </a:bodyPr>
          <a:lstStyle/>
          <a:p>
            <a:r>
              <a:rPr lang="en-GB" sz="2800" dirty="0"/>
              <a:t>Aggregation Stage: lookup-Example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629FED-E034-8AFC-A2FC-77C39B297DEC}"/>
              </a:ext>
            </a:extLst>
          </p:cNvPr>
          <p:cNvSpPr txBox="1"/>
          <p:nvPr/>
        </p:nvSpPr>
        <p:spPr>
          <a:xfrm>
            <a:off x="870078" y="1520387"/>
            <a:ext cx="8129884" cy="13234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2000" dirty="0">
                <a:latin typeface="Trebuchet MS" panose="020B0603020202020204" pitchFamily="34" charset="0"/>
              </a:rPr>
              <a:t>{ "_id": 1, "</a:t>
            </a:r>
            <a:r>
              <a:rPr lang="en-GB" sz="2000" dirty="0" err="1">
                <a:latin typeface="Trebuchet MS" panose="020B0603020202020204" pitchFamily="34" charset="0"/>
              </a:rPr>
              <a:t>orderId</a:t>
            </a:r>
            <a:r>
              <a:rPr lang="en-GB" sz="2000" dirty="0">
                <a:latin typeface="Trebuchet MS" panose="020B0603020202020204" pitchFamily="34" charset="0"/>
              </a:rPr>
              <a:t>": "O1001", "</a:t>
            </a:r>
            <a:r>
              <a:rPr lang="en-GB" sz="2000" dirty="0" err="1">
                <a:latin typeface="Trebuchet MS" panose="020B0603020202020204" pitchFamily="34" charset="0"/>
              </a:rPr>
              <a:t>customerId</a:t>
            </a:r>
            <a:r>
              <a:rPr lang="en-GB" sz="2000" dirty="0">
                <a:latin typeface="Trebuchet MS" panose="020B0603020202020204" pitchFamily="34" charset="0"/>
              </a:rPr>
              <a:t>": "C001", "amount": 150 }</a:t>
            </a:r>
          </a:p>
          <a:p>
            <a:r>
              <a:rPr lang="en-GB" sz="2000" dirty="0">
                <a:latin typeface="Trebuchet MS" panose="020B0603020202020204" pitchFamily="34" charset="0"/>
              </a:rPr>
              <a:t>{ "_id": 2, "</a:t>
            </a:r>
            <a:r>
              <a:rPr lang="en-GB" sz="2000" dirty="0" err="1">
                <a:latin typeface="Trebuchet MS" panose="020B0603020202020204" pitchFamily="34" charset="0"/>
              </a:rPr>
              <a:t>orderId</a:t>
            </a:r>
            <a:r>
              <a:rPr lang="en-GB" sz="2000" dirty="0">
                <a:latin typeface="Trebuchet MS" panose="020B0603020202020204" pitchFamily="34" charset="0"/>
              </a:rPr>
              <a:t>": "O1002", "</a:t>
            </a:r>
            <a:r>
              <a:rPr lang="en-GB" sz="2000" dirty="0" err="1">
                <a:latin typeface="Trebuchet MS" panose="020B0603020202020204" pitchFamily="34" charset="0"/>
              </a:rPr>
              <a:t>customerId</a:t>
            </a:r>
            <a:r>
              <a:rPr lang="en-GB" sz="2000" dirty="0">
                <a:latin typeface="Trebuchet MS" panose="020B0603020202020204" pitchFamily="34" charset="0"/>
              </a:rPr>
              <a:t>": "C002", "amount": 200 }</a:t>
            </a:r>
          </a:p>
          <a:p>
            <a:r>
              <a:rPr lang="en-GB" sz="2000" dirty="0">
                <a:latin typeface="Trebuchet MS" panose="020B0603020202020204" pitchFamily="34" charset="0"/>
              </a:rPr>
              <a:t>{ "_id": 3, "</a:t>
            </a:r>
            <a:r>
              <a:rPr lang="en-GB" sz="2000" dirty="0" err="1">
                <a:latin typeface="Trebuchet MS" panose="020B0603020202020204" pitchFamily="34" charset="0"/>
              </a:rPr>
              <a:t>orderId</a:t>
            </a:r>
            <a:r>
              <a:rPr lang="en-GB" sz="2000" dirty="0">
                <a:latin typeface="Trebuchet MS" panose="020B0603020202020204" pitchFamily="34" charset="0"/>
              </a:rPr>
              <a:t>": "O1003", "</a:t>
            </a:r>
            <a:r>
              <a:rPr lang="en-GB" sz="2000" dirty="0" err="1">
                <a:latin typeface="Trebuchet MS" panose="020B0603020202020204" pitchFamily="34" charset="0"/>
              </a:rPr>
              <a:t>customerId</a:t>
            </a:r>
            <a:r>
              <a:rPr lang="en-GB" sz="2000" dirty="0">
                <a:latin typeface="Trebuchet MS" panose="020B0603020202020204" pitchFamily="34" charset="0"/>
              </a:rPr>
              <a:t>": "C001", "amount": 250 }</a:t>
            </a:r>
          </a:p>
          <a:p>
            <a:r>
              <a:rPr lang="en-GB" sz="2000" dirty="0">
                <a:latin typeface="Trebuchet MS" panose="020B0603020202020204" pitchFamily="34" charset="0"/>
              </a:rPr>
              <a:t>{ "_id": 4, "</a:t>
            </a:r>
            <a:r>
              <a:rPr lang="en-GB" sz="2000" dirty="0" err="1">
                <a:latin typeface="Trebuchet MS" panose="020B0603020202020204" pitchFamily="34" charset="0"/>
              </a:rPr>
              <a:t>orderId</a:t>
            </a:r>
            <a:r>
              <a:rPr lang="en-GB" sz="2000" dirty="0">
                <a:latin typeface="Trebuchet MS" panose="020B0603020202020204" pitchFamily="34" charset="0"/>
              </a:rPr>
              <a:t>": "O1004", "</a:t>
            </a:r>
            <a:r>
              <a:rPr lang="en-GB" sz="2000" dirty="0" err="1">
                <a:latin typeface="Trebuchet MS" panose="020B0603020202020204" pitchFamily="34" charset="0"/>
              </a:rPr>
              <a:t>customerId</a:t>
            </a:r>
            <a:r>
              <a:rPr lang="en-GB" sz="2000" dirty="0">
                <a:latin typeface="Trebuchet MS" panose="020B0603020202020204" pitchFamily="34" charset="0"/>
              </a:rPr>
              <a:t>": "C003", "amount": 300 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F5E23-69D5-977B-7A59-C4D6127380B5}"/>
              </a:ext>
            </a:extLst>
          </p:cNvPr>
          <p:cNvSpPr txBox="1"/>
          <p:nvPr/>
        </p:nvSpPr>
        <p:spPr>
          <a:xfrm>
            <a:off x="870078" y="4114696"/>
            <a:ext cx="6969105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2000" dirty="0">
                <a:latin typeface="Trebuchet MS" panose="020B0603020202020204" pitchFamily="34" charset="0"/>
              </a:rPr>
              <a:t>{ "_id": "C001", "name": "Alice", "location": “Leeds" }</a:t>
            </a:r>
          </a:p>
          <a:p>
            <a:r>
              <a:rPr lang="en-GB" sz="2000" dirty="0">
                <a:latin typeface="Trebuchet MS" panose="020B0603020202020204" pitchFamily="34" charset="0"/>
              </a:rPr>
              <a:t>{ "_id": "C002", "name": "Bob", "location": “Hull" }</a:t>
            </a:r>
          </a:p>
          <a:p>
            <a:r>
              <a:rPr lang="en-GB" sz="2000" dirty="0">
                <a:latin typeface="Trebuchet MS" panose="020B0603020202020204" pitchFamily="34" charset="0"/>
              </a:rPr>
              <a:t>{ "_id": "C003", "name": "Charlie", "location": “Bradford" 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4FF983-CAE3-292A-83D0-2322E75C4D10}"/>
              </a:ext>
            </a:extLst>
          </p:cNvPr>
          <p:cNvSpPr txBox="1"/>
          <p:nvPr/>
        </p:nvSpPr>
        <p:spPr>
          <a:xfrm>
            <a:off x="488504" y="866695"/>
            <a:ext cx="4953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orders Collection: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766A9A-D0BD-BD17-088B-CF2E1985E539}"/>
              </a:ext>
            </a:extLst>
          </p:cNvPr>
          <p:cNvSpPr txBox="1"/>
          <p:nvPr/>
        </p:nvSpPr>
        <p:spPr>
          <a:xfrm>
            <a:off x="635000" y="3492532"/>
            <a:ext cx="4953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customers Collection:</a:t>
            </a:r>
          </a:p>
        </p:txBody>
      </p:sp>
    </p:spTree>
    <p:extLst>
      <p:ext uri="{BB962C8B-B14F-4D97-AF65-F5344CB8AC3E}">
        <p14:creationId xmlns:p14="http://schemas.microsoft.com/office/powerpoint/2010/main" val="39462041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3 November, 2024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27</a:t>
            </a:fld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A218259-FC1E-6BAC-2671-C3CBCAEED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99230"/>
            <a:ext cx="9238963" cy="767465"/>
          </a:xfrm>
        </p:spPr>
        <p:txBody>
          <a:bodyPr wrap="square" anchor="ctr">
            <a:normAutofit/>
          </a:bodyPr>
          <a:lstStyle/>
          <a:p>
            <a:r>
              <a:rPr lang="en-GB" sz="2800" dirty="0"/>
              <a:t>Aggregation Stage: lookup-Example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EDD694-B6D6-AB6B-F1C3-4317AAC9FE5A}"/>
              </a:ext>
            </a:extLst>
          </p:cNvPr>
          <p:cNvSpPr txBox="1"/>
          <p:nvPr/>
        </p:nvSpPr>
        <p:spPr>
          <a:xfrm>
            <a:off x="938938" y="1034042"/>
            <a:ext cx="8198792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 err="1">
                <a:latin typeface="Trebuchet MS" panose="020B0603020202020204" pitchFamily="34" charset="0"/>
              </a:rPr>
              <a:t>db.orders.aggregate</a:t>
            </a:r>
            <a:r>
              <a:rPr lang="en-GB" dirty="0">
                <a:latin typeface="Trebuchet MS" panose="020B0603020202020204" pitchFamily="34" charset="0"/>
              </a:rPr>
              <a:t>([</a:t>
            </a:r>
          </a:p>
          <a:p>
            <a:r>
              <a:rPr lang="en-GB" dirty="0">
                <a:latin typeface="Trebuchet MS" panose="020B0603020202020204" pitchFamily="34" charset="0"/>
              </a:rPr>
              <a:t>  {</a:t>
            </a:r>
          </a:p>
          <a:p>
            <a:r>
              <a:rPr lang="en-GB" dirty="0">
                <a:latin typeface="Trebuchet MS" panose="020B0603020202020204" pitchFamily="34" charset="0"/>
              </a:rPr>
              <a:t>    $lookup: {</a:t>
            </a:r>
          </a:p>
          <a:p>
            <a:r>
              <a:rPr lang="en-GB" dirty="0">
                <a:latin typeface="Trebuchet MS" panose="020B0603020202020204" pitchFamily="34" charset="0"/>
              </a:rPr>
              <a:t>      from: "customers",             // foreign collection</a:t>
            </a:r>
          </a:p>
          <a:p>
            <a:r>
              <a:rPr lang="en-GB" dirty="0">
                <a:latin typeface="Trebuchet MS" panose="020B0603020202020204" pitchFamily="34" charset="0"/>
              </a:rPr>
              <a:t>      </a:t>
            </a:r>
            <a:r>
              <a:rPr lang="en-GB" dirty="0" err="1">
                <a:latin typeface="Trebuchet MS" panose="020B0603020202020204" pitchFamily="34" charset="0"/>
              </a:rPr>
              <a:t>localField</a:t>
            </a:r>
            <a:r>
              <a:rPr lang="en-GB" dirty="0">
                <a:latin typeface="Trebuchet MS" panose="020B0603020202020204" pitchFamily="34" charset="0"/>
              </a:rPr>
              <a:t>: "</a:t>
            </a:r>
            <a:r>
              <a:rPr lang="en-GB" dirty="0" err="1">
                <a:latin typeface="Trebuchet MS" panose="020B0603020202020204" pitchFamily="34" charset="0"/>
              </a:rPr>
              <a:t>customerId</a:t>
            </a:r>
            <a:r>
              <a:rPr lang="en-GB" dirty="0">
                <a:latin typeface="Trebuchet MS" panose="020B0603020202020204" pitchFamily="34" charset="0"/>
              </a:rPr>
              <a:t>",      // field in orders</a:t>
            </a:r>
          </a:p>
          <a:p>
            <a:r>
              <a:rPr lang="en-GB" dirty="0">
                <a:latin typeface="Trebuchet MS" panose="020B0603020202020204" pitchFamily="34" charset="0"/>
              </a:rPr>
              <a:t>      </a:t>
            </a:r>
            <a:r>
              <a:rPr lang="en-GB" dirty="0" err="1">
                <a:latin typeface="Trebuchet MS" panose="020B0603020202020204" pitchFamily="34" charset="0"/>
              </a:rPr>
              <a:t>foreignField</a:t>
            </a:r>
            <a:r>
              <a:rPr lang="en-GB" dirty="0">
                <a:latin typeface="Trebuchet MS" panose="020B0603020202020204" pitchFamily="34" charset="0"/>
              </a:rPr>
              <a:t>: "_id",           // field in customers</a:t>
            </a:r>
          </a:p>
          <a:p>
            <a:r>
              <a:rPr lang="en-GB" dirty="0">
                <a:latin typeface="Trebuchet MS" panose="020B0603020202020204" pitchFamily="34" charset="0"/>
              </a:rPr>
              <a:t>      as: "</a:t>
            </a:r>
            <a:r>
              <a:rPr lang="en-GB" dirty="0" err="1">
                <a:latin typeface="Trebuchet MS" panose="020B0603020202020204" pitchFamily="34" charset="0"/>
              </a:rPr>
              <a:t>customerDetails</a:t>
            </a:r>
            <a:r>
              <a:rPr lang="en-GB" dirty="0">
                <a:latin typeface="Trebuchet MS" panose="020B0603020202020204" pitchFamily="34" charset="0"/>
              </a:rPr>
              <a:t>"          // output array with matching documents</a:t>
            </a:r>
          </a:p>
          <a:p>
            <a:r>
              <a:rPr lang="en-GB" dirty="0">
                <a:latin typeface="Trebuchet MS" panose="020B0603020202020204" pitchFamily="34" charset="0"/>
              </a:rPr>
              <a:t>    }</a:t>
            </a:r>
          </a:p>
          <a:p>
            <a:r>
              <a:rPr lang="en-GB" dirty="0">
                <a:latin typeface="Trebuchet MS" panose="020B0603020202020204" pitchFamily="34" charset="0"/>
              </a:rPr>
              <a:t>  }</a:t>
            </a:r>
          </a:p>
          <a:p>
            <a:r>
              <a:rPr lang="en-GB" dirty="0">
                <a:latin typeface="Trebuchet MS" panose="020B0603020202020204" pitchFamily="34" charset="0"/>
              </a:rPr>
              <a:t>])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97702E-BDC5-657C-D356-CB9319EC855B}"/>
              </a:ext>
            </a:extLst>
          </p:cNvPr>
          <p:cNvSpPr txBox="1"/>
          <p:nvPr/>
        </p:nvSpPr>
        <p:spPr>
          <a:xfrm>
            <a:off x="544891" y="4077072"/>
            <a:ext cx="8986886" cy="209288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b="1" dirty="0">
                <a:latin typeface="Trebuchet MS" panose="020B0603020202020204" pitchFamily="34" charset="0"/>
              </a:rPr>
              <a:t>$filter=[ 'aggregate' =&gt; ‘orders', 'cursor' =&gt; new </a:t>
            </a:r>
            <a:r>
              <a:rPr lang="en-GB" b="1" dirty="0" err="1">
                <a:latin typeface="Trebuchet MS" panose="020B0603020202020204" pitchFamily="34" charset="0"/>
              </a:rPr>
              <a:t>stdClass</a:t>
            </a:r>
            <a:r>
              <a:rPr lang="en-GB" b="1" dirty="0">
                <a:latin typeface="Trebuchet MS" panose="020B0603020202020204" pitchFamily="34" charset="0"/>
              </a:rPr>
              <a:t>(),</a:t>
            </a:r>
          </a:p>
          <a:p>
            <a:r>
              <a:rPr lang="en-GB" b="1" dirty="0">
                <a:latin typeface="Trebuchet MS" panose="020B0603020202020204" pitchFamily="34" charset="0"/>
              </a:rPr>
              <a:t>          'pipeline' =&gt; [ </a:t>
            </a:r>
          </a:p>
          <a:p>
            <a:r>
              <a:rPr lang="en-GB" b="1" dirty="0">
                <a:latin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0C0D0E"/>
                </a:solidFill>
                <a:latin typeface="Trebuchet MS" panose="020B0603020202020204" pitchFamily="34" charset="0"/>
              </a:rPr>
              <a:t>   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Trebuchet MS" panose="020B0603020202020204" pitchFamily="34" charset="0"/>
              </a:rPr>
              <a:t>[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Trebuchet MS" panose="020B0603020202020204" pitchFamily="34" charset="0"/>
              </a:rPr>
              <a:t>'$lookup'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Trebuchet MS" panose="020B0603020202020204" pitchFamily="34" charset="0"/>
              </a:rPr>
              <a:t> =&gt; [</a:t>
            </a:r>
            <a:r>
              <a:rPr lang="en-US" altLang="en-US" dirty="0">
                <a:solidFill>
                  <a:srgbClr val="0C0D0E"/>
                </a:solidFill>
                <a:latin typeface="Trebuchet MS" panose="020B0603020202020204" pitchFamily="34" charset="0"/>
              </a:rPr>
              <a:t>‘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Trebuchet MS" panose="020B0603020202020204" pitchFamily="34" charset="0"/>
              </a:rPr>
              <a:t>from</a:t>
            </a:r>
            <a:r>
              <a:rPr lang="en-US" altLang="en-US" dirty="0">
                <a:solidFill>
                  <a:srgbClr val="0C0D0E"/>
                </a:solidFill>
                <a:latin typeface="Trebuchet MS" panose="020B0603020202020204" pitchFamily="34" charset="0"/>
              </a:rPr>
              <a:t>’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Trebuchet MS" panose="020B0603020202020204" pitchFamily="34" charset="0"/>
              </a:rPr>
              <a:t> =&gt; </a:t>
            </a:r>
            <a:r>
              <a:rPr lang="en-US" altLang="en-US" dirty="0">
                <a:solidFill>
                  <a:srgbClr val="0C0D0E"/>
                </a:solidFill>
                <a:latin typeface="Trebuchet MS" panose="020B0603020202020204" pitchFamily="34" charset="0"/>
              </a:rPr>
              <a:t>‘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Trebuchet MS" panose="020B0603020202020204" pitchFamily="34" charset="0"/>
              </a:rPr>
              <a:t>customers</a:t>
            </a:r>
            <a:r>
              <a:rPr lang="en-US" altLang="en-US" dirty="0">
                <a:solidFill>
                  <a:srgbClr val="0C0D0E"/>
                </a:solidFill>
                <a:latin typeface="Trebuchet MS" panose="020B0603020202020204" pitchFamily="34" charset="0"/>
              </a:rPr>
              <a:t>’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Trebuchet MS" panose="020B0603020202020204" pitchFamily="34" charset="0"/>
              </a:rPr>
              <a:t>,</a:t>
            </a:r>
            <a:r>
              <a:rPr lang="en-US" altLang="en-US" dirty="0">
                <a:solidFill>
                  <a:srgbClr val="0C0D0E"/>
                </a:solidFill>
                <a:latin typeface="Trebuchet MS" panose="020B0603020202020204" pitchFamily="34" charset="0"/>
              </a:rPr>
              <a:t>’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C0D0E"/>
                </a:solidFill>
                <a:effectLst/>
                <a:latin typeface="Trebuchet MS" panose="020B0603020202020204" pitchFamily="34" charset="0"/>
              </a:rPr>
              <a:t>localField</a:t>
            </a:r>
            <a:r>
              <a:rPr lang="en-US" altLang="en-US" dirty="0">
                <a:solidFill>
                  <a:srgbClr val="0C0D0E"/>
                </a:solidFill>
                <a:latin typeface="Trebuchet MS" panose="020B0603020202020204" pitchFamily="34" charset="0"/>
              </a:rPr>
              <a:t>’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Trebuchet MS" panose="020B0603020202020204" pitchFamily="34" charset="0"/>
              </a:rPr>
              <a:t> =&gt; </a:t>
            </a:r>
            <a:r>
              <a:rPr lang="en-US" altLang="en-US" dirty="0">
                <a:solidFill>
                  <a:srgbClr val="0C0D0E"/>
                </a:solidFill>
                <a:latin typeface="Trebuchet MS" panose="020B0603020202020204" pitchFamily="34" charset="0"/>
              </a:rPr>
              <a:t>‘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C0D0E"/>
                </a:solidFill>
                <a:effectLst/>
                <a:latin typeface="Trebuchet MS" panose="020B0603020202020204" pitchFamily="34" charset="0"/>
              </a:rPr>
              <a:t>customerId</a:t>
            </a:r>
            <a:r>
              <a:rPr lang="en-US" altLang="en-US" dirty="0">
                <a:solidFill>
                  <a:srgbClr val="0C0D0E"/>
                </a:solidFill>
                <a:latin typeface="Trebuchet MS" panose="020B0603020202020204" pitchFamily="34" charset="0"/>
              </a:rPr>
              <a:t>’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Trebuchet MS" panose="020B0603020202020204" pitchFamily="34" charset="0"/>
              </a:rPr>
              <a:t>,</a:t>
            </a:r>
          </a:p>
          <a:p>
            <a:r>
              <a:rPr lang="en-US" altLang="en-US" sz="2000" dirty="0">
                <a:solidFill>
                  <a:srgbClr val="0C0D0E"/>
                </a:solidFill>
                <a:latin typeface="Trebuchet MS" panose="020B0603020202020204" pitchFamily="34" charset="0"/>
              </a:rPr>
              <a:t>                                          </a:t>
            </a:r>
            <a:r>
              <a:rPr lang="en-US" altLang="en-US" dirty="0">
                <a:solidFill>
                  <a:srgbClr val="0C0D0E"/>
                </a:solidFill>
                <a:latin typeface="Trebuchet MS" panose="020B0603020202020204" pitchFamily="34" charset="0"/>
              </a:rPr>
              <a:t>’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C0D0E"/>
                </a:solidFill>
                <a:effectLst/>
                <a:latin typeface="Trebuchet MS" panose="020B0603020202020204" pitchFamily="34" charset="0"/>
              </a:rPr>
              <a:t>foreignField</a:t>
            </a:r>
            <a:r>
              <a:rPr lang="en-US" altLang="en-US" dirty="0">
                <a:solidFill>
                  <a:srgbClr val="0C0D0E"/>
                </a:solidFill>
                <a:latin typeface="Trebuchet MS" panose="020B0603020202020204" pitchFamily="34" charset="0"/>
              </a:rPr>
              <a:t>’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Trebuchet MS" panose="020B0603020202020204" pitchFamily="34" charset="0"/>
              </a:rPr>
              <a:t> =&gt; </a:t>
            </a:r>
            <a:r>
              <a:rPr lang="en-US" altLang="en-US" dirty="0">
                <a:solidFill>
                  <a:srgbClr val="0C0D0E"/>
                </a:solidFill>
                <a:latin typeface="Trebuchet MS" panose="020B0603020202020204" pitchFamily="34" charset="0"/>
              </a:rPr>
              <a:t>‘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Trebuchet MS" panose="020B0603020202020204" pitchFamily="34" charset="0"/>
              </a:rPr>
              <a:t>_id</a:t>
            </a:r>
            <a:r>
              <a:rPr lang="en-US" altLang="en-US" dirty="0">
                <a:solidFill>
                  <a:srgbClr val="0C0D0E"/>
                </a:solidFill>
                <a:latin typeface="Trebuchet MS" panose="020B0603020202020204" pitchFamily="34" charset="0"/>
              </a:rPr>
              <a:t>’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Trebuchet MS" panose="020B0603020202020204" pitchFamily="34" charset="0"/>
              </a:rPr>
              <a:t>, </a:t>
            </a:r>
            <a:r>
              <a:rPr lang="en-US" altLang="en-US" dirty="0">
                <a:solidFill>
                  <a:srgbClr val="0C0D0E"/>
                </a:solidFill>
                <a:latin typeface="Trebuchet MS" panose="020B0603020202020204" pitchFamily="34" charset="0"/>
              </a:rPr>
              <a:t>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Trebuchet MS" panose="020B0603020202020204" pitchFamily="34" charset="0"/>
              </a:rPr>
              <a:t>as</a:t>
            </a:r>
            <a:r>
              <a:rPr lang="en-US" altLang="en-US" dirty="0">
                <a:solidFill>
                  <a:srgbClr val="0C0D0E"/>
                </a:solidFill>
                <a:latin typeface="Trebuchet MS" panose="020B0603020202020204" pitchFamily="34" charset="0"/>
              </a:rPr>
              <a:t>’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Trebuchet MS" panose="020B0603020202020204" pitchFamily="34" charset="0"/>
              </a:rPr>
              <a:t> =&gt; </a:t>
            </a:r>
            <a:r>
              <a:rPr lang="en-US" altLang="en-US" dirty="0">
                <a:solidFill>
                  <a:srgbClr val="0C0D0E"/>
                </a:solidFill>
                <a:latin typeface="Trebuchet MS" panose="020B0603020202020204" pitchFamily="34" charset="0"/>
              </a:rPr>
              <a:t>‘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C0D0E"/>
                </a:solidFill>
                <a:effectLst/>
                <a:latin typeface="Trebuchet MS" panose="020B0603020202020204" pitchFamily="34" charset="0"/>
              </a:rPr>
              <a:t>customerDetails</a:t>
            </a:r>
            <a:r>
              <a:rPr lang="en-US" altLang="en-US" dirty="0">
                <a:solidFill>
                  <a:srgbClr val="0C0D0E"/>
                </a:solidFill>
                <a:latin typeface="Trebuchet MS" panose="020B0603020202020204" pitchFamily="34" charset="0"/>
              </a:rPr>
              <a:t>’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Trebuchet MS" panose="020B0603020202020204" pitchFamily="34" charset="0"/>
              </a:rPr>
              <a:t>] ]</a:t>
            </a:r>
            <a:endParaRPr lang="en-GB" b="1" dirty="0">
              <a:latin typeface="Trebuchet MS" panose="020B0603020202020204" pitchFamily="34" charset="0"/>
            </a:endParaRPr>
          </a:p>
          <a:p>
            <a:r>
              <a:rPr lang="en-GB" b="1" dirty="0">
                <a:latin typeface="Trebuchet MS" panose="020B0603020202020204" pitchFamily="34" charset="0"/>
              </a:rPr>
              <a:t>                                       ] </a:t>
            </a:r>
          </a:p>
          <a:p>
            <a:r>
              <a:rPr lang="en-GB" b="1" dirty="0">
                <a:latin typeface="Trebuchet MS" panose="020B0603020202020204" pitchFamily="34" charset="0"/>
              </a:rPr>
              <a:t>             ];      </a:t>
            </a:r>
          </a:p>
          <a:p>
            <a:r>
              <a:rPr lang="en-GB" b="1" dirty="0">
                <a:latin typeface="Trebuchet MS" panose="020B0603020202020204" pitchFamily="34" charset="0"/>
              </a:rPr>
              <a:t>$command = new MongoDB\Driver\Command($filter);  </a:t>
            </a:r>
          </a:p>
        </p:txBody>
      </p:sp>
    </p:spTree>
    <p:extLst>
      <p:ext uri="{BB962C8B-B14F-4D97-AF65-F5344CB8AC3E}">
        <p14:creationId xmlns:p14="http://schemas.microsoft.com/office/powerpoint/2010/main" val="42098264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3 November, 2024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28</a:t>
            </a:fld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A218259-FC1E-6BAC-2671-C3CBCAEED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99230"/>
            <a:ext cx="9238963" cy="767465"/>
          </a:xfrm>
        </p:spPr>
        <p:txBody>
          <a:bodyPr wrap="square" anchor="ctr">
            <a:normAutofit/>
          </a:bodyPr>
          <a:lstStyle/>
          <a:p>
            <a:r>
              <a:rPr lang="en-GB" sz="2800" dirty="0"/>
              <a:t>Aggregation Stage: lookup-Example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ED4C81-A76A-622D-3661-DBC00A43DC81}"/>
              </a:ext>
            </a:extLst>
          </p:cNvPr>
          <p:cNvSpPr txBox="1"/>
          <p:nvPr/>
        </p:nvSpPr>
        <p:spPr>
          <a:xfrm>
            <a:off x="72622" y="1412776"/>
            <a:ext cx="4953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500" dirty="0">
                <a:latin typeface="Trebuchet MS" panose="020B0603020202020204" pitchFamily="34" charset="0"/>
              </a:rPr>
              <a:t>[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  {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    "_id": 1,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    "</a:t>
            </a:r>
            <a:r>
              <a:rPr lang="en-GB" sz="1500" dirty="0" err="1">
                <a:latin typeface="Trebuchet MS" panose="020B0603020202020204" pitchFamily="34" charset="0"/>
              </a:rPr>
              <a:t>orderId</a:t>
            </a:r>
            <a:r>
              <a:rPr lang="en-GB" sz="1500" dirty="0">
                <a:latin typeface="Trebuchet MS" panose="020B0603020202020204" pitchFamily="34" charset="0"/>
              </a:rPr>
              <a:t>": "O1001",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    "</a:t>
            </a:r>
            <a:r>
              <a:rPr lang="en-GB" sz="1500" dirty="0" err="1">
                <a:latin typeface="Trebuchet MS" panose="020B0603020202020204" pitchFamily="34" charset="0"/>
              </a:rPr>
              <a:t>customerId</a:t>
            </a:r>
            <a:r>
              <a:rPr lang="en-GB" sz="1500" dirty="0">
                <a:latin typeface="Trebuchet MS" panose="020B0603020202020204" pitchFamily="34" charset="0"/>
              </a:rPr>
              <a:t>": "C001",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    "amount": 150,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    </a:t>
            </a:r>
            <a:r>
              <a:rPr lang="en-GB" sz="1500" dirty="0">
                <a:solidFill>
                  <a:srgbClr val="C00000"/>
                </a:solidFill>
                <a:latin typeface="Trebuchet MS" panose="020B0603020202020204" pitchFamily="34" charset="0"/>
              </a:rPr>
              <a:t>"</a:t>
            </a:r>
            <a:r>
              <a:rPr lang="en-GB" sz="1500" dirty="0" err="1">
                <a:solidFill>
                  <a:srgbClr val="C00000"/>
                </a:solidFill>
                <a:latin typeface="Trebuchet MS" panose="020B0603020202020204" pitchFamily="34" charset="0"/>
              </a:rPr>
              <a:t>customerDetails</a:t>
            </a:r>
            <a:r>
              <a:rPr lang="en-GB" sz="1500" dirty="0">
                <a:solidFill>
                  <a:srgbClr val="C00000"/>
                </a:solidFill>
                <a:latin typeface="Trebuchet MS" panose="020B0603020202020204" pitchFamily="34" charset="0"/>
              </a:rPr>
              <a:t>": [</a:t>
            </a:r>
          </a:p>
          <a:p>
            <a:r>
              <a:rPr lang="en-GB" sz="1500" dirty="0">
                <a:solidFill>
                  <a:srgbClr val="C00000"/>
                </a:solidFill>
                <a:latin typeface="Trebuchet MS" panose="020B0603020202020204" pitchFamily="34" charset="0"/>
              </a:rPr>
              <a:t>      { "_id": "C001", "name": "Alice", "location": “Leeds" }</a:t>
            </a:r>
          </a:p>
          <a:p>
            <a:r>
              <a:rPr lang="en-GB" sz="1500" dirty="0">
                <a:solidFill>
                  <a:srgbClr val="C00000"/>
                </a:solidFill>
                <a:latin typeface="Trebuchet MS" panose="020B0603020202020204" pitchFamily="34" charset="0"/>
              </a:rPr>
              <a:t>    ]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  },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  {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    "_id": 2,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    "</a:t>
            </a:r>
            <a:r>
              <a:rPr lang="en-GB" sz="1500" dirty="0" err="1">
                <a:latin typeface="Trebuchet MS" panose="020B0603020202020204" pitchFamily="34" charset="0"/>
              </a:rPr>
              <a:t>orderId</a:t>
            </a:r>
            <a:r>
              <a:rPr lang="en-GB" sz="1500" dirty="0">
                <a:latin typeface="Trebuchet MS" panose="020B0603020202020204" pitchFamily="34" charset="0"/>
              </a:rPr>
              <a:t>": "O1002",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    "</a:t>
            </a:r>
            <a:r>
              <a:rPr lang="en-GB" sz="1500" dirty="0" err="1">
                <a:latin typeface="Trebuchet MS" panose="020B0603020202020204" pitchFamily="34" charset="0"/>
              </a:rPr>
              <a:t>customerId</a:t>
            </a:r>
            <a:r>
              <a:rPr lang="en-GB" sz="1500" dirty="0">
                <a:latin typeface="Trebuchet MS" panose="020B0603020202020204" pitchFamily="34" charset="0"/>
              </a:rPr>
              <a:t>": "C002",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    "amount": 200,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    </a:t>
            </a:r>
            <a:r>
              <a:rPr lang="en-GB" sz="1500" dirty="0">
                <a:solidFill>
                  <a:srgbClr val="C00000"/>
                </a:solidFill>
                <a:latin typeface="Trebuchet MS" panose="020B0603020202020204" pitchFamily="34" charset="0"/>
              </a:rPr>
              <a:t>"</a:t>
            </a:r>
            <a:r>
              <a:rPr lang="en-GB" sz="1500" dirty="0" err="1">
                <a:solidFill>
                  <a:srgbClr val="C00000"/>
                </a:solidFill>
                <a:latin typeface="Trebuchet MS" panose="020B0603020202020204" pitchFamily="34" charset="0"/>
              </a:rPr>
              <a:t>customerDetails</a:t>
            </a:r>
            <a:r>
              <a:rPr lang="en-GB" sz="1500" dirty="0">
                <a:solidFill>
                  <a:srgbClr val="C00000"/>
                </a:solidFill>
                <a:latin typeface="Trebuchet MS" panose="020B0603020202020204" pitchFamily="34" charset="0"/>
              </a:rPr>
              <a:t>": [</a:t>
            </a:r>
          </a:p>
          <a:p>
            <a:r>
              <a:rPr lang="en-GB" sz="1500" dirty="0">
                <a:solidFill>
                  <a:srgbClr val="C00000"/>
                </a:solidFill>
                <a:latin typeface="Trebuchet MS" panose="020B0603020202020204" pitchFamily="34" charset="0"/>
              </a:rPr>
              <a:t>      { "_id": "C002", "name": "Bob", "location": “Hull" }</a:t>
            </a:r>
          </a:p>
          <a:p>
            <a:r>
              <a:rPr lang="en-GB" sz="1500" dirty="0">
                <a:solidFill>
                  <a:srgbClr val="C00000"/>
                </a:solidFill>
                <a:latin typeface="Trebuchet MS" panose="020B0603020202020204" pitchFamily="34" charset="0"/>
              </a:rPr>
              <a:t>    ]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  },</a:t>
            </a:r>
          </a:p>
          <a:p>
            <a:endParaRPr lang="en-GB" sz="1500" dirty="0">
              <a:latin typeface="Trebuchet MS" panose="020B0603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8289DC-965D-3D5B-462E-DF7617F03B6B}"/>
              </a:ext>
            </a:extLst>
          </p:cNvPr>
          <p:cNvSpPr txBox="1"/>
          <p:nvPr/>
        </p:nvSpPr>
        <p:spPr>
          <a:xfrm>
            <a:off x="4953000" y="1412776"/>
            <a:ext cx="4953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500" dirty="0">
                <a:latin typeface="Trebuchet MS" panose="020B0603020202020204" pitchFamily="34" charset="0"/>
              </a:rPr>
              <a:t> {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    "_id": 3,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    "</a:t>
            </a:r>
            <a:r>
              <a:rPr lang="en-GB" sz="1500" dirty="0" err="1">
                <a:latin typeface="Trebuchet MS" panose="020B0603020202020204" pitchFamily="34" charset="0"/>
              </a:rPr>
              <a:t>orderId</a:t>
            </a:r>
            <a:r>
              <a:rPr lang="en-GB" sz="1500" dirty="0">
                <a:latin typeface="Trebuchet MS" panose="020B0603020202020204" pitchFamily="34" charset="0"/>
              </a:rPr>
              <a:t>": "O1003",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    "</a:t>
            </a:r>
            <a:r>
              <a:rPr lang="en-GB" sz="1500" dirty="0" err="1">
                <a:latin typeface="Trebuchet MS" panose="020B0603020202020204" pitchFamily="34" charset="0"/>
              </a:rPr>
              <a:t>customerId</a:t>
            </a:r>
            <a:r>
              <a:rPr lang="en-GB" sz="1500" dirty="0">
                <a:latin typeface="Trebuchet MS" panose="020B0603020202020204" pitchFamily="34" charset="0"/>
              </a:rPr>
              <a:t>": "C001",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    "amount": 250,</a:t>
            </a:r>
          </a:p>
          <a:p>
            <a:r>
              <a:rPr lang="en-GB" sz="1500" dirty="0">
                <a:solidFill>
                  <a:srgbClr val="C00000"/>
                </a:solidFill>
                <a:latin typeface="Trebuchet MS" panose="020B0603020202020204" pitchFamily="34" charset="0"/>
              </a:rPr>
              <a:t>    "</a:t>
            </a:r>
            <a:r>
              <a:rPr lang="en-GB" sz="1500" dirty="0" err="1">
                <a:solidFill>
                  <a:srgbClr val="C00000"/>
                </a:solidFill>
                <a:latin typeface="Trebuchet MS" panose="020B0603020202020204" pitchFamily="34" charset="0"/>
              </a:rPr>
              <a:t>customerDetails</a:t>
            </a:r>
            <a:r>
              <a:rPr lang="en-GB" sz="1500" dirty="0">
                <a:solidFill>
                  <a:srgbClr val="C00000"/>
                </a:solidFill>
                <a:latin typeface="Trebuchet MS" panose="020B0603020202020204" pitchFamily="34" charset="0"/>
              </a:rPr>
              <a:t>": [</a:t>
            </a:r>
          </a:p>
          <a:p>
            <a:r>
              <a:rPr lang="en-GB" sz="1500" dirty="0">
                <a:solidFill>
                  <a:srgbClr val="C00000"/>
                </a:solidFill>
                <a:latin typeface="Trebuchet MS" panose="020B0603020202020204" pitchFamily="34" charset="0"/>
              </a:rPr>
              <a:t>      { "_id": "C001", "name": "Alice", "location": “Leeds" }</a:t>
            </a:r>
          </a:p>
          <a:p>
            <a:r>
              <a:rPr lang="en-GB" sz="1500" dirty="0">
                <a:solidFill>
                  <a:srgbClr val="C00000"/>
                </a:solidFill>
                <a:latin typeface="Trebuchet MS" panose="020B0603020202020204" pitchFamily="34" charset="0"/>
              </a:rPr>
              <a:t>    ]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  },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  {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    "_id": 4,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    "</a:t>
            </a:r>
            <a:r>
              <a:rPr lang="en-GB" sz="1500" dirty="0" err="1">
                <a:latin typeface="Trebuchet MS" panose="020B0603020202020204" pitchFamily="34" charset="0"/>
              </a:rPr>
              <a:t>orderId</a:t>
            </a:r>
            <a:r>
              <a:rPr lang="en-GB" sz="1500" dirty="0">
                <a:latin typeface="Trebuchet MS" panose="020B0603020202020204" pitchFamily="34" charset="0"/>
              </a:rPr>
              <a:t>": "O1004",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    "</a:t>
            </a:r>
            <a:r>
              <a:rPr lang="en-GB" sz="1500" dirty="0" err="1">
                <a:latin typeface="Trebuchet MS" panose="020B0603020202020204" pitchFamily="34" charset="0"/>
              </a:rPr>
              <a:t>customerId</a:t>
            </a:r>
            <a:r>
              <a:rPr lang="en-GB" sz="1500" dirty="0">
                <a:latin typeface="Trebuchet MS" panose="020B0603020202020204" pitchFamily="34" charset="0"/>
              </a:rPr>
              <a:t>": "C003",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    "amount": 300,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    </a:t>
            </a:r>
            <a:r>
              <a:rPr lang="en-GB" sz="1500" dirty="0">
                <a:solidFill>
                  <a:srgbClr val="C00000"/>
                </a:solidFill>
                <a:latin typeface="Trebuchet MS" panose="020B0603020202020204" pitchFamily="34" charset="0"/>
              </a:rPr>
              <a:t>"</a:t>
            </a:r>
            <a:r>
              <a:rPr lang="en-GB" sz="1500" dirty="0" err="1">
                <a:solidFill>
                  <a:srgbClr val="C00000"/>
                </a:solidFill>
                <a:latin typeface="Trebuchet MS" panose="020B0603020202020204" pitchFamily="34" charset="0"/>
              </a:rPr>
              <a:t>customerDetails</a:t>
            </a:r>
            <a:r>
              <a:rPr lang="en-GB" sz="1500" dirty="0">
                <a:solidFill>
                  <a:srgbClr val="C00000"/>
                </a:solidFill>
                <a:latin typeface="Trebuchet MS" panose="020B0603020202020204" pitchFamily="34" charset="0"/>
              </a:rPr>
              <a:t>": [</a:t>
            </a:r>
          </a:p>
          <a:p>
            <a:r>
              <a:rPr lang="en-GB" sz="1500" dirty="0">
                <a:solidFill>
                  <a:srgbClr val="C00000"/>
                </a:solidFill>
                <a:latin typeface="Trebuchet MS" panose="020B0603020202020204" pitchFamily="34" charset="0"/>
              </a:rPr>
              <a:t>      { "_id": "C003", "name": "Charlie", "location": “Bradford" }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    ]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  }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3C0642-219C-F46D-AD40-8FE0728B0561}"/>
              </a:ext>
            </a:extLst>
          </p:cNvPr>
          <p:cNvSpPr txBox="1"/>
          <p:nvPr/>
        </p:nvSpPr>
        <p:spPr>
          <a:xfrm>
            <a:off x="323528" y="908720"/>
            <a:ext cx="5364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Returned documents</a:t>
            </a:r>
          </a:p>
        </p:txBody>
      </p:sp>
    </p:spTree>
    <p:extLst>
      <p:ext uri="{BB962C8B-B14F-4D97-AF65-F5344CB8AC3E}">
        <p14:creationId xmlns:p14="http://schemas.microsoft.com/office/powerpoint/2010/main" val="25662291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74A10-DE2D-4116-A2DE-523D729BA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29</a:t>
            </a:fld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CAEA833-7FC5-4738-B55E-A41BE3BB8F6F}"/>
              </a:ext>
            </a:extLst>
          </p:cNvPr>
          <p:cNvSpPr txBox="1">
            <a:spLocks/>
          </p:cNvSpPr>
          <p:nvPr/>
        </p:nvSpPr>
        <p:spPr bwMode="auto">
          <a:xfrm>
            <a:off x="3800872" y="2996952"/>
            <a:ext cx="2160239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 fontScale="85000" lnSpcReduction="1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C00000"/>
              </a:buClr>
              <a:buNone/>
            </a:pPr>
            <a:r>
              <a:rPr lang="en-GB" sz="3600" dirty="0">
                <a:latin typeface="Comic Sans MS" panose="030F0702030302020204" pitchFamily="66" charset="0"/>
              </a:rPr>
              <a:t>Questions?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05BF201-15EA-4712-87E8-E69CA936F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066440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NTIMETER_SERIES_ID_KEY" val="al4tdmoahdib7mdmitiproiyp2m6ucjj"/>
</p:tagLst>
</file>

<file path=ppt/theme/theme1.xml><?xml version="1.0" encoding="utf-8"?>
<a:theme xmlns:a="http://schemas.openxmlformats.org/drawingml/2006/main" name="UOB3687_Bradford PPT_Green_External_TEMPLATE">
  <a:themeElements>
    <a:clrScheme name="UOB Green">
      <a:dk1>
        <a:sysClr val="windowText" lastClr="000000"/>
      </a:dk1>
      <a:lt1>
        <a:sysClr val="window" lastClr="FFFFFF"/>
      </a:lt1>
      <a:dk2>
        <a:srgbClr val="005359"/>
      </a:dk2>
      <a:lt2>
        <a:srgbClr val="FFFFFF"/>
      </a:lt2>
      <a:accent1>
        <a:srgbClr val="87A529"/>
      </a:accent1>
      <a:accent2>
        <a:srgbClr val="009EB2"/>
      </a:accent2>
      <a:accent3>
        <a:srgbClr val="395E14"/>
      </a:accent3>
      <a:accent4>
        <a:srgbClr val="E6E7E8"/>
      </a:accent4>
      <a:accent5>
        <a:srgbClr val="C0E064"/>
      </a:accent5>
      <a:accent6>
        <a:srgbClr val="005359"/>
      </a:accent6>
      <a:hlink>
        <a:srgbClr val="009EB2"/>
      </a:hlink>
      <a:folHlink>
        <a:srgbClr val="87A52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0081BE"/>
          </a:solidFill>
        </a:ln>
        <a:effectLst/>
      </a:spPr>
      <a:bodyPr anchor="ctr"/>
      <a:lstStyle>
        <a:defPPr algn="ctr">
          <a:defRPr dirty="0">
            <a:latin typeface="Lucida Sans"/>
            <a:cs typeface="Lucida Sans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87A529"/>
          </a:solidFill>
          <a:prstDash val="sys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Lucida Sans Unicode" panose="020B0602030504020204" pitchFamily="34" charset="0"/>
            <a:cs typeface="Lucida Sans Unicode" panose="020B0602030504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62028F1181324286088878907BF764" ma:contentTypeVersion="14" ma:contentTypeDescription="Create a new document." ma:contentTypeScope="" ma:versionID="90976bd7b8c99da3d8fa7de315a6c862">
  <xsd:schema xmlns:xsd="http://www.w3.org/2001/XMLSchema" xmlns:xs="http://www.w3.org/2001/XMLSchema" xmlns:p="http://schemas.microsoft.com/office/2006/metadata/properties" xmlns:ns3="8112531f-664b-410e-b854-b0b109d7936d" xmlns:ns4="b544e34c-2ecd-4376-93c2-9ba4477ab504" targetNamespace="http://schemas.microsoft.com/office/2006/metadata/properties" ma:root="true" ma:fieldsID="40b278b0f625431f435dc1ad5c24d1a0" ns3:_="" ns4:_="">
    <xsd:import namespace="8112531f-664b-410e-b854-b0b109d7936d"/>
    <xsd:import namespace="b544e34c-2ecd-4376-93c2-9ba4477ab50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12531f-664b-410e-b854-b0b109d793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44e34c-2ecd-4376-93c2-9ba4477ab50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E933D7E-1225-4F91-9BD7-501C0957F9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12531f-664b-410e-b854-b0b109d7936d"/>
    <ds:schemaRef ds:uri="b544e34c-2ecd-4376-93c2-9ba4477ab5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69E357C-CCDC-4DFE-B552-9384A2F6389B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8112531f-664b-410e-b854-b0b109d7936d"/>
    <ds:schemaRef ds:uri="b544e34c-2ecd-4376-93c2-9ba4477ab504"/>
    <ds:schemaRef ds:uri="http://purl.org/dc/terms/"/>
    <ds:schemaRef ds:uri="http://schemas.openxmlformats.org/package/2006/metadata/core-properties"/>
    <ds:schemaRef ds:uri="http://purl.org/dc/dcmitype/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2CE5C33-72EA-487D-B241-32E996B7F0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12023</TotalTime>
  <Words>5076</Words>
  <Application>Microsoft Office PowerPoint</Application>
  <PresentationFormat>A4 Paper (210x297 mm)</PresentationFormat>
  <Paragraphs>628</Paragraphs>
  <Slides>29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1" baseType="lpstr">
      <vt:lpstr>Arial</vt:lpstr>
      <vt:lpstr>Calibri</vt:lpstr>
      <vt:lpstr>Comic Sans MS</vt:lpstr>
      <vt:lpstr>Courier 10 Pitch</vt:lpstr>
      <vt:lpstr>Courier New</vt:lpstr>
      <vt:lpstr>Georgia</vt:lpstr>
      <vt:lpstr>Helvetica</vt:lpstr>
      <vt:lpstr>Lucida Sans</vt:lpstr>
      <vt:lpstr>Lucida Sans Unicode</vt:lpstr>
      <vt:lpstr>proxima-nova</vt:lpstr>
      <vt:lpstr>Trebuchet MS</vt:lpstr>
      <vt:lpstr>UOB3687_Bradford PPT_Green_External_TEMPLATE</vt:lpstr>
      <vt:lpstr>Large Scale Data Driven Applications</vt:lpstr>
      <vt:lpstr>Aggregation</vt:lpstr>
      <vt:lpstr>Aggregation: syntax</vt:lpstr>
      <vt:lpstr>Pipelines</vt:lpstr>
      <vt:lpstr>Pipeline Concept</vt:lpstr>
      <vt:lpstr>Aggregation Pipeline</vt:lpstr>
      <vt:lpstr>Aggregation Function</vt:lpstr>
      <vt:lpstr>Possible stages in aggregation</vt:lpstr>
      <vt:lpstr>Aggregation</vt:lpstr>
      <vt:lpstr>Aggregation Function: min()</vt:lpstr>
      <vt:lpstr>Aggregation Function: min()</vt:lpstr>
      <vt:lpstr>Aggregation Function: max()</vt:lpstr>
      <vt:lpstr>Aggregation Function: max()</vt:lpstr>
      <vt:lpstr>Aggregation Function: avg()</vt:lpstr>
      <vt:lpstr>Aggregation Function: avg()</vt:lpstr>
      <vt:lpstr>Aggregation Function: first()</vt:lpstr>
      <vt:lpstr>Aggregation Function: last()</vt:lpstr>
      <vt:lpstr>Aggregation Function: sum()</vt:lpstr>
      <vt:lpstr>Aggregation Function: sum()</vt:lpstr>
      <vt:lpstr>Aggregation Function</vt:lpstr>
      <vt:lpstr>Combining multiples Aggregation Stages</vt:lpstr>
      <vt:lpstr>Aggregation Stages: Limit and Skip</vt:lpstr>
      <vt:lpstr>Aggregation Stage: s0rt</vt:lpstr>
      <vt:lpstr>Aggregation Stage: unwind</vt:lpstr>
      <vt:lpstr>Aggregation Stage: lookup</vt:lpstr>
      <vt:lpstr>Aggregation Stage: lookup-Example</vt:lpstr>
      <vt:lpstr>Aggregation Stage: lookup-Example</vt:lpstr>
      <vt:lpstr>Aggregation Stage: lookup-Example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Technologies</dc:title>
  <dc:creator>SK</dc:creator>
  <cp:lastModifiedBy>Sohag Kabir</cp:lastModifiedBy>
  <cp:revision>71</cp:revision>
  <dcterms:created xsi:type="dcterms:W3CDTF">2020-01-19T15:58:01Z</dcterms:created>
  <dcterms:modified xsi:type="dcterms:W3CDTF">2024-11-03T12:45:34Z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0x0101004462028F1181324286088878907BF764</vt:lpwstr>
  </property>
</Properties>
</file>